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35.xml" ContentType="application/vnd.openxmlformats-officedocument.presentationml.slide+xml"/>
  <Override PartName="/ppt/slides/slide10.xml" ContentType="application/vnd.openxmlformats-officedocument.presentationml.slide+xml"/>
  <Override PartName="/ppt/slides/slide3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31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26.xml" ContentType="application/vnd.openxmlformats-officedocument.presentationml.slide+xml"/>
  <Override PartName="/ppt/slides/slide40.xml" ContentType="application/vnd.openxmlformats-officedocument.presentationml.slide+xml"/>
  <Override PartName="/ppt/slides/slide32.xml" ContentType="application/vnd.openxmlformats-officedocument.presentationml.slide+xml"/>
  <Override PartName="/ppt/slides/slide24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" name=""/>
          <p:cNvSpPr/>
          <p:nvPr/>
        </p:nvSpPr>
        <p:spPr>
          <a:xfrm>
            <a:off x="642600" y="1630080"/>
            <a:ext cx="769680" cy="762840"/>
          </a:xfrm>
          <a:custGeom>
            <a:avLst/>
            <a:gdLst/>
            <a:ahLst/>
            <a:rect l="0" t="0" r="r" b="b"/>
            <a:pathLst>
              <a:path w="2138" h="2119">
                <a:moveTo>
                  <a:pt x="297" y="867"/>
                </a:moveTo>
                <a:lnTo>
                  <a:pt x="577" y="986"/>
                </a:lnTo>
                <a:cubicBezTo>
                  <a:pt x="609" y="923"/>
                  <a:pt x="643" y="860"/>
                  <a:pt x="679" y="799"/>
                </a:cubicBezTo>
                <a:cubicBezTo>
                  <a:pt x="715" y="736"/>
                  <a:pt x="754" y="677"/>
                  <a:pt x="794" y="620"/>
                </a:cubicBezTo>
                <a:lnTo>
                  <a:pt x="585" y="578"/>
                </a:lnTo>
                <a:lnTo>
                  <a:pt x="297" y="867"/>
                </a:lnTo>
                <a:moveTo>
                  <a:pt x="704" y="1082"/>
                </a:moveTo>
                <a:lnTo>
                  <a:pt x="1056" y="1434"/>
                </a:lnTo>
                <a:cubicBezTo>
                  <a:pt x="1157" y="1388"/>
                  <a:pt x="1251" y="1336"/>
                  <a:pt x="1339" y="1277"/>
                </a:cubicBezTo>
                <a:cubicBezTo>
                  <a:pt x="1428" y="1219"/>
                  <a:pt x="1500" y="1163"/>
                  <a:pt x="1555" y="1108"/>
                </a:cubicBezTo>
                <a:cubicBezTo>
                  <a:pt x="1697" y="965"/>
                  <a:pt x="1802" y="819"/>
                  <a:pt x="1869" y="668"/>
                </a:cubicBezTo>
                <a:cubicBezTo>
                  <a:pt x="1936" y="518"/>
                  <a:pt x="1973" y="349"/>
                  <a:pt x="1978" y="160"/>
                </a:cubicBezTo>
                <a:cubicBezTo>
                  <a:pt x="1789" y="165"/>
                  <a:pt x="1620" y="201"/>
                  <a:pt x="1470" y="268"/>
                </a:cubicBezTo>
                <a:cubicBezTo>
                  <a:pt x="1319" y="335"/>
                  <a:pt x="1173" y="440"/>
                  <a:pt x="1030" y="583"/>
                </a:cubicBezTo>
                <a:cubicBezTo>
                  <a:pt x="975" y="638"/>
                  <a:pt x="919" y="709"/>
                  <a:pt x="860" y="799"/>
                </a:cubicBezTo>
                <a:cubicBezTo>
                  <a:pt x="802" y="887"/>
                  <a:pt x="750" y="981"/>
                  <a:pt x="704" y="1082"/>
                </a:cubicBezTo>
                <a:moveTo>
                  <a:pt x="1257" y="696"/>
                </a:moveTo>
                <a:cubicBezTo>
                  <a:pt x="1257" y="644"/>
                  <a:pt x="1275" y="600"/>
                  <a:pt x="1310" y="565"/>
                </a:cubicBezTo>
                <a:cubicBezTo>
                  <a:pt x="1345" y="529"/>
                  <a:pt x="1389" y="512"/>
                  <a:pt x="1442" y="512"/>
                </a:cubicBezTo>
                <a:cubicBezTo>
                  <a:pt x="1494" y="512"/>
                  <a:pt x="1538" y="529"/>
                  <a:pt x="1573" y="565"/>
                </a:cubicBezTo>
                <a:cubicBezTo>
                  <a:pt x="1608" y="600"/>
                  <a:pt x="1626" y="644"/>
                  <a:pt x="1626" y="696"/>
                </a:cubicBezTo>
                <a:cubicBezTo>
                  <a:pt x="1626" y="748"/>
                  <a:pt x="1608" y="792"/>
                  <a:pt x="1573" y="828"/>
                </a:cubicBezTo>
                <a:cubicBezTo>
                  <a:pt x="1538" y="863"/>
                  <a:pt x="1494" y="881"/>
                  <a:pt x="1442" y="881"/>
                </a:cubicBezTo>
                <a:cubicBezTo>
                  <a:pt x="1389" y="881"/>
                  <a:pt x="1345" y="863"/>
                  <a:pt x="1310" y="828"/>
                </a:cubicBezTo>
                <a:cubicBezTo>
                  <a:pt x="1275" y="792"/>
                  <a:pt x="1257" y="748"/>
                  <a:pt x="1257" y="696"/>
                </a:cubicBezTo>
                <a:moveTo>
                  <a:pt x="1270" y="1841"/>
                </a:moveTo>
                <a:lnTo>
                  <a:pt x="1560" y="1553"/>
                </a:lnTo>
                <a:lnTo>
                  <a:pt x="1517" y="1344"/>
                </a:lnTo>
                <a:cubicBezTo>
                  <a:pt x="1461" y="1384"/>
                  <a:pt x="1401" y="1423"/>
                  <a:pt x="1339" y="1459"/>
                </a:cubicBezTo>
                <a:cubicBezTo>
                  <a:pt x="1277" y="1495"/>
                  <a:pt x="1215" y="1529"/>
                  <a:pt x="1151" y="1561"/>
                </a:cubicBezTo>
                <a:lnTo>
                  <a:pt x="1270" y="1841"/>
                </a:lnTo>
                <a:moveTo>
                  <a:pt x="2134" y="4"/>
                </a:moveTo>
                <a:cubicBezTo>
                  <a:pt x="2150" y="244"/>
                  <a:pt x="2120" y="462"/>
                  <a:pt x="2044" y="660"/>
                </a:cubicBezTo>
                <a:cubicBezTo>
                  <a:pt x="1968" y="859"/>
                  <a:pt x="1843" y="1045"/>
                  <a:pt x="1668" y="1219"/>
                </a:cubicBezTo>
                <a:lnTo>
                  <a:pt x="1663" y="1225"/>
                </a:lnTo>
                <a:lnTo>
                  <a:pt x="1658" y="1230"/>
                </a:lnTo>
                <a:lnTo>
                  <a:pt x="1716" y="1521"/>
                </a:lnTo>
                <a:cubicBezTo>
                  <a:pt x="1721" y="1547"/>
                  <a:pt x="1720" y="1573"/>
                  <a:pt x="1712" y="1598"/>
                </a:cubicBezTo>
                <a:cubicBezTo>
                  <a:pt x="1704" y="1622"/>
                  <a:pt x="1690" y="1644"/>
                  <a:pt x="1671" y="1664"/>
                </a:cubicBezTo>
                <a:lnTo>
                  <a:pt x="1218" y="2119"/>
                </a:lnTo>
                <a:lnTo>
                  <a:pt x="993" y="1595"/>
                </a:lnTo>
                <a:lnTo>
                  <a:pt x="543" y="1145"/>
                </a:lnTo>
                <a:lnTo>
                  <a:pt x="19" y="920"/>
                </a:lnTo>
                <a:lnTo>
                  <a:pt x="474" y="467"/>
                </a:lnTo>
                <a:cubicBezTo>
                  <a:pt x="493" y="447"/>
                  <a:pt x="515" y="434"/>
                  <a:pt x="540" y="426"/>
                </a:cubicBezTo>
                <a:cubicBezTo>
                  <a:pt x="565" y="418"/>
                  <a:pt x="590" y="417"/>
                  <a:pt x="617" y="422"/>
                </a:cubicBezTo>
                <a:lnTo>
                  <a:pt x="908" y="480"/>
                </a:lnTo>
                <a:cubicBezTo>
                  <a:pt x="910" y="478"/>
                  <a:pt x="911" y="477"/>
                  <a:pt x="913" y="476"/>
                </a:cubicBezTo>
                <a:cubicBezTo>
                  <a:pt x="915" y="475"/>
                  <a:pt x="917" y="474"/>
                  <a:pt x="919" y="472"/>
                </a:cubicBezTo>
                <a:cubicBezTo>
                  <a:pt x="1093" y="297"/>
                  <a:pt x="1279" y="172"/>
                  <a:pt x="1478" y="95"/>
                </a:cubicBezTo>
                <a:cubicBezTo>
                  <a:pt x="1675" y="18"/>
                  <a:pt x="1894" y="-12"/>
                  <a:pt x="2134" y="4"/>
                </a:cubicBezTo>
                <a:moveTo>
                  <a:pt x="196" y="1465"/>
                </a:moveTo>
                <a:cubicBezTo>
                  <a:pt x="258" y="1404"/>
                  <a:pt x="333" y="1372"/>
                  <a:pt x="422" y="1371"/>
                </a:cubicBezTo>
                <a:cubicBezTo>
                  <a:pt x="512" y="1371"/>
                  <a:pt x="587" y="1401"/>
                  <a:pt x="649" y="1463"/>
                </a:cubicBezTo>
                <a:cubicBezTo>
                  <a:pt x="710" y="1524"/>
                  <a:pt x="741" y="1600"/>
                  <a:pt x="740" y="1689"/>
                </a:cubicBezTo>
                <a:cubicBezTo>
                  <a:pt x="739" y="1778"/>
                  <a:pt x="708" y="1853"/>
                  <a:pt x="646" y="1915"/>
                </a:cubicBezTo>
                <a:cubicBezTo>
                  <a:pt x="600" y="1961"/>
                  <a:pt x="529" y="1999"/>
                  <a:pt x="433" y="2029"/>
                </a:cubicBezTo>
                <a:cubicBezTo>
                  <a:pt x="337" y="2059"/>
                  <a:pt x="193" y="2087"/>
                  <a:pt x="0" y="2114"/>
                </a:cubicBezTo>
                <a:cubicBezTo>
                  <a:pt x="27" y="1921"/>
                  <a:pt x="55" y="1777"/>
                  <a:pt x="84" y="1680"/>
                </a:cubicBezTo>
                <a:cubicBezTo>
                  <a:pt x="113" y="1583"/>
                  <a:pt x="150" y="1511"/>
                  <a:pt x="196" y="1465"/>
                </a:cubicBezTo>
                <a:moveTo>
                  <a:pt x="307" y="1579"/>
                </a:moveTo>
                <a:cubicBezTo>
                  <a:pt x="283" y="1606"/>
                  <a:pt x="261" y="1647"/>
                  <a:pt x="241" y="1703"/>
                </a:cubicBezTo>
                <a:cubicBezTo>
                  <a:pt x="222" y="1760"/>
                  <a:pt x="205" y="1832"/>
                  <a:pt x="191" y="1920"/>
                </a:cubicBezTo>
                <a:cubicBezTo>
                  <a:pt x="279" y="1906"/>
                  <a:pt x="351" y="1890"/>
                  <a:pt x="408" y="1870"/>
                </a:cubicBezTo>
                <a:cubicBezTo>
                  <a:pt x="464" y="1851"/>
                  <a:pt x="506" y="1829"/>
                  <a:pt x="532" y="1804"/>
                </a:cubicBezTo>
                <a:cubicBezTo>
                  <a:pt x="566" y="1774"/>
                  <a:pt x="583" y="1737"/>
                  <a:pt x="584" y="1692"/>
                </a:cubicBezTo>
                <a:cubicBezTo>
                  <a:pt x="585" y="1647"/>
                  <a:pt x="569" y="1607"/>
                  <a:pt x="538" y="1574"/>
                </a:cubicBezTo>
                <a:cubicBezTo>
                  <a:pt x="504" y="1542"/>
                  <a:pt x="465" y="1527"/>
                  <a:pt x="420" y="1527"/>
                </a:cubicBezTo>
                <a:cubicBezTo>
                  <a:pt x="375" y="1528"/>
                  <a:pt x="337" y="1546"/>
                  <a:pt x="307" y="1579"/>
                </a:cubicBez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2357640" y="2776680"/>
            <a:ext cx="4158360" cy="61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50" b="1" u="none" strike="noStrike">
                <a:solidFill>
                  <a:srgbClr val="7060A0"/>
                </a:solidFill>
                <a:effectLst/>
                <a:uFillTx/>
                <a:latin typeface="NotoSansJP-Thin_"/>
                <a:ea typeface="NotoSansJP-Thin_"/>
              </a:rPr>
              <a:t>Let's build with </a:t>
            </a:r>
            <a:endParaRPr lang="en-US" sz="4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6809760" y="2827080"/>
            <a:ext cx="552240" cy="55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50" b="0" u="none" strike="noStrike">
                <a:solidFill>
                  <a:srgbClr val="7060A0"/>
                </a:solidFill>
                <a:effectLst/>
                <a:uFillTx/>
                <a:latin typeface="ZapfDingbatsITC"/>
                <a:ea typeface="ZapfDingbatsITC"/>
              </a:rPr>
              <a:t>✦</a:t>
            </a:r>
            <a:endParaRPr lang="en-US" sz="4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247880" y="2776680"/>
            <a:ext cx="2490840" cy="61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50" b="1" u="none" strike="noStrike">
                <a:solidFill>
                  <a:srgbClr val="7060A0"/>
                </a:solidFill>
                <a:effectLst/>
                <a:uFillTx/>
                <a:latin typeface="NotoSansJP-Thin_"/>
                <a:ea typeface="NotoSansJP-Thin_"/>
              </a:rPr>
              <a:t> Gemini 3</a:t>
            </a:r>
            <a:endParaRPr lang="en-US" sz="4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4619880" y="3837240"/>
            <a:ext cx="289800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7A6D90"/>
                </a:solidFill>
                <a:effectLst/>
                <a:uFillTx/>
                <a:latin typeface="NotoSansJP-Thin_"/>
                <a:ea typeface="NotoSansJP-Thin_"/>
              </a:rPr>
              <a:t>in Google Antigravity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3561120" y="4553640"/>
            <a:ext cx="50468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9B82B5"/>
                </a:solidFill>
                <a:effectLst/>
                <a:uFillTx/>
                <a:latin typeface="NotoSansJP-Thin_"/>
                <a:ea typeface="NotoSansJP-Thin_"/>
              </a:rPr>
              <a:t>Supported by </a:t>
            </a:r>
            <a:r>
              <a:rPr lang="en-US" sz="165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GoogleAI</a:t>
            </a:r>
            <a:r>
              <a:rPr lang="ja-JP" sz="165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学生アンバサダープログラム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3383640" y="5019840"/>
            <a:ext cx="2095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9B82B5"/>
                </a:solidFill>
                <a:effectLst/>
                <a:uFillTx/>
                <a:latin typeface="AppleColorEmoji"/>
                <a:ea typeface="AppleColorEmoji"/>
              </a:rPr>
              <a:t>📅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3602880" y="5039640"/>
            <a:ext cx="33908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9B82B5"/>
                </a:solidFill>
                <a:effectLst/>
                <a:uFillTx/>
                <a:latin typeface="NotoSansJP-Thin_"/>
                <a:ea typeface="NotoSansJP-Thin_"/>
              </a:rPr>
              <a:t> 2026</a:t>
            </a:r>
            <a:r>
              <a:rPr lang="ja-JP" sz="1650" b="1" u="none" strike="noStrike">
                <a:solidFill>
                  <a:srgbClr val="9B82B5"/>
                </a:solidFill>
                <a:effectLst/>
                <a:uFillTx/>
                <a:latin typeface="NotoSansJP-Thin_"/>
                <a:ea typeface="NotoSansJP-Thin_"/>
              </a:rPr>
              <a:t>年</a:t>
            </a:r>
            <a:r>
              <a:rPr lang="en-US" sz="1650" b="1" u="none" strike="noStrike">
                <a:solidFill>
                  <a:srgbClr val="9B82B5"/>
                </a:solidFill>
                <a:effectLst/>
                <a:uFillTx/>
                <a:latin typeface="NotoSansJP-Thin_"/>
                <a:ea typeface="NotoSansJP-Thin_"/>
              </a:rPr>
              <a:t>3</a:t>
            </a:r>
            <a:r>
              <a:rPr lang="ja-JP" sz="1650" b="1" u="none" strike="noStrike">
                <a:solidFill>
                  <a:srgbClr val="9B82B5"/>
                </a:solidFill>
                <a:effectLst/>
                <a:uFillTx/>
                <a:latin typeface="NotoSansJP-Thin_"/>
                <a:ea typeface="NotoSansJP-Thin_"/>
              </a:rPr>
              <a:t>月</a:t>
            </a:r>
            <a:r>
              <a:rPr lang="en-US" sz="1650" b="1" u="none" strike="noStrike">
                <a:solidFill>
                  <a:srgbClr val="9B82B5"/>
                </a:solidFill>
                <a:effectLst/>
                <a:uFillTx/>
                <a:latin typeface="NotoSansJP-Thin_"/>
                <a:ea typeface="NotoSansJP-Thin_"/>
              </a:rPr>
              <a:t>7</a:t>
            </a:r>
            <a:r>
              <a:rPr lang="ja-JP" sz="1650" b="1" u="none" strike="noStrike">
                <a:solidFill>
                  <a:srgbClr val="9B82B5"/>
                </a:solidFill>
                <a:effectLst/>
                <a:uFillTx/>
                <a:latin typeface="NotoSansJP-Thin_"/>
                <a:ea typeface="NotoSansJP-Thin_"/>
              </a:rPr>
              <a:t>日</a:t>
            </a:r>
            <a:r>
              <a:rPr lang="en-US" sz="1650" b="1" u="none" strike="noStrike">
                <a:solidFill>
                  <a:srgbClr val="9B82B5"/>
                </a:solidFill>
                <a:effectLst/>
                <a:uFillTx/>
                <a:latin typeface="NotoSansJP-Thin_"/>
                <a:ea typeface="NotoSansJP-Thin_"/>
              </a:rPr>
              <a:t>(</a:t>
            </a:r>
            <a:r>
              <a:rPr lang="ja-JP" sz="1650" b="1" u="none" strike="noStrike">
                <a:solidFill>
                  <a:srgbClr val="9B82B5"/>
                </a:solidFill>
                <a:effectLst/>
                <a:uFillTx/>
                <a:latin typeface="NotoSansJP-Thin_"/>
                <a:ea typeface="NotoSansJP-Thin_"/>
              </a:rPr>
              <a:t>土</a:t>
            </a:r>
            <a:r>
              <a:rPr lang="en-US" sz="1650" b="1" u="none" strike="noStrike">
                <a:solidFill>
                  <a:srgbClr val="9B82B5"/>
                </a:solidFill>
                <a:effectLst/>
                <a:uFillTx/>
                <a:latin typeface="NotoSansJP-Thin_"/>
                <a:ea typeface="NotoSansJP-Thin_"/>
              </a:rPr>
              <a:t>) 19:00</a:t>
            </a:r>
            <a:r>
              <a:rPr lang="ja-JP" sz="1650" b="1" u="none" strike="noStrike">
                <a:solidFill>
                  <a:srgbClr val="9B82B5"/>
                </a:solidFill>
                <a:effectLst/>
                <a:uFillTx/>
                <a:latin typeface="NotoSansJP-Thin_"/>
                <a:ea typeface="NotoSansJP-Thin_"/>
              </a:rPr>
              <a:t>〜</a:t>
            </a:r>
            <a:r>
              <a:rPr lang="en-US" sz="1650" b="1" u="none" strike="noStrike">
                <a:solidFill>
                  <a:srgbClr val="9B82B5"/>
                </a:solidFill>
                <a:effectLst/>
                <a:uFillTx/>
                <a:latin typeface="NotoSansJP-Thin_"/>
                <a:ea typeface="NotoSansJP-Thin_"/>
              </a:rPr>
              <a:t>21:00 </a:t>
            </a:r>
            <a:r>
              <a:rPr lang="ja-JP" sz="1650" b="1" u="none" strike="noStrike">
                <a:solidFill>
                  <a:srgbClr val="9B82B5"/>
                </a:solidFill>
                <a:effectLst/>
                <a:uFillTx/>
                <a:latin typeface="NotoSansJP-Thin_"/>
                <a:ea typeface="NotoSansJP-Thin_"/>
              </a:rPr>
              <a:t>｜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7074720" y="5019840"/>
            <a:ext cx="2095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9B82B5"/>
                </a:solidFill>
                <a:effectLst/>
                <a:uFillTx/>
                <a:latin typeface="AppleColorEmoji"/>
                <a:ea typeface="AppleColorEmoji"/>
              </a:rPr>
              <a:t>🌐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7293600" y="5039640"/>
            <a:ext cx="15217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9B82B5"/>
                </a:solidFill>
                <a:effectLst/>
                <a:uFillTx/>
                <a:latin typeface="NotoSansJP-Thin_"/>
                <a:ea typeface="NotoSansJP-Thin_"/>
              </a:rPr>
              <a:t> オンライン開催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11771280" y="636552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" name=""/>
          <p:cNvSpPr/>
          <p:nvPr/>
        </p:nvSpPr>
        <p:spPr>
          <a:xfrm>
            <a:off x="571320" y="189540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24" name=""/>
          <p:cNvPicPr/>
          <p:nvPr/>
        </p:nvPicPr>
        <p:blipFill>
          <a:blip r:embed="rId1"/>
          <a:stretch/>
        </p:blipFill>
        <p:spPr>
          <a:xfrm>
            <a:off x="571320" y="160020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"/>
          <p:cNvSpPr/>
          <p:nvPr/>
        </p:nvSpPr>
        <p:spPr>
          <a:xfrm>
            <a:off x="414360" y="1983960"/>
            <a:ext cx="5763960" cy="3651840"/>
          </a:xfrm>
          <a:custGeom>
            <a:avLst/>
            <a:gdLst/>
            <a:ahLst/>
            <a:rect l="0" t="0" r="r" b="b"/>
            <a:pathLst>
              <a:path w="16011" h="10144">
                <a:moveTo>
                  <a:pt x="436" y="680"/>
                </a:moveTo>
                <a:lnTo>
                  <a:pt x="436" y="9305"/>
                </a:lnTo>
                <a:cubicBezTo>
                  <a:pt x="436" y="9347"/>
                  <a:pt x="444" y="9388"/>
                  <a:pt x="460" y="9427"/>
                </a:cubicBezTo>
                <a:cubicBezTo>
                  <a:pt x="476" y="9466"/>
                  <a:pt x="499" y="9500"/>
                  <a:pt x="529" y="9530"/>
                </a:cubicBezTo>
                <a:cubicBezTo>
                  <a:pt x="559" y="9559"/>
                  <a:pt x="593" y="9582"/>
                  <a:pt x="632" y="9598"/>
                </a:cubicBezTo>
                <a:cubicBezTo>
                  <a:pt x="671" y="9615"/>
                  <a:pt x="711" y="9623"/>
                  <a:pt x="753" y="9623"/>
                </a:cubicBezTo>
                <a:lnTo>
                  <a:pt x="15254" y="9623"/>
                </a:lnTo>
                <a:cubicBezTo>
                  <a:pt x="15296" y="9623"/>
                  <a:pt x="15336" y="9615"/>
                  <a:pt x="15375" y="9598"/>
                </a:cubicBezTo>
                <a:cubicBezTo>
                  <a:pt x="15414" y="9582"/>
                  <a:pt x="15448" y="9559"/>
                  <a:pt x="15478" y="9530"/>
                </a:cubicBezTo>
                <a:cubicBezTo>
                  <a:pt x="15508" y="9500"/>
                  <a:pt x="15531" y="9466"/>
                  <a:pt x="15547" y="9427"/>
                </a:cubicBezTo>
                <a:cubicBezTo>
                  <a:pt x="15563" y="9388"/>
                  <a:pt x="15571" y="9347"/>
                  <a:pt x="15571" y="9305"/>
                </a:cubicBezTo>
                <a:lnTo>
                  <a:pt x="15571" y="680"/>
                </a:lnTo>
                <a:cubicBezTo>
                  <a:pt x="15571" y="638"/>
                  <a:pt x="15563" y="597"/>
                  <a:pt x="15547" y="558"/>
                </a:cubicBezTo>
                <a:cubicBezTo>
                  <a:pt x="15531" y="519"/>
                  <a:pt x="15508" y="485"/>
                  <a:pt x="15478" y="455"/>
                </a:cubicBezTo>
                <a:cubicBezTo>
                  <a:pt x="15448" y="425"/>
                  <a:pt x="15414" y="403"/>
                  <a:pt x="15375" y="386"/>
                </a:cubicBezTo>
                <a:cubicBezTo>
                  <a:pt x="15336" y="370"/>
                  <a:pt x="15296" y="362"/>
                  <a:pt x="15254" y="362"/>
                </a:cubicBezTo>
                <a:lnTo>
                  <a:pt x="753" y="362"/>
                </a:lnTo>
                <a:cubicBezTo>
                  <a:pt x="711" y="362"/>
                  <a:pt x="671" y="370"/>
                  <a:pt x="632" y="386"/>
                </a:cubicBezTo>
                <a:cubicBezTo>
                  <a:pt x="593" y="403"/>
                  <a:pt x="559" y="425"/>
                  <a:pt x="529" y="455"/>
                </a:cubicBezTo>
                <a:cubicBezTo>
                  <a:pt x="499" y="485"/>
                  <a:pt x="476" y="519"/>
                  <a:pt x="460" y="558"/>
                </a:cubicBezTo>
                <a:cubicBezTo>
                  <a:pt x="444" y="597"/>
                  <a:pt x="436" y="638"/>
                  <a:pt x="436" y="680"/>
                </a:cubicBezTo>
                <a:moveTo>
                  <a:pt x="0" y="0"/>
                </a:moveTo>
                <a:lnTo>
                  <a:pt x="16011" y="0"/>
                </a:lnTo>
                <a:lnTo>
                  <a:pt x="16011" y="10144"/>
                </a:lnTo>
                <a:lnTo>
                  <a:pt x="0" y="10144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6" name=""/>
          <p:cNvSpPr/>
          <p:nvPr/>
        </p:nvSpPr>
        <p:spPr>
          <a:xfrm>
            <a:off x="580680" y="2124000"/>
            <a:ext cx="5429880" cy="3314880"/>
          </a:xfrm>
          <a:custGeom>
            <a:avLst/>
            <a:gdLst/>
            <a:ahLst/>
            <a:rect l="0" t="0" r="r" b="b"/>
            <a:pathLst>
              <a:path w="15083" h="9208">
                <a:moveTo>
                  <a:pt x="0" y="8917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8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5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1" y="29"/>
                  <a:pt x="14937" y="38"/>
                  <a:pt x="14953" y="49"/>
                </a:cubicBezTo>
                <a:cubicBezTo>
                  <a:pt x="14969" y="59"/>
                  <a:pt x="14984" y="71"/>
                  <a:pt x="14997" y="85"/>
                </a:cubicBezTo>
                <a:cubicBezTo>
                  <a:pt x="15011" y="98"/>
                  <a:pt x="15023" y="113"/>
                  <a:pt x="15034" y="129"/>
                </a:cubicBezTo>
                <a:cubicBezTo>
                  <a:pt x="15044" y="145"/>
                  <a:pt x="15053" y="162"/>
                  <a:pt x="15061" y="179"/>
                </a:cubicBezTo>
                <a:cubicBezTo>
                  <a:pt x="15068" y="197"/>
                  <a:pt x="15073" y="215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8917"/>
                </a:lnTo>
                <a:cubicBezTo>
                  <a:pt x="15083" y="8936"/>
                  <a:pt x="15081" y="8955"/>
                  <a:pt x="15077" y="8974"/>
                </a:cubicBezTo>
                <a:cubicBezTo>
                  <a:pt x="15073" y="8993"/>
                  <a:pt x="15068" y="9011"/>
                  <a:pt x="15061" y="9029"/>
                </a:cubicBezTo>
                <a:cubicBezTo>
                  <a:pt x="15053" y="9046"/>
                  <a:pt x="15044" y="9063"/>
                  <a:pt x="15034" y="9079"/>
                </a:cubicBezTo>
                <a:cubicBezTo>
                  <a:pt x="15023" y="9095"/>
                  <a:pt x="15011" y="9109"/>
                  <a:pt x="14997" y="9123"/>
                </a:cubicBezTo>
                <a:cubicBezTo>
                  <a:pt x="14984" y="9136"/>
                  <a:pt x="14969" y="9149"/>
                  <a:pt x="14953" y="9159"/>
                </a:cubicBezTo>
                <a:cubicBezTo>
                  <a:pt x="14937" y="9170"/>
                  <a:pt x="14921" y="9179"/>
                  <a:pt x="14903" y="9186"/>
                </a:cubicBezTo>
                <a:cubicBezTo>
                  <a:pt x="14885" y="9193"/>
                  <a:pt x="14867" y="9199"/>
                  <a:pt x="14848" y="9203"/>
                </a:cubicBezTo>
                <a:cubicBezTo>
                  <a:pt x="14830" y="9206"/>
                  <a:pt x="14811" y="9208"/>
                  <a:pt x="14792" y="9208"/>
                </a:cubicBezTo>
                <a:lnTo>
                  <a:pt x="291" y="9208"/>
                </a:lnTo>
                <a:cubicBezTo>
                  <a:pt x="272" y="9208"/>
                  <a:pt x="253" y="9206"/>
                  <a:pt x="235" y="9203"/>
                </a:cubicBezTo>
                <a:cubicBezTo>
                  <a:pt x="216" y="9199"/>
                  <a:pt x="198" y="9193"/>
                  <a:pt x="180" y="9186"/>
                </a:cubicBezTo>
                <a:cubicBezTo>
                  <a:pt x="162" y="9179"/>
                  <a:pt x="146" y="9170"/>
                  <a:pt x="130" y="9159"/>
                </a:cubicBezTo>
                <a:cubicBezTo>
                  <a:pt x="114" y="9149"/>
                  <a:pt x="99" y="9136"/>
                  <a:pt x="86" y="9123"/>
                </a:cubicBezTo>
                <a:cubicBezTo>
                  <a:pt x="72" y="9109"/>
                  <a:pt x="60" y="9095"/>
                  <a:pt x="50" y="9079"/>
                </a:cubicBezTo>
                <a:cubicBezTo>
                  <a:pt x="39" y="9063"/>
                  <a:pt x="30" y="9046"/>
                  <a:pt x="23" y="9029"/>
                </a:cubicBezTo>
                <a:cubicBezTo>
                  <a:pt x="15" y="9011"/>
                  <a:pt x="10" y="8993"/>
                  <a:pt x="6" y="8974"/>
                </a:cubicBezTo>
                <a:cubicBezTo>
                  <a:pt x="2" y="8955"/>
                  <a:pt x="0" y="8936"/>
                  <a:pt x="0" y="8917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" name=""/>
          <p:cNvSpPr/>
          <p:nvPr/>
        </p:nvSpPr>
        <p:spPr>
          <a:xfrm>
            <a:off x="580680" y="2124000"/>
            <a:ext cx="5429880" cy="3314880"/>
          </a:xfrm>
          <a:custGeom>
            <a:avLst/>
            <a:gdLst/>
            <a:ahLst/>
            <a:rect l="0" t="0" r="r" b="b"/>
            <a:pathLst>
              <a:path w="15083" h="9208">
                <a:moveTo>
                  <a:pt x="0" y="8917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8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5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1" y="29"/>
                  <a:pt x="14937" y="38"/>
                  <a:pt x="14953" y="49"/>
                </a:cubicBezTo>
                <a:cubicBezTo>
                  <a:pt x="14969" y="59"/>
                  <a:pt x="14984" y="71"/>
                  <a:pt x="14997" y="85"/>
                </a:cubicBezTo>
                <a:cubicBezTo>
                  <a:pt x="15011" y="98"/>
                  <a:pt x="15023" y="113"/>
                  <a:pt x="15034" y="129"/>
                </a:cubicBezTo>
                <a:cubicBezTo>
                  <a:pt x="15044" y="145"/>
                  <a:pt x="15053" y="162"/>
                  <a:pt x="15061" y="179"/>
                </a:cubicBezTo>
                <a:cubicBezTo>
                  <a:pt x="15068" y="197"/>
                  <a:pt x="15073" y="215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8917"/>
                </a:lnTo>
                <a:cubicBezTo>
                  <a:pt x="15083" y="8936"/>
                  <a:pt x="15081" y="8955"/>
                  <a:pt x="15077" y="8974"/>
                </a:cubicBezTo>
                <a:cubicBezTo>
                  <a:pt x="15073" y="8993"/>
                  <a:pt x="15068" y="9011"/>
                  <a:pt x="15061" y="9029"/>
                </a:cubicBezTo>
                <a:cubicBezTo>
                  <a:pt x="15053" y="9046"/>
                  <a:pt x="15044" y="9063"/>
                  <a:pt x="15034" y="9079"/>
                </a:cubicBezTo>
                <a:cubicBezTo>
                  <a:pt x="15023" y="9095"/>
                  <a:pt x="15011" y="9109"/>
                  <a:pt x="14997" y="9123"/>
                </a:cubicBezTo>
                <a:cubicBezTo>
                  <a:pt x="14984" y="9136"/>
                  <a:pt x="14969" y="9149"/>
                  <a:pt x="14953" y="9159"/>
                </a:cubicBezTo>
                <a:cubicBezTo>
                  <a:pt x="14937" y="9170"/>
                  <a:pt x="14921" y="9179"/>
                  <a:pt x="14903" y="9186"/>
                </a:cubicBezTo>
                <a:cubicBezTo>
                  <a:pt x="14885" y="9193"/>
                  <a:pt x="14867" y="9199"/>
                  <a:pt x="14848" y="9203"/>
                </a:cubicBezTo>
                <a:cubicBezTo>
                  <a:pt x="14830" y="9206"/>
                  <a:pt x="14811" y="9208"/>
                  <a:pt x="14792" y="9208"/>
                </a:cubicBezTo>
                <a:lnTo>
                  <a:pt x="291" y="9208"/>
                </a:lnTo>
                <a:cubicBezTo>
                  <a:pt x="272" y="9208"/>
                  <a:pt x="253" y="9206"/>
                  <a:pt x="235" y="9203"/>
                </a:cubicBezTo>
                <a:cubicBezTo>
                  <a:pt x="216" y="9199"/>
                  <a:pt x="198" y="9193"/>
                  <a:pt x="180" y="9186"/>
                </a:cubicBezTo>
                <a:cubicBezTo>
                  <a:pt x="162" y="9179"/>
                  <a:pt x="146" y="9170"/>
                  <a:pt x="130" y="9159"/>
                </a:cubicBezTo>
                <a:cubicBezTo>
                  <a:pt x="114" y="9149"/>
                  <a:pt x="99" y="9136"/>
                  <a:pt x="86" y="9123"/>
                </a:cubicBezTo>
                <a:cubicBezTo>
                  <a:pt x="72" y="9109"/>
                  <a:pt x="60" y="9095"/>
                  <a:pt x="50" y="9079"/>
                </a:cubicBezTo>
                <a:cubicBezTo>
                  <a:pt x="39" y="9063"/>
                  <a:pt x="30" y="9046"/>
                  <a:pt x="23" y="9029"/>
                </a:cubicBezTo>
                <a:cubicBezTo>
                  <a:pt x="15" y="9011"/>
                  <a:pt x="10" y="8993"/>
                  <a:pt x="6" y="8974"/>
                </a:cubicBezTo>
                <a:cubicBezTo>
                  <a:pt x="2" y="8955"/>
                  <a:pt x="0" y="8936"/>
                  <a:pt x="0" y="8917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28" name=""/>
          <p:cNvPicPr/>
          <p:nvPr/>
        </p:nvPicPr>
        <p:blipFill>
          <a:blip r:embed="rId2"/>
          <a:stretch/>
        </p:blipFill>
        <p:spPr>
          <a:xfrm>
            <a:off x="762120" y="254304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"/>
          <p:cNvSpPr txBox="1"/>
          <p:nvPr/>
        </p:nvSpPr>
        <p:spPr>
          <a:xfrm>
            <a:off x="723960" y="1424880"/>
            <a:ext cx="227088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イベント概要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" name=""/>
          <p:cNvSpPr/>
          <p:nvPr/>
        </p:nvSpPr>
        <p:spPr>
          <a:xfrm>
            <a:off x="752400" y="29620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79"/>
                  <a:pt x="215" y="192"/>
                  <a:pt x="204" y="203"/>
                </a:cubicBezTo>
                <a:cubicBezTo>
                  <a:pt x="193" y="214"/>
                  <a:pt x="180" y="224"/>
                  <a:pt x="164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3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4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914400" y="2523240"/>
            <a:ext cx="816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開催情報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" name=""/>
          <p:cNvSpPr/>
          <p:nvPr/>
        </p:nvSpPr>
        <p:spPr>
          <a:xfrm>
            <a:off x="752400" y="33908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4" y="179"/>
                  <a:pt x="215" y="192"/>
                  <a:pt x="204" y="203"/>
                </a:cubicBezTo>
                <a:cubicBezTo>
                  <a:pt x="193" y="214"/>
                  <a:pt x="180" y="224"/>
                  <a:pt x="164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3" y="192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4" y="9"/>
                </a:cubicBezTo>
                <a:cubicBezTo>
                  <a:pt x="180" y="15"/>
                  <a:pt x="193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990720" y="2879280"/>
            <a:ext cx="2821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日時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3/7(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土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) 19:00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〜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21:00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" name=""/>
          <p:cNvSpPr/>
          <p:nvPr/>
        </p:nvSpPr>
        <p:spPr>
          <a:xfrm>
            <a:off x="752400" y="38098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4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3" y="47"/>
                  <a:pt x="35" y="36"/>
                </a:cubicBezTo>
                <a:cubicBezTo>
                  <a:pt x="46" y="25"/>
                  <a:pt x="59" y="16"/>
                  <a:pt x="73" y="10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4" y="10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990720" y="3307680"/>
            <a:ext cx="1829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場所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：オンライン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" name=""/>
          <p:cNvSpPr/>
          <p:nvPr/>
        </p:nvSpPr>
        <p:spPr>
          <a:xfrm>
            <a:off x="752400" y="423828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1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4"/>
                  <a:pt x="204" y="205"/>
                </a:cubicBezTo>
                <a:cubicBezTo>
                  <a:pt x="193" y="216"/>
                  <a:pt x="180" y="224"/>
                  <a:pt x="164" y="231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3" y="231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3" y="194"/>
                  <a:pt x="15" y="181"/>
                  <a:pt x="9" y="166"/>
                </a:cubicBezTo>
                <a:cubicBezTo>
                  <a:pt x="3" y="151"/>
                  <a:pt x="0" y="136"/>
                  <a:pt x="0" y="121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60"/>
                  <a:pt x="23" y="47"/>
                  <a:pt x="35" y="36"/>
                </a:cubicBezTo>
                <a:cubicBezTo>
                  <a:pt x="46" y="25"/>
                  <a:pt x="59" y="17"/>
                  <a:pt x="73" y="11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4" y="11"/>
                </a:cubicBezTo>
                <a:cubicBezTo>
                  <a:pt x="180" y="17"/>
                  <a:pt x="193" y="25"/>
                  <a:pt x="204" y="36"/>
                </a:cubicBezTo>
                <a:cubicBezTo>
                  <a:pt x="215" y="47"/>
                  <a:pt x="224" y="60"/>
                  <a:pt x="230" y="75"/>
                </a:cubicBezTo>
                <a:cubicBezTo>
                  <a:pt x="236" y="90"/>
                  <a:pt x="239" y="105"/>
                  <a:pt x="239" y="121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990720" y="3727080"/>
            <a:ext cx="2540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対象者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18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歳以上の学生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" name=""/>
          <p:cNvSpPr/>
          <p:nvPr/>
        </p:nvSpPr>
        <p:spPr>
          <a:xfrm>
            <a:off x="752400" y="46576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4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3" y="47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4" y="9"/>
                </a:cubicBezTo>
                <a:cubicBezTo>
                  <a:pt x="180" y="15"/>
                  <a:pt x="193" y="23"/>
                  <a:pt x="204" y="35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990720" y="4155480"/>
            <a:ext cx="34686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主催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GoogleAI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学生アンバサダー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990720" y="4574520"/>
            <a:ext cx="457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協力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Google Developer Groups on Campus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" name=""/>
          <p:cNvSpPr/>
          <p:nvPr/>
        </p:nvSpPr>
        <p:spPr>
          <a:xfrm>
            <a:off x="6013440" y="1983960"/>
            <a:ext cx="5764320" cy="3651840"/>
          </a:xfrm>
          <a:custGeom>
            <a:avLst/>
            <a:gdLst/>
            <a:ahLst/>
            <a:rect l="0" t="0" r="r" b="b"/>
            <a:pathLst>
              <a:path w="16012" h="10144">
                <a:moveTo>
                  <a:pt x="440" y="680"/>
                </a:moveTo>
                <a:lnTo>
                  <a:pt x="440" y="9305"/>
                </a:lnTo>
                <a:cubicBezTo>
                  <a:pt x="440" y="9347"/>
                  <a:pt x="449" y="9388"/>
                  <a:pt x="465" y="9427"/>
                </a:cubicBezTo>
                <a:cubicBezTo>
                  <a:pt x="481" y="9466"/>
                  <a:pt x="504" y="9500"/>
                  <a:pt x="533" y="9530"/>
                </a:cubicBezTo>
                <a:cubicBezTo>
                  <a:pt x="563" y="9559"/>
                  <a:pt x="598" y="9582"/>
                  <a:pt x="636" y="9598"/>
                </a:cubicBezTo>
                <a:cubicBezTo>
                  <a:pt x="675" y="9615"/>
                  <a:pt x="716" y="9623"/>
                  <a:pt x="758" y="9623"/>
                </a:cubicBezTo>
                <a:lnTo>
                  <a:pt x="15258" y="9623"/>
                </a:lnTo>
                <a:cubicBezTo>
                  <a:pt x="15300" y="9623"/>
                  <a:pt x="15341" y="9615"/>
                  <a:pt x="15380" y="9598"/>
                </a:cubicBezTo>
                <a:cubicBezTo>
                  <a:pt x="15419" y="9582"/>
                  <a:pt x="15453" y="9559"/>
                  <a:pt x="15483" y="9530"/>
                </a:cubicBezTo>
                <a:cubicBezTo>
                  <a:pt x="15512" y="9500"/>
                  <a:pt x="15535" y="9466"/>
                  <a:pt x="15551" y="9427"/>
                </a:cubicBezTo>
                <a:cubicBezTo>
                  <a:pt x="15568" y="9388"/>
                  <a:pt x="15576" y="9347"/>
                  <a:pt x="15576" y="9305"/>
                </a:cubicBezTo>
                <a:lnTo>
                  <a:pt x="15576" y="680"/>
                </a:lnTo>
                <a:cubicBezTo>
                  <a:pt x="15576" y="638"/>
                  <a:pt x="15568" y="597"/>
                  <a:pt x="15551" y="558"/>
                </a:cubicBezTo>
                <a:cubicBezTo>
                  <a:pt x="15535" y="519"/>
                  <a:pt x="15512" y="485"/>
                  <a:pt x="15483" y="455"/>
                </a:cubicBezTo>
                <a:cubicBezTo>
                  <a:pt x="15453" y="425"/>
                  <a:pt x="15419" y="403"/>
                  <a:pt x="15380" y="386"/>
                </a:cubicBezTo>
                <a:cubicBezTo>
                  <a:pt x="15341" y="370"/>
                  <a:pt x="15300" y="362"/>
                  <a:pt x="15258" y="362"/>
                </a:cubicBezTo>
                <a:lnTo>
                  <a:pt x="758" y="362"/>
                </a:lnTo>
                <a:cubicBezTo>
                  <a:pt x="716" y="362"/>
                  <a:pt x="675" y="370"/>
                  <a:pt x="636" y="386"/>
                </a:cubicBezTo>
                <a:cubicBezTo>
                  <a:pt x="598" y="403"/>
                  <a:pt x="563" y="425"/>
                  <a:pt x="533" y="455"/>
                </a:cubicBezTo>
                <a:cubicBezTo>
                  <a:pt x="504" y="485"/>
                  <a:pt x="481" y="519"/>
                  <a:pt x="465" y="558"/>
                </a:cubicBezTo>
                <a:cubicBezTo>
                  <a:pt x="449" y="597"/>
                  <a:pt x="440" y="638"/>
                  <a:pt x="440" y="680"/>
                </a:cubicBezTo>
                <a:moveTo>
                  <a:pt x="0" y="0"/>
                </a:moveTo>
                <a:lnTo>
                  <a:pt x="16012" y="0"/>
                </a:lnTo>
                <a:lnTo>
                  <a:pt x="16012" y="10144"/>
                </a:lnTo>
                <a:lnTo>
                  <a:pt x="0" y="10144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2" name=""/>
          <p:cNvSpPr/>
          <p:nvPr/>
        </p:nvSpPr>
        <p:spPr>
          <a:xfrm>
            <a:off x="6181560" y="2124000"/>
            <a:ext cx="5429520" cy="3314880"/>
          </a:xfrm>
          <a:custGeom>
            <a:avLst/>
            <a:gdLst/>
            <a:ahLst/>
            <a:rect l="0" t="0" r="r" b="b"/>
            <a:pathLst>
              <a:path w="15082" h="9208">
                <a:moveTo>
                  <a:pt x="0" y="8917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5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59"/>
                  <a:pt x="14983" y="71"/>
                  <a:pt x="14997" y="85"/>
                </a:cubicBezTo>
                <a:cubicBezTo>
                  <a:pt x="15010" y="98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79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8917"/>
                </a:lnTo>
                <a:cubicBezTo>
                  <a:pt x="15082" y="8936"/>
                  <a:pt x="15080" y="8955"/>
                  <a:pt x="15077" y="8974"/>
                </a:cubicBezTo>
                <a:cubicBezTo>
                  <a:pt x="15073" y="8993"/>
                  <a:pt x="15067" y="9011"/>
                  <a:pt x="15060" y="9029"/>
                </a:cubicBezTo>
                <a:cubicBezTo>
                  <a:pt x="15053" y="9046"/>
                  <a:pt x="15044" y="9063"/>
                  <a:pt x="15033" y="9079"/>
                </a:cubicBezTo>
                <a:cubicBezTo>
                  <a:pt x="15023" y="9095"/>
                  <a:pt x="15010" y="9109"/>
                  <a:pt x="14997" y="9123"/>
                </a:cubicBezTo>
                <a:cubicBezTo>
                  <a:pt x="14983" y="9136"/>
                  <a:pt x="14969" y="9149"/>
                  <a:pt x="14953" y="9159"/>
                </a:cubicBezTo>
                <a:cubicBezTo>
                  <a:pt x="14937" y="9170"/>
                  <a:pt x="14920" y="9179"/>
                  <a:pt x="14903" y="9186"/>
                </a:cubicBezTo>
                <a:cubicBezTo>
                  <a:pt x="14885" y="9193"/>
                  <a:pt x="14867" y="9199"/>
                  <a:pt x="14848" y="9203"/>
                </a:cubicBezTo>
                <a:cubicBezTo>
                  <a:pt x="14829" y="9206"/>
                  <a:pt x="14810" y="9208"/>
                  <a:pt x="14791" y="9208"/>
                </a:cubicBezTo>
                <a:lnTo>
                  <a:pt x="291" y="9208"/>
                </a:lnTo>
                <a:cubicBezTo>
                  <a:pt x="272" y="9208"/>
                  <a:pt x="253" y="9206"/>
                  <a:pt x="234" y="9203"/>
                </a:cubicBezTo>
                <a:cubicBezTo>
                  <a:pt x="215" y="9199"/>
                  <a:pt x="197" y="9193"/>
                  <a:pt x="180" y="9186"/>
                </a:cubicBezTo>
                <a:cubicBezTo>
                  <a:pt x="162" y="9179"/>
                  <a:pt x="145" y="9170"/>
                  <a:pt x="129" y="9159"/>
                </a:cubicBezTo>
                <a:cubicBezTo>
                  <a:pt x="113" y="9149"/>
                  <a:pt x="99" y="9136"/>
                  <a:pt x="85" y="9123"/>
                </a:cubicBezTo>
                <a:cubicBezTo>
                  <a:pt x="72" y="9109"/>
                  <a:pt x="60" y="9095"/>
                  <a:pt x="49" y="9079"/>
                </a:cubicBezTo>
                <a:cubicBezTo>
                  <a:pt x="38" y="9063"/>
                  <a:pt x="29" y="9046"/>
                  <a:pt x="22" y="9029"/>
                </a:cubicBezTo>
                <a:cubicBezTo>
                  <a:pt x="15" y="9011"/>
                  <a:pt x="9" y="8993"/>
                  <a:pt x="6" y="8974"/>
                </a:cubicBezTo>
                <a:cubicBezTo>
                  <a:pt x="2" y="8955"/>
                  <a:pt x="0" y="8936"/>
                  <a:pt x="0" y="8917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" name=""/>
          <p:cNvSpPr/>
          <p:nvPr/>
        </p:nvSpPr>
        <p:spPr>
          <a:xfrm>
            <a:off x="6181560" y="2124000"/>
            <a:ext cx="5429520" cy="3314880"/>
          </a:xfrm>
          <a:custGeom>
            <a:avLst/>
            <a:gdLst/>
            <a:ahLst/>
            <a:rect l="0" t="0" r="r" b="b"/>
            <a:pathLst>
              <a:path w="15082" h="9208">
                <a:moveTo>
                  <a:pt x="0" y="8917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5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59"/>
                  <a:pt x="14983" y="71"/>
                  <a:pt x="14997" y="85"/>
                </a:cubicBezTo>
                <a:cubicBezTo>
                  <a:pt x="15010" y="98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79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8917"/>
                </a:lnTo>
                <a:cubicBezTo>
                  <a:pt x="15082" y="8936"/>
                  <a:pt x="15080" y="8955"/>
                  <a:pt x="15077" y="8974"/>
                </a:cubicBezTo>
                <a:cubicBezTo>
                  <a:pt x="15073" y="8993"/>
                  <a:pt x="15067" y="9011"/>
                  <a:pt x="15060" y="9029"/>
                </a:cubicBezTo>
                <a:cubicBezTo>
                  <a:pt x="15053" y="9046"/>
                  <a:pt x="15044" y="9063"/>
                  <a:pt x="15033" y="9079"/>
                </a:cubicBezTo>
                <a:cubicBezTo>
                  <a:pt x="15023" y="9095"/>
                  <a:pt x="15010" y="9109"/>
                  <a:pt x="14997" y="9123"/>
                </a:cubicBezTo>
                <a:cubicBezTo>
                  <a:pt x="14983" y="9136"/>
                  <a:pt x="14969" y="9149"/>
                  <a:pt x="14953" y="9159"/>
                </a:cubicBezTo>
                <a:cubicBezTo>
                  <a:pt x="14937" y="9170"/>
                  <a:pt x="14920" y="9179"/>
                  <a:pt x="14903" y="9186"/>
                </a:cubicBezTo>
                <a:cubicBezTo>
                  <a:pt x="14885" y="9193"/>
                  <a:pt x="14867" y="9199"/>
                  <a:pt x="14848" y="9203"/>
                </a:cubicBezTo>
                <a:cubicBezTo>
                  <a:pt x="14829" y="9206"/>
                  <a:pt x="14810" y="9208"/>
                  <a:pt x="14791" y="9208"/>
                </a:cubicBezTo>
                <a:lnTo>
                  <a:pt x="291" y="9208"/>
                </a:lnTo>
                <a:cubicBezTo>
                  <a:pt x="272" y="9208"/>
                  <a:pt x="253" y="9206"/>
                  <a:pt x="234" y="9203"/>
                </a:cubicBezTo>
                <a:cubicBezTo>
                  <a:pt x="215" y="9199"/>
                  <a:pt x="197" y="9193"/>
                  <a:pt x="180" y="9186"/>
                </a:cubicBezTo>
                <a:cubicBezTo>
                  <a:pt x="162" y="9179"/>
                  <a:pt x="145" y="9170"/>
                  <a:pt x="129" y="9159"/>
                </a:cubicBezTo>
                <a:cubicBezTo>
                  <a:pt x="113" y="9149"/>
                  <a:pt x="99" y="9136"/>
                  <a:pt x="85" y="9123"/>
                </a:cubicBezTo>
                <a:cubicBezTo>
                  <a:pt x="72" y="9109"/>
                  <a:pt x="60" y="9095"/>
                  <a:pt x="49" y="9079"/>
                </a:cubicBezTo>
                <a:cubicBezTo>
                  <a:pt x="38" y="9063"/>
                  <a:pt x="29" y="9046"/>
                  <a:pt x="22" y="9029"/>
                </a:cubicBezTo>
                <a:cubicBezTo>
                  <a:pt x="15" y="9011"/>
                  <a:pt x="9" y="8993"/>
                  <a:pt x="6" y="8974"/>
                </a:cubicBezTo>
                <a:cubicBezTo>
                  <a:pt x="2" y="8955"/>
                  <a:pt x="0" y="8936"/>
                  <a:pt x="0" y="8917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" name=""/>
          <p:cNvSpPr/>
          <p:nvPr/>
        </p:nvSpPr>
        <p:spPr>
          <a:xfrm>
            <a:off x="6377760" y="2525400"/>
            <a:ext cx="331920" cy="286920"/>
          </a:xfrm>
          <a:custGeom>
            <a:avLst/>
            <a:gdLst/>
            <a:ahLst/>
            <a:rect l="0" t="0" r="r" b="b"/>
            <a:pathLst>
              <a:path w="922" h="797">
                <a:moveTo>
                  <a:pt x="0" y="797"/>
                </a:moveTo>
                <a:lnTo>
                  <a:pt x="461" y="0"/>
                </a:lnTo>
                <a:lnTo>
                  <a:pt x="922" y="797"/>
                </a:lnTo>
                <a:lnTo>
                  <a:pt x="0" y="797"/>
                </a:lnTo>
                <a:moveTo>
                  <a:pt x="108" y="734"/>
                </a:moveTo>
                <a:lnTo>
                  <a:pt x="813" y="734"/>
                </a:lnTo>
                <a:lnTo>
                  <a:pt x="461" y="126"/>
                </a:lnTo>
                <a:lnTo>
                  <a:pt x="108" y="734"/>
                </a:lnTo>
                <a:moveTo>
                  <a:pt x="488" y="666"/>
                </a:moveTo>
                <a:cubicBezTo>
                  <a:pt x="494" y="660"/>
                  <a:pt x="497" y="652"/>
                  <a:pt x="497" y="643"/>
                </a:cubicBezTo>
                <a:cubicBezTo>
                  <a:pt x="497" y="634"/>
                  <a:pt x="494" y="627"/>
                  <a:pt x="488" y="621"/>
                </a:cubicBezTo>
                <a:cubicBezTo>
                  <a:pt x="482" y="615"/>
                  <a:pt x="474" y="612"/>
                  <a:pt x="465" y="612"/>
                </a:cubicBezTo>
                <a:cubicBezTo>
                  <a:pt x="456" y="612"/>
                  <a:pt x="449" y="615"/>
                  <a:pt x="443" y="621"/>
                </a:cubicBezTo>
                <a:cubicBezTo>
                  <a:pt x="437" y="627"/>
                  <a:pt x="434" y="635"/>
                  <a:pt x="434" y="644"/>
                </a:cubicBezTo>
                <a:cubicBezTo>
                  <a:pt x="434" y="653"/>
                  <a:pt x="437" y="660"/>
                  <a:pt x="443" y="666"/>
                </a:cubicBezTo>
                <a:cubicBezTo>
                  <a:pt x="449" y="672"/>
                  <a:pt x="457" y="675"/>
                  <a:pt x="466" y="675"/>
                </a:cubicBezTo>
                <a:cubicBezTo>
                  <a:pt x="475" y="675"/>
                  <a:pt x="482" y="672"/>
                  <a:pt x="488" y="666"/>
                </a:cubicBezTo>
                <a:moveTo>
                  <a:pt x="434" y="559"/>
                </a:moveTo>
                <a:lnTo>
                  <a:pt x="497" y="559"/>
                </a:lnTo>
                <a:lnTo>
                  <a:pt x="497" y="323"/>
                </a:lnTo>
                <a:lnTo>
                  <a:pt x="434" y="323"/>
                </a:lnTo>
                <a:lnTo>
                  <a:pt x="434" y="559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990720" y="4936680"/>
            <a:ext cx="6235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Japan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6724800" y="2685240"/>
            <a:ext cx="816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注意事項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6362640" y="3041280"/>
            <a:ext cx="48661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Gemini Developer API 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の規約により、</a:t>
            </a:r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18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歳以下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" name=""/>
          <p:cNvSpPr/>
          <p:nvPr/>
        </p:nvSpPr>
        <p:spPr>
          <a:xfrm>
            <a:off x="6392520" y="4039200"/>
            <a:ext cx="302040" cy="151200"/>
          </a:xfrm>
          <a:custGeom>
            <a:avLst/>
            <a:gdLst/>
            <a:ahLst/>
            <a:rect l="0" t="0" r="r" b="b"/>
            <a:pathLst>
              <a:path w="839" h="420">
                <a:moveTo>
                  <a:pt x="389" y="420"/>
                </a:moveTo>
                <a:lnTo>
                  <a:pt x="210" y="420"/>
                </a:lnTo>
                <a:cubicBezTo>
                  <a:pt x="152" y="420"/>
                  <a:pt x="103" y="400"/>
                  <a:pt x="62" y="359"/>
                </a:cubicBezTo>
                <a:cubicBezTo>
                  <a:pt x="21" y="318"/>
                  <a:pt x="0" y="267"/>
                  <a:pt x="0" y="209"/>
                </a:cubicBezTo>
                <a:cubicBezTo>
                  <a:pt x="0" y="152"/>
                  <a:pt x="21" y="102"/>
                  <a:pt x="62" y="61"/>
                </a:cubicBezTo>
                <a:cubicBezTo>
                  <a:pt x="103" y="20"/>
                  <a:pt x="152" y="0"/>
                  <a:pt x="210" y="0"/>
                </a:cubicBezTo>
                <a:lnTo>
                  <a:pt x="389" y="0"/>
                </a:lnTo>
                <a:lnTo>
                  <a:pt x="389" y="63"/>
                </a:lnTo>
                <a:lnTo>
                  <a:pt x="210" y="63"/>
                </a:lnTo>
                <a:cubicBezTo>
                  <a:pt x="169" y="63"/>
                  <a:pt x="135" y="77"/>
                  <a:pt x="106" y="106"/>
                </a:cubicBezTo>
                <a:cubicBezTo>
                  <a:pt x="78" y="134"/>
                  <a:pt x="63" y="169"/>
                  <a:pt x="63" y="209"/>
                </a:cubicBezTo>
                <a:cubicBezTo>
                  <a:pt x="63" y="250"/>
                  <a:pt x="78" y="286"/>
                  <a:pt x="106" y="314"/>
                </a:cubicBezTo>
                <a:cubicBezTo>
                  <a:pt x="135" y="343"/>
                  <a:pt x="169" y="357"/>
                  <a:pt x="210" y="357"/>
                </a:cubicBezTo>
                <a:lnTo>
                  <a:pt x="389" y="357"/>
                </a:lnTo>
                <a:lnTo>
                  <a:pt x="389" y="420"/>
                </a:lnTo>
                <a:moveTo>
                  <a:pt x="258" y="241"/>
                </a:moveTo>
                <a:lnTo>
                  <a:pt x="258" y="178"/>
                </a:lnTo>
                <a:lnTo>
                  <a:pt x="583" y="178"/>
                </a:lnTo>
                <a:lnTo>
                  <a:pt x="583" y="241"/>
                </a:lnTo>
                <a:lnTo>
                  <a:pt x="258" y="241"/>
                </a:lnTo>
                <a:moveTo>
                  <a:pt x="452" y="420"/>
                </a:moveTo>
                <a:lnTo>
                  <a:pt x="452" y="357"/>
                </a:lnTo>
                <a:lnTo>
                  <a:pt x="630" y="357"/>
                </a:lnTo>
                <a:cubicBezTo>
                  <a:pt x="671" y="357"/>
                  <a:pt x="705" y="343"/>
                  <a:pt x="734" y="314"/>
                </a:cubicBezTo>
                <a:cubicBezTo>
                  <a:pt x="762" y="286"/>
                  <a:pt x="776" y="250"/>
                  <a:pt x="776" y="210"/>
                </a:cubicBezTo>
                <a:cubicBezTo>
                  <a:pt x="776" y="169"/>
                  <a:pt x="762" y="134"/>
                  <a:pt x="734" y="106"/>
                </a:cubicBezTo>
                <a:cubicBezTo>
                  <a:pt x="705" y="77"/>
                  <a:pt x="671" y="63"/>
                  <a:pt x="630" y="63"/>
                </a:cubicBezTo>
                <a:lnTo>
                  <a:pt x="452" y="63"/>
                </a:lnTo>
                <a:lnTo>
                  <a:pt x="452" y="0"/>
                </a:lnTo>
                <a:lnTo>
                  <a:pt x="630" y="0"/>
                </a:lnTo>
                <a:cubicBezTo>
                  <a:pt x="688" y="0"/>
                  <a:pt x="737" y="20"/>
                  <a:pt x="778" y="61"/>
                </a:cubicBezTo>
                <a:cubicBezTo>
                  <a:pt x="819" y="102"/>
                  <a:pt x="839" y="152"/>
                  <a:pt x="839" y="209"/>
                </a:cubicBezTo>
                <a:cubicBezTo>
                  <a:pt x="839" y="267"/>
                  <a:pt x="819" y="318"/>
                  <a:pt x="778" y="359"/>
                </a:cubicBezTo>
                <a:cubicBezTo>
                  <a:pt x="737" y="400"/>
                  <a:pt x="688" y="420"/>
                  <a:pt x="630" y="420"/>
                </a:cubicBezTo>
                <a:lnTo>
                  <a:pt x="452" y="420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6362640" y="3412440"/>
            <a:ext cx="32011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の方はご参加いただけません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6724800" y="4123440"/>
            <a:ext cx="11980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関連イベント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6362640" y="4479480"/>
            <a:ext cx="26564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GDGoC Japan Hackathon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6362640" y="4851000"/>
            <a:ext cx="37364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Supported by ACMEE / TrNaDo2026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1771280" y="636552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" name=""/>
          <p:cNvSpPr/>
          <p:nvPr/>
        </p:nvSpPr>
        <p:spPr>
          <a:xfrm>
            <a:off x="571320" y="1218960"/>
            <a:ext cx="11049480" cy="29160"/>
          </a:xfrm>
          <a:custGeom>
            <a:avLst/>
            <a:gdLst/>
            <a:ahLst/>
            <a:rect l="0" t="0" r="r" b="b"/>
            <a:pathLst>
              <a:path w="30693" h="81">
                <a:moveTo>
                  <a:pt x="0" y="0"/>
                </a:moveTo>
                <a:lnTo>
                  <a:pt x="30693" y="0"/>
                </a:lnTo>
                <a:lnTo>
                  <a:pt x="3069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" name=""/>
          <p:cNvSpPr/>
          <p:nvPr/>
        </p:nvSpPr>
        <p:spPr>
          <a:xfrm>
            <a:off x="571320" y="1857240"/>
            <a:ext cx="11049480" cy="19440"/>
          </a:xfrm>
          <a:custGeom>
            <a:avLst/>
            <a:gdLst/>
            <a:ahLst/>
            <a:rect l="0" t="0" r="r" b="b"/>
            <a:pathLst>
              <a:path w="30693" h="54">
                <a:moveTo>
                  <a:pt x="0" y="0"/>
                </a:moveTo>
                <a:lnTo>
                  <a:pt x="30693" y="0"/>
                </a:lnTo>
                <a:lnTo>
                  <a:pt x="3069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59" name=""/>
          <p:cNvPicPr/>
          <p:nvPr/>
        </p:nvPicPr>
        <p:blipFill>
          <a:blip r:embed="rId1"/>
          <a:stretch/>
        </p:blipFill>
        <p:spPr>
          <a:xfrm>
            <a:off x="571320" y="92376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"/>
          <p:cNvSpPr txBox="1"/>
          <p:nvPr/>
        </p:nvSpPr>
        <p:spPr>
          <a:xfrm>
            <a:off x="723960" y="748800"/>
            <a:ext cx="876780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kozzy (@kozzy0919) | 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山岡 滉治（やまおか こうじ）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571320" y="1510200"/>
            <a:ext cx="483912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020" b="1" u="none" strike="noStrike">
                <a:solidFill>
                  <a:srgbClr val="4488CC"/>
                </a:solidFill>
                <a:effectLst/>
                <a:uFillTx/>
                <a:latin typeface="NotoSansJP-Thin_"/>
                <a:ea typeface="NotoSansJP-Thin_"/>
              </a:rPr>
              <a:t>データ‧</a:t>
            </a:r>
            <a:r>
              <a:rPr lang="en-US" sz="2020" b="1" u="none" strike="noStrike">
                <a:solidFill>
                  <a:srgbClr val="4488C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2020" b="1" u="none" strike="noStrike">
                <a:solidFill>
                  <a:srgbClr val="4488CC"/>
                </a:solidFill>
                <a:effectLst/>
                <a:uFillTx/>
                <a:latin typeface="NotoSansJP-Thin_"/>
                <a:ea typeface="NotoSansJP-Thin_"/>
              </a:rPr>
              <a:t>企画推進 </a:t>
            </a:r>
            <a:r>
              <a:rPr lang="en-US" sz="2020" b="1" u="none" strike="noStrike">
                <a:solidFill>
                  <a:srgbClr val="4488CC"/>
                </a:solidFill>
                <a:effectLst/>
                <a:uFillTx/>
                <a:latin typeface="NotoSansJP-Thin_"/>
                <a:ea typeface="NotoSansJP-Thin_"/>
              </a:rPr>
              <a:t>/ Developer Relations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571320" y="2059920"/>
            <a:ext cx="107676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新卒より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BtoB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クラウドサービスのインフラ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/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サーバーエンジニア → 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Web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サービス開発 → 現在はデータ‧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" name=""/>
          <p:cNvSpPr/>
          <p:nvPr/>
        </p:nvSpPr>
        <p:spPr>
          <a:xfrm>
            <a:off x="601560" y="2982600"/>
            <a:ext cx="302040" cy="286920"/>
          </a:xfrm>
          <a:custGeom>
            <a:avLst/>
            <a:gdLst/>
            <a:ahLst/>
            <a:rect l="0" t="0" r="r" b="b"/>
            <a:pathLst>
              <a:path w="839" h="797">
                <a:moveTo>
                  <a:pt x="254" y="666"/>
                </a:moveTo>
                <a:lnTo>
                  <a:pt x="419" y="568"/>
                </a:lnTo>
                <a:lnTo>
                  <a:pt x="584" y="667"/>
                </a:lnTo>
                <a:lnTo>
                  <a:pt x="540" y="481"/>
                </a:lnTo>
                <a:lnTo>
                  <a:pt x="685" y="355"/>
                </a:lnTo>
                <a:lnTo>
                  <a:pt x="494" y="339"/>
                </a:lnTo>
                <a:lnTo>
                  <a:pt x="419" y="163"/>
                </a:lnTo>
                <a:lnTo>
                  <a:pt x="344" y="338"/>
                </a:lnTo>
                <a:lnTo>
                  <a:pt x="154" y="354"/>
                </a:lnTo>
                <a:lnTo>
                  <a:pt x="298" y="480"/>
                </a:lnTo>
                <a:lnTo>
                  <a:pt x="254" y="666"/>
                </a:lnTo>
                <a:moveTo>
                  <a:pt x="160" y="797"/>
                </a:moveTo>
                <a:lnTo>
                  <a:pt x="228" y="503"/>
                </a:lnTo>
                <a:lnTo>
                  <a:pt x="0" y="305"/>
                </a:lnTo>
                <a:lnTo>
                  <a:pt x="301" y="279"/>
                </a:lnTo>
                <a:lnTo>
                  <a:pt x="419" y="0"/>
                </a:lnTo>
                <a:lnTo>
                  <a:pt x="537" y="279"/>
                </a:lnTo>
                <a:lnTo>
                  <a:pt x="839" y="305"/>
                </a:lnTo>
                <a:lnTo>
                  <a:pt x="610" y="503"/>
                </a:lnTo>
                <a:lnTo>
                  <a:pt x="678" y="797"/>
                </a:lnTo>
                <a:lnTo>
                  <a:pt x="419" y="641"/>
                </a:lnTo>
                <a:lnTo>
                  <a:pt x="160" y="797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571320" y="2422080"/>
            <a:ext cx="5106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企画推進チームにて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生成</a:t>
            </a:r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活用の企画‧推進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を担当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" name=""/>
          <p:cNvSpPr/>
          <p:nvPr/>
        </p:nvSpPr>
        <p:spPr>
          <a:xfrm>
            <a:off x="561960" y="35812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4" y="230"/>
                </a:cubicBezTo>
                <a:cubicBezTo>
                  <a:pt x="150" y="236"/>
                  <a:pt x="134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8" y="224"/>
                  <a:pt x="46" y="215"/>
                  <a:pt x="34" y="204"/>
                </a:cubicBezTo>
                <a:cubicBezTo>
                  <a:pt x="23" y="193"/>
                  <a:pt x="15" y="180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4" y="35"/>
                </a:cubicBezTo>
                <a:cubicBezTo>
                  <a:pt x="46" y="24"/>
                  <a:pt x="58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4" y="0"/>
                  <a:pt x="150" y="3"/>
                  <a:pt x="164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933480" y="3142440"/>
            <a:ext cx="10076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主要な実績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" name=""/>
          <p:cNvSpPr/>
          <p:nvPr/>
        </p:nvSpPr>
        <p:spPr>
          <a:xfrm>
            <a:off x="561960" y="40003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79"/>
                  <a:pt x="214" y="192"/>
                  <a:pt x="203" y="204"/>
                </a:cubicBezTo>
                <a:cubicBezTo>
                  <a:pt x="192" y="215"/>
                  <a:pt x="179" y="224"/>
                  <a:pt x="164" y="230"/>
                </a:cubicBezTo>
                <a:cubicBezTo>
                  <a:pt x="150" y="236"/>
                  <a:pt x="134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8" y="224"/>
                  <a:pt x="46" y="215"/>
                  <a:pt x="34" y="204"/>
                </a:cubicBezTo>
                <a:cubicBezTo>
                  <a:pt x="23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3" y="46"/>
                  <a:pt x="34" y="35"/>
                </a:cubicBezTo>
                <a:cubicBezTo>
                  <a:pt x="46" y="24"/>
                  <a:pt x="58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4" y="0"/>
                  <a:pt x="150" y="3"/>
                  <a:pt x="164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799920" y="3498480"/>
            <a:ext cx="46879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GitHub Copilot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導入で全社利用率を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60%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に向上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" name=""/>
          <p:cNvSpPr/>
          <p:nvPr/>
        </p:nvSpPr>
        <p:spPr>
          <a:xfrm>
            <a:off x="561960" y="44193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79"/>
                  <a:pt x="214" y="192"/>
                  <a:pt x="203" y="203"/>
                </a:cubicBezTo>
                <a:cubicBezTo>
                  <a:pt x="192" y="215"/>
                  <a:pt x="179" y="224"/>
                  <a:pt x="164" y="230"/>
                </a:cubicBezTo>
                <a:cubicBezTo>
                  <a:pt x="150" y="236"/>
                  <a:pt x="134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8" y="224"/>
                  <a:pt x="46" y="215"/>
                  <a:pt x="34" y="203"/>
                </a:cubicBezTo>
                <a:cubicBezTo>
                  <a:pt x="23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3" y="46"/>
                  <a:pt x="34" y="35"/>
                </a:cubicBezTo>
                <a:cubicBezTo>
                  <a:pt x="46" y="24"/>
                  <a:pt x="58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4" y="0"/>
                  <a:pt x="150" y="3"/>
                  <a:pt x="164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799920" y="3917520"/>
            <a:ext cx="55134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社内生成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コミュニティを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200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名→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2,000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名以上に成長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" name=""/>
          <p:cNvSpPr/>
          <p:nvPr/>
        </p:nvSpPr>
        <p:spPr>
          <a:xfrm>
            <a:off x="631800" y="4927320"/>
            <a:ext cx="271800" cy="241920"/>
          </a:xfrm>
          <a:custGeom>
            <a:avLst/>
            <a:gdLst/>
            <a:ahLst/>
            <a:rect l="0" t="0" r="r" b="b"/>
            <a:pathLst>
              <a:path w="755" h="672">
                <a:moveTo>
                  <a:pt x="0" y="410"/>
                </a:moveTo>
                <a:lnTo>
                  <a:pt x="0" y="347"/>
                </a:lnTo>
                <a:lnTo>
                  <a:pt x="315" y="347"/>
                </a:lnTo>
                <a:lnTo>
                  <a:pt x="315" y="410"/>
                </a:lnTo>
                <a:lnTo>
                  <a:pt x="0" y="410"/>
                </a:lnTo>
                <a:moveTo>
                  <a:pt x="0" y="237"/>
                </a:moveTo>
                <a:lnTo>
                  <a:pt x="0" y="174"/>
                </a:lnTo>
                <a:lnTo>
                  <a:pt x="493" y="174"/>
                </a:lnTo>
                <a:lnTo>
                  <a:pt x="493" y="237"/>
                </a:lnTo>
                <a:lnTo>
                  <a:pt x="0" y="237"/>
                </a:lnTo>
                <a:moveTo>
                  <a:pt x="0" y="64"/>
                </a:moveTo>
                <a:lnTo>
                  <a:pt x="0" y="0"/>
                </a:lnTo>
                <a:lnTo>
                  <a:pt x="493" y="0"/>
                </a:lnTo>
                <a:lnTo>
                  <a:pt x="493" y="64"/>
                </a:lnTo>
                <a:lnTo>
                  <a:pt x="0" y="64"/>
                </a:lnTo>
                <a:moveTo>
                  <a:pt x="378" y="672"/>
                </a:moveTo>
                <a:lnTo>
                  <a:pt x="378" y="543"/>
                </a:lnTo>
                <a:lnTo>
                  <a:pt x="609" y="312"/>
                </a:lnTo>
                <a:cubicBezTo>
                  <a:pt x="615" y="306"/>
                  <a:pt x="622" y="302"/>
                  <a:pt x="630" y="299"/>
                </a:cubicBezTo>
                <a:cubicBezTo>
                  <a:pt x="638" y="296"/>
                  <a:pt x="645" y="295"/>
                  <a:pt x="653" y="295"/>
                </a:cubicBezTo>
                <a:cubicBezTo>
                  <a:pt x="661" y="295"/>
                  <a:pt x="669" y="296"/>
                  <a:pt x="677" y="299"/>
                </a:cubicBezTo>
                <a:cubicBezTo>
                  <a:pt x="685" y="302"/>
                  <a:pt x="692" y="307"/>
                  <a:pt x="698" y="313"/>
                </a:cubicBezTo>
                <a:lnTo>
                  <a:pt x="737" y="352"/>
                </a:lnTo>
                <a:cubicBezTo>
                  <a:pt x="743" y="358"/>
                  <a:pt x="748" y="365"/>
                  <a:pt x="750" y="373"/>
                </a:cubicBezTo>
                <a:cubicBezTo>
                  <a:pt x="753" y="381"/>
                  <a:pt x="755" y="388"/>
                  <a:pt x="755" y="396"/>
                </a:cubicBezTo>
                <a:cubicBezTo>
                  <a:pt x="755" y="404"/>
                  <a:pt x="753" y="412"/>
                  <a:pt x="750" y="420"/>
                </a:cubicBezTo>
                <a:cubicBezTo>
                  <a:pt x="747" y="428"/>
                  <a:pt x="742" y="435"/>
                  <a:pt x="736" y="441"/>
                </a:cubicBezTo>
                <a:lnTo>
                  <a:pt x="506" y="672"/>
                </a:lnTo>
                <a:lnTo>
                  <a:pt x="378" y="672"/>
                </a:lnTo>
                <a:moveTo>
                  <a:pt x="440" y="609"/>
                </a:moveTo>
                <a:lnTo>
                  <a:pt x="480" y="609"/>
                </a:lnTo>
                <a:lnTo>
                  <a:pt x="607" y="481"/>
                </a:lnTo>
                <a:lnTo>
                  <a:pt x="588" y="461"/>
                </a:lnTo>
                <a:lnTo>
                  <a:pt x="568" y="442"/>
                </a:lnTo>
                <a:lnTo>
                  <a:pt x="440" y="569"/>
                </a:lnTo>
                <a:lnTo>
                  <a:pt x="440" y="609"/>
                </a:lnTo>
                <a:moveTo>
                  <a:pt x="588" y="461"/>
                </a:moveTo>
                <a:lnTo>
                  <a:pt x="568" y="442"/>
                </a:lnTo>
                <a:lnTo>
                  <a:pt x="607" y="481"/>
                </a:lnTo>
                <a:lnTo>
                  <a:pt x="588" y="461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99920" y="4336560"/>
            <a:ext cx="55476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生成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活用の新機能企画‧業務改善プロジェクトを推進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" name=""/>
          <p:cNvSpPr/>
          <p:nvPr/>
        </p:nvSpPr>
        <p:spPr>
          <a:xfrm>
            <a:off x="561960" y="54957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4" y="230"/>
                </a:cubicBezTo>
                <a:cubicBezTo>
                  <a:pt x="150" y="236"/>
                  <a:pt x="134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8" y="224"/>
                  <a:pt x="46" y="215"/>
                  <a:pt x="34" y="204"/>
                </a:cubicBezTo>
                <a:cubicBezTo>
                  <a:pt x="23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3"/>
                </a:cubicBezTo>
                <a:cubicBezTo>
                  <a:pt x="15" y="59"/>
                  <a:pt x="23" y="46"/>
                  <a:pt x="34" y="35"/>
                </a:cubicBezTo>
                <a:cubicBezTo>
                  <a:pt x="46" y="24"/>
                  <a:pt x="58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4" y="0"/>
                  <a:pt x="150" y="3"/>
                  <a:pt x="164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933480" y="5056920"/>
            <a:ext cx="11980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その他の活動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99920" y="5391000"/>
            <a:ext cx="229320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AppleColorEmoji"/>
                <a:ea typeface="AppleColorEmoji"/>
              </a:rPr>
              <a:t>📚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" name=""/>
          <p:cNvSpPr/>
          <p:nvPr/>
        </p:nvSpPr>
        <p:spPr>
          <a:xfrm>
            <a:off x="561960" y="59148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6"/>
                  <a:pt x="179" y="224"/>
                  <a:pt x="164" y="230"/>
                </a:cubicBezTo>
                <a:cubicBezTo>
                  <a:pt x="150" y="236"/>
                  <a:pt x="134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8" y="224"/>
                  <a:pt x="46" y="216"/>
                  <a:pt x="34" y="204"/>
                </a:cubicBezTo>
                <a:cubicBezTo>
                  <a:pt x="23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3" y="46"/>
                  <a:pt x="34" y="35"/>
                </a:cubicBezTo>
                <a:cubicBezTo>
                  <a:pt x="46" y="24"/>
                  <a:pt x="58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4" y="0"/>
                  <a:pt x="150" y="3"/>
                  <a:pt x="164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1028520" y="5412960"/>
            <a:ext cx="87001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2025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年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3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月 「開発系エンジニアのための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Git/GitHub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絵とき入門」出版 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(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秀和システム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799920" y="5810400"/>
            <a:ext cx="229320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AppleColorEmoji"/>
                <a:ea typeface="AppleColorEmoji"/>
              </a:rPr>
              <a:t>👨‍🏫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028520" y="5832000"/>
            <a:ext cx="44200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小中学生向けプログラミングスクール講師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1771280" y="636552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" name=""/>
          <p:cNvSpPr/>
          <p:nvPr/>
        </p:nvSpPr>
        <p:spPr>
          <a:xfrm>
            <a:off x="571320" y="100944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" name=""/>
          <p:cNvSpPr/>
          <p:nvPr/>
        </p:nvSpPr>
        <p:spPr>
          <a:xfrm>
            <a:off x="414360" y="1060560"/>
            <a:ext cx="11363400" cy="1688760"/>
          </a:xfrm>
          <a:custGeom>
            <a:avLst/>
            <a:gdLst/>
            <a:ahLst/>
            <a:rect l="0" t="0" r="r" b="b"/>
            <a:pathLst>
              <a:path w="31565" h="4691">
                <a:moveTo>
                  <a:pt x="436" y="678"/>
                </a:moveTo>
                <a:lnTo>
                  <a:pt x="436" y="3853"/>
                </a:lnTo>
                <a:cubicBezTo>
                  <a:pt x="436" y="3895"/>
                  <a:pt x="444" y="3936"/>
                  <a:pt x="460" y="3975"/>
                </a:cubicBezTo>
                <a:cubicBezTo>
                  <a:pt x="476" y="4014"/>
                  <a:pt x="499" y="4048"/>
                  <a:pt x="529" y="4078"/>
                </a:cubicBezTo>
                <a:cubicBezTo>
                  <a:pt x="559" y="4109"/>
                  <a:pt x="593" y="4132"/>
                  <a:pt x="632" y="4148"/>
                </a:cubicBezTo>
                <a:cubicBezTo>
                  <a:pt x="671" y="4164"/>
                  <a:pt x="711" y="4172"/>
                  <a:pt x="753" y="4172"/>
                </a:cubicBezTo>
                <a:lnTo>
                  <a:pt x="30811" y="4172"/>
                </a:lnTo>
                <a:cubicBezTo>
                  <a:pt x="30853" y="4172"/>
                  <a:pt x="30894" y="4164"/>
                  <a:pt x="30933" y="4148"/>
                </a:cubicBezTo>
                <a:cubicBezTo>
                  <a:pt x="30972" y="4132"/>
                  <a:pt x="31006" y="4109"/>
                  <a:pt x="31036" y="4078"/>
                </a:cubicBezTo>
                <a:cubicBezTo>
                  <a:pt x="31065" y="4048"/>
                  <a:pt x="31088" y="4014"/>
                  <a:pt x="31104" y="3975"/>
                </a:cubicBezTo>
                <a:cubicBezTo>
                  <a:pt x="31121" y="3936"/>
                  <a:pt x="31129" y="3895"/>
                  <a:pt x="31129" y="3853"/>
                </a:cubicBezTo>
                <a:lnTo>
                  <a:pt x="31129" y="678"/>
                </a:lnTo>
                <a:cubicBezTo>
                  <a:pt x="31129" y="636"/>
                  <a:pt x="31121" y="596"/>
                  <a:pt x="31104" y="557"/>
                </a:cubicBezTo>
                <a:cubicBezTo>
                  <a:pt x="31088" y="518"/>
                  <a:pt x="31065" y="484"/>
                  <a:pt x="31036" y="454"/>
                </a:cubicBezTo>
                <a:cubicBezTo>
                  <a:pt x="31006" y="424"/>
                  <a:pt x="30972" y="401"/>
                  <a:pt x="30933" y="385"/>
                </a:cubicBezTo>
                <a:cubicBezTo>
                  <a:pt x="30894" y="369"/>
                  <a:pt x="30853" y="361"/>
                  <a:pt x="30811" y="361"/>
                </a:cubicBezTo>
                <a:lnTo>
                  <a:pt x="753" y="361"/>
                </a:lnTo>
                <a:cubicBezTo>
                  <a:pt x="711" y="361"/>
                  <a:pt x="671" y="369"/>
                  <a:pt x="632" y="385"/>
                </a:cubicBezTo>
                <a:cubicBezTo>
                  <a:pt x="593" y="401"/>
                  <a:pt x="559" y="424"/>
                  <a:pt x="529" y="454"/>
                </a:cubicBezTo>
                <a:cubicBezTo>
                  <a:pt x="499" y="484"/>
                  <a:pt x="476" y="518"/>
                  <a:pt x="460" y="557"/>
                </a:cubicBezTo>
                <a:cubicBezTo>
                  <a:pt x="444" y="596"/>
                  <a:pt x="436" y="636"/>
                  <a:pt x="436" y="678"/>
                </a:cubicBezTo>
                <a:moveTo>
                  <a:pt x="0" y="0"/>
                </a:moveTo>
                <a:lnTo>
                  <a:pt x="31565" y="0"/>
                </a:lnTo>
                <a:lnTo>
                  <a:pt x="31565" y="4691"/>
                </a:lnTo>
                <a:lnTo>
                  <a:pt x="0" y="4691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86" name=""/>
          <p:cNvSpPr/>
          <p:nvPr/>
        </p:nvSpPr>
        <p:spPr>
          <a:xfrm>
            <a:off x="580680" y="1199880"/>
            <a:ext cx="11030400" cy="1352880"/>
          </a:xfrm>
          <a:custGeom>
            <a:avLst/>
            <a:gdLst/>
            <a:ahLst/>
            <a:rect l="0" t="0" r="r" b="b"/>
            <a:pathLst>
              <a:path w="30640" h="3758">
                <a:moveTo>
                  <a:pt x="0" y="3467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5"/>
                  <a:pt x="50" y="130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10"/>
                  <a:pt x="30443" y="15"/>
                  <a:pt x="30461" y="22"/>
                </a:cubicBezTo>
                <a:cubicBezTo>
                  <a:pt x="30478" y="30"/>
                  <a:pt x="30495" y="39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4"/>
                  <a:pt x="30591" y="130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8"/>
                  <a:pt x="30631" y="216"/>
                  <a:pt x="30635" y="235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3467"/>
                </a:lnTo>
                <a:cubicBezTo>
                  <a:pt x="30640" y="3486"/>
                  <a:pt x="30638" y="3505"/>
                  <a:pt x="30635" y="3524"/>
                </a:cubicBezTo>
                <a:cubicBezTo>
                  <a:pt x="30631" y="3543"/>
                  <a:pt x="30625" y="3561"/>
                  <a:pt x="30618" y="3579"/>
                </a:cubicBezTo>
                <a:cubicBezTo>
                  <a:pt x="30611" y="3596"/>
                  <a:pt x="30602" y="3613"/>
                  <a:pt x="30591" y="3629"/>
                </a:cubicBezTo>
                <a:cubicBezTo>
                  <a:pt x="30581" y="3645"/>
                  <a:pt x="30568" y="3660"/>
                  <a:pt x="30555" y="3673"/>
                </a:cubicBezTo>
                <a:cubicBezTo>
                  <a:pt x="30541" y="3687"/>
                  <a:pt x="30527" y="3699"/>
                  <a:pt x="30511" y="3709"/>
                </a:cubicBezTo>
                <a:cubicBezTo>
                  <a:pt x="30495" y="3720"/>
                  <a:pt x="30478" y="3729"/>
                  <a:pt x="30461" y="3736"/>
                </a:cubicBezTo>
                <a:cubicBezTo>
                  <a:pt x="30443" y="3743"/>
                  <a:pt x="30425" y="3749"/>
                  <a:pt x="30406" y="3753"/>
                </a:cubicBezTo>
                <a:cubicBezTo>
                  <a:pt x="30387" y="3756"/>
                  <a:pt x="30368" y="3758"/>
                  <a:pt x="30349" y="3758"/>
                </a:cubicBezTo>
                <a:lnTo>
                  <a:pt x="291" y="3758"/>
                </a:lnTo>
                <a:cubicBezTo>
                  <a:pt x="272" y="3758"/>
                  <a:pt x="253" y="3756"/>
                  <a:pt x="235" y="3753"/>
                </a:cubicBezTo>
                <a:cubicBezTo>
                  <a:pt x="216" y="3749"/>
                  <a:pt x="198" y="3743"/>
                  <a:pt x="180" y="3736"/>
                </a:cubicBezTo>
                <a:cubicBezTo>
                  <a:pt x="162" y="3729"/>
                  <a:pt x="146" y="3720"/>
                  <a:pt x="130" y="3709"/>
                </a:cubicBezTo>
                <a:cubicBezTo>
                  <a:pt x="114" y="3699"/>
                  <a:pt x="99" y="3687"/>
                  <a:pt x="86" y="3673"/>
                </a:cubicBezTo>
                <a:cubicBezTo>
                  <a:pt x="72" y="3660"/>
                  <a:pt x="60" y="3645"/>
                  <a:pt x="50" y="3629"/>
                </a:cubicBezTo>
                <a:cubicBezTo>
                  <a:pt x="39" y="3613"/>
                  <a:pt x="30" y="3596"/>
                  <a:pt x="23" y="3579"/>
                </a:cubicBezTo>
                <a:cubicBezTo>
                  <a:pt x="15" y="3561"/>
                  <a:pt x="10" y="3543"/>
                  <a:pt x="6" y="3524"/>
                </a:cubicBezTo>
                <a:cubicBezTo>
                  <a:pt x="2" y="3505"/>
                  <a:pt x="0" y="3486"/>
                  <a:pt x="0" y="3467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" name=""/>
          <p:cNvSpPr/>
          <p:nvPr/>
        </p:nvSpPr>
        <p:spPr>
          <a:xfrm>
            <a:off x="580680" y="1199880"/>
            <a:ext cx="11030400" cy="1352880"/>
          </a:xfrm>
          <a:custGeom>
            <a:avLst/>
            <a:gdLst/>
            <a:ahLst/>
            <a:rect l="0" t="0" r="r" b="b"/>
            <a:pathLst>
              <a:path w="30640" h="3758">
                <a:moveTo>
                  <a:pt x="0" y="3467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5"/>
                  <a:pt x="50" y="130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10"/>
                  <a:pt x="30443" y="15"/>
                  <a:pt x="30461" y="22"/>
                </a:cubicBezTo>
                <a:cubicBezTo>
                  <a:pt x="30478" y="30"/>
                  <a:pt x="30495" y="39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4"/>
                  <a:pt x="30591" y="130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8"/>
                  <a:pt x="30631" y="216"/>
                  <a:pt x="30635" y="235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3467"/>
                </a:lnTo>
                <a:cubicBezTo>
                  <a:pt x="30640" y="3486"/>
                  <a:pt x="30638" y="3505"/>
                  <a:pt x="30635" y="3524"/>
                </a:cubicBezTo>
                <a:cubicBezTo>
                  <a:pt x="30631" y="3543"/>
                  <a:pt x="30625" y="3561"/>
                  <a:pt x="30618" y="3579"/>
                </a:cubicBezTo>
                <a:cubicBezTo>
                  <a:pt x="30611" y="3596"/>
                  <a:pt x="30602" y="3613"/>
                  <a:pt x="30591" y="3629"/>
                </a:cubicBezTo>
                <a:cubicBezTo>
                  <a:pt x="30581" y="3645"/>
                  <a:pt x="30568" y="3660"/>
                  <a:pt x="30555" y="3673"/>
                </a:cubicBezTo>
                <a:cubicBezTo>
                  <a:pt x="30541" y="3687"/>
                  <a:pt x="30527" y="3699"/>
                  <a:pt x="30511" y="3709"/>
                </a:cubicBezTo>
                <a:cubicBezTo>
                  <a:pt x="30495" y="3720"/>
                  <a:pt x="30478" y="3729"/>
                  <a:pt x="30461" y="3736"/>
                </a:cubicBezTo>
                <a:cubicBezTo>
                  <a:pt x="30443" y="3743"/>
                  <a:pt x="30425" y="3749"/>
                  <a:pt x="30406" y="3753"/>
                </a:cubicBezTo>
                <a:cubicBezTo>
                  <a:pt x="30387" y="3756"/>
                  <a:pt x="30368" y="3758"/>
                  <a:pt x="30349" y="3758"/>
                </a:cubicBezTo>
                <a:lnTo>
                  <a:pt x="291" y="3758"/>
                </a:lnTo>
                <a:cubicBezTo>
                  <a:pt x="272" y="3758"/>
                  <a:pt x="253" y="3756"/>
                  <a:pt x="235" y="3753"/>
                </a:cubicBezTo>
                <a:cubicBezTo>
                  <a:pt x="216" y="3749"/>
                  <a:pt x="198" y="3743"/>
                  <a:pt x="180" y="3736"/>
                </a:cubicBezTo>
                <a:cubicBezTo>
                  <a:pt x="162" y="3729"/>
                  <a:pt x="146" y="3720"/>
                  <a:pt x="130" y="3709"/>
                </a:cubicBezTo>
                <a:cubicBezTo>
                  <a:pt x="114" y="3699"/>
                  <a:pt x="99" y="3687"/>
                  <a:pt x="86" y="3673"/>
                </a:cubicBezTo>
                <a:cubicBezTo>
                  <a:pt x="72" y="3660"/>
                  <a:pt x="60" y="3645"/>
                  <a:pt x="50" y="3629"/>
                </a:cubicBezTo>
                <a:cubicBezTo>
                  <a:pt x="39" y="3613"/>
                  <a:pt x="30" y="3596"/>
                  <a:pt x="23" y="3579"/>
                </a:cubicBezTo>
                <a:cubicBezTo>
                  <a:pt x="15" y="3561"/>
                  <a:pt x="10" y="3543"/>
                  <a:pt x="6" y="3524"/>
                </a:cubicBezTo>
                <a:cubicBezTo>
                  <a:pt x="2" y="3505"/>
                  <a:pt x="0" y="3486"/>
                  <a:pt x="0" y="3467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" name=""/>
          <p:cNvSpPr/>
          <p:nvPr/>
        </p:nvSpPr>
        <p:spPr>
          <a:xfrm>
            <a:off x="414360" y="2526480"/>
            <a:ext cx="11363400" cy="3984120"/>
          </a:xfrm>
          <a:custGeom>
            <a:avLst/>
            <a:gdLst/>
            <a:ahLst/>
            <a:rect l="0" t="0" r="r" b="b"/>
            <a:pathLst>
              <a:path w="31565" h="11067">
                <a:moveTo>
                  <a:pt x="436" y="628"/>
                </a:moveTo>
                <a:lnTo>
                  <a:pt x="436" y="10286"/>
                </a:lnTo>
                <a:cubicBezTo>
                  <a:pt x="436" y="10321"/>
                  <a:pt x="443" y="10355"/>
                  <a:pt x="456" y="10387"/>
                </a:cubicBezTo>
                <a:cubicBezTo>
                  <a:pt x="470" y="10420"/>
                  <a:pt x="489" y="10449"/>
                  <a:pt x="513" y="10473"/>
                </a:cubicBezTo>
                <a:cubicBezTo>
                  <a:pt x="538" y="10498"/>
                  <a:pt x="567" y="10517"/>
                  <a:pt x="599" y="10531"/>
                </a:cubicBezTo>
                <a:cubicBezTo>
                  <a:pt x="632" y="10544"/>
                  <a:pt x="665" y="10551"/>
                  <a:pt x="701" y="10551"/>
                </a:cubicBezTo>
                <a:lnTo>
                  <a:pt x="30864" y="10551"/>
                </a:lnTo>
                <a:cubicBezTo>
                  <a:pt x="30899" y="10551"/>
                  <a:pt x="30933" y="10544"/>
                  <a:pt x="30965" y="10531"/>
                </a:cubicBezTo>
                <a:cubicBezTo>
                  <a:pt x="30998" y="10517"/>
                  <a:pt x="31026" y="10498"/>
                  <a:pt x="31051" y="10473"/>
                </a:cubicBezTo>
                <a:cubicBezTo>
                  <a:pt x="31076" y="10449"/>
                  <a:pt x="31095" y="10420"/>
                  <a:pt x="31109" y="10387"/>
                </a:cubicBezTo>
                <a:cubicBezTo>
                  <a:pt x="31122" y="10355"/>
                  <a:pt x="31129" y="10321"/>
                  <a:pt x="31129" y="10286"/>
                </a:cubicBezTo>
                <a:lnTo>
                  <a:pt x="31129" y="628"/>
                </a:lnTo>
                <a:cubicBezTo>
                  <a:pt x="31129" y="593"/>
                  <a:pt x="31122" y="559"/>
                  <a:pt x="31109" y="527"/>
                </a:cubicBezTo>
                <a:cubicBezTo>
                  <a:pt x="31095" y="494"/>
                  <a:pt x="31076" y="466"/>
                  <a:pt x="31051" y="441"/>
                </a:cubicBezTo>
                <a:cubicBezTo>
                  <a:pt x="31026" y="416"/>
                  <a:pt x="30998" y="397"/>
                  <a:pt x="30965" y="384"/>
                </a:cubicBezTo>
                <a:cubicBezTo>
                  <a:pt x="30933" y="370"/>
                  <a:pt x="30899" y="363"/>
                  <a:pt x="30864" y="363"/>
                </a:cubicBezTo>
                <a:lnTo>
                  <a:pt x="701" y="363"/>
                </a:lnTo>
                <a:cubicBezTo>
                  <a:pt x="665" y="363"/>
                  <a:pt x="632" y="370"/>
                  <a:pt x="599" y="384"/>
                </a:cubicBezTo>
                <a:cubicBezTo>
                  <a:pt x="567" y="397"/>
                  <a:pt x="538" y="416"/>
                  <a:pt x="513" y="441"/>
                </a:cubicBezTo>
                <a:cubicBezTo>
                  <a:pt x="489" y="466"/>
                  <a:pt x="470" y="494"/>
                  <a:pt x="456" y="527"/>
                </a:cubicBezTo>
                <a:cubicBezTo>
                  <a:pt x="443" y="559"/>
                  <a:pt x="436" y="593"/>
                  <a:pt x="436" y="628"/>
                </a:cubicBezTo>
                <a:moveTo>
                  <a:pt x="0" y="0"/>
                </a:moveTo>
                <a:lnTo>
                  <a:pt x="31565" y="0"/>
                </a:lnTo>
                <a:lnTo>
                  <a:pt x="31565" y="11067"/>
                </a:lnTo>
                <a:lnTo>
                  <a:pt x="0" y="11067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89" name=""/>
          <p:cNvSpPr/>
          <p:nvPr/>
        </p:nvSpPr>
        <p:spPr>
          <a:xfrm>
            <a:off x="580680" y="2657160"/>
            <a:ext cx="3677040" cy="400680"/>
          </a:xfrm>
          <a:custGeom>
            <a:avLst/>
            <a:gdLst/>
            <a:ahLst/>
            <a:rect l="0" t="0" r="r" b="b"/>
            <a:pathLst>
              <a:path w="10214" h="1113">
                <a:moveTo>
                  <a:pt x="51" y="78"/>
                </a:moveTo>
                <a:cubicBezTo>
                  <a:pt x="76" y="53"/>
                  <a:pt x="105" y="34"/>
                  <a:pt x="137" y="21"/>
                </a:cubicBezTo>
                <a:cubicBezTo>
                  <a:pt x="170" y="7"/>
                  <a:pt x="203" y="0"/>
                  <a:pt x="239" y="0"/>
                </a:cubicBezTo>
                <a:lnTo>
                  <a:pt x="10214" y="0"/>
                </a:lnTo>
                <a:lnTo>
                  <a:pt x="10214" y="1113"/>
                </a:lnTo>
                <a:lnTo>
                  <a:pt x="0" y="1113"/>
                </a:lnTo>
                <a:lnTo>
                  <a:pt x="0" y="150"/>
                </a:lnTo>
                <a:cubicBezTo>
                  <a:pt x="13" y="123"/>
                  <a:pt x="30" y="99"/>
                  <a:pt x="51" y="7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" name=""/>
          <p:cNvSpPr/>
          <p:nvPr/>
        </p:nvSpPr>
        <p:spPr>
          <a:xfrm>
            <a:off x="4257360" y="2657160"/>
            <a:ext cx="3677040" cy="400680"/>
          </a:xfrm>
          <a:custGeom>
            <a:avLst/>
            <a:gdLst/>
            <a:ahLst/>
            <a:rect l="0" t="0" r="r" b="b"/>
            <a:pathLst>
              <a:path w="10214" h="1113">
                <a:moveTo>
                  <a:pt x="0" y="0"/>
                </a:moveTo>
                <a:lnTo>
                  <a:pt x="10214" y="0"/>
                </a:lnTo>
                <a:lnTo>
                  <a:pt x="10214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" name=""/>
          <p:cNvSpPr/>
          <p:nvPr/>
        </p:nvSpPr>
        <p:spPr>
          <a:xfrm>
            <a:off x="7934040" y="2657160"/>
            <a:ext cx="3686760" cy="400680"/>
          </a:xfrm>
          <a:custGeom>
            <a:avLst/>
            <a:gdLst/>
            <a:ahLst/>
            <a:rect l="0" t="0" r="r" b="b"/>
            <a:pathLst>
              <a:path w="10241" h="1113">
                <a:moveTo>
                  <a:pt x="10077" y="21"/>
                </a:moveTo>
                <a:cubicBezTo>
                  <a:pt x="10110" y="34"/>
                  <a:pt x="10138" y="53"/>
                  <a:pt x="10163" y="78"/>
                </a:cubicBezTo>
                <a:cubicBezTo>
                  <a:pt x="10188" y="103"/>
                  <a:pt x="10207" y="131"/>
                  <a:pt x="10221" y="164"/>
                </a:cubicBezTo>
                <a:cubicBezTo>
                  <a:pt x="10234" y="196"/>
                  <a:pt x="10241" y="230"/>
                  <a:pt x="10241" y="265"/>
                </a:cubicBezTo>
                <a:lnTo>
                  <a:pt x="10241" y="1113"/>
                </a:lnTo>
                <a:lnTo>
                  <a:pt x="0" y="1113"/>
                </a:lnTo>
                <a:lnTo>
                  <a:pt x="0" y="0"/>
                </a:lnTo>
                <a:lnTo>
                  <a:pt x="9976" y="0"/>
                </a:lnTo>
                <a:cubicBezTo>
                  <a:pt x="10011" y="0"/>
                  <a:pt x="10045" y="7"/>
                  <a:pt x="10077" y="2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" name=""/>
          <p:cNvSpPr/>
          <p:nvPr/>
        </p:nvSpPr>
        <p:spPr>
          <a:xfrm>
            <a:off x="580680" y="2657160"/>
            <a:ext cx="3677040" cy="400680"/>
          </a:xfrm>
          <a:custGeom>
            <a:avLst/>
            <a:gdLst/>
            <a:ahLst/>
            <a:rect l="0" t="0" r="r" b="b"/>
            <a:pathLst>
              <a:path w="10214" h="1113">
                <a:moveTo>
                  <a:pt x="51" y="78"/>
                </a:moveTo>
                <a:cubicBezTo>
                  <a:pt x="76" y="53"/>
                  <a:pt x="105" y="34"/>
                  <a:pt x="137" y="21"/>
                </a:cubicBezTo>
                <a:cubicBezTo>
                  <a:pt x="170" y="7"/>
                  <a:pt x="203" y="0"/>
                  <a:pt x="239" y="0"/>
                </a:cubicBezTo>
                <a:lnTo>
                  <a:pt x="10214" y="0"/>
                </a:lnTo>
                <a:lnTo>
                  <a:pt x="10214" y="1113"/>
                </a:lnTo>
                <a:lnTo>
                  <a:pt x="0" y="1113"/>
                </a:lnTo>
                <a:lnTo>
                  <a:pt x="0" y="150"/>
                </a:lnTo>
                <a:cubicBezTo>
                  <a:pt x="13" y="123"/>
                  <a:pt x="30" y="99"/>
                  <a:pt x="51" y="78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" name=""/>
          <p:cNvSpPr/>
          <p:nvPr/>
        </p:nvSpPr>
        <p:spPr>
          <a:xfrm>
            <a:off x="4257360" y="2657160"/>
            <a:ext cx="3677040" cy="400680"/>
          </a:xfrm>
          <a:custGeom>
            <a:avLst/>
            <a:gdLst/>
            <a:ahLst/>
            <a:rect l="0" t="0" r="r" b="b"/>
            <a:pathLst>
              <a:path w="10214" h="1113">
                <a:moveTo>
                  <a:pt x="0" y="0"/>
                </a:moveTo>
                <a:lnTo>
                  <a:pt x="10214" y="0"/>
                </a:lnTo>
                <a:lnTo>
                  <a:pt x="10214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" name=""/>
          <p:cNvSpPr/>
          <p:nvPr/>
        </p:nvSpPr>
        <p:spPr>
          <a:xfrm>
            <a:off x="7934040" y="2657160"/>
            <a:ext cx="3686760" cy="400680"/>
          </a:xfrm>
          <a:custGeom>
            <a:avLst/>
            <a:gdLst/>
            <a:ahLst/>
            <a:rect l="0" t="0" r="r" b="b"/>
            <a:pathLst>
              <a:path w="10241" h="1113">
                <a:moveTo>
                  <a:pt x="10077" y="21"/>
                </a:moveTo>
                <a:cubicBezTo>
                  <a:pt x="10110" y="34"/>
                  <a:pt x="10138" y="53"/>
                  <a:pt x="10163" y="78"/>
                </a:cubicBezTo>
                <a:cubicBezTo>
                  <a:pt x="10188" y="103"/>
                  <a:pt x="10207" y="131"/>
                  <a:pt x="10221" y="164"/>
                </a:cubicBezTo>
                <a:cubicBezTo>
                  <a:pt x="10234" y="196"/>
                  <a:pt x="10241" y="230"/>
                  <a:pt x="10241" y="265"/>
                </a:cubicBezTo>
                <a:lnTo>
                  <a:pt x="10241" y="1113"/>
                </a:lnTo>
                <a:lnTo>
                  <a:pt x="0" y="1113"/>
                </a:lnTo>
                <a:lnTo>
                  <a:pt x="0" y="0"/>
                </a:lnTo>
                <a:lnTo>
                  <a:pt x="9976" y="0"/>
                </a:lnTo>
                <a:cubicBezTo>
                  <a:pt x="10011" y="0"/>
                  <a:pt x="10045" y="7"/>
                  <a:pt x="10077" y="2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" name=""/>
          <p:cNvSpPr/>
          <p:nvPr/>
        </p:nvSpPr>
        <p:spPr>
          <a:xfrm>
            <a:off x="580680" y="3057480"/>
            <a:ext cx="3677040" cy="543240"/>
          </a:xfrm>
          <a:custGeom>
            <a:avLst/>
            <a:gdLst/>
            <a:ahLst/>
            <a:rect l="0" t="0" r="r" b="b"/>
            <a:pathLst>
              <a:path w="10214" h="1509">
                <a:moveTo>
                  <a:pt x="0" y="0"/>
                </a:moveTo>
                <a:lnTo>
                  <a:pt x="10214" y="0"/>
                </a:lnTo>
                <a:lnTo>
                  <a:pt x="1021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" name=""/>
          <p:cNvSpPr/>
          <p:nvPr/>
        </p:nvSpPr>
        <p:spPr>
          <a:xfrm>
            <a:off x="4257360" y="3057480"/>
            <a:ext cx="3677040" cy="543240"/>
          </a:xfrm>
          <a:custGeom>
            <a:avLst/>
            <a:gdLst/>
            <a:ahLst/>
            <a:rect l="0" t="0" r="r" b="b"/>
            <a:pathLst>
              <a:path w="10214" h="1509">
                <a:moveTo>
                  <a:pt x="0" y="0"/>
                </a:moveTo>
                <a:lnTo>
                  <a:pt x="10214" y="0"/>
                </a:lnTo>
                <a:lnTo>
                  <a:pt x="1021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" name=""/>
          <p:cNvSpPr/>
          <p:nvPr/>
        </p:nvSpPr>
        <p:spPr>
          <a:xfrm>
            <a:off x="7934040" y="3057480"/>
            <a:ext cx="3686760" cy="543240"/>
          </a:xfrm>
          <a:custGeom>
            <a:avLst/>
            <a:gdLst/>
            <a:ahLst/>
            <a:rect l="0" t="0" r="r" b="b"/>
            <a:pathLst>
              <a:path w="10241" h="1509">
                <a:moveTo>
                  <a:pt x="10241" y="1509"/>
                </a:moveTo>
                <a:lnTo>
                  <a:pt x="0" y="1509"/>
                </a:lnTo>
                <a:lnTo>
                  <a:pt x="0" y="0"/>
                </a:lnTo>
                <a:lnTo>
                  <a:pt x="10241" y="0"/>
                </a:lnTo>
                <a:lnTo>
                  <a:pt x="10241" y="150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" name=""/>
          <p:cNvSpPr/>
          <p:nvPr/>
        </p:nvSpPr>
        <p:spPr>
          <a:xfrm>
            <a:off x="580680" y="3057480"/>
            <a:ext cx="3677040" cy="543240"/>
          </a:xfrm>
          <a:custGeom>
            <a:avLst/>
            <a:gdLst/>
            <a:ahLst/>
            <a:rect l="0" t="0" r="r" b="b"/>
            <a:pathLst>
              <a:path w="10214" h="1509">
                <a:moveTo>
                  <a:pt x="0" y="0"/>
                </a:moveTo>
                <a:lnTo>
                  <a:pt x="10214" y="0"/>
                </a:lnTo>
                <a:lnTo>
                  <a:pt x="1021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" name=""/>
          <p:cNvSpPr/>
          <p:nvPr/>
        </p:nvSpPr>
        <p:spPr>
          <a:xfrm>
            <a:off x="4257360" y="3057480"/>
            <a:ext cx="3677040" cy="543240"/>
          </a:xfrm>
          <a:custGeom>
            <a:avLst/>
            <a:gdLst/>
            <a:ahLst/>
            <a:rect l="0" t="0" r="r" b="b"/>
            <a:pathLst>
              <a:path w="10214" h="1509">
                <a:moveTo>
                  <a:pt x="0" y="0"/>
                </a:moveTo>
                <a:lnTo>
                  <a:pt x="10214" y="0"/>
                </a:lnTo>
                <a:lnTo>
                  <a:pt x="1021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" name=""/>
          <p:cNvSpPr/>
          <p:nvPr/>
        </p:nvSpPr>
        <p:spPr>
          <a:xfrm>
            <a:off x="7934040" y="3057480"/>
            <a:ext cx="3686760" cy="543240"/>
          </a:xfrm>
          <a:custGeom>
            <a:avLst/>
            <a:gdLst/>
            <a:ahLst/>
            <a:rect l="0" t="0" r="r" b="b"/>
            <a:pathLst>
              <a:path w="10241" h="1509">
                <a:moveTo>
                  <a:pt x="10241" y="1509"/>
                </a:moveTo>
                <a:lnTo>
                  <a:pt x="0" y="1509"/>
                </a:lnTo>
                <a:lnTo>
                  <a:pt x="0" y="0"/>
                </a:lnTo>
                <a:lnTo>
                  <a:pt x="10241" y="0"/>
                </a:lnTo>
                <a:lnTo>
                  <a:pt x="10241" y="1509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" name=""/>
          <p:cNvSpPr/>
          <p:nvPr/>
        </p:nvSpPr>
        <p:spPr>
          <a:xfrm>
            <a:off x="580680" y="3600360"/>
            <a:ext cx="3677040" cy="552600"/>
          </a:xfrm>
          <a:custGeom>
            <a:avLst/>
            <a:gdLst/>
            <a:ahLst/>
            <a:rect l="0" t="0" r="r" b="b"/>
            <a:pathLst>
              <a:path w="10214" h="1535">
                <a:moveTo>
                  <a:pt x="0" y="0"/>
                </a:moveTo>
                <a:lnTo>
                  <a:pt x="10214" y="0"/>
                </a:lnTo>
                <a:lnTo>
                  <a:pt x="10214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" name=""/>
          <p:cNvSpPr/>
          <p:nvPr/>
        </p:nvSpPr>
        <p:spPr>
          <a:xfrm>
            <a:off x="4257360" y="3600360"/>
            <a:ext cx="3677040" cy="552600"/>
          </a:xfrm>
          <a:custGeom>
            <a:avLst/>
            <a:gdLst/>
            <a:ahLst/>
            <a:rect l="0" t="0" r="r" b="b"/>
            <a:pathLst>
              <a:path w="10214" h="1535">
                <a:moveTo>
                  <a:pt x="0" y="0"/>
                </a:moveTo>
                <a:lnTo>
                  <a:pt x="10214" y="0"/>
                </a:lnTo>
                <a:lnTo>
                  <a:pt x="10214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" name=""/>
          <p:cNvSpPr/>
          <p:nvPr/>
        </p:nvSpPr>
        <p:spPr>
          <a:xfrm>
            <a:off x="7934040" y="3600360"/>
            <a:ext cx="3686760" cy="552600"/>
          </a:xfrm>
          <a:custGeom>
            <a:avLst/>
            <a:gdLst/>
            <a:ahLst/>
            <a:rect l="0" t="0" r="r" b="b"/>
            <a:pathLst>
              <a:path w="10241" h="1535">
                <a:moveTo>
                  <a:pt x="10241" y="1535"/>
                </a:moveTo>
                <a:lnTo>
                  <a:pt x="0" y="1535"/>
                </a:lnTo>
                <a:lnTo>
                  <a:pt x="0" y="0"/>
                </a:lnTo>
                <a:lnTo>
                  <a:pt x="10241" y="0"/>
                </a:lnTo>
                <a:lnTo>
                  <a:pt x="10241" y="1535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" name=""/>
          <p:cNvSpPr/>
          <p:nvPr/>
        </p:nvSpPr>
        <p:spPr>
          <a:xfrm>
            <a:off x="580680" y="3600360"/>
            <a:ext cx="3677040" cy="552600"/>
          </a:xfrm>
          <a:custGeom>
            <a:avLst/>
            <a:gdLst/>
            <a:ahLst/>
            <a:rect l="0" t="0" r="r" b="b"/>
            <a:pathLst>
              <a:path w="10214" h="1535">
                <a:moveTo>
                  <a:pt x="0" y="0"/>
                </a:moveTo>
                <a:lnTo>
                  <a:pt x="10214" y="0"/>
                </a:lnTo>
                <a:lnTo>
                  <a:pt x="10214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" name=""/>
          <p:cNvSpPr/>
          <p:nvPr/>
        </p:nvSpPr>
        <p:spPr>
          <a:xfrm>
            <a:off x="4257360" y="3600360"/>
            <a:ext cx="3677040" cy="552600"/>
          </a:xfrm>
          <a:custGeom>
            <a:avLst/>
            <a:gdLst/>
            <a:ahLst/>
            <a:rect l="0" t="0" r="r" b="b"/>
            <a:pathLst>
              <a:path w="10214" h="1535">
                <a:moveTo>
                  <a:pt x="0" y="0"/>
                </a:moveTo>
                <a:lnTo>
                  <a:pt x="10214" y="0"/>
                </a:lnTo>
                <a:lnTo>
                  <a:pt x="10214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" name=""/>
          <p:cNvSpPr/>
          <p:nvPr/>
        </p:nvSpPr>
        <p:spPr>
          <a:xfrm>
            <a:off x="7934040" y="3600360"/>
            <a:ext cx="3686760" cy="552600"/>
          </a:xfrm>
          <a:custGeom>
            <a:avLst/>
            <a:gdLst/>
            <a:ahLst/>
            <a:rect l="0" t="0" r="r" b="b"/>
            <a:pathLst>
              <a:path w="10241" h="1535">
                <a:moveTo>
                  <a:pt x="10241" y="1535"/>
                </a:moveTo>
                <a:lnTo>
                  <a:pt x="0" y="1535"/>
                </a:lnTo>
                <a:lnTo>
                  <a:pt x="0" y="0"/>
                </a:lnTo>
                <a:lnTo>
                  <a:pt x="10241" y="0"/>
                </a:lnTo>
                <a:lnTo>
                  <a:pt x="10241" y="1535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7" name=""/>
          <p:cNvSpPr/>
          <p:nvPr/>
        </p:nvSpPr>
        <p:spPr>
          <a:xfrm>
            <a:off x="580680" y="4152600"/>
            <a:ext cx="3677040" cy="543240"/>
          </a:xfrm>
          <a:custGeom>
            <a:avLst/>
            <a:gdLst/>
            <a:ahLst/>
            <a:rect l="0" t="0" r="r" b="b"/>
            <a:pathLst>
              <a:path w="10214" h="1509">
                <a:moveTo>
                  <a:pt x="0" y="0"/>
                </a:moveTo>
                <a:lnTo>
                  <a:pt x="10214" y="0"/>
                </a:lnTo>
                <a:lnTo>
                  <a:pt x="1021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8" name=""/>
          <p:cNvSpPr/>
          <p:nvPr/>
        </p:nvSpPr>
        <p:spPr>
          <a:xfrm>
            <a:off x="4257360" y="4152600"/>
            <a:ext cx="3677040" cy="543240"/>
          </a:xfrm>
          <a:custGeom>
            <a:avLst/>
            <a:gdLst/>
            <a:ahLst/>
            <a:rect l="0" t="0" r="r" b="b"/>
            <a:pathLst>
              <a:path w="10214" h="1509">
                <a:moveTo>
                  <a:pt x="0" y="0"/>
                </a:moveTo>
                <a:lnTo>
                  <a:pt x="10214" y="0"/>
                </a:lnTo>
                <a:lnTo>
                  <a:pt x="1021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9" name=""/>
          <p:cNvSpPr/>
          <p:nvPr/>
        </p:nvSpPr>
        <p:spPr>
          <a:xfrm>
            <a:off x="7934040" y="4152600"/>
            <a:ext cx="3686760" cy="543240"/>
          </a:xfrm>
          <a:custGeom>
            <a:avLst/>
            <a:gdLst/>
            <a:ahLst/>
            <a:rect l="0" t="0" r="r" b="b"/>
            <a:pathLst>
              <a:path w="10241" h="1509">
                <a:moveTo>
                  <a:pt x="10241" y="1509"/>
                </a:moveTo>
                <a:lnTo>
                  <a:pt x="0" y="1509"/>
                </a:lnTo>
                <a:lnTo>
                  <a:pt x="0" y="0"/>
                </a:lnTo>
                <a:lnTo>
                  <a:pt x="10241" y="0"/>
                </a:lnTo>
                <a:lnTo>
                  <a:pt x="10241" y="150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0" name=""/>
          <p:cNvSpPr/>
          <p:nvPr/>
        </p:nvSpPr>
        <p:spPr>
          <a:xfrm>
            <a:off x="580680" y="4152600"/>
            <a:ext cx="3677040" cy="543240"/>
          </a:xfrm>
          <a:custGeom>
            <a:avLst/>
            <a:gdLst/>
            <a:ahLst/>
            <a:rect l="0" t="0" r="r" b="b"/>
            <a:pathLst>
              <a:path w="10214" h="1509">
                <a:moveTo>
                  <a:pt x="0" y="0"/>
                </a:moveTo>
                <a:lnTo>
                  <a:pt x="10214" y="0"/>
                </a:lnTo>
                <a:lnTo>
                  <a:pt x="1021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1" name=""/>
          <p:cNvSpPr/>
          <p:nvPr/>
        </p:nvSpPr>
        <p:spPr>
          <a:xfrm>
            <a:off x="4257360" y="4152600"/>
            <a:ext cx="3677040" cy="543240"/>
          </a:xfrm>
          <a:custGeom>
            <a:avLst/>
            <a:gdLst/>
            <a:ahLst/>
            <a:rect l="0" t="0" r="r" b="b"/>
            <a:pathLst>
              <a:path w="10214" h="1509">
                <a:moveTo>
                  <a:pt x="0" y="0"/>
                </a:moveTo>
                <a:lnTo>
                  <a:pt x="10214" y="0"/>
                </a:lnTo>
                <a:lnTo>
                  <a:pt x="1021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2" name=""/>
          <p:cNvSpPr/>
          <p:nvPr/>
        </p:nvSpPr>
        <p:spPr>
          <a:xfrm>
            <a:off x="7934040" y="4152600"/>
            <a:ext cx="3686760" cy="543240"/>
          </a:xfrm>
          <a:custGeom>
            <a:avLst/>
            <a:gdLst/>
            <a:ahLst/>
            <a:rect l="0" t="0" r="r" b="b"/>
            <a:pathLst>
              <a:path w="10241" h="1509">
                <a:moveTo>
                  <a:pt x="10241" y="1509"/>
                </a:moveTo>
                <a:lnTo>
                  <a:pt x="0" y="1509"/>
                </a:lnTo>
                <a:lnTo>
                  <a:pt x="0" y="0"/>
                </a:lnTo>
                <a:lnTo>
                  <a:pt x="10241" y="0"/>
                </a:lnTo>
                <a:lnTo>
                  <a:pt x="10241" y="1509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3" name=""/>
          <p:cNvSpPr/>
          <p:nvPr/>
        </p:nvSpPr>
        <p:spPr>
          <a:xfrm>
            <a:off x="580680" y="4695480"/>
            <a:ext cx="3677040" cy="543600"/>
          </a:xfrm>
          <a:custGeom>
            <a:avLst/>
            <a:gdLst/>
            <a:ahLst/>
            <a:rect l="0" t="0" r="r" b="b"/>
            <a:pathLst>
              <a:path w="10214" h="1510">
                <a:moveTo>
                  <a:pt x="0" y="0"/>
                </a:moveTo>
                <a:lnTo>
                  <a:pt x="10214" y="0"/>
                </a:lnTo>
                <a:lnTo>
                  <a:pt x="10214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4" name=""/>
          <p:cNvSpPr/>
          <p:nvPr/>
        </p:nvSpPr>
        <p:spPr>
          <a:xfrm>
            <a:off x="4257360" y="4695480"/>
            <a:ext cx="3677040" cy="543600"/>
          </a:xfrm>
          <a:custGeom>
            <a:avLst/>
            <a:gdLst/>
            <a:ahLst/>
            <a:rect l="0" t="0" r="r" b="b"/>
            <a:pathLst>
              <a:path w="10214" h="1510">
                <a:moveTo>
                  <a:pt x="0" y="0"/>
                </a:moveTo>
                <a:lnTo>
                  <a:pt x="10214" y="0"/>
                </a:lnTo>
                <a:lnTo>
                  <a:pt x="10214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" name=""/>
          <p:cNvSpPr/>
          <p:nvPr/>
        </p:nvSpPr>
        <p:spPr>
          <a:xfrm>
            <a:off x="7934040" y="4695480"/>
            <a:ext cx="3686760" cy="543600"/>
          </a:xfrm>
          <a:custGeom>
            <a:avLst/>
            <a:gdLst/>
            <a:ahLst/>
            <a:rect l="0" t="0" r="r" b="b"/>
            <a:pathLst>
              <a:path w="10241" h="1510">
                <a:moveTo>
                  <a:pt x="10241" y="1510"/>
                </a:moveTo>
                <a:lnTo>
                  <a:pt x="0" y="1510"/>
                </a:lnTo>
                <a:lnTo>
                  <a:pt x="0" y="0"/>
                </a:lnTo>
                <a:lnTo>
                  <a:pt x="10241" y="0"/>
                </a:lnTo>
                <a:lnTo>
                  <a:pt x="10241" y="151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6" name=""/>
          <p:cNvSpPr/>
          <p:nvPr/>
        </p:nvSpPr>
        <p:spPr>
          <a:xfrm>
            <a:off x="580680" y="4695480"/>
            <a:ext cx="3677040" cy="543600"/>
          </a:xfrm>
          <a:custGeom>
            <a:avLst/>
            <a:gdLst/>
            <a:ahLst/>
            <a:rect l="0" t="0" r="r" b="b"/>
            <a:pathLst>
              <a:path w="10214" h="1510">
                <a:moveTo>
                  <a:pt x="0" y="0"/>
                </a:moveTo>
                <a:lnTo>
                  <a:pt x="10214" y="0"/>
                </a:lnTo>
                <a:lnTo>
                  <a:pt x="10214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7" name=""/>
          <p:cNvSpPr/>
          <p:nvPr/>
        </p:nvSpPr>
        <p:spPr>
          <a:xfrm>
            <a:off x="4257360" y="4695480"/>
            <a:ext cx="3677040" cy="543600"/>
          </a:xfrm>
          <a:custGeom>
            <a:avLst/>
            <a:gdLst/>
            <a:ahLst/>
            <a:rect l="0" t="0" r="r" b="b"/>
            <a:pathLst>
              <a:path w="10214" h="1510">
                <a:moveTo>
                  <a:pt x="0" y="0"/>
                </a:moveTo>
                <a:lnTo>
                  <a:pt x="10214" y="0"/>
                </a:lnTo>
                <a:lnTo>
                  <a:pt x="10214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8" name=""/>
          <p:cNvSpPr/>
          <p:nvPr/>
        </p:nvSpPr>
        <p:spPr>
          <a:xfrm>
            <a:off x="7934040" y="4695480"/>
            <a:ext cx="3686760" cy="543600"/>
          </a:xfrm>
          <a:custGeom>
            <a:avLst/>
            <a:gdLst/>
            <a:ahLst/>
            <a:rect l="0" t="0" r="r" b="b"/>
            <a:pathLst>
              <a:path w="10241" h="1510">
                <a:moveTo>
                  <a:pt x="10241" y="1510"/>
                </a:moveTo>
                <a:lnTo>
                  <a:pt x="0" y="1510"/>
                </a:lnTo>
                <a:lnTo>
                  <a:pt x="0" y="0"/>
                </a:lnTo>
                <a:lnTo>
                  <a:pt x="10241" y="0"/>
                </a:lnTo>
                <a:lnTo>
                  <a:pt x="10241" y="151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9" name=""/>
          <p:cNvSpPr/>
          <p:nvPr/>
        </p:nvSpPr>
        <p:spPr>
          <a:xfrm>
            <a:off x="580680" y="5238720"/>
            <a:ext cx="3677040" cy="543240"/>
          </a:xfrm>
          <a:custGeom>
            <a:avLst/>
            <a:gdLst/>
            <a:ahLst/>
            <a:rect l="0" t="0" r="r" b="b"/>
            <a:pathLst>
              <a:path w="10214" h="1509">
                <a:moveTo>
                  <a:pt x="0" y="0"/>
                </a:moveTo>
                <a:lnTo>
                  <a:pt x="10214" y="0"/>
                </a:lnTo>
                <a:lnTo>
                  <a:pt x="1021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0" name=""/>
          <p:cNvSpPr/>
          <p:nvPr/>
        </p:nvSpPr>
        <p:spPr>
          <a:xfrm>
            <a:off x="4257360" y="5238720"/>
            <a:ext cx="3677040" cy="543240"/>
          </a:xfrm>
          <a:custGeom>
            <a:avLst/>
            <a:gdLst/>
            <a:ahLst/>
            <a:rect l="0" t="0" r="r" b="b"/>
            <a:pathLst>
              <a:path w="10214" h="1509">
                <a:moveTo>
                  <a:pt x="0" y="0"/>
                </a:moveTo>
                <a:lnTo>
                  <a:pt x="10214" y="0"/>
                </a:lnTo>
                <a:lnTo>
                  <a:pt x="1021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1" name=""/>
          <p:cNvSpPr/>
          <p:nvPr/>
        </p:nvSpPr>
        <p:spPr>
          <a:xfrm>
            <a:off x="7934040" y="5238720"/>
            <a:ext cx="3686760" cy="543240"/>
          </a:xfrm>
          <a:custGeom>
            <a:avLst/>
            <a:gdLst/>
            <a:ahLst/>
            <a:rect l="0" t="0" r="r" b="b"/>
            <a:pathLst>
              <a:path w="10241" h="1509">
                <a:moveTo>
                  <a:pt x="10241" y="1509"/>
                </a:moveTo>
                <a:lnTo>
                  <a:pt x="0" y="1509"/>
                </a:lnTo>
                <a:lnTo>
                  <a:pt x="0" y="0"/>
                </a:lnTo>
                <a:lnTo>
                  <a:pt x="10241" y="0"/>
                </a:lnTo>
                <a:lnTo>
                  <a:pt x="10241" y="150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2" name=""/>
          <p:cNvSpPr/>
          <p:nvPr/>
        </p:nvSpPr>
        <p:spPr>
          <a:xfrm>
            <a:off x="580680" y="5238720"/>
            <a:ext cx="3677040" cy="543240"/>
          </a:xfrm>
          <a:custGeom>
            <a:avLst/>
            <a:gdLst/>
            <a:ahLst/>
            <a:rect l="0" t="0" r="r" b="b"/>
            <a:pathLst>
              <a:path w="10214" h="1509">
                <a:moveTo>
                  <a:pt x="0" y="0"/>
                </a:moveTo>
                <a:lnTo>
                  <a:pt x="10214" y="0"/>
                </a:lnTo>
                <a:lnTo>
                  <a:pt x="1021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3" name=""/>
          <p:cNvSpPr/>
          <p:nvPr/>
        </p:nvSpPr>
        <p:spPr>
          <a:xfrm>
            <a:off x="4257360" y="5238720"/>
            <a:ext cx="3677040" cy="543240"/>
          </a:xfrm>
          <a:custGeom>
            <a:avLst/>
            <a:gdLst/>
            <a:ahLst/>
            <a:rect l="0" t="0" r="r" b="b"/>
            <a:pathLst>
              <a:path w="10214" h="1509">
                <a:moveTo>
                  <a:pt x="0" y="0"/>
                </a:moveTo>
                <a:lnTo>
                  <a:pt x="10214" y="0"/>
                </a:lnTo>
                <a:lnTo>
                  <a:pt x="1021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4" name=""/>
          <p:cNvSpPr/>
          <p:nvPr/>
        </p:nvSpPr>
        <p:spPr>
          <a:xfrm>
            <a:off x="7934040" y="5238720"/>
            <a:ext cx="3686760" cy="543240"/>
          </a:xfrm>
          <a:custGeom>
            <a:avLst/>
            <a:gdLst/>
            <a:ahLst/>
            <a:rect l="0" t="0" r="r" b="b"/>
            <a:pathLst>
              <a:path w="10241" h="1509">
                <a:moveTo>
                  <a:pt x="10241" y="1509"/>
                </a:moveTo>
                <a:lnTo>
                  <a:pt x="0" y="1509"/>
                </a:lnTo>
                <a:lnTo>
                  <a:pt x="0" y="0"/>
                </a:lnTo>
                <a:lnTo>
                  <a:pt x="10241" y="0"/>
                </a:lnTo>
                <a:lnTo>
                  <a:pt x="10241" y="1509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5" name=""/>
          <p:cNvSpPr/>
          <p:nvPr/>
        </p:nvSpPr>
        <p:spPr>
          <a:xfrm>
            <a:off x="580680" y="5781600"/>
            <a:ext cx="3677040" cy="543240"/>
          </a:xfrm>
          <a:custGeom>
            <a:avLst/>
            <a:gdLst/>
            <a:ahLst/>
            <a:rect l="0" t="0" r="r" b="b"/>
            <a:pathLst>
              <a:path w="10214" h="1509">
                <a:moveTo>
                  <a:pt x="239" y="1509"/>
                </a:moveTo>
                <a:cubicBezTo>
                  <a:pt x="203" y="1509"/>
                  <a:pt x="170" y="1502"/>
                  <a:pt x="137" y="1489"/>
                </a:cubicBezTo>
                <a:cubicBezTo>
                  <a:pt x="105" y="1475"/>
                  <a:pt x="76" y="1456"/>
                  <a:pt x="51" y="1431"/>
                </a:cubicBezTo>
                <a:cubicBezTo>
                  <a:pt x="30" y="1410"/>
                  <a:pt x="13" y="1386"/>
                  <a:pt x="0" y="1360"/>
                </a:cubicBezTo>
                <a:lnTo>
                  <a:pt x="0" y="0"/>
                </a:lnTo>
                <a:lnTo>
                  <a:pt x="10214" y="0"/>
                </a:lnTo>
                <a:lnTo>
                  <a:pt x="10214" y="1509"/>
                </a:lnTo>
                <a:lnTo>
                  <a:pt x="239" y="1509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6" name=""/>
          <p:cNvSpPr/>
          <p:nvPr/>
        </p:nvSpPr>
        <p:spPr>
          <a:xfrm>
            <a:off x="4257360" y="5781600"/>
            <a:ext cx="3677040" cy="543240"/>
          </a:xfrm>
          <a:custGeom>
            <a:avLst/>
            <a:gdLst/>
            <a:ahLst/>
            <a:rect l="0" t="0" r="r" b="b"/>
            <a:pathLst>
              <a:path w="10214" h="1509">
                <a:moveTo>
                  <a:pt x="0" y="1509"/>
                </a:moveTo>
                <a:lnTo>
                  <a:pt x="0" y="0"/>
                </a:lnTo>
                <a:lnTo>
                  <a:pt x="10214" y="0"/>
                </a:lnTo>
                <a:lnTo>
                  <a:pt x="10214" y="1509"/>
                </a:lnTo>
                <a:lnTo>
                  <a:pt x="0" y="1509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7" name=""/>
          <p:cNvSpPr/>
          <p:nvPr/>
        </p:nvSpPr>
        <p:spPr>
          <a:xfrm>
            <a:off x="7934040" y="5781600"/>
            <a:ext cx="3686760" cy="543240"/>
          </a:xfrm>
          <a:custGeom>
            <a:avLst/>
            <a:gdLst/>
            <a:ahLst/>
            <a:rect l="0" t="0" r="r" b="b"/>
            <a:pathLst>
              <a:path w="10241" h="1509">
                <a:moveTo>
                  <a:pt x="10241" y="1243"/>
                </a:moveTo>
                <a:cubicBezTo>
                  <a:pt x="10241" y="1278"/>
                  <a:pt x="10234" y="1313"/>
                  <a:pt x="10221" y="1345"/>
                </a:cubicBezTo>
                <a:cubicBezTo>
                  <a:pt x="10207" y="1378"/>
                  <a:pt x="10188" y="1407"/>
                  <a:pt x="10163" y="1431"/>
                </a:cubicBezTo>
                <a:cubicBezTo>
                  <a:pt x="10138" y="1456"/>
                  <a:pt x="10110" y="1475"/>
                  <a:pt x="10077" y="1489"/>
                </a:cubicBezTo>
                <a:cubicBezTo>
                  <a:pt x="10045" y="1502"/>
                  <a:pt x="10011" y="1509"/>
                  <a:pt x="9976" y="1509"/>
                </a:cubicBezTo>
                <a:lnTo>
                  <a:pt x="0" y="1509"/>
                </a:lnTo>
                <a:lnTo>
                  <a:pt x="0" y="0"/>
                </a:lnTo>
                <a:lnTo>
                  <a:pt x="10241" y="0"/>
                </a:lnTo>
                <a:lnTo>
                  <a:pt x="10241" y="1243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8" name=""/>
          <p:cNvSpPr/>
          <p:nvPr/>
        </p:nvSpPr>
        <p:spPr>
          <a:xfrm>
            <a:off x="580680" y="5781600"/>
            <a:ext cx="3677040" cy="543240"/>
          </a:xfrm>
          <a:custGeom>
            <a:avLst/>
            <a:gdLst/>
            <a:ahLst/>
            <a:rect l="0" t="0" r="r" b="b"/>
            <a:pathLst>
              <a:path w="10214" h="1509">
                <a:moveTo>
                  <a:pt x="239" y="1509"/>
                </a:moveTo>
                <a:cubicBezTo>
                  <a:pt x="203" y="1509"/>
                  <a:pt x="170" y="1502"/>
                  <a:pt x="137" y="1489"/>
                </a:cubicBezTo>
                <a:cubicBezTo>
                  <a:pt x="105" y="1475"/>
                  <a:pt x="76" y="1456"/>
                  <a:pt x="51" y="1431"/>
                </a:cubicBezTo>
                <a:cubicBezTo>
                  <a:pt x="30" y="1410"/>
                  <a:pt x="13" y="1386"/>
                  <a:pt x="0" y="1360"/>
                </a:cubicBezTo>
                <a:lnTo>
                  <a:pt x="0" y="0"/>
                </a:lnTo>
                <a:lnTo>
                  <a:pt x="10214" y="0"/>
                </a:lnTo>
                <a:lnTo>
                  <a:pt x="10214" y="1509"/>
                </a:lnTo>
                <a:lnTo>
                  <a:pt x="239" y="1509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9" name=""/>
          <p:cNvSpPr/>
          <p:nvPr/>
        </p:nvSpPr>
        <p:spPr>
          <a:xfrm>
            <a:off x="4257360" y="5781600"/>
            <a:ext cx="3677040" cy="543240"/>
          </a:xfrm>
          <a:custGeom>
            <a:avLst/>
            <a:gdLst/>
            <a:ahLst/>
            <a:rect l="0" t="0" r="r" b="b"/>
            <a:pathLst>
              <a:path w="10214" h="1509">
                <a:moveTo>
                  <a:pt x="0" y="1509"/>
                </a:moveTo>
                <a:lnTo>
                  <a:pt x="0" y="0"/>
                </a:lnTo>
                <a:lnTo>
                  <a:pt x="10214" y="0"/>
                </a:lnTo>
                <a:lnTo>
                  <a:pt x="10214" y="1509"/>
                </a:lnTo>
                <a:lnTo>
                  <a:pt x="0" y="1509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0" name=""/>
          <p:cNvSpPr/>
          <p:nvPr/>
        </p:nvSpPr>
        <p:spPr>
          <a:xfrm>
            <a:off x="7934040" y="5781600"/>
            <a:ext cx="3686760" cy="543240"/>
          </a:xfrm>
          <a:custGeom>
            <a:avLst/>
            <a:gdLst/>
            <a:ahLst/>
            <a:rect l="0" t="0" r="r" b="b"/>
            <a:pathLst>
              <a:path w="10241" h="1509">
                <a:moveTo>
                  <a:pt x="10241" y="1243"/>
                </a:moveTo>
                <a:cubicBezTo>
                  <a:pt x="10241" y="1278"/>
                  <a:pt x="10234" y="1313"/>
                  <a:pt x="10221" y="1345"/>
                </a:cubicBezTo>
                <a:cubicBezTo>
                  <a:pt x="10207" y="1378"/>
                  <a:pt x="10188" y="1407"/>
                  <a:pt x="10163" y="1431"/>
                </a:cubicBezTo>
                <a:cubicBezTo>
                  <a:pt x="10138" y="1456"/>
                  <a:pt x="10110" y="1475"/>
                  <a:pt x="10077" y="1489"/>
                </a:cubicBezTo>
                <a:cubicBezTo>
                  <a:pt x="10045" y="1502"/>
                  <a:pt x="10011" y="1509"/>
                  <a:pt x="9976" y="1509"/>
                </a:cubicBezTo>
                <a:lnTo>
                  <a:pt x="0" y="1509"/>
                </a:lnTo>
                <a:lnTo>
                  <a:pt x="0" y="0"/>
                </a:lnTo>
                <a:lnTo>
                  <a:pt x="10241" y="0"/>
                </a:lnTo>
                <a:lnTo>
                  <a:pt x="10241" y="1243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1" name=""/>
          <p:cNvSpPr/>
          <p:nvPr/>
        </p:nvSpPr>
        <p:spPr>
          <a:xfrm>
            <a:off x="571320" y="2711160"/>
            <a:ext cx="9720" cy="356040"/>
          </a:xfrm>
          <a:custGeom>
            <a:avLst/>
            <a:gdLst/>
            <a:ahLst/>
            <a:rect l="0" t="0" r="r" b="b"/>
            <a:pathLst>
              <a:path w="27" h="989">
                <a:moveTo>
                  <a:pt x="21" y="14"/>
                </a:moveTo>
                <a:cubicBezTo>
                  <a:pt x="23" y="9"/>
                  <a:pt x="25" y="4"/>
                  <a:pt x="27" y="0"/>
                </a:cubicBezTo>
                <a:lnTo>
                  <a:pt x="27" y="989"/>
                </a:lnTo>
                <a:lnTo>
                  <a:pt x="0" y="989"/>
                </a:lnTo>
                <a:lnTo>
                  <a:pt x="0" y="115"/>
                </a:lnTo>
                <a:cubicBezTo>
                  <a:pt x="0" y="80"/>
                  <a:pt x="7" y="46"/>
                  <a:pt x="21" y="14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2" name=""/>
          <p:cNvSpPr/>
          <p:nvPr/>
        </p:nvSpPr>
        <p:spPr>
          <a:xfrm>
            <a:off x="624960" y="2657160"/>
            <a:ext cx="3632760" cy="10080"/>
          </a:xfrm>
          <a:custGeom>
            <a:avLst/>
            <a:gdLst/>
            <a:ahLst/>
            <a:rect l="0" t="0" r="r" b="b"/>
            <a:pathLst>
              <a:path w="10091" h="28">
                <a:moveTo>
                  <a:pt x="14" y="22"/>
                </a:moveTo>
                <a:cubicBezTo>
                  <a:pt x="47" y="7"/>
                  <a:pt x="80" y="0"/>
                  <a:pt x="116" y="0"/>
                </a:cubicBezTo>
                <a:lnTo>
                  <a:pt x="10091" y="0"/>
                </a:lnTo>
                <a:lnTo>
                  <a:pt x="10091" y="28"/>
                </a:lnTo>
                <a:lnTo>
                  <a:pt x="0" y="28"/>
                </a:lnTo>
                <a:cubicBezTo>
                  <a:pt x="5" y="26"/>
                  <a:pt x="10" y="23"/>
                  <a:pt x="14" y="22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3" name=""/>
          <p:cNvSpPr/>
          <p:nvPr/>
        </p:nvSpPr>
        <p:spPr>
          <a:xfrm>
            <a:off x="4248000" y="265716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4" name=""/>
          <p:cNvSpPr/>
          <p:nvPr/>
        </p:nvSpPr>
        <p:spPr>
          <a:xfrm>
            <a:off x="4257360" y="2657160"/>
            <a:ext cx="3686760" cy="10080"/>
          </a:xfrm>
          <a:custGeom>
            <a:avLst/>
            <a:gdLst/>
            <a:ahLst/>
            <a:rect l="0" t="0" r="r" b="b"/>
            <a:pathLst>
              <a:path w="10241" h="28">
                <a:moveTo>
                  <a:pt x="0" y="0"/>
                </a:moveTo>
                <a:lnTo>
                  <a:pt x="10241" y="0"/>
                </a:lnTo>
                <a:lnTo>
                  <a:pt x="102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5" name=""/>
          <p:cNvSpPr/>
          <p:nvPr/>
        </p:nvSpPr>
        <p:spPr>
          <a:xfrm>
            <a:off x="7934040" y="2657160"/>
            <a:ext cx="10080" cy="410040"/>
          </a:xfrm>
          <a:custGeom>
            <a:avLst/>
            <a:gdLst/>
            <a:ah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6" name=""/>
          <p:cNvSpPr/>
          <p:nvPr/>
        </p:nvSpPr>
        <p:spPr>
          <a:xfrm>
            <a:off x="7943760" y="2657160"/>
            <a:ext cx="3623040" cy="10080"/>
          </a:xfrm>
          <a:custGeom>
            <a:avLst/>
            <a:gdLst/>
            <a:ahLst/>
            <a:rect l="0" t="0" r="r" b="b"/>
            <a:pathLst>
              <a:path w="10064" h="28">
                <a:moveTo>
                  <a:pt x="10050" y="22"/>
                </a:moveTo>
                <a:cubicBezTo>
                  <a:pt x="10055" y="23"/>
                  <a:pt x="10060" y="26"/>
                  <a:pt x="10064" y="28"/>
                </a:cubicBezTo>
                <a:lnTo>
                  <a:pt x="0" y="28"/>
                </a:lnTo>
                <a:lnTo>
                  <a:pt x="0" y="0"/>
                </a:lnTo>
                <a:lnTo>
                  <a:pt x="9949" y="0"/>
                </a:lnTo>
                <a:cubicBezTo>
                  <a:pt x="9984" y="0"/>
                  <a:pt x="10018" y="7"/>
                  <a:pt x="10050" y="22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7" name=""/>
          <p:cNvSpPr/>
          <p:nvPr/>
        </p:nvSpPr>
        <p:spPr>
          <a:xfrm>
            <a:off x="11610720" y="2711160"/>
            <a:ext cx="10440" cy="356040"/>
          </a:xfrm>
          <a:custGeom>
            <a:avLst/>
            <a:gdLst/>
            <a:ahLst/>
            <a:rect l="0" t="0" r="r" b="b"/>
            <a:pathLst>
              <a:path w="29" h="989">
                <a:moveTo>
                  <a:pt x="8" y="14"/>
                </a:moveTo>
                <a:cubicBezTo>
                  <a:pt x="21" y="46"/>
                  <a:pt x="29" y="80"/>
                  <a:pt x="29" y="115"/>
                </a:cubicBezTo>
                <a:lnTo>
                  <a:pt x="29" y="989"/>
                </a:lnTo>
                <a:lnTo>
                  <a:pt x="0" y="989"/>
                </a:lnTo>
                <a:lnTo>
                  <a:pt x="0" y="0"/>
                </a:lnTo>
                <a:cubicBezTo>
                  <a:pt x="3" y="4"/>
                  <a:pt x="6" y="9"/>
                  <a:pt x="8" y="14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8" name=""/>
          <p:cNvSpPr/>
          <p:nvPr/>
        </p:nvSpPr>
        <p:spPr>
          <a:xfrm>
            <a:off x="571320" y="3057480"/>
            <a:ext cx="3686400" cy="9720"/>
          </a:xfrm>
          <a:custGeom>
            <a:avLst/>
            <a:gdLst/>
            <a:ahLst/>
            <a:rect l="0" t="0" r="r" b="b"/>
            <a:pathLst>
              <a:path w="10240" h="27">
                <a:moveTo>
                  <a:pt x="0" y="0"/>
                </a:moveTo>
                <a:lnTo>
                  <a:pt x="10240" y="0"/>
                </a:lnTo>
                <a:lnTo>
                  <a:pt x="102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9" name=""/>
          <p:cNvSpPr/>
          <p:nvPr/>
        </p:nvSpPr>
        <p:spPr>
          <a:xfrm>
            <a:off x="4257360" y="3057480"/>
            <a:ext cx="3686760" cy="9720"/>
          </a:xfrm>
          <a:custGeom>
            <a:avLst/>
            <a:gdLst/>
            <a:ahLst/>
            <a:rect l="0" t="0" r="r" b="b"/>
            <a:pathLst>
              <a:path w="10241" h="27">
                <a:moveTo>
                  <a:pt x="0" y="0"/>
                </a:moveTo>
                <a:lnTo>
                  <a:pt x="10241" y="0"/>
                </a:lnTo>
                <a:lnTo>
                  <a:pt x="102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0" name=""/>
          <p:cNvSpPr/>
          <p:nvPr/>
        </p:nvSpPr>
        <p:spPr>
          <a:xfrm>
            <a:off x="7943760" y="3057480"/>
            <a:ext cx="3677040" cy="9720"/>
          </a:xfrm>
          <a:custGeom>
            <a:avLst/>
            <a:gdLst/>
            <a:ahLst/>
            <a:rect l="0" t="0" r="r" b="b"/>
            <a:pathLst>
              <a:path w="10214" h="27">
                <a:moveTo>
                  <a:pt x="10214" y="27"/>
                </a:moveTo>
                <a:lnTo>
                  <a:pt x="0" y="27"/>
                </a:lnTo>
                <a:lnTo>
                  <a:pt x="0" y="0"/>
                </a:lnTo>
                <a:lnTo>
                  <a:pt x="10214" y="0"/>
                </a:lnTo>
                <a:lnTo>
                  <a:pt x="10214" y="27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1" name=""/>
          <p:cNvSpPr/>
          <p:nvPr/>
        </p:nvSpPr>
        <p:spPr>
          <a:xfrm>
            <a:off x="571320" y="306684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2" name=""/>
          <p:cNvSpPr/>
          <p:nvPr/>
        </p:nvSpPr>
        <p:spPr>
          <a:xfrm>
            <a:off x="4248000" y="306684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3" name=""/>
          <p:cNvSpPr/>
          <p:nvPr/>
        </p:nvSpPr>
        <p:spPr>
          <a:xfrm>
            <a:off x="7934040" y="306684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4" name=""/>
          <p:cNvSpPr/>
          <p:nvPr/>
        </p:nvSpPr>
        <p:spPr>
          <a:xfrm>
            <a:off x="11610720" y="3066840"/>
            <a:ext cx="10440" cy="543240"/>
          </a:xfrm>
          <a:custGeom>
            <a:avLst/>
            <a:gdLst/>
            <a:ahLst/>
            <a:rect l="0" t="0" r="r" b="b"/>
            <a:pathLst>
              <a:path w="29" h="1509">
                <a:moveTo>
                  <a:pt x="29" y="1509"/>
                </a:moveTo>
                <a:lnTo>
                  <a:pt x="0" y="1509"/>
                </a:lnTo>
                <a:lnTo>
                  <a:pt x="0" y="0"/>
                </a:lnTo>
                <a:lnTo>
                  <a:pt x="29" y="0"/>
                </a:lnTo>
                <a:lnTo>
                  <a:pt x="29" y="1509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5" name=""/>
          <p:cNvSpPr/>
          <p:nvPr/>
        </p:nvSpPr>
        <p:spPr>
          <a:xfrm>
            <a:off x="571320" y="36097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6" name=""/>
          <p:cNvSpPr/>
          <p:nvPr/>
        </p:nvSpPr>
        <p:spPr>
          <a:xfrm>
            <a:off x="571320" y="3600360"/>
            <a:ext cx="3686400" cy="9720"/>
          </a:xfrm>
          <a:custGeom>
            <a:avLst/>
            <a:gdLst/>
            <a:ahLst/>
            <a:rect l="0" t="0" r="r" b="b"/>
            <a:pathLst>
              <a:path w="10240" h="27">
                <a:moveTo>
                  <a:pt x="0" y="0"/>
                </a:moveTo>
                <a:lnTo>
                  <a:pt x="10240" y="0"/>
                </a:lnTo>
                <a:lnTo>
                  <a:pt x="102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7" name=""/>
          <p:cNvSpPr/>
          <p:nvPr/>
        </p:nvSpPr>
        <p:spPr>
          <a:xfrm>
            <a:off x="4248000" y="36097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8" name=""/>
          <p:cNvSpPr/>
          <p:nvPr/>
        </p:nvSpPr>
        <p:spPr>
          <a:xfrm>
            <a:off x="4257360" y="3600360"/>
            <a:ext cx="3686760" cy="9720"/>
          </a:xfrm>
          <a:custGeom>
            <a:avLst/>
            <a:gdLst/>
            <a:ahLst/>
            <a:rect l="0" t="0" r="r" b="b"/>
            <a:pathLst>
              <a:path w="10241" h="27">
                <a:moveTo>
                  <a:pt x="0" y="0"/>
                </a:moveTo>
                <a:lnTo>
                  <a:pt x="10241" y="0"/>
                </a:lnTo>
                <a:lnTo>
                  <a:pt x="102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9" name=""/>
          <p:cNvSpPr/>
          <p:nvPr/>
        </p:nvSpPr>
        <p:spPr>
          <a:xfrm>
            <a:off x="7934040" y="36097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0" name=""/>
          <p:cNvSpPr/>
          <p:nvPr/>
        </p:nvSpPr>
        <p:spPr>
          <a:xfrm>
            <a:off x="7943760" y="3600360"/>
            <a:ext cx="3677040" cy="9720"/>
          </a:xfrm>
          <a:custGeom>
            <a:avLst/>
            <a:gdLst/>
            <a:ahLst/>
            <a:rect l="0" t="0" r="r" b="b"/>
            <a:pathLst>
              <a:path w="10214" h="27">
                <a:moveTo>
                  <a:pt x="10214" y="27"/>
                </a:moveTo>
                <a:lnTo>
                  <a:pt x="0" y="27"/>
                </a:lnTo>
                <a:lnTo>
                  <a:pt x="0" y="0"/>
                </a:lnTo>
                <a:lnTo>
                  <a:pt x="10214" y="0"/>
                </a:lnTo>
                <a:lnTo>
                  <a:pt x="10214" y="27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1" name=""/>
          <p:cNvSpPr/>
          <p:nvPr/>
        </p:nvSpPr>
        <p:spPr>
          <a:xfrm>
            <a:off x="11610720" y="3609720"/>
            <a:ext cx="10440" cy="543240"/>
          </a:xfrm>
          <a:custGeom>
            <a:avLst/>
            <a:gdLst/>
            <a:ahLst/>
            <a:rect l="0" t="0" r="r" b="b"/>
            <a:pathLst>
              <a:path w="29" h="1509">
                <a:moveTo>
                  <a:pt x="29" y="1509"/>
                </a:moveTo>
                <a:lnTo>
                  <a:pt x="0" y="1509"/>
                </a:lnTo>
                <a:lnTo>
                  <a:pt x="0" y="0"/>
                </a:lnTo>
                <a:lnTo>
                  <a:pt x="29" y="0"/>
                </a:lnTo>
                <a:lnTo>
                  <a:pt x="29" y="1509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2" name=""/>
          <p:cNvSpPr/>
          <p:nvPr/>
        </p:nvSpPr>
        <p:spPr>
          <a:xfrm>
            <a:off x="571320" y="4152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3" name=""/>
          <p:cNvSpPr/>
          <p:nvPr/>
        </p:nvSpPr>
        <p:spPr>
          <a:xfrm>
            <a:off x="571320" y="4143240"/>
            <a:ext cx="3686400" cy="9720"/>
          </a:xfrm>
          <a:custGeom>
            <a:avLst/>
            <a:gdLst/>
            <a:ahLst/>
            <a:rect l="0" t="0" r="r" b="b"/>
            <a:pathLst>
              <a:path w="10240" h="27">
                <a:moveTo>
                  <a:pt x="0" y="0"/>
                </a:moveTo>
                <a:lnTo>
                  <a:pt x="10240" y="0"/>
                </a:lnTo>
                <a:lnTo>
                  <a:pt x="102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4" name=""/>
          <p:cNvSpPr/>
          <p:nvPr/>
        </p:nvSpPr>
        <p:spPr>
          <a:xfrm>
            <a:off x="4248000" y="4152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5" name=""/>
          <p:cNvSpPr/>
          <p:nvPr/>
        </p:nvSpPr>
        <p:spPr>
          <a:xfrm>
            <a:off x="4257360" y="4143240"/>
            <a:ext cx="3686760" cy="9720"/>
          </a:xfrm>
          <a:custGeom>
            <a:avLst/>
            <a:gdLst/>
            <a:ahLst/>
            <a:rect l="0" t="0" r="r" b="b"/>
            <a:pathLst>
              <a:path w="10241" h="27">
                <a:moveTo>
                  <a:pt x="0" y="0"/>
                </a:moveTo>
                <a:lnTo>
                  <a:pt x="10241" y="0"/>
                </a:lnTo>
                <a:lnTo>
                  <a:pt x="102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6" name=""/>
          <p:cNvSpPr/>
          <p:nvPr/>
        </p:nvSpPr>
        <p:spPr>
          <a:xfrm>
            <a:off x="7934040" y="41526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7" name=""/>
          <p:cNvSpPr/>
          <p:nvPr/>
        </p:nvSpPr>
        <p:spPr>
          <a:xfrm>
            <a:off x="7943760" y="4143240"/>
            <a:ext cx="3677040" cy="9720"/>
          </a:xfrm>
          <a:custGeom>
            <a:avLst/>
            <a:gdLst/>
            <a:ahLst/>
            <a:rect l="0" t="0" r="r" b="b"/>
            <a:pathLst>
              <a:path w="10214" h="27">
                <a:moveTo>
                  <a:pt x="10214" y="27"/>
                </a:moveTo>
                <a:lnTo>
                  <a:pt x="0" y="27"/>
                </a:lnTo>
                <a:lnTo>
                  <a:pt x="0" y="0"/>
                </a:lnTo>
                <a:lnTo>
                  <a:pt x="10214" y="0"/>
                </a:lnTo>
                <a:lnTo>
                  <a:pt x="10214" y="27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8" name=""/>
          <p:cNvSpPr/>
          <p:nvPr/>
        </p:nvSpPr>
        <p:spPr>
          <a:xfrm>
            <a:off x="11610720" y="4152600"/>
            <a:ext cx="10440" cy="543240"/>
          </a:xfrm>
          <a:custGeom>
            <a:avLst/>
            <a:gdLst/>
            <a:ahLst/>
            <a:rect l="0" t="0" r="r" b="b"/>
            <a:pathLst>
              <a:path w="29" h="1509">
                <a:moveTo>
                  <a:pt x="29" y="1509"/>
                </a:moveTo>
                <a:lnTo>
                  <a:pt x="0" y="1509"/>
                </a:lnTo>
                <a:lnTo>
                  <a:pt x="0" y="0"/>
                </a:lnTo>
                <a:lnTo>
                  <a:pt x="29" y="0"/>
                </a:lnTo>
                <a:lnTo>
                  <a:pt x="29" y="1509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9" name=""/>
          <p:cNvSpPr/>
          <p:nvPr/>
        </p:nvSpPr>
        <p:spPr>
          <a:xfrm>
            <a:off x="571320" y="4695480"/>
            <a:ext cx="9720" cy="543600"/>
          </a:xfrm>
          <a:custGeom>
            <a:avLst/>
            <a:gdLst/>
            <a:ah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0" name=""/>
          <p:cNvSpPr/>
          <p:nvPr/>
        </p:nvSpPr>
        <p:spPr>
          <a:xfrm>
            <a:off x="571320" y="4686120"/>
            <a:ext cx="3686400" cy="9720"/>
          </a:xfrm>
          <a:custGeom>
            <a:avLst/>
            <a:gdLst/>
            <a:ahLst/>
            <a:rect l="0" t="0" r="r" b="b"/>
            <a:pathLst>
              <a:path w="10240" h="27">
                <a:moveTo>
                  <a:pt x="0" y="0"/>
                </a:moveTo>
                <a:lnTo>
                  <a:pt x="10240" y="0"/>
                </a:lnTo>
                <a:lnTo>
                  <a:pt x="102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1" name=""/>
          <p:cNvSpPr/>
          <p:nvPr/>
        </p:nvSpPr>
        <p:spPr>
          <a:xfrm>
            <a:off x="4248000" y="4695480"/>
            <a:ext cx="9720" cy="543600"/>
          </a:xfrm>
          <a:custGeom>
            <a:avLst/>
            <a:gdLst/>
            <a:ah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2" name=""/>
          <p:cNvSpPr/>
          <p:nvPr/>
        </p:nvSpPr>
        <p:spPr>
          <a:xfrm>
            <a:off x="4257360" y="4686120"/>
            <a:ext cx="3686760" cy="9720"/>
          </a:xfrm>
          <a:custGeom>
            <a:avLst/>
            <a:gdLst/>
            <a:ahLst/>
            <a:rect l="0" t="0" r="r" b="b"/>
            <a:pathLst>
              <a:path w="10241" h="27">
                <a:moveTo>
                  <a:pt x="0" y="0"/>
                </a:moveTo>
                <a:lnTo>
                  <a:pt x="10241" y="0"/>
                </a:lnTo>
                <a:lnTo>
                  <a:pt x="102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3" name=""/>
          <p:cNvSpPr/>
          <p:nvPr/>
        </p:nvSpPr>
        <p:spPr>
          <a:xfrm>
            <a:off x="7934040" y="4695480"/>
            <a:ext cx="10080" cy="543600"/>
          </a:xfrm>
          <a:custGeom>
            <a:avLst/>
            <a:gdLst/>
            <a:ahLst/>
            <a:rect l="0" t="0" r="r" b="b"/>
            <a:pathLst>
              <a:path w="28" h="1510">
                <a:moveTo>
                  <a:pt x="0" y="0"/>
                </a:moveTo>
                <a:lnTo>
                  <a:pt x="28" y="0"/>
                </a:lnTo>
                <a:lnTo>
                  <a:pt x="2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4" name=""/>
          <p:cNvSpPr/>
          <p:nvPr/>
        </p:nvSpPr>
        <p:spPr>
          <a:xfrm>
            <a:off x="7943760" y="4686120"/>
            <a:ext cx="3677040" cy="9720"/>
          </a:xfrm>
          <a:custGeom>
            <a:avLst/>
            <a:gdLst/>
            <a:ahLst/>
            <a:rect l="0" t="0" r="r" b="b"/>
            <a:pathLst>
              <a:path w="10214" h="27">
                <a:moveTo>
                  <a:pt x="10214" y="27"/>
                </a:moveTo>
                <a:lnTo>
                  <a:pt x="0" y="27"/>
                </a:lnTo>
                <a:lnTo>
                  <a:pt x="0" y="0"/>
                </a:lnTo>
                <a:lnTo>
                  <a:pt x="10214" y="0"/>
                </a:lnTo>
                <a:lnTo>
                  <a:pt x="10214" y="27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5" name=""/>
          <p:cNvSpPr/>
          <p:nvPr/>
        </p:nvSpPr>
        <p:spPr>
          <a:xfrm>
            <a:off x="11610720" y="4695480"/>
            <a:ext cx="10440" cy="543600"/>
          </a:xfrm>
          <a:custGeom>
            <a:avLst/>
            <a:gdLst/>
            <a:ahLst/>
            <a:rect l="0" t="0" r="r" b="b"/>
            <a:pathLst>
              <a:path w="29" h="1510">
                <a:moveTo>
                  <a:pt x="29" y="1510"/>
                </a:moveTo>
                <a:lnTo>
                  <a:pt x="0" y="1510"/>
                </a:lnTo>
                <a:lnTo>
                  <a:pt x="0" y="0"/>
                </a:lnTo>
                <a:lnTo>
                  <a:pt x="29" y="0"/>
                </a:lnTo>
                <a:lnTo>
                  <a:pt x="29" y="151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6" name=""/>
          <p:cNvSpPr/>
          <p:nvPr/>
        </p:nvSpPr>
        <p:spPr>
          <a:xfrm>
            <a:off x="571320" y="52387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7" name=""/>
          <p:cNvSpPr/>
          <p:nvPr/>
        </p:nvSpPr>
        <p:spPr>
          <a:xfrm>
            <a:off x="571320" y="5229000"/>
            <a:ext cx="3686400" cy="10080"/>
          </a:xfrm>
          <a:custGeom>
            <a:avLst/>
            <a:gdLst/>
            <a:ahLst/>
            <a:rect l="0" t="0" r="r" b="b"/>
            <a:pathLst>
              <a:path w="10240" h="28">
                <a:moveTo>
                  <a:pt x="0" y="0"/>
                </a:moveTo>
                <a:lnTo>
                  <a:pt x="10240" y="0"/>
                </a:lnTo>
                <a:lnTo>
                  <a:pt x="102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8" name=""/>
          <p:cNvSpPr/>
          <p:nvPr/>
        </p:nvSpPr>
        <p:spPr>
          <a:xfrm>
            <a:off x="4248000" y="52387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9" name=""/>
          <p:cNvSpPr/>
          <p:nvPr/>
        </p:nvSpPr>
        <p:spPr>
          <a:xfrm>
            <a:off x="4257360" y="5229000"/>
            <a:ext cx="3686760" cy="10080"/>
          </a:xfrm>
          <a:custGeom>
            <a:avLst/>
            <a:gdLst/>
            <a:ahLst/>
            <a:rect l="0" t="0" r="r" b="b"/>
            <a:pathLst>
              <a:path w="10241" h="28">
                <a:moveTo>
                  <a:pt x="0" y="0"/>
                </a:moveTo>
                <a:lnTo>
                  <a:pt x="10241" y="0"/>
                </a:lnTo>
                <a:lnTo>
                  <a:pt x="102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0" name=""/>
          <p:cNvSpPr/>
          <p:nvPr/>
        </p:nvSpPr>
        <p:spPr>
          <a:xfrm>
            <a:off x="7934040" y="523872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1" name=""/>
          <p:cNvSpPr/>
          <p:nvPr/>
        </p:nvSpPr>
        <p:spPr>
          <a:xfrm>
            <a:off x="7943760" y="5229000"/>
            <a:ext cx="3677040" cy="10080"/>
          </a:xfrm>
          <a:custGeom>
            <a:avLst/>
            <a:gdLst/>
            <a:ahLst/>
            <a:rect l="0" t="0" r="r" b="b"/>
            <a:pathLst>
              <a:path w="10214" h="28">
                <a:moveTo>
                  <a:pt x="10214" y="28"/>
                </a:moveTo>
                <a:lnTo>
                  <a:pt x="0" y="28"/>
                </a:lnTo>
                <a:lnTo>
                  <a:pt x="0" y="0"/>
                </a:lnTo>
                <a:lnTo>
                  <a:pt x="10214" y="0"/>
                </a:lnTo>
                <a:lnTo>
                  <a:pt x="10214" y="28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2" name=""/>
          <p:cNvSpPr/>
          <p:nvPr/>
        </p:nvSpPr>
        <p:spPr>
          <a:xfrm>
            <a:off x="11610720" y="5238720"/>
            <a:ext cx="10440" cy="552600"/>
          </a:xfrm>
          <a:custGeom>
            <a:avLst/>
            <a:gdLst/>
            <a:ahLst/>
            <a:rect l="0" t="0" r="r" b="b"/>
            <a:pathLst>
              <a:path w="29" h="1535">
                <a:moveTo>
                  <a:pt x="29" y="1535"/>
                </a:moveTo>
                <a:lnTo>
                  <a:pt x="0" y="1535"/>
                </a:lnTo>
                <a:lnTo>
                  <a:pt x="0" y="0"/>
                </a:lnTo>
                <a:lnTo>
                  <a:pt x="29" y="0"/>
                </a:lnTo>
                <a:lnTo>
                  <a:pt x="29" y="1535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3" name=""/>
          <p:cNvSpPr/>
          <p:nvPr/>
        </p:nvSpPr>
        <p:spPr>
          <a:xfrm>
            <a:off x="571320" y="5790960"/>
            <a:ext cx="9720" cy="480240"/>
          </a:xfrm>
          <a:custGeom>
            <a:avLst/>
            <a:gdLst/>
            <a:ahLst/>
            <a:rect l="0" t="0" r="r" b="b"/>
            <a:pathLst>
              <a:path w="27" h="1334">
                <a:moveTo>
                  <a:pt x="21" y="1319"/>
                </a:moveTo>
                <a:cubicBezTo>
                  <a:pt x="7" y="1287"/>
                  <a:pt x="0" y="1253"/>
                  <a:pt x="0" y="1218"/>
                </a:cubicBezTo>
                <a:lnTo>
                  <a:pt x="0" y="0"/>
                </a:lnTo>
                <a:lnTo>
                  <a:pt x="27" y="0"/>
                </a:lnTo>
                <a:lnTo>
                  <a:pt x="27" y="1334"/>
                </a:lnTo>
                <a:cubicBezTo>
                  <a:pt x="25" y="1329"/>
                  <a:pt x="23" y="1324"/>
                  <a:pt x="21" y="1319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4" name=""/>
          <p:cNvSpPr/>
          <p:nvPr/>
        </p:nvSpPr>
        <p:spPr>
          <a:xfrm>
            <a:off x="571320" y="5781600"/>
            <a:ext cx="3686400" cy="9720"/>
          </a:xfrm>
          <a:custGeom>
            <a:avLst/>
            <a:gdLst/>
            <a:ahLst/>
            <a:rect l="0" t="0" r="r" b="b"/>
            <a:pathLst>
              <a:path w="10240" h="27">
                <a:moveTo>
                  <a:pt x="0" y="0"/>
                </a:moveTo>
                <a:lnTo>
                  <a:pt x="10240" y="0"/>
                </a:lnTo>
                <a:lnTo>
                  <a:pt x="102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5" name=""/>
          <p:cNvSpPr/>
          <p:nvPr/>
        </p:nvSpPr>
        <p:spPr>
          <a:xfrm>
            <a:off x="4248000" y="57909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1483"/>
                </a:moveTo>
                <a:lnTo>
                  <a:pt x="0" y="0"/>
                </a:ln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6" name=""/>
          <p:cNvSpPr/>
          <p:nvPr/>
        </p:nvSpPr>
        <p:spPr>
          <a:xfrm>
            <a:off x="4257360" y="5781600"/>
            <a:ext cx="3686760" cy="9720"/>
          </a:xfrm>
          <a:custGeom>
            <a:avLst/>
            <a:gdLst/>
            <a:ahLst/>
            <a:rect l="0" t="0" r="r" b="b"/>
            <a:pathLst>
              <a:path w="10241" h="27">
                <a:moveTo>
                  <a:pt x="0" y="0"/>
                </a:moveTo>
                <a:lnTo>
                  <a:pt x="10241" y="0"/>
                </a:lnTo>
                <a:lnTo>
                  <a:pt x="102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7" name=""/>
          <p:cNvSpPr/>
          <p:nvPr/>
        </p:nvSpPr>
        <p:spPr>
          <a:xfrm>
            <a:off x="7934040" y="579096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1483"/>
                </a:moveTo>
                <a:lnTo>
                  <a:pt x="0" y="0"/>
                </a:ln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8" name=""/>
          <p:cNvSpPr/>
          <p:nvPr/>
        </p:nvSpPr>
        <p:spPr>
          <a:xfrm>
            <a:off x="7943760" y="5781600"/>
            <a:ext cx="3677040" cy="9720"/>
          </a:xfrm>
          <a:custGeom>
            <a:avLst/>
            <a:gdLst/>
            <a:ahLst/>
            <a:rect l="0" t="0" r="r" b="b"/>
            <a:pathLst>
              <a:path w="10214" h="27">
                <a:moveTo>
                  <a:pt x="10214" y="27"/>
                </a:moveTo>
                <a:lnTo>
                  <a:pt x="0" y="27"/>
                </a:lnTo>
                <a:lnTo>
                  <a:pt x="0" y="0"/>
                </a:lnTo>
                <a:lnTo>
                  <a:pt x="10214" y="0"/>
                </a:lnTo>
                <a:lnTo>
                  <a:pt x="10214" y="27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9" name=""/>
          <p:cNvSpPr/>
          <p:nvPr/>
        </p:nvSpPr>
        <p:spPr>
          <a:xfrm>
            <a:off x="11610720" y="5790960"/>
            <a:ext cx="10440" cy="480240"/>
          </a:xfrm>
          <a:custGeom>
            <a:avLst/>
            <a:gdLst/>
            <a:ahLst/>
            <a:rect l="0" t="0" r="r" b="b"/>
            <a:pathLst>
              <a:path w="29" h="1334">
                <a:moveTo>
                  <a:pt x="29" y="1218"/>
                </a:moveTo>
                <a:cubicBezTo>
                  <a:pt x="29" y="1253"/>
                  <a:pt x="21" y="1287"/>
                  <a:pt x="8" y="1319"/>
                </a:cubicBezTo>
                <a:cubicBezTo>
                  <a:pt x="6" y="1324"/>
                  <a:pt x="3" y="1329"/>
                  <a:pt x="0" y="1334"/>
                </a:cubicBezTo>
                <a:lnTo>
                  <a:pt x="0" y="0"/>
                </a:lnTo>
                <a:lnTo>
                  <a:pt x="29" y="0"/>
                </a:lnTo>
                <a:lnTo>
                  <a:pt x="29" y="1218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0" name=""/>
          <p:cNvSpPr/>
          <p:nvPr/>
        </p:nvSpPr>
        <p:spPr>
          <a:xfrm>
            <a:off x="630720" y="440280"/>
            <a:ext cx="357840" cy="357480"/>
          </a:xfrm>
          <a:custGeom>
            <a:avLst/>
            <a:gdLst/>
            <a:ahLst/>
            <a:rect l="0" t="0" r="r" b="b"/>
            <a:pathLst>
              <a:path w="994" h="993">
                <a:moveTo>
                  <a:pt x="277" y="752"/>
                </a:moveTo>
                <a:cubicBezTo>
                  <a:pt x="286" y="744"/>
                  <a:pt x="290" y="734"/>
                  <a:pt x="290" y="723"/>
                </a:cubicBezTo>
                <a:cubicBezTo>
                  <a:pt x="290" y="712"/>
                  <a:pt x="286" y="703"/>
                  <a:pt x="277" y="694"/>
                </a:cubicBezTo>
                <a:cubicBezTo>
                  <a:pt x="269" y="686"/>
                  <a:pt x="259" y="682"/>
                  <a:pt x="248" y="682"/>
                </a:cubicBezTo>
                <a:cubicBezTo>
                  <a:pt x="237" y="682"/>
                  <a:pt x="228" y="686"/>
                  <a:pt x="219" y="694"/>
                </a:cubicBezTo>
                <a:cubicBezTo>
                  <a:pt x="211" y="703"/>
                  <a:pt x="207" y="712"/>
                  <a:pt x="207" y="723"/>
                </a:cubicBezTo>
                <a:cubicBezTo>
                  <a:pt x="207" y="734"/>
                  <a:pt x="211" y="744"/>
                  <a:pt x="219" y="752"/>
                </a:cubicBezTo>
                <a:cubicBezTo>
                  <a:pt x="228" y="760"/>
                  <a:pt x="237" y="765"/>
                  <a:pt x="248" y="765"/>
                </a:cubicBezTo>
                <a:cubicBezTo>
                  <a:pt x="259" y="765"/>
                  <a:pt x="269" y="760"/>
                  <a:pt x="277" y="752"/>
                </a:cubicBezTo>
                <a:moveTo>
                  <a:pt x="277" y="526"/>
                </a:moveTo>
                <a:cubicBezTo>
                  <a:pt x="286" y="518"/>
                  <a:pt x="290" y="508"/>
                  <a:pt x="290" y="497"/>
                </a:cubicBezTo>
                <a:cubicBezTo>
                  <a:pt x="290" y="486"/>
                  <a:pt x="286" y="477"/>
                  <a:pt x="277" y="468"/>
                </a:cubicBezTo>
                <a:cubicBezTo>
                  <a:pt x="269" y="460"/>
                  <a:pt x="259" y="456"/>
                  <a:pt x="248" y="456"/>
                </a:cubicBezTo>
                <a:cubicBezTo>
                  <a:pt x="237" y="456"/>
                  <a:pt x="228" y="460"/>
                  <a:pt x="219" y="468"/>
                </a:cubicBezTo>
                <a:cubicBezTo>
                  <a:pt x="211" y="477"/>
                  <a:pt x="207" y="486"/>
                  <a:pt x="207" y="497"/>
                </a:cubicBezTo>
                <a:cubicBezTo>
                  <a:pt x="207" y="508"/>
                  <a:pt x="211" y="518"/>
                  <a:pt x="219" y="526"/>
                </a:cubicBezTo>
                <a:cubicBezTo>
                  <a:pt x="228" y="534"/>
                  <a:pt x="237" y="539"/>
                  <a:pt x="248" y="539"/>
                </a:cubicBezTo>
                <a:cubicBezTo>
                  <a:pt x="259" y="539"/>
                  <a:pt x="269" y="534"/>
                  <a:pt x="277" y="526"/>
                </a:cubicBezTo>
                <a:moveTo>
                  <a:pt x="277" y="300"/>
                </a:moveTo>
                <a:cubicBezTo>
                  <a:pt x="286" y="292"/>
                  <a:pt x="290" y="282"/>
                  <a:pt x="290" y="271"/>
                </a:cubicBezTo>
                <a:cubicBezTo>
                  <a:pt x="290" y="259"/>
                  <a:pt x="286" y="250"/>
                  <a:pt x="277" y="241"/>
                </a:cubicBezTo>
                <a:cubicBezTo>
                  <a:pt x="269" y="233"/>
                  <a:pt x="259" y="229"/>
                  <a:pt x="248" y="229"/>
                </a:cubicBezTo>
                <a:cubicBezTo>
                  <a:pt x="237" y="229"/>
                  <a:pt x="228" y="233"/>
                  <a:pt x="219" y="241"/>
                </a:cubicBezTo>
                <a:cubicBezTo>
                  <a:pt x="211" y="250"/>
                  <a:pt x="207" y="259"/>
                  <a:pt x="207" y="271"/>
                </a:cubicBezTo>
                <a:cubicBezTo>
                  <a:pt x="207" y="282"/>
                  <a:pt x="211" y="292"/>
                  <a:pt x="219" y="300"/>
                </a:cubicBezTo>
                <a:cubicBezTo>
                  <a:pt x="228" y="309"/>
                  <a:pt x="237" y="313"/>
                  <a:pt x="248" y="313"/>
                </a:cubicBezTo>
                <a:cubicBezTo>
                  <a:pt x="259" y="313"/>
                  <a:pt x="269" y="309"/>
                  <a:pt x="277" y="300"/>
                </a:cubicBezTo>
                <a:moveTo>
                  <a:pt x="430" y="765"/>
                </a:moveTo>
                <a:lnTo>
                  <a:pt x="768" y="765"/>
                </a:lnTo>
                <a:lnTo>
                  <a:pt x="768" y="682"/>
                </a:lnTo>
                <a:lnTo>
                  <a:pt x="430" y="682"/>
                </a:lnTo>
                <a:lnTo>
                  <a:pt x="430" y="765"/>
                </a:lnTo>
                <a:moveTo>
                  <a:pt x="430" y="539"/>
                </a:moveTo>
                <a:lnTo>
                  <a:pt x="768" y="539"/>
                </a:lnTo>
                <a:lnTo>
                  <a:pt x="768" y="456"/>
                </a:lnTo>
                <a:lnTo>
                  <a:pt x="430" y="456"/>
                </a:lnTo>
                <a:lnTo>
                  <a:pt x="430" y="539"/>
                </a:lnTo>
                <a:moveTo>
                  <a:pt x="430" y="313"/>
                </a:moveTo>
                <a:lnTo>
                  <a:pt x="768" y="313"/>
                </a:lnTo>
                <a:lnTo>
                  <a:pt x="768" y="229"/>
                </a:lnTo>
                <a:lnTo>
                  <a:pt x="430" y="229"/>
                </a:lnTo>
                <a:lnTo>
                  <a:pt x="430" y="313"/>
                </a:lnTo>
                <a:moveTo>
                  <a:pt x="83" y="993"/>
                </a:moveTo>
                <a:cubicBezTo>
                  <a:pt x="61" y="993"/>
                  <a:pt x="42" y="985"/>
                  <a:pt x="25" y="969"/>
                </a:cubicBezTo>
                <a:cubicBezTo>
                  <a:pt x="9" y="952"/>
                  <a:pt x="0" y="933"/>
                  <a:pt x="0" y="911"/>
                </a:cubicBezTo>
                <a:lnTo>
                  <a:pt x="0" y="83"/>
                </a:lnTo>
                <a:cubicBezTo>
                  <a:pt x="0" y="61"/>
                  <a:pt x="9" y="42"/>
                  <a:pt x="25" y="25"/>
                </a:cubicBezTo>
                <a:cubicBezTo>
                  <a:pt x="42" y="8"/>
                  <a:pt x="61" y="0"/>
                  <a:pt x="83" y="0"/>
                </a:cubicBezTo>
                <a:lnTo>
                  <a:pt x="911" y="0"/>
                </a:lnTo>
                <a:cubicBezTo>
                  <a:pt x="933" y="0"/>
                  <a:pt x="952" y="8"/>
                  <a:pt x="969" y="25"/>
                </a:cubicBezTo>
                <a:cubicBezTo>
                  <a:pt x="985" y="42"/>
                  <a:pt x="994" y="61"/>
                  <a:pt x="994" y="83"/>
                </a:cubicBezTo>
                <a:lnTo>
                  <a:pt x="994" y="911"/>
                </a:lnTo>
                <a:cubicBezTo>
                  <a:pt x="994" y="933"/>
                  <a:pt x="985" y="952"/>
                  <a:pt x="969" y="969"/>
                </a:cubicBezTo>
                <a:cubicBezTo>
                  <a:pt x="952" y="985"/>
                  <a:pt x="933" y="993"/>
                  <a:pt x="911" y="993"/>
                </a:cubicBezTo>
                <a:lnTo>
                  <a:pt x="83" y="993"/>
                </a:lnTo>
                <a:moveTo>
                  <a:pt x="83" y="911"/>
                </a:moveTo>
                <a:lnTo>
                  <a:pt x="911" y="911"/>
                </a:lnTo>
                <a:lnTo>
                  <a:pt x="911" y="83"/>
                </a:lnTo>
                <a:lnTo>
                  <a:pt x="83" y="83"/>
                </a:lnTo>
                <a:lnTo>
                  <a:pt x="83" y="911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1" name=""/>
          <p:cNvSpPr/>
          <p:nvPr/>
        </p:nvSpPr>
        <p:spPr>
          <a:xfrm>
            <a:off x="837360" y="1631880"/>
            <a:ext cx="226440" cy="256680"/>
          </a:xfrm>
          <a:custGeom>
            <a:avLst/>
            <a:gdLst/>
            <a:ahLst/>
            <a:rect l="0" t="0" r="r" b="b"/>
            <a:pathLst>
              <a:path w="629" h="713">
                <a:moveTo>
                  <a:pt x="0" y="713"/>
                </a:moveTo>
                <a:lnTo>
                  <a:pt x="0" y="0"/>
                </a:lnTo>
                <a:lnTo>
                  <a:pt x="359" y="0"/>
                </a:lnTo>
                <a:lnTo>
                  <a:pt x="379" y="90"/>
                </a:lnTo>
                <a:lnTo>
                  <a:pt x="629" y="90"/>
                </a:lnTo>
                <a:lnTo>
                  <a:pt x="629" y="478"/>
                </a:lnTo>
                <a:lnTo>
                  <a:pt x="360" y="478"/>
                </a:lnTo>
                <a:lnTo>
                  <a:pt x="340" y="389"/>
                </a:lnTo>
                <a:lnTo>
                  <a:pt x="62" y="389"/>
                </a:lnTo>
                <a:lnTo>
                  <a:pt x="62" y="713"/>
                </a:lnTo>
                <a:lnTo>
                  <a:pt x="0" y="713"/>
                </a:lnTo>
                <a:moveTo>
                  <a:pt x="413" y="415"/>
                </a:moveTo>
                <a:lnTo>
                  <a:pt x="566" y="415"/>
                </a:lnTo>
                <a:lnTo>
                  <a:pt x="566" y="154"/>
                </a:lnTo>
                <a:lnTo>
                  <a:pt x="325" y="154"/>
                </a:lnTo>
                <a:lnTo>
                  <a:pt x="305" y="63"/>
                </a:lnTo>
                <a:lnTo>
                  <a:pt x="62" y="63"/>
                </a:lnTo>
                <a:lnTo>
                  <a:pt x="62" y="326"/>
                </a:lnTo>
                <a:lnTo>
                  <a:pt x="393" y="326"/>
                </a:lnTo>
                <a:lnTo>
                  <a:pt x="413" y="415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1047600" y="529560"/>
            <a:ext cx="299304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本日のアジェンダ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1123920" y="1761120"/>
            <a:ext cx="816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学習目標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762120" y="2117160"/>
            <a:ext cx="71384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Antigravity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を使いこなし、ハッカソンで圧倒的な開発速度を実現する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2244600" y="277848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時間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4384800" y="277848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内容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8064360" y="277848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詳細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8" name=""/>
          <p:cNvSpPr/>
          <p:nvPr/>
        </p:nvSpPr>
        <p:spPr>
          <a:xfrm>
            <a:off x="4411440" y="3154320"/>
            <a:ext cx="302040" cy="301680"/>
          </a:xfrm>
          <a:custGeom>
            <a:avLst/>
            <a:gdLst/>
            <a:ahLst/>
            <a:rect l="0" t="0" r="r" b="b"/>
            <a:pathLst>
              <a:path w="839" h="838">
                <a:moveTo>
                  <a:pt x="452" y="652"/>
                </a:moveTo>
                <a:cubicBezTo>
                  <a:pt x="444" y="660"/>
                  <a:pt x="434" y="664"/>
                  <a:pt x="423" y="664"/>
                </a:cubicBezTo>
                <a:cubicBezTo>
                  <a:pt x="412" y="664"/>
                  <a:pt x="403" y="660"/>
                  <a:pt x="395" y="652"/>
                </a:cubicBezTo>
                <a:cubicBezTo>
                  <a:pt x="387" y="644"/>
                  <a:pt x="383" y="635"/>
                  <a:pt x="383" y="624"/>
                </a:cubicBezTo>
                <a:cubicBezTo>
                  <a:pt x="383" y="613"/>
                  <a:pt x="387" y="603"/>
                  <a:pt x="395" y="595"/>
                </a:cubicBezTo>
                <a:cubicBezTo>
                  <a:pt x="403" y="588"/>
                  <a:pt x="412" y="584"/>
                  <a:pt x="423" y="584"/>
                </a:cubicBezTo>
                <a:cubicBezTo>
                  <a:pt x="434" y="584"/>
                  <a:pt x="444" y="588"/>
                  <a:pt x="452" y="595"/>
                </a:cubicBezTo>
                <a:cubicBezTo>
                  <a:pt x="459" y="603"/>
                  <a:pt x="463" y="613"/>
                  <a:pt x="463" y="624"/>
                </a:cubicBezTo>
                <a:cubicBezTo>
                  <a:pt x="463" y="635"/>
                  <a:pt x="459" y="644"/>
                  <a:pt x="452" y="652"/>
                </a:cubicBezTo>
                <a:moveTo>
                  <a:pt x="387" y="511"/>
                </a:moveTo>
                <a:cubicBezTo>
                  <a:pt x="387" y="481"/>
                  <a:pt x="392" y="458"/>
                  <a:pt x="402" y="440"/>
                </a:cubicBezTo>
                <a:cubicBezTo>
                  <a:pt x="412" y="422"/>
                  <a:pt x="427" y="404"/>
                  <a:pt x="448" y="386"/>
                </a:cubicBezTo>
                <a:cubicBezTo>
                  <a:pt x="466" y="371"/>
                  <a:pt x="479" y="357"/>
                  <a:pt x="488" y="344"/>
                </a:cubicBezTo>
                <a:cubicBezTo>
                  <a:pt x="497" y="330"/>
                  <a:pt x="502" y="316"/>
                  <a:pt x="502" y="300"/>
                </a:cubicBezTo>
                <a:cubicBezTo>
                  <a:pt x="502" y="280"/>
                  <a:pt x="494" y="263"/>
                  <a:pt x="480" y="250"/>
                </a:cubicBezTo>
                <a:cubicBezTo>
                  <a:pt x="465" y="237"/>
                  <a:pt x="446" y="231"/>
                  <a:pt x="422" y="231"/>
                </a:cubicBezTo>
                <a:cubicBezTo>
                  <a:pt x="401" y="231"/>
                  <a:pt x="383" y="236"/>
                  <a:pt x="368" y="247"/>
                </a:cubicBezTo>
                <a:cubicBezTo>
                  <a:pt x="352" y="258"/>
                  <a:pt x="341" y="273"/>
                  <a:pt x="333" y="293"/>
                </a:cubicBezTo>
                <a:lnTo>
                  <a:pt x="278" y="272"/>
                </a:lnTo>
                <a:cubicBezTo>
                  <a:pt x="290" y="242"/>
                  <a:pt x="309" y="218"/>
                  <a:pt x="335" y="201"/>
                </a:cubicBezTo>
                <a:cubicBezTo>
                  <a:pt x="361" y="184"/>
                  <a:pt x="391" y="176"/>
                  <a:pt x="425" y="176"/>
                </a:cubicBezTo>
                <a:cubicBezTo>
                  <a:pt x="465" y="176"/>
                  <a:pt x="497" y="187"/>
                  <a:pt x="521" y="209"/>
                </a:cubicBezTo>
                <a:cubicBezTo>
                  <a:pt x="545" y="231"/>
                  <a:pt x="557" y="261"/>
                  <a:pt x="557" y="298"/>
                </a:cubicBezTo>
                <a:cubicBezTo>
                  <a:pt x="557" y="319"/>
                  <a:pt x="553" y="338"/>
                  <a:pt x="544" y="356"/>
                </a:cubicBezTo>
                <a:cubicBezTo>
                  <a:pt x="535" y="373"/>
                  <a:pt x="519" y="391"/>
                  <a:pt x="498" y="409"/>
                </a:cubicBezTo>
                <a:cubicBezTo>
                  <a:pt x="474" y="429"/>
                  <a:pt x="460" y="446"/>
                  <a:pt x="455" y="461"/>
                </a:cubicBezTo>
                <a:cubicBezTo>
                  <a:pt x="451" y="476"/>
                  <a:pt x="448" y="493"/>
                  <a:pt x="448" y="511"/>
                </a:cubicBezTo>
                <a:lnTo>
                  <a:pt x="387" y="511"/>
                </a:lnTo>
                <a:moveTo>
                  <a:pt x="419" y="838"/>
                </a:moveTo>
                <a:cubicBezTo>
                  <a:pt x="362" y="838"/>
                  <a:pt x="308" y="827"/>
                  <a:pt x="257" y="805"/>
                </a:cubicBezTo>
                <a:cubicBezTo>
                  <a:pt x="206" y="783"/>
                  <a:pt x="161" y="753"/>
                  <a:pt x="123" y="715"/>
                </a:cubicBezTo>
                <a:cubicBezTo>
                  <a:pt x="85" y="677"/>
                  <a:pt x="55" y="633"/>
                  <a:pt x="33" y="582"/>
                </a:cubicBezTo>
                <a:cubicBezTo>
                  <a:pt x="11" y="531"/>
                  <a:pt x="0" y="477"/>
                  <a:pt x="0" y="420"/>
                </a:cubicBezTo>
                <a:cubicBezTo>
                  <a:pt x="0" y="362"/>
                  <a:pt x="11" y="307"/>
                  <a:pt x="33" y="256"/>
                </a:cubicBezTo>
                <a:cubicBezTo>
                  <a:pt x="55" y="205"/>
                  <a:pt x="85" y="161"/>
                  <a:pt x="123" y="123"/>
                </a:cubicBezTo>
                <a:cubicBezTo>
                  <a:pt x="161" y="85"/>
                  <a:pt x="206" y="56"/>
                  <a:pt x="257" y="34"/>
                </a:cubicBezTo>
                <a:cubicBezTo>
                  <a:pt x="308" y="11"/>
                  <a:pt x="362" y="0"/>
                  <a:pt x="419" y="0"/>
                </a:cubicBezTo>
                <a:cubicBezTo>
                  <a:pt x="477" y="0"/>
                  <a:pt x="531" y="11"/>
                  <a:pt x="582" y="34"/>
                </a:cubicBezTo>
                <a:cubicBezTo>
                  <a:pt x="633" y="56"/>
                  <a:pt x="678" y="85"/>
                  <a:pt x="715" y="123"/>
                </a:cubicBezTo>
                <a:cubicBezTo>
                  <a:pt x="754" y="161"/>
                  <a:pt x="784" y="205"/>
                  <a:pt x="806" y="256"/>
                </a:cubicBezTo>
                <a:cubicBezTo>
                  <a:pt x="828" y="307"/>
                  <a:pt x="839" y="362"/>
                  <a:pt x="839" y="420"/>
                </a:cubicBezTo>
                <a:cubicBezTo>
                  <a:pt x="839" y="477"/>
                  <a:pt x="828" y="531"/>
                  <a:pt x="806" y="582"/>
                </a:cubicBezTo>
                <a:cubicBezTo>
                  <a:pt x="784" y="633"/>
                  <a:pt x="754" y="677"/>
                  <a:pt x="715" y="715"/>
                </a:cubicBezTo>
                <a:cubicBezTo>
                  <a:pt x="678" y="753"/>
                  <a:pt x="633" y="783"/>
                  <a:pt x="582" y="805"/>
                </a:cubicBezTo>
                <a:cubicBezTo>
                  <a:pt x="531" y="827"/>
                  <a:pt x="477" y="838"/>
                  <a:pt x="419" y="838"/>
                </a:cubicBezTo>
                <a:moveTo>
                  <a:pt x="419" y="776"/>
                </a:moveTo>
                <a:cubicBezTo>
                  <a:pt x="518" y="776"/>
                  <a:pt x="602" y="741"/>
                  <a:pt x="671" y="671"/>
                </a:cubicBezTo>
                <a:cubicBezTo>
                  <a:pt x="742" y="602"/>
                  <a:pt x="776" y="518"/>
                  <a:pt x="776" y="420"/>
                </a:cubicBezTo>
                <a:cubicBezTo>
                  <a:pt x="776" y="320"/>
                  <a:pt x="742" y="236"/>
                  <a:pt x="671" y="167"/>
                </a:cubicBezTo>
                <a:cubicBezTo>
                  <a:pt x="602" y="98"/>
                  <a:pt x="518" y="63"/>
                  <a:pt x="419" y="63"/>
                </a:cubicBezTo>
                <a:cubicBezTo>
                  <a:pt x="321" y="63"/>
                  <a:pt x="237" y="98"/>
                  <a:pt x="167" y="167"/>
                </a:cubicBezTo>
                <a:cubicBezTo>
                  <a:pt x="98" y="236"/>
                  <a:pt x="63" y="320"/>
                  <a:pt x="63" y="420"/>
                </a:cubicBezTo>
                <a:cubicBezTo>
                  <a:pt x="63" y="518"/>
                  <a:pt x="98" y="602"/>
                  <a:pt x="167" y="671"/>
                </a:cubicBezTo>
                <a:cubicBezTo>
                  <a:pt x="237" y="741"/>
                  <a:pt x="321" y="776"/>
                  <a:pt x="419" y="776"/>
                </a:cubicBez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2287440" y="3254040"/>
            <a:ext cx="252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5</a:t>
            </a:r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4746600" y="3339720"/>
            <a:ext cx="700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課題提起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8064360" y="3254040"/>
            <a:ext cx="14547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従来の開発の問題点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2" name=""/>
          <p:cNvSpPr/>
          <p:nvPr/>
        </p:nvSpPr>
        <p:spPr>
          <a:xfrm>
            <a:off x="4411440" y="3697200"/>
            <a:ext cx="302040" cy="302040"/>
          </a:xfrm>
          <a:custGeom>
            <a:avLst/>
            <a:gdLst/>
            <a:ahLst/>
            <a:rect l="0" t="0" r="r" b="b"/>
            <a:pathLst>
              <a:path w="839" h="839">
                <a:moveTo>
                  <a:pt x="256" y="806"/>
                </a:moveTo>
                <a:cubicBezTo>
                  <a:pt x="205" y="784"/>
                  <a:pt x="160" y="754"/>
                  <a:pt x="123" y="716"/>
                </a:cubicBezTo>
                <a:cubicBezTo>
                  <a:pt x="85" y="678"/>
                  <a:pt x="55" y="634"/>
                  <a:pt x="33" y="583"/>
                </a:cubicBezTo>
                <a:cubicBezTo>
                  <a:pt x="11" y="532"/>
                  <a:pt x="0" y="478"/>
                  <a:pt x="0" y="420"/>
                </a:cubicBezTo>
                <a:cubicBezTo>
                  <a:pt x="0" y="362"/>
                  <a:pt x="11" y="307"/>
                  <a:pt x="33" y="256"/>
                </a:cubicBezTo>
                <a:cubicBezTo>
                  <a:pt x="55" y="205"/>
                  <a:pt x="85" y="160"/>
                  <a:pt x="123" y="122"/>
                </a:cubicBezTo>
                <a:cubicBezTo>
                  <a:pt x="160" y="85"/>
                  <a:pt x="205" y="55"/>
                  <a:pt x="256" y="33"/>
                </a:cubicBezTo>
                <a:cubicBezTo>
                  <a:pt x="307" y="11"/>
                  <a:pt x="361" y="0"/>
                  <a:pt x="419" y="0"/>
                </a:cubicBezTo>
                <a:cubicBezTo>
                  <a:pt x="477" y="0"/>
                  <a:pt x="531" y="11"/>
                  <a:pt x="582" y="33"/>
                </a:cubicBezTo>
                <a:cubicBezTo>
                  <a:pt x="633" y="55"/>
                  <a:pt x="678" y="85"/>
                  <a:pt x="715" y="122"/>
                </a:cubicBezTo>
                <a:cubicBezTo>
                  <a:pt x="754" y="160"/>
                  <a:pt x="784" y="205"/>
                  <a:pt x="806" y="256"/>
                </a:cubicBezTo>
                <a:cubicBezTo>
                  <a:pt x="828" y="307"/>
                  <a:pt x="839" y="362"/>
                  <a:pt x="839" y="420"/>
                </a:cubicBezTo>
                <a:cubicBezTo>
                  <a:pt x="839" y="478"/>
                  <a:pt x="828" y="532"/>
                  <a:pt x="806" y="583"/>
                </a:cubicBezTo>
                <a:cubicBezTo>
                  <a:pt x="784" y="634"/>
                  <a:pt x="754" y="678"/>
                  <a:pt x="715" y="716"/>
                </a:cubicBezTo>
                <a:cubicBezTo>
                  <a:pt x="678" y="754"/>
                  <a:pt x="633" y="784"/>
                  <a:pt x="582" y="806"/>
                </a:cubicBezTo>
                <a:cubicBezTo>
                  <a:pt x="531" y="828"/>
                  <a:pt x="477" y="839"/>
                  <a:pt x="419" y="839"/>
                </a:cubicBezTo>
                <a:cubicBezTo>
                  <a:pt x="361" y="839"/>
                  <a:pt x="307" y="828"/>
                  <a:pt x="256" y="806"/>
                </a:cubicBezTo>
                <a:moveTo>
                  <a:pt x="671" y="672"/>
                </a:moveTo>
                <a:cubicBezTo>
                  <a:pt x="742" y="603"/>
                  <a:pt x="776" y="519"/>
                  <a:pt x="776" y="420"/>
                </a:cubicBezTo>
                <a:cubicBezTo>
                  <a:pt x="776" y="321"/>
                  <a:pt x="742" y="236"/>
                  <a:pt x="671" y="166"/>
                </a:cubicBezTo>
                <a:cubicBezTo>
                  <a:pt x="602" y="97"/>
                  <a:pt x="518" y="63"/>
                  <a:pt x="419" y="63"/>
                </a:cubicBezTo>
                <a:cubicBezTo>
                  <a:pt x="320" y="63"/>
                  <a:pt x="236" y="97"/>
                  <a:pt x="167" y="166"/>
                </a:cubicBezTo>
                <a:cubicBezTo>
                  <a:pt x="98" y="236"/>
                  <a:pt x="63" y="321"/>
                  <a:pt x="63" y="420"/>
                </a:cubicBezTo>
                <a:cubicBezTo>
                  <a:pt x="63" y="519"/>
                  <a:pt x="98" y="603"/>
                  <a:pt x="167" y="672"/>
                </a:cubicBezTo>
                <a:cubicBezTo>
                  <a:pt x="236" y="741"/>
                  <a:pt x="320" y="776"/>
                  <a:pt x="419" y="776"/>
                </a:cubicBezTo>
                <a:cubicBezTo>
                  <a:pt x="518" y="776"/>
                  <a:pt x="602" y="741"/>
                  <a:pt x="671" y="672"/>
                </a:cubicBezTo>
                <a:moveTo>
                  <a:pt x="241" y="598"/>
                </a:moveTo>
                <a:cubicBezTo>
                  <a:pt x="192" y="549"/>
                  <a:pt x="168" y="489"/>
                  <a:pt x="168" y="420"/>
                </a:cubicBezTo>
                <a:cubicBezTo>
                  <a:pt x="168" y="350"/>
                  <a:pt x="192" y="290"/>
                  <a:pt x="241" y="242"/>
                </a:cubicBezTo>
                <a:cubicBezTo>
                  <a:pt x="290" y="192"/>
                  <a:pt x="349" y="167"/>
                  <a:pt x="419" y="167"/>
                </a:cubicBezTo>
                <a:cubicBezTo>
                  <a:pt x="489" y="167"/>
                  <a:pt x="548" y="192"/>
                  <a:pt x="597" y="242"/>
                </a:cubicBezTo>
                <a:cubicBezTo>
                  <a:pt x="646" y="290"/>
                  <a:pt x="670" y="350"/>
                  <a:pt x="670" y="420"/>
                </a:cubicBezTo>
                <a:cubicBezTo>
                  <a:pt x="670" y="489"/>
                  <a:pt x="646" y="549"/>
                  <a:pt x="597" y="598"/>
                </a:cubicBezTo>
                <a:cubicBezTo>
                  <a:pt x="548" y="647"/>
                  <a:pt x="489" y="671"/>
                  <a:pt x="419" y="671"/>
                </a:cubicBezTo>
                <a:cubicBezTo>
                  <a:pt x="349" y="671"/>
                  <a:pt x="290" y="647"/>
                  <a:pt x="241" y="598"/>
                </a:cubicBezTo>
                <a:moveTo>
                  <a:pt x="553" y="553"/>
                </a:moveTo>
                <a:cubicBezTo>
                  <a:pt x="589" y="517"/>
                  <a:pt x="608" y="472"/>
                  <a:pt x="608" y="420"/>
                </a:cubicBezTo>
                <a:cubicBezTo>
                  <a:pt x="608" y="367"/>
                  <a:pt x="589" y="323"/>
                  <a:pt x="553" y="286"/>
                </a:cubicBezTo>
                <a:cubicBezTo>
                  <a:pt x="516" y="249"/>
                  <a:pt x="471" y="231"/>
                  <a:pt x="419" y="231"/>
                </a:cubicBezTo>
                <a:cubicBezTo>
                  <a:pt x="367" y="231"/>
                  <a:pt x="322" y="249"/>
                  <a:pt x="286" y="286"/>
                </a:cubicBezTo>
                <a:cubicBezTo>
                  <a:pt x="249" y="323"/>
                  <a:pt x="231" y="367"/>
                  <a:pt x="231" y="420"/>
                </a:cubicBezTo>
                <a:cubicBezTo>
                  <a:pt x="231" y="472"/>
                  <a:pt x="249" y="517"/>
                  <a:pt x="286" y="553"/>
                </a:cubicBezTo>
                <a:cubicBezTo>
                  <a:pt x="322" y="590"/>
                  <a:pt x="367" y="608"/>
                  <a:pt x="419" y="608"/>
                </a:cubicBezTo>
                <a:cubicBezTo>
                  <a:pt x="471" y="608"/>
                  <a:pt x="516" y="590"/>
                  <a:pt x="553" y="553"/>
                </a:cubicBezTo>
                <a:moveTo>
                  <a:pt x="360" y="479"/>
                </a:moveTo>
                <a:cubicBezTo>
                  <a:pt x="343" y="462"/>
                  <a:pt x="335" y="443"/>
                  <a:pt x="335" y="420"/>
                </a:cubicBezTo>
                <a:cubicBezTo>
                  <a:pt x="335" y="397"/>
                  <a:pt x="343" y="377"/>
                  <a:pt x="360" y="360"/>
                </a:cubicBezTo>
                <a:cubicBezTo>
                  <a:pt x="376" y="344"/>
                  <a:pt x="396" y="336"/>
                  <a:pt x="419" y="336"/>
                </a:cubicBezTo>
                <a:cubicBezTo>
                  <a:pt x="442" y="336"/>
                  <a:pt x="462" y="344"/>
                  <a:pt x="478" y="360"/>
                </a:cubicBezTo>
                <a:cubicBezTo>
                  <a:pt x="495" y="377"/>
                  <a:pt x="503" y="397"/>
                  <a:pt x="503" y="420"/>
                </a:cubicBezTo>
                <a:cubicBezTo>
                  <a:pt x="503" y="443"/>
                  <a:pt x="495" y="462"/>
                  <a:pt x="478" y="479"/>
                </a:cubicBezTo>
                <a:cubicBezTo>
                  <a:pt x="462" y="495"/>
                  <a:pt x="442" y="503"/>
                  <a:pt x="419" y="503"/>
                </a:cubicBezTo>
                <a:cubicBezTo>
                  <a:pt x="396" y="503"/>
                  <a:pt x="376" y="495"/>
                  <a:pt x="360" y="479"/>
                </a:cubicBez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2239560" y="3796920"/>
            <a:ext cx="342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10</a:t>
            </a:r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4746600" y="3882600"/>
            <a:ext cx="1122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Antigravity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とは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8064360" y="3796920"/>
            <a:ext cx="1293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基本概念と革新性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6" name=""/>
          <p:cNvSpPr/>
          <p:nvPr/>
        </p:nvSpPr>
        <p:spPr>
          <a:xfrm>
            <a:off x="4426920" y="4255200"/>
            <a:ext cx="272880" cy="272880"/>
          </a:xfrm>
          <a:custGeom>
            <a:avLst/>
            <a:gdLst/>
            <a:ahLst/>
            <a:rect l="0" t="0" r="r" b="b"/>
            <a:pathLst>
              <a:path w="758" h="758">
                <a:moveTo>
                  <a:pt x="613" y="746"/>
                </a:moveTo>
                <a:lnTo>
                  <a:pt x="342" y="473"/>
                </a:lnTo>
                <a:cubicBezTo>
                  <a:pt x="326" y="479"/>
                  <a:pt x="310" y="483"/>
                  <a:pt x="294" y="487"/>
                </a:cubicBezTo>
                <a:cubicBezTo>
                  <a:pt x="278" y="490"/>
                  <a:pt x="262" y="492"/>
                  <a:pt x="245" y="492"/>
                </a:cubicBezTo>
                <a:cubicBezTo>
                  <a:pt x="176" y="492"/>
                  <a:pt x="119" y="468"/>
                  <a:pt x="71" y="421"/>
                </a:cubicBezTo>
                <a:cubicBezTo>
                  <a:pt x="24" y="374"/>
                  <a:pt x="0" y="317"/>
                  <a:pt x="0" y="249"/>
                </a:cubicBezTo>
                <a:cubicBezTo>
                  <a:pt x="0" y="227"/>
                  <a:pt x="3" y="206"/>
                  <a:pt x="9" y="186"/>
                </a:cubicBezTo>
                <a:cubicBezTo>
                  <a:pt x="14" y="165"/>
                  <a:pt x="22" y="146"/>
                  <a:pt x="33" y="128"/>
                </a:cubicBezTo>
                <a:lnTo>
                  <a:pt x="184" y="279"/>
                </a:lnTo>
                <a:lnTo>
                  <a:pt x="282" y="189"/>
                </a:lnTo>
                <a:lnTo>
                  <a:pt x="125" y="33"/>
                </a:lnTo>
                <a:cubicBezTo>
                  <a:pt x="143" y="23"/>
                  <a:pt x="162" y="14"/>
                  <a:pt x="182" y="9"/>
                </a:cubicBezTo>
                <a:cubicBezTo>
                  <a:pt x="204" y="3"/>
                  <a:pt x="224" y="0"/>
                  <a:pt x="245" y="0"/>
                </a:cubicBezTo>
                <a:cubicBezTo>
                  <a:pt x="314" y="0"/>
                  <a:pt x="373" y="24"/>
                  <a:pt x="422" y="72"/>
                </a:cubicBezTo>
                <a:cubicBezTo>
                  <a:pt x="470" y="121"/>
                  <a:pt x="494" y="180"/>
                  <a:pt x="494" y="249"/>
                </a:cubicBezTo>
                <a:cubicBezTo>
                  <a:pt x="494" y="266"/>
                  <a:pt x="493" y="282"/>
                  <a:pt x="489" y="298"/>
                </a:cubicBezTo>
                <a:cubicBezTo>
                  <a:pt x="486" y="314"/>
                  <a:pt x="481" y="330"/>
                  <a:pt x="475" y="346"/>
                </a:cubicBezTo>
                <a:lnTo>
                  <a:pt x="747" y="617"/>
                </a:lnTo>
                <a:cubicBezTo>
                  <a:pt x="754" y="624"/>
                  <a:pt x="758" y="634"/>
                  <a:pt x="758" y="644"/>
                </a:cubicBezTo>
                <a:cubicBezTo>
                  <a:pt x="758" y="655"/>
                  <a:pt x="754" y="664"/>
                  <a:pt x="747" y="673"/>
                </a:cubicBezTo>
                <a:lnTo>
                  <a:pt x="667" y="746"/>
                </a:lnTo>
                <a:cubicBezTo>
                  <a:pt x="660" y="754"/>
                  <a:pt x="651" y="758"/>
                  <a:pt x="640" y="758"/>
                </a:cubicBezTo>
                <a:cubicBezTo>
                  <a:pt x="629" y="758"/>
                  <a:pt x="620" y="754"/>
                  <a:pt x="613" y="746"/>
                </a:cubicBezTo>
                <a:moveTo>
                  <a:pt x="642" y="687"/>
                </a:moveTo>
                <a:lnTo>
                  <a:pt x="684" y="644"/>
                </a:lnTo>
                <a:lnTo>
                  <a:pt x="398" y="358"/>
                </a:lnTo>
                <a:cubicBezTo>
                  <a:pt x="409" y="343"/>
                  <a:pt x="418" y="326"/>
                  <a:pt x="423" y="306"/>
                </a:cubicBezTo>
                <a:cubicBezTo>
                  <a:pt x="429" y="286"/>
                  <a:pt x="432" y="267"/>
                  <a:pt x="432" y="249"/>
                </a:cubicBezTo>
                <a:cubicBezTo>
                  <a:pt x="432" y="197"/>
                  <a:pt x="412" y="152"/>
                  <a:pt x="373" y="116"/>
                </a:cubicBezTo>
                <a:cubicBezTo>
                  <a:pt x="335" y="80"/>
                  <a:pt x="290" y="61"/>
                  <a:pt x="241" y="61"/>
                </a:cubicBezTo>
                <a:lnTo>
                  <a:pt x="348" y="169"/>
                </a:lnTo>
                <a:cubicBezTo>
                  <a:pt x="354" y="176"/>
                  <a:pt x="357" y="183"/>
                  <a:pt x="357" y="192"/>
                </a:cubicBezTo>
                <a:cubicBezTo>
                  <a:pt x="356" y="201"/>
                  <a:pt x="353" y="208"/>
                  <a:pt x="347" y="214"/>
                </a:cubicBezTo>
                <a:lnTo>
                  <a:pt x="207" y="345"/>
                </a:lnTo>
                <a:cubicBezTo>
                  <a:pt x="201" y="351"/>
                  <a:pt x="192" y="354"/>
                  <a:pt x="184" y="354"/>
                </a:cubicBezTo>
                <a:cubicBezTo>
                  <a:pt x="175" y="354"/>
                  <a:pt x="168" y="351"/>
                  <a:pt x="162" y="345"/>
                </a:cubicBezTo>
                <a:lnTo>
                  <a:pt x="60" y="244"/>
                </a:lnTo>
                <a:cubicBezTo>
                  <a:pt x="62" y="298"/>
                  <a:pt x="81" y="342"/>
                  <a:pt x="117" y="377"/>
                </a:cubicBezTo>
                <a:cubicBezTo>
                  <a:pt x="153" y="412"/>
                  <a:pt x="196" y="429"/>
                  <a:pt x="245" y="429"/>
                </a:cubicBezTo>
                <a:cubicBezTo>
                  <a:pt x="263" y="429"/>
                  <a:pt x="281" y="426"/>
                  <a:pt x="301" y="421"/>
                </a:cubicBezTo>
                <a:cubicBezTo>
                  <a:pt x="320" y="415"/>
                  <a:pt x="337" y="407"/>
                  <a:pt x="352" y="396"/>
                </a:cubicBezTo>
                <a:lnTo>
                  <a:pt x="642" y="687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2239560" y="4349160"/>
            <a:ext cx="342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15</a:t>
            </a:r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4746600" y="4425480"/>
            <a:ext cx="700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技術詳細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8064360" y="4349160"/>
            <a:ext cx="1868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Architecture / MCP / Skills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0" name=""/>
          <p:cNvSpPr/>
          <p:nvPr/>
        </p:nvSpPr>
        <p:spPr>
          <a:xfrm>
            <a:off x="4409640" y="4783680"/>
            <a:ext cx="304920" cy="302400"/>
          </a:xfrm>
          <a:custGeom>
            <a:avLst/>
            <a:gdLst/>
            <a:ahLst/>
            <a:rect l="0" t="0" r="r" b="b"/>
            <a:pathLst>
              <a:path w="847" h="840">
                <a:moveTo>
                  <a:pt x="118" y="344"/>
                </a:moveTo>
                <a:lnTo>
                  <a:pt x="229" y="391"/>
                </a:lnTo>
                <a:cubicBezTo>
                  <a:pt x="242" y="366"/>
                  <a:pt x="255" y="341"/>
                  <a:pt x="270" y="316"/>
                </a:cubicBezTo>
                <a:cubicBezTo>
                  <a:pt x="284" y="292"/>
                  <a:pt x="299" y="268"/>
                  <a:pt x="315" y="246"/>
                </a:cubicBezTo>
                <a:lnTo>
                  <a:pt x="232" y="229"/>
                </a:lnTo>
                <a:lnTo>
                  <a:pt x="118" y="344"/>
                </a:lnTo>
                <a:moveTo>
                  <a:pt x="279" y="428"/>
                </a:moveTo>
                <a:lnTo>
                  <a:pt x="419" y="569"/>
                </a:lnTo>
                <a:cubicBezTo>
                  <a:pt x="459" y="551"/>
                  <a:pt x="496" y="529"/>
                  <a:pt x="531" y="506"/>
                </a:cubicBezTo>
                <a:cubicBezTo>
                  <a:pt x="566" y="483"/>
                  <a:pt x="594" y="461"/>
                  <a:pt x="616" y="439"/>
                </a:cubicBezTo>
                <a:cubicBezTo>
                  <a:pt x="672" y="382"/>
                  <a:pt x="714" y="324"/>
                  <a:pt x="740" y="265"/>
                </a:cubicBezTo>
                <a:cubicBezTo>
                  <a:pt x="767" y="206"/>
                  <a:pt x="781" y="139"/>
                  <a:pt x="783" y="64"/>
                </a:cubicBezTo>
                <a:cubicBezTo>
                  <a:pt x="709" y="66"/>
                  <a:pt x="641" y="80"/>
                  <a:pt x="582" y="107"/>
                </a:cubicBezTo>
                <a:cubicBezTo>
                  <a:pt x="523" y="133"/>
                  <a:pt x="465" y="175"/>
                  <a:pt x="408" y="231"/>
                </a:cubicBezTo>
                <a:cubicBezTo>
                  <a:pt x="387" y="253"/>
                  <a:pt x="364" y="281"/>
                  <a:pt x="341" y="316"/>
                </a:cubicBezTo>
                <a:cubicBezTo>
                  <a:pt x="318" y="351"/>
                  <a:pt x="298" y="389"/>
                  <a:pt x="279" y="428"/>
                </a:cubicBezTo>
                <a:moveTo>
                  <a:pt x="498" y="276"/>
                </a:moveTo>
                <a:cubicBezTo>
                  <a:pt x="498" y="255"/>
                  <a:pt x="505" y="238"/>
                  <a:pt x="519" y="224"/>
                </a:cubicBezTo>
                <a:cubicBezTo>
                  <a:pt x="533" y="210"/>
                  <a:pt x="551" y="203"/>
                  <a:pt x="571" y="203"/>
                </a:cubicBezTo>
                <a:cubicBezTo>
                  <a:pt x="592" y="203"/>
                  <a:pt x="609" y="210"/>
                  <a:pt x="623" y="224"/>
                </a:cubicBezTo>
                <a:cubicBezTo>
                  <a:pt x="637" y="238"/>
                  <a:pt x="644" y="255"/>
                  <a:pt x="644" y="276"/>
                </a:cubicBezTo>
                <a:cubicBezTo>
                  <a:pt x="644" y="297"/>
                  <a:pt x="637" y="314"/>
                  <a:pt x="623" y="328"/>
                </a:cubicBezTo>
                <a:cubicBezTo>
                  <a:pt x="609" y="342"/>
                  <a:pt x="592" y="349"/>
                  <a:pt x="571" y="349"/>
                </a:cubicBezTo>
                <a:cubicBezTo>
                  <a:pt x="551" y="349"/>
                  <a:pt x="533" y="342"/>
                  <a:pt x="519" y="328"/>
                </a:cubicBezTo>
                <a:cubicBezTo>
                  <a:pt x="505" y="314"/>
                  <a:pt x="498" y="297"/>
                  <a:pt x="498" y="276"/>
                </a:cubicBezTo>
                <a:moveTo>
                  <a:pt x="504" y="730"/>
                </a:moveTo>
                <a:lnTo>
                  <a:pt x="618" y="616"/>
                </a:lnTo>
                <a:lnTo>
                  <a:pt x="601" y="532"/>
                </a:lnTo>
                <a:cubicBezTo>
                  <a:pt x="579" y="549"/>
                  <a:pt x="555" y="564"/>
                  <a:pt x="531" y="579"/>
                </a:cubicBezTo>
                <a:cubicBezTo>
                  <a:pt x="506" y="593"/>
                  <a:pt x="482" y="606"/>
                  <a:pt x="456" y="619"/>
                </a:cubicBezTo>
                <a:lnTo>
                  <a:pt x="504" y="730"/>
                </a:lnTo>
                <a:moveTo>
                  <a:pt x="845" y="2"/>
                </a:moveTo>
                <a:cubicBezTo>
                  <a:pt x="852" y="97"/>
                  <a:pt x="839" y="184"/>
                  <a:pt x="809" y="262"/>
                </a:cubicBezTo>
                <a:cubicBezTo>
                  <a:pt x="779" y="340"/>
                  <a:pt x="730" y="414"/>
                  <a:pt x="661" y="483"/>
                </a:cubicBezTo>
                <a:lnTo>
                  <a:pt x="659" y="485"/>
                </a:lnTo>
                <a:lnTo>
                  <a:pt x="656" y="487"/>
                </a:lnTo>
                <a:lnTo>
                  <a:pt x="680" y="603"/>
                </a:lnTo>
                <a:cubicBezTo>
                  <a:pt x="682" y="614"/>
                  <a:pt x="681" y="624"/>
                  <a:pt x="678" y="634"/>
                </a:cubicBezTo>
                <a:cubicBezTo>
                  <a:pt x="675" y="643"/>
                  <a:pt x="669" y="652"/>
                  <a:pt x="662" y="660"/>
                </a:cubicBezTo>
                <a:lnTo>
                  <a:pt x="483" y="840"/>
                </a:lnTo>
                <a:lnTo>
                  <a:pt x="394" y="633"/>
                </a:lnTo>
                <a:lnTo>
                  <a:pt x="216" y="454"/>
                </a:lnTo>
                <a:lnTo>
                  <a:pt x="8" y="365"/>
                </a:lnTo>
                <a:lnTo>
                  <a:pt x="188" y="185"/>
                </a:lnTo>
                <a:cubicBezTo>
                  <a:pt x="196" y="178"/>
                  <a:pt x="205" y="172"/>
                  <a:pt x="215" y="169"/>
                </a:cubicBezTo>
                <a:cubicBezTo>
                  <a:pt x="224" y="166"/>
                  <a:pt x="234" y="166"/>
                  <a:pt x="245" y="168"/>
                </a:cubicBezTo>
                <a:lnTo>
                  <a:pt x="360" y="191"/>
                </a:lnTo>
                <a:cubicBezTo>
                  <a:pt x="361" y="190"/>
                  <a:pt x="362" y="189"/>
                  <a:pt x="362" y="189"/>
                </a:cubicBezTo>
                <a:cubicBezTo>
                  <a:pt x="363" y="189"/>
                  <a:pt x="364" y="188"/>
                  <a:pt x="364" y="188"/>
                </a:cubicBezTo>
                <a:cubicBezTo>
                  <a:pt x="433" y="118"/>
                  <a:pt x="507" y="69"/>
                  <a:pt x="585" y="38"/>
                </a:cubicBezTo>
                <a:cubicBezTo>
                  <a:pt x="663" y="8"/>
                  <a:pt x="750" y="-4"/>
                  <a:pt x="845" y="2"/>
                </a:cubicBezTo>
                <a:moveTo>
                  <a:pt x="78" y="581"/>
                </a:moveTo>
                <a:cubicBezTo>
                  <a:pt x="103" y="557"/>
                  <a:pt x="133" y="544"/>
                  <a:pt x="168" y="544"/>
                </a:cubicBezTo>
                <a:cubicBezTo>
                  <a:pt x="203" y="544"/>
                  <a:pt x="233" y="556"/>
                  <a:pt x="257" y="580"/>
                </a:cubicBezTo>
                <a:cubicBezTo>
                  <a:pt x="282" y="605"/>
                  <a:pt x="294" y="634"/>
                  <a:pt x="294" y="670"/>
                </a:cubicBezTo>
                <a:cubicBezTo>
                  <a:pt x="293" y="705"/>
                  <a:pt x="281" y="735"/>
                  <a:pt x="256" y="759"/>
                </a:cubicBezTo>
                <a:cubicBezTo>
                  <a:pt x="238" y="777"/>
                  <a:pt x="210" y="792"/>
                  <a:pt x="172" y="804"/>
                </a:cubicBezTo>
                <a:cubicBezTo>
                  <a:pt x="134" y="816"/>
                  <a:pt x="77" y="827"/>
                  <a:pt x="0" y="838"/>
                </a:cubicBezTo>
                <a:cubicBezTo>
                  <a:pt x="11" y="762"/>
                  <a:pt x="22" y="704"/>
                  <a:pt x="34" y="666"/>
                </a:cubicBezTo>
                <a:cubicBezTo>
                  <a:pt x="45" y="628"/>
                  <a:pt x="60" y="599"/>
                  <a:pt x="78" y="581"/>
                </a:cubicBezTo>
                <a:moveTo>
                  <a:pt x="122" y="626"/>
                </a:moveTo>
                <a:cubicBezTo>
                  <a:pt x="113" y="637"/>
                  <a:pt x="104" y="653"/>
                  <a:pt x="96" y="676"/>
                </a:cubicBezTo>
                <a:cubicBezTo>
                  <a:pt x="89" y="698"/>
                  <a:pt x="82" y="726"/>
                  <a:pt x="76" y="761"/>
                </a:cubicBezTo>
                <a:cubicBezTo>
                  <a:pt x="111" y="756"/>
                  <a:pt x="140" y="749"/>
                  <a:pt x="162" y="741"/>
                </a:cubicBezTo>
                <a:cubicBezTo>
                  <a:pt x="185" y="734"/>
                  <a:pt x="201" y="725"/>
                  <a:pt x="211" y="715"/>
                </a:cubicBezTo>
                <a:cubicBezTo>
                  <a:pt x="225" y="703"/>
                  <a:pt x="231" y="689"/>
                  <a:pt x="232" y="671"/>
                </a:cubicBezTo>
                <a:cubicBezTo>
                  <a:pt x="232" y="653"/>
                  <a:pt x="226" y="637"/>
                  <a:pt x="213" y="624"/>
                </a:cubicBezTo>
                <a:cubicBezTo>
                  <a:pt x="200" y="612"/>
                  <a:pt x="185" y="606"/>
                  <a:pt x="167" y="606"/>
                </a:cubicBezTo>
                <a:cubicBezTo>
                  <a:pt x="149" y="606"/>
                  <a:pt x="134" y="613"/>
                  <a:pt x="122" y="626"/>
                </a:cubicBez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2239560" y="4892040"/>
            <a:ext cx="342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20</a:t>
            </a:r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4746600" y="4968360"/>
            <a:ext cx="925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Vibe Coding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8064360" y="4892040"/>
            <a:ext cx="646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実践デモ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4" name=""/>
          <p:cNvSpPr/>
          <p:nvPr/>
        </p:nvSpPr>
        <p:spPr>
          <a:xfrm>
            <a:off x="4396320" y="5310360"/>
            <a:ext cx="331920" cy="332640"/>
          </a:xfrm>
          <a:custGeom>
            <a:avLst/>
            <a:gdLst/>
            <a:ahLst/>
            <a:rect l="0" t="0" r="r" b="b"/>
            <a:pathLst>
              <a:path w="922" h="924">
                <a:moveTo>
                  <a:pt x="768" y="300"/>
                </a:moveTo>
                <a:lnTo>
                  <a:pt x="723" y="195"/>
                </a:lnTo>
                <a:lnTo>
                  <a:pt x="614" y="147"/>
                </a:lnTo>
                <a:lnTo>
                  <a:pt x="723" y="100"/>
                </a:lnTo>
                <a:lnTo>
                  <a:pt x="768" y="0"/>
                </a:lnTo>
                <a:lnTo>
                  <a:pt x="813" y="100"/>
                </a:lnTo>
                <a:lnTo>
                  <a:pt x="922" y="147"/>
                </a:lnTo>
                <a:lnTo>
                  <a:pt x="813" y="195"/>
                </a:lnTo>
                <a:lnTo>
                  <a:pt x="768" y="300"/>
                </a:lnTo>
                <a:moveTo>
                  <a:pt x="768" y="924"/>
                </a:moveTo>
                <a:lnTo>
                  <a:pt x="723" y="823"/>
                </a:lnTo>
                <a:lnTo>
                  <a:pt x="614" y="776"/>
                </a:lnTo>
                <a:lnTo>
                  <a:pt x="723" y="729"/>
                </a:lnTo>
                <a:lnTo>
                  <a:pt x="768" y="623"/>
                </a:lnTo>
                <a:lnTo>
                  <a:pt x="813" y="729"/>
                </a:lnTo>
                <a:lnTo>
                  <a:pt x="922" y="776"/>
                </a:lnTo>
                <a:lnTo>
                  <a:pt x="813" y="823"/>
                </a:lnTo>
                <a:lnTo>
                  <a:pt x="768" y="924"/>
                </a:lnTo>
                <a:moveTo>
                  <a:pt x="308" y="763"/>
                </a:moveTo>
                <a:lnTo>
                  <a:pt x="212" y="556"/>
                </a:lnTo>
                <a:lnTo>
                  <a:pt x="0" y="461"/>
                </a:lnTo>
                <a:lnTo>
                  <a:pt x="212" y="367"/>
                </a:lnTo>
                <a:lnTo>
                  <a:pt x="308" y="161"/>
                </a:lnTo>
                <a:lnTo>
                  <a:pt x="405" y="367"/>
                </a:lnTo>
                <a:lnTo>
                  <a:pt x="615" y="461"/>
                </a:lnTo>
                <a:lnTo>
                  <a:pt x="405" y="556"/>
                </a:lnTo>
                <a:lnTo>
                  <a:pt x="308" y="763"/>
                </a:lnTo>
                <a:moveTo>
                  <a:pt x="308" y="608"/>
                </a:moveTo>
                <a:lnTo>
                  <a:pt x="358" y="507"/>
                </a:lnTo>
                <a:lnTo>
                  <a:pt x="461" y="461"/>
                </a:lnTo>
                <a:lnTo>
                  <a:pt x="358" y="416"/>
                </a:lnTo>
                <a:lnTo>
                  <a:pt x="308" y="315"/>
                </a:lnTo>
                <a:lnTo>
                  <a:pt x="259" y="416"/>
                </a:lnTo>
                <a:lnTo>
                  <a:pt x="154" y="461"/>
                </a:lnTo>
                <a:lnTo>
                  <a:pt x="259" y="507"/>
                </a:lnTo>
                <a:lnTo>
                  <a:pt x="308" y="608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2287440" y="5435280"/>
            <a:ext cx="252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5</a:t>
            </a:r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4746600" y="5511240"/>
            <a:ext cx="5392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まとめ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8064360" y="5435280"/>
            <a:ext cx="9698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次のステップ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8" name=""/>
          <p:cNvSpPr/>
          <p:nvPr/>
        </p:nvSpPr>
        <p:spPr>
          <a:xfrm>
            <a:off x="4411440" y="5878440"/>
            <a:ext cx="302040" cy="301680"/>
          </a:xfrm>
          <a:custGeom>
            <a:avLst/>
            <a:gdLst/>
            <a:ahLst/>
            <a:rect l="0" t="0" r="r" b="b"/>
            <a:pathLst>
              <a:path w="839" h="838">
                <a:moveTo>
                  <a:pt x="839" y="838"/>
                </a:moveTo>
                <a:lnTo>
                  <a:pt x="671" y="670"/>
                </a:lnTo>
                <a:lnTo>
                  <a:pt x="231" y="670"/>
                </a:lnTo>
                <a:cubicBezTo>
                  <a:pt x="213" y="670"/>
                  <a:pt x="198" y="664"/>
                  <a:pt x="186" y="652"/>
                </a:cubicBezTo>
                <a:cubicBezTo>
                  <a:pt x="174" y="639"/>
                  <a:pt x="168" y="624"/>
                  <a:pt x="168" y="607"/>
                </a:cubicBezTo>
                <a:lnTo>
                  <a:pt x="168" y="523"/>
                </a:lnTo>
                <a:lnTo>
                  <a:pt x="629" y="523"/>
                </a:lnTo>
                <a:cubicBezTo>
                  <a:pt x="646" y="523"/>
                  <a:pt x="661" y="517"/>
                  <a:pt x="673" y="505"/>
                </a:cubicBezTo>
                <a:cubicBezTo>
                  <a:pt x="685" y="493"/>
                  <a:pt x="691" y="478"/>
                  <a:pt x="691" y="461"/>
                </a:cubicBezTo>
                <a:lnTo>
                  <a:pt x="691" y="167"/>
                </a:lnTo>
                <a:lnTo>
                  <a:pt x="776" y="167"/>
                </a:lnTo>
                <a:cubicBezTo>
                  <a:pt x="793" y="167"/>
                  <a:pt x="808" y="173"/>
                  <a:pt x="821" y="186"/>
                </a:cubicBezTo>
                <a:cubicBezTo>
                  <a:pt x="833" y="198"/>
                  <a:pt x="839" y="213"/>
                  <a:pt x="839" y="230"/>
                </a:cubicBezTo>
                <a:lnTo>
                  <a:pt x="839" y="838"/>
                </a:lnTo>
                <a:moveTo>
                  <a:pt x="63" y="476"/>
                </a:moveTo>
                <a:lnTo>
                  <a:pt x="142" y="398"/>
                </a:lnTo>
                <a:lnTo>
                  <a:pt x="566" y="398"/>
                </a:lnTo>
                <a:lnTo>
                  <a:pt x="566" y="63"/>
                </a:lnTo>
                <a:lnTo>
                  <a:pt x="63" y="63"/>
                </a:lnTo>
                <a:lnTo>
                  <a:pt x="63" y="476"/>
                </a:lnTo>
                <a:moveTo>
                  <a:pt x="0" y="628"/>
                </a:moveTo>
                <a:lnTo>
                  <a:pt x="0" y="63"/>
                </a:lnTo>
                <a:cubicBezTo>
                  <a:pt x="0" y="45"/>
                  <a:pt x="6" y="30"/>
                  <a:pt x="19" y="18"/>
                </a:cubicBezTo>
                <a:cubicBezTo>
                  <a:pt x="31" y="6"/>
                  <a:pt x="46" y="0"/>
                  <a:pt x="63" y="0"/>
                </a:cubicBezTo>
                <a:lnTo>
                  <a:pt x="566" y="0"/>
                </a:lnTo>
                <a:cubicBezTo>
                  <a:pt x="583" y="0"/>
                  <a:pt x="598" y="6"/>
                  <a:pt x="610" y="18"/>
                </a:cubicBezTo>
                <a:cubicBezTo>
                  <a:pt x="622" y="30"/>
                  <a:pt x="629" y="45"/>
                  <a:pt x="629" y="63"/>
                </a:cubicBezTo>
                <a:lnTo>
                  <a:pt x="629" y="398"/>
                </a:lnTo>
                <a:cubicBezTo>
                  <a:pt x="629" y="415"/>
                  <a:pt x="622" y="430"/>
                  <a:pt x="610" y="442"/>
                </a:cubicBezTo>
                <a:cubicBezTo>
                  <a:pt x="598" y="454"/>
                  <a:pt x="583" y="461"/>
                  <a:pt x="566" y="461"/>
                </a:cubicBezTo>
                <a:lnTo>
                  <a:pt x="168" y="461"/>
                </a:lnTo>
                <a:lnTo>
                  <a:pt x="0" y="628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2239560" y="5978160"/>
            <a:ext cx="342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15</a:t>
            </a:r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4746600" y="6063840"/>
            <a:ext cx="3866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Q&amp;A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1" name=""/>
          <p:cNvSpPr/>
          <p:nvPr/>
        </p:nvSpPr>
        <p:spPr>
          <a:xfrm>
            <a:off x="5125680" y="6459480"/>
            <a:ext cx="111600" cy="111240"/>
          </a:xfrm>
          <a:custGeom>
            <a:avLst/>
            <a:gdLst/>
            <a:ahLst/>
            <a:rect l="0" t="0" r="r" b="b"/>
            <a:pathLst>
              <a:path w="310" h="309">
                <a:moveTo>
                  <a:pt x="213" y="229"/>
                </a:moveTo>
                <a:lnTo>
                  <a:pt x="230" y="212"/>
                </a:lnTo>
                <a:lnTo>
                  <a:pt x="169" y="150"/>
                </a:lnTo>
                <a:lnTo>
                  <a:pt x="169" y="72"/>
                </a:lnTo>
                <a:lnTo>
                  <a:pt x="145" y="72"/>
                </a:lnTo>
                <a:lnTo>
                  <a:pt x="145" y="160"/>
                </a:lnTo>
                <a:lnTo>
                  <a:pt x="213" y="229"/>
                </a:lnTo>
                <a:moveTo>
                  <a:pt x="156" y="309"/>
                </a:moveTo>
                <a:cubicBezTo>
                  <a:pt x="135" y="309"/>
                  <a:pt x="115" y="305"/>
                  <a:pt x="96" y="297"/>
                </a:cubicBezTo>
                <a:cubicBezTo>
                  <a:pt x="76" y="289"/>
                  <a:pt x="60" y="278"/>
                  <a:pt x="46" y="264"/>
                </a:cubicBezTo>
                <a:cubicBezTo>
                  <a:pt x="32" y="250"/>
                  <a:pt x="21" y="234"/>
                  <a:pt x="13" y="215"/>
                </a:cubicBezTo>
                <a:cubicBezTo>
                  <a:pt x="5" y="196"/>
                  <a:pt x="0" y="176"/>
                  <a:pt x="0" y="155"/>
                </a:cubicBezTo>
                <a:cubicBezTo>
                  <a:pt x="0" y="134"/>
                  <a:pt x="5" y="114"/>
                  <a:pt x="13" y="95"/>
                </a:cubicBezTo>
                <a:cubicBezTo>
                  <a:pt x="21" y="76"/>
                  <a:pt x="32" y="59"/>
                  <a:pt x="46" y="45"/>
                </a:cubicBezTo>
                <a:cubicBezTo>
                  <a:pt x="60" y="31"/>
                  <a:pt x="76" y="20"/>
                  <a:pt x="96" y="12"/>
                </a:cubicBezTo>
                <a:cubicBezTo>
                  <a:pt x="115" y="4"/>
                  <a:pt x="135" y="0"/>
                  <a:pt x="156" y="0"/>
                </a:cubicBezTo>
                <a:cubicBezTo>
                  <a:pt x="177" y="0"/>
                  <a:pt x="197" y="4"/>
                  <a:pt x="216" y="12"/>
                </a:cubicBezTo>
                <a:cubicBezTo>
                  <a:pt x="234" y="20"/>
                  <a:pt x="251" y="31"/>
                  <a:pt x="265" y="45"/>
                </a:cubicBezTo>
                <a:cubicBezTo>
                  <a:pt x="279" y="59"/>
                  <a:pt x="290" y="76"/>
                  <a:pt x="298" y="95"/>
                </a:cubicBezTo>
                <a:cubicBezTo>
                  <a:pt x="306" y="114"/>
                  <a:pt x="310" y="134"/>
                  <a:pt x="310" y="155"/>
                </a:cubicBezTo>
                <a:cubicBezTo>
                  <a:pt x="310" y="176"/>
                  <a:pt x="306" y="196"/>
                  <a:pt x="298" y="215"/>
                </a:cubicBezTo>
                <a:cubicBezTo>
                  <a:pt x="290" y="234"/>
                  <a:pt x="279" y="250"/>
                  <a:pt x="265" y="264"/>
                </a:cubicBezTo>
                <a:cubicBezTo>
                  <a:pt x="251" y="278"/>
                  <a:pt x="234" y="289"/>
                  <a:pt x="216" y="297"/>
                </a:cubicBezTo>
                <a:cubicBezTo>
                  <a:pt x="197" y="305"/>
                  <a:pt x="177" y="309"/>
                  <a:pt x="156" y="309"/>
                </a:cubicBezTo>
                <a:moveTo>
                  <a:pt x="156" y="286"/>
                </a:moveTo>
                <a:cubicBezTo>
                  <a:pt x="192" y="286"/>
                  <a:pt x="223" y="273"/>
                  <a:pt x="248" y="248"/>
                </a:cubicBezTo>
                <a:cubicBezTo>
                  <a:pt x="274" y="222"/>
                  <a:pt x="287" y="191"/>
                  <a:pt x="287" y="155"/>
                </a:cubicBezTo>
                <a:cubicBezTo>
                  <a:pt x="287" y="119"/>
                  <a:pt x="274" y="88"/>
                  <a:pt x="248" y="61"/>
                </a:cubicBezTo>
                <a:cubicBezTo>
                  <a:pt x="223" y="36"/>
                  <a:pt x="192" y="23"/>
                  <a:pt x="156" y="23"/>
                </a:cubicBezTo>
                <a:cubicBezTo>
                  <a:pt x="120" y="23"/>
                  <a:pt x="89" y="36"/>
                  <a:pt x="62" y="61"/>
                </a:cubicBezTo>
                <a:cubicBezTo>
                  <a:pt x="37" y="88"/>
                  <a:pt x="24" y="119"/>
                  <a:pt x="24" y="155"/>
                </a:cubicBezTo>
                <a:cubicBezTo>
                  <a:pt x="24" y="191"/>
                  <a:pt x="37" y="222"/>
                  <a:pt x="62" y="248"/>
                </a:cubicBezTo>
                <a:cubicBezTo>
                  <a:pt x="89" y="273"/>
                  <a:pt x="120" y="286"/>
                  <a:pt x="156" y="286"/>
                </a:cubicBezTo>
                <a:close/>
              </a:path>
            </a:pathLst>
          </a:custGeom>
          <a:solidFill>
            <a:srgbClr val="3A3A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8064360" y="5978160"/>
            <a:ext cx="1667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質問‧ディスカッション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5244120" y="6460920"/>
            <a:ext cx="1843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 合計約</a:t>
            </a:r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2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時間（</a:t>
            </a:r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19:00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〜</a:t>
            </a:r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21:00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11771280" y="636552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8" name=""/>
          <p:cNvSpPr/>
          <p:nvPr/>
        </p:nvSpPr>
        <p:spPr>
          <a:xfrm>
            <a:off x="571320" y="100944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9" name=""/>
          <p:cNvSpPr/>
          <p:nvPr/>
        </p:nvSpPr>
        <p:spPr>
          <a:xfrm>
            <a:off x="595080" y="6057720"/>
            <a:ext cx="11025720" cy="638640"/>
          </a:xfrm>
          <a:custGeom>
            <a:avLst/>
            <a:gdLst/>
            <a:ahLst/>
            <a:rect l="0" t="0" r="r" b="b"/>
            <a:pathLst>
              <a:path w="30627" h="1774">
                <a:moveTo>
                  <a:pt x="0" y="1562"/>
                </a:moveTo>
                <a:lnTo>
                  <a:pt x="0" y="213"/>
                </a:lnTo>
                <a:cubicBezTo>
                  <a:pt x="0" y="199"/>
                  <a:pt x="1" y="185"/>
                  <a:pt x="3" y="171"/>
                </a:cubicBezTo>
                <a:cubicBezTo>
                  <a:pt x="5" y="158"/>
                  <a:pt x="8" y="145"/>
                  <a:pt x="11" y="132"/>
                </a:cubicBezTo>
                <a:cubicBezTo>
                  <a:pt x="15" y="119"/>
                  <a:pt x="19" y="107"/>
                  <a:pt x="25" y="95"/>
                </a:cubicBezTo>
                <a:cubicBezTo>
                  <a:pt x="30" y="84"/>
                  <a:pt x="36" y="73"/>
                  <a:pt x="43" y="63"/>
                </a:cubicBezTo>
                <a:cubicBezTo>
                  <a:pt x="50" y="53"/>
                  <a:pt x="57" y="44"/>
                  <a:pt x="65" y="37"/>
                </a:cubicBezTo>
                <a:cubicBezTo>
                  <a:pt x="73" y="29"/>
                  <a:pt x="81" y="22"/>
                  <a:pt x="90" y="17"/>
                </a:cubicBezTo>
                <a:cubicBezTo>
                  <a:pt x="99" y="12"/>
                  <a:pt x="108" y="8"/>
                  <a:pt x="117" y="4"/>
                </a:cubicBezTo>
                <a:cubicBezTo>
                  <a:pt x="127" y="1"/>
                  <a:pt x="136" y="0"/>
                  <a:pt x="146" y="0"/>
                </a:cubicBezTo>
                <a:lnTo>
                  <a:pt x="30415" y="0"/>
                </a:lnTo>
                <a:cubicBezTo>
                  <a:pt x="30429" y="0"/>
                  <a:pt x="30443" y="1"/>
                  <a:pt x="30456" y="4"/>
                </a:cubicBezTo>
                <a:cubicBezTo>
                  <a:pt x="30470" y="8"/>
                  <a:pt x="30483" y="12"/>
                  <a:pt x="30496" y="17"/>
                </a:cubicBezTo>
                <a:cubicBezTo>
                  <a:pt x="30509" y="22"/>
                  <a:pt x="30521" y="29"/>
                  <a:pt x="30533" y="37"/>
                </a:cubicBezTo>
                <a:cubicBezTo>
                  <a:pt x="30544" y="44"/>
                  <a:pt x="30555" y="53"/>
                  <a:pt x="30565" y="63"/>
                </a:cubicBezTo>
                <a:cubicBezTo>
                  <a:pt x="30574" y="73"/>
                  <a:pt x="30583" y="84"/>
                  <a:pt x="30591" y="95"/>
                </a:cubicBezTo>
                <a:cubicBezTo>
                  <a:pt x="30599" y="107"/>
                  <a:pt x="30605" y="119"/>
                  <a:pt x="30611" y="132"/>
                </a:cubicBezTo>
                <a:cubicBezTo>
                  <a:pt x="30616" y="145"/>
                  <a:pt x="30620" y="158"/>
                  <a:pt x="30623" y="171"/>
                </a:cubicBezTo>
                <a:cubicBezTo>
                  <a:pt x="30625" y="185"/>
                  <a:pt x="30627" y="199"/>
                  <a:pt x="30627" y="213"/>
                </a:cubicBezTo>
                <a:lnTo>
                  <a:pt x="30627" y="1562"/>
                </a:lnTo>
                <a:cubicBezTo>
                  <a:pt x="30627" y="1576"/>
                  <a:pt x="30625" y="1590"/>
                  <a:pt x="30623" y="1603"/>
                </a:cubicBezTo>
                <a:cubicBezTo>
                  <a:pt x="30620" y="1617"/>
                  <a:pt x="30616" y="1630"/>
                  <a:pt x="30611" y="1643"/>
                </a:cubicBezTo>
                <a:cubicBezTo>
                  <a:pt x="30605" y="1656"/>
                  <a:pt x="30599" y="1668"/>
                  <a:pt x="30591" y="1680"/>
                </a:cubicBezTo>
                <a:cubicBezTo>
                  <a:pt x="30583" y="1691"/>
                  <a:pt x="30574" y="1702"/>
                  <a:pt x="30565" y="1712"/>
                </a:cubicBezTo>
                <a:cubicBezTo>
                  <a:pt x="30555" y="1722"/>
                  <a:pt x="30544" y="1730"/>
                  <a:pt x="30533" y="1738"/>
                </a:cubicBezTo>
                <a:cubicBezTo>
                  <a:pt x="30521" y="1746"/>
                  <a:pt x="30509" y="1752"/>
                  <a:pt x="30496" y="1758"/>
                </a:cubicBezTo>
                <a:cubicBezTo>
                  <a:pt x="30483" y="1763"/>
                  <a:pt x="30470" y="1767"/>
                  <a:pt x="30456" y="1770"/>
                </a:cubicBezTo>
                <a:cubicBezTo>
                  <a:pt x="30443" y="1772"/>
                  <a:pt x="30429" y="1774"/>
                  <a:pt x="30415" y="1774"/>
                </a:cubicBezTo>
                <a:lnTo>
                  <a:pt x="146" y="1774"/>
                </a:lnTo>
                <a:cubicBezTo>
                  <a:pt x="136" y="1774"/>
                  <a:pt x="127" y="1772"/>
                  <a:pt x="117" y="1770"/>
                </a:cubicBezTo>
                <a:cubicBezTo>
                  <a:pt x="108" y="1767"/>
                  <a:pt x="99" y="1763"/>
                  <a:pt x="90" y="1758"/>
                </a:cubicBezTo>
                <a:cubicBezTo>
                  <a:pt x="81" y="1752"/>
                  <a:pt x="73" y="1746"/>
                  <a:pt x="65" y="1738"/>
                </a:cubicBezTo>
                <a:cubicBezTo>
                  <a:pt x="57" y="1730"/>
                  <a:pt x="50" y="1722"/>
                  <a:pt x="43" y="1712"/>
                </a:cubicBezTo>
                <a:cubicBezTo>
                  <a:pt x="36" y="1702"/>
                  <a:pt x="30" y="1691"/>
                  <a:pt x="25" y="1680"/>
                </a:cubicBezTo>
                <a:cubicBezTo>
                  <a:pt x="19" y="1668"/>
                  <a:pt x="15" y="1656"/>
                  <a:pt x="11" y="1643"/>
                </a:cubicBezTo>
                <a:cubicBezTo>
                  <a:pt x="8" y="1630"/>
                  <a:pt x="5" y="1617"/>
                  <a:pt x="3" y="1603"/>
                </a:cubicBezTo>
                <a:cubicBezTo>
                  <a:pt x="1" y="1590"/>
                  <a:pt x="0" y="1576"/>
                  <a:pt x="0" y="1562"/>
                </a:cubicBez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0" name=""/>
          <p:cNvSpPr/>
          <p:nvPr/>
        </p:nvSpPr>
        <p:spPr>
          <a:xfrm>
            <a:off x="571320" y="6057720"/>
            <a:ext cx="76680" cy="638640"/>
          </a:xfrm>
          <a:custGeom>
            <a:avLst/>
            <a:gdLst/>
            <a:ahLst/>
            <a:rect l="0" t="0" r="r" b="b"/>
            <a:pathLst>
              <a:path w="213" h="1774">
                <a:moveTo>
                  <a:pt x="0" y="0"/>
                </a:moveTo>
                <a:lnTo>
                  <a:pt x="213" y="0"/>
                </a:lnTo>
                <a:lnTo>
                  <a:pt x="213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1" name=""/>
          <p:cNvSpPr/>
          <p:nvPr/>
        </p:nvSpPr>
        <p:spPr>
          <a:xfrm>
            <a:off x="610920" y="420480"/>
            <a:ext cx="397440" cy="397440"/>
          </a:xfrm>
          <a:custGeom>
            <a:avLst/>
            <a:gdLst/>
            <a:ahLst/>
            <a:rect l="0" t="0" r="r" b="b"/>
            <a:pathLst>
              <a:path w="1104" h="1104">
                <a:moveTo>
                  <a:pt x="753" y="478"/>
                </a:moveTo>
                <a:cubicBezTo>
                  <a:pt x="774" y="478"/>
                  <a:pt x="791" y="471"/>
                  <a:pt x="806" y="457"/>
                </a:cubicBezTo>
                <a:cubicBezTo>
                  <a:pt x="820" y="443"/>
                  <a:pt x="827" y="425"/>
                  <a:pt x="827" y="404"/>
                </a:cubicBezTo>
                <a:cubicBezTo>
                  <a:pt x="827" y="383"/>
                  <a:pt x="820" y="365"/>
                  <a:pt x="806" y="351"/>
                </a:cubicBezTo>
                <a:cubicBezTo>
                  <a:pt x="791" y="337"/>
                  <a:pt x="774" y="329"/>
                  <a:pt x="753" y="329"/>
                </a:cubicBezTo>
                <a:cubicBezTo>
                  <a:pt x="732" y="329"/>
                  <a:pt x="714" y="337"/>
                  <a:pt x="700" y="351"/>
                </a:cubicBezTo>
                <a:cubicBezTo>
                  <a:pt x="685" y="365"/>
                  <a:pt x="678" y="383"/>
                  <a:pt x="678" y="404"/>
                </a:cubicBezTo>
                <a:cubicBezTo>
                  <a:pt x="678" y="425"/>
                  <a:pt x="685" y="443"/>
                  <a:pt x="700" y="457"/>
                </a:cubicBezTo>
                <a:cubicBezTo>
                  <a:pt x="714" y="471"/>
                  <a:pt x="732" y="478"/>
                  <a:pt x="753" y="478"/>
                </a:cubicBezTo>
                <a:moveTo>
                  <a:pt x="350" y="478"/>
                </a:moveTo>
                <a:cubicBezTo>
                  <a:pt x="371" y="478"/>
                  <a:pt x="389" y="471"/>
                  <a:pt x="403" y="457"/>
                </a:cubicBezTo>
                <a:cubicBezTo>
                  <a:pt x="418" y="443"/>
                  <a:pt x="425" y="425"/>
                  <a:pt x="425" y="404"/>
                </a:cubicBezTo>
                <a:cubicBezTo>
                  <a:pt x="425" y="383"/>
                  <a:pt x="418" y="365"/>
                  <a:pt x="403" y="351"/>
                </a:cubicBezTo>
                <a:cubicBezTo>
                  <a:pt x="389" y="337"/>
                  <a:pt x="371" y="329"/>
                  <a:pt x="350" y="329"/>
                </a:cubicBezTo>
                <a:cubicBezTo>
                  <a:pt x="329" y="329"/>
                  <a:pt x="311" y="337"/>
                  <a:pt x="297" y="351"/>
                </a:cubicBezTo>
                <a:cubicBezTo>
                  <a:pt x="283" y="365"/>
                  <a:pt x="276" y="383"/>
                  <a:pt x="276" y="404"/>
                </a:cubicBezTo>
                <a:cubicBezTo>
                  <a:pt x="276" y="425"/>
                  <a:pt x="283" y="443"/>
                  <a:pt x="297" y="457"/>
                </a:cubicBezTo>
                <a:cubicBezTo>
                  <a:pt x="311" y="471"/>
                  <a:pt x="329" y="478"/>
                  <a:pt x="350" y="478"/>
                </a:cubicBezTo>
                <a:moveTo>
                  <a:pt x="384" y="691"/>
                </a:moveTo>
                <a:cubicBezTo>
                  <a:pt x="334" y="725"/>
                  <a:pt x="297" y="771"/>
                  <a:pt x="273" y="828"/>
                </a:cubicBezTo>
                <a:lnTo>
                  <a:pt x="346" y="828"/>
                </a:lnTo>
                <a:cubicBezTo>
                  <a:pt x="366" y="789"/>
                  <a:pt x="395" y="759"/>
                  <a:pt x="432" y="738"/>
                </a:cubicBezTo>
                <a:cubicBezTo>
                  <a:pt x="468" y="717"/>
                  <a:pt x="509" y="707"/>
                  <a:pt x="553" y="707"/>
                </a:cubicBezTo>
                <a:cubicBezTo>
                  <a:pt x="596" y="707"/>
                  <a:pt x="636" y="717"/>
                  <a:pt x="672" y="739"/>
                </a:cubicBezTo>
                <a:cubicBezTo>
                  <a:pt x="708" y="761"/>
                  <a:pt x="737" y="790"/>
                  <a:pt x="758" y="828"/>
                </a:cubicBezTo>
                <a:lnTo>
                  <a:pt x="830" y="828"/>
                </a:lnTo>
                <a:cubicBezTo>
                  <a:pt x="807" y="770"/>
                  <a:pt x="770" y="724"/>
                  <a:pt x="720" y="690"/>
                </a:cubicBezTo>
                <a:cubicBezTo>
                  <a:pt x="669" y="656"/>
                  <a:pt x="613" y="639"/>
                  <a:pt x="551" y="639"/>
                </a:cubicBezTo>
                <a:cubicBezTo>
                  <a:pt x="490" y="639"/>
                  <a:pt x="434" y="656"/>
                  <a:pt x="384" y="691"/>
                </a:cubicBezTo>
                <a:moveTo>
                  <a:pt x="336" y="1060"/>
                </a:moveTo>
                <a:cubicBezTo>
                  <a:pt x="269" y="1031"/>
                  <a:pt x="211" y="992"/>
                  <a:pt x="161" y="942"/>
                </a:cubicBezTo>
                <a:cubicBezTo>
                  <a:pt x="112" y="893"/>
                  <a:pt x="73" y="834"/>
                  <a:pt x="44" y="767"/>
                </a:cubicBezTo>
                <a:cubicBezTo>
                  <a:pt x="15" y="700"/>
                  <a:pt x="0" y="629"/>
                  <a:pt x="0" y="552"/>
                </a:cubicBezTo>
                <a:cubicBezTo>
                  <a:pt x="0" y="475"/>
                  <a:pt x="15" y="403"/>
                  <a:pt x="44" y="336"/>
                </a:cubicBezTo>
                <a:cubicBezTo>
                  <a:pt x="73" y="269"/>
                  <a:pt x="112" y="211"/>
                  <a:pt x="161" y="161"/>
                </a:cubicBezTo>
                <a:cubicBezTo>
                  <a:pt x="211" y="112"/>
                  <a:pt x="269" y="72"/>
                  <a:pt x="336" y="43"/>
                </a:cubicBezTo>
                <a:cubicBezTo>
                  <a:pt x="404" y="15"/>
                  <a:pt x="475" y="0"/>
                  <a:pt x="551" y="0"/>
                </a:cubicBezTo>
                <a:cubicBezTo>
                  <a:pt x="628" y="0"/>
                  <a:pt x="699" y="15"/>
                  <a:pt x="766" y="43"/>
                </a:cubicBezTo>
                <a:cubicBezTo>
                  <a:pt x="833" y="72"/>
                  <a:pt x="892" y="112"/>
                  <a:pt x="941" y="161"/>
                </a:cubicBezTo>
                <a:cubicBezTo>
                  <a:pt x="991" y="211"/>
                  <a:pt x="1030" y="269"/>
                  <a:pt x="1060" y="336"/>
                </a:cubicBezTo>
                <a:cubicBezTo>
                  <a:pt x="1089" y="403"/>
                  <a:pt x="1104" y="475"/>
                  <a:pt x="1104" y="552"/>
                </a:cubicBezTo>
                <a:cubicBezTo>
                  <a:pt x="1104" y="629"/>
                  <a:pt x="1089" y="700"/>
                  <a:pt x="1060" y="767"/>
                </a:cubicBezTo>
                <a:cubicBezTo>
                  <a:pt x="1030" y="834"/>
                  <a:pt x="991" y="893"/>
                  <a:pt x="941" y="942"/>
                </a:cubicBezTo>
                <a:cubicBezTo>
                  <a:pt x="892" y="992"/>
                  <a:pt x="833" y="1031"/>
                  <a:pt x="766" y="1060"/>
                </a:cubicBezTo>
                <a:cubicBezTo>
                  <a:pt x="699" y="1089"/>
                  <a:pt x="628" y="1104"/>
                  <a:pt x="551" y="1104"/>
                </a:cubicBezTo>
                <a:cubicBezTo>
                  <a:pt x="475" y="1104"/>
                  <a:pt x="404" y="1089"/>
                  <a:pt x="336" y="1060"/>
                </a:cubicBezTo>
                <a:moveTo>
                  <a:pt x="884" y="884"/>
                </a:moveTo>
                <a:cubicBezTo>
                  <a:pt x="975" y="793"/>
                  <a:pt x="1020" y="683"/>
                  <a:pt x="1020" y="552"/>
                </a:cubicBezTo>
                <a:cubicBezTo>
                  <a:pt x="1020" y="421"/>
                  <a:pt x="975" y="310"/>
                  <a:pt x="884" y="219"/>
                </a:cubicBezTo>
                <a:cubicBezTo>
                  <a:pt x="793" y="128"/>
                  <a:pt x="682" y="83"/>
                  <a:pt x="551" y="83"/>
                </a:cubicBezTo>
                <a:cubicBezTo>
                  <a:pt x="421" y="83"/>
                  <a:pt x="310" y="128"/>
                  <a:pt x="219" y="219"/>
                </a:cubicBezTo>
                <a:cubicBezTo>
                  <a:pt x="128" y="310"/>
                  <a:pt x="83" y="421"/>
                  <a:pt x="83" y="552"/>
                </a:cubicBezTo>
                <a:cubicBezTo>
                  <a:pt x="83" y="683"/>
                  <a:pt x="128" y="793"/>
                  <a:pt x="219" y="884"/>
                </a:cubicBezTo>
                <a:cubicBezTo>
                  <a:pt x="310" y="975"/>
                  <a:pt x="421" y="1021"/>
                  <a:pt x="551" y="1021"/>
                </a:cubicBezTo>
                <a:cubicBezTo>
                  <a:pt x="682" y="1021"/>
                  <a:pt x="793" y="975"/>
                  <a:pt x="884" y="884"/>
                </a:cubicBez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2" name=""/>
          <p:cNvSpPr/>
          <p:nvPr/>
        </p:nvSpPr>
        <p:spPr>
          <a:xfrm>
            <a:off x="595080" y="1266480"/>
            <a:ext cx="5424840" cy="4639320"/>
          </a:xfrm>
          <a:custGeom>
            <a:avLst/>
            <a:gdLst/>
            <a:ahLst/>
            <a:rect l="0" t="0" r="r" b="b"/>
            <a:pathLst>
              <a:path w="15069" h="12887">
                <a:moveTo>
                  <a:pt x="0" y="12675"/>
                </a:moveTo>
                <a:lnTo>
                  <a:pt x="0" y="212"/>
                </a:lnTo>
                <a:cubicBezTo>
                  <a:pt x="0" y="198"/>
                  <a:pt x="1" y="184"/>
                  <a:pt x="3" y="171"/>
                </a:cubicBezTo>
                <a:cubicBezTo>
                  <a:pt x="5" y="157"/>
                  <a:pt x="8" y="144"/>
                  <a:pt x="11" y="131"/>
                </a:cubicBezTo>
                <a:cubicBezTo>
                  <a:pt x="15" y="118"/>
                  <a:pt x="19" y="106"/>
                  <a:pt x="25" y="95"/>
                </a:cubicBezTo>
                <a:cubicBezTo>
                  <a:pt x="30" y="83"/>
                  <a:pt x="36" y="72"/>
                  <a:pt x="43" y="62"/>
                </a:cubicBezTo>
                <a:cubicBezTo>
                  <a:pt x="50" y="53"/>
                  <a:pt x="57" y="44"/>
                  <a:pt x="65" y="36"/>
                </a:cubicBezTo>
                <a:cubicBezTo>
                  <a:pt x="73" y="28"/>
                  <a:pt x="81" y="22"/>
                  <a:pt x="90" y="17"/>
                </a:cubicBezTo>
                <a:cubicBezTo>
                  <a:pt x="99" y="11"/>
                  <a:pt x="108" y="7"/>
                  <a:pt x="117" y="5"/>
                </a:cubicBezTo>
                <a:cubicBezTo>
                  <a:pt x="127" y="2"/>
                  <a:pt x="136" y="0"/>
                  <a:pt x="146" y="0"/>
                </a:cubicBezTo>
                <a:lnTo>
                  <a:pt x="14857" y="0"/>
                </a:lnTo>
                <a:cubicBezTo>
                  <a:pt x="14871" y="0"/>
                  <a:pt x="14885" y="2"/>
                  <a:pt x="14899" y="5"/>
                </a:cubicBezTo>
                <a:cubicBezTo>
                  <a:pt x="14912" y="7"/>
                  <a:pt x="14926" y="11"/>
                  <a:pt x="14938" y="17"/>
                </a:cubicBezTo>
                <a:cubicBezTo>
                  <a:pt x="14951" y="22"/>
                  <a:pt x="14964" y="28"/>
                  <a:pt x="14975" y="36"/>
                </a:cubicBezTo>
                <a:cubicBezTo>
                  <a:pt x="14987" y="44"/>
                  <a:pt x="14997" y="53"/>
                  <a:pt x="15007" y="62"/>
                </a:cubicBezTo>
                <a:cubicBezTo>
                  <a:pt x="15017" y="72"/>
                  <a:pt x="15026" y="83"/>
                  <a:pt x="15033" y="95"/>
                </a:cubicBezTo>
                <a:cubicBezTo>
                  <a:pt x="15041" y="106"/>
                  <a:pt x="15048" y="118"/>
                  <a:pt x="15053" y="131"/>
                </a:cubicBezTo>
                <a:cubicBezTo>
                  <a:pt x="15058" y="144"/>
                  <a:pt x="15062" y="157"/>
                  <a:pt x="15065" y="171"/>
                </a:cubicBezTo>
                <a:cubicBezTo>
                  <a:pt x="15068" y="184"/>
                  <a:pt x="15069" y="198"/>
                  <a:pt x="15069" y="212"/>
                </a:cubicBezTo>
                <a:lnTo>
                  <a:pt x="15069" y="12675"/>
                </a:lnTo>
                <a:cubicBezTo>
                  <a:pt x="15069" y="12689"/>
                  <a:pt x="15068" y="12703"/>
                  <a:pt x="15065" y="12716"/>
                </a:cubicBezTo>
                <a:cubicBezTo>
                  <a:pt x="15062" y="12730"/>
                  <a:pt x="15058" y="12743"/>
                  <a:pt x="15053" y="12756"/>
                </a:cubicBezTo>
                <a:cubicBezTo>
                  <a:pt x="15048" y="12769"/>
                  <a:pt x="15041" y="12781"/>
                  <a:pt x="15033" y="12793"/>
                </a:cubicBezTo>
                <a:cubicBezTo>
                  <a:pt x="15026" y="12804"/>
                  <a:pt x="15017" y="12815"/>
                  <a:pt x="15007" y="12825"/>
                </a:cubicBezTo>
                <a:cubicBezTo>
                  <a:pt x="14997" y="12834"/>
                  <a:pt x="14987" y="12843"/>
                  <a:pt x="14975" y="12851"/>
                </a:cubicBezTo>
                <a:cubicBezTo>
                  <a:pt x="14964" y="12859"/>
                  <a:pt x="14951" y="12865"/>
                  <a:pt x="14938" y="12871"/>
                </a:cubicBezTo>
                <a:cubicBezTo>
                  <a:pt x="14926" y="12876"/>
                  <a:pt x="14912" y="12880"/>
                  <a:pt x="14899" y="12883"/>
                </a:cubicBezTo>
                <a:cubicBezTo>
                  <a:pt x="14885" y="12885"/>
                  <a:pt x="14871" y="12887"/>
                  <a:pt x="14857" y="12887"/>
                </a:cubicBezTo>
                <a:lnTo>
                  <a:pt x="146" y="12887"/>
                </a:lnTo>
                <a:cubicBezTo>
                  <a:pt x="136" y="12887"/>
                  <a:pt x="127" y="12885"/>
                  <a:pt x="117" y="12883"/>
                </a:cubicBezTo>
                <a:cubicBezTo>
                  <a:pt x="108" y="12880"/>
                  <a:pt x="99" y="12876"/>
                  <a:pt x="90" y="12871"/>
                </a:cubicBezTo>
                <a:cubicBezTo>
                  <a:pt x="81" y="12865"/>
                  <a:pt x="73" y="12859"/>
                  <a:pt x="65" y="12851"/>
                </a:cubicBezTo>
                <a:cubicBezTo>
                  <a:pt x="57" y="12843"/>
                  <a:pt x="50" y="12834"/>
                  <a:pt x="43" y="12825"/>
                </a:cubicBezTo>
                <a:cubicBezTo>
                  <a:pt x="36" y="12815"/>
                  <a:pt x="30" y="12804"/>
                  <a:pt x="25" y="12793"/>
                </a:cubicBezTo>
                <a:cubicBezTo>
                  <a:pt x="19" y="12781"/>
                  <a:pt x="15" y="12769"/>
                  <a:pt x="11" y="12756"/>
                </a:cubicBezTo>
                <a:cubicBezTo>
                  <a:pt x="8" y="12743"/>
                  <a:pt x="5" y="12730"/>
                  <a:pt x="3" y="12716"/>
                </a:cubicBezTo>
                <a:cubicBezTo>
                  <a:pt x="1" y="12703"/>
                  <a:pt x="0" y="12689"/>
                  <a:pt x="0" y="12675"/>
                </a:cubicBezTo>
                <a:close/>
              </a:path>
            </a:pathLst>
          </a:custGeom>
          <a:solidFill>
            <a:srgbClr val="F6C6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3" name=""/>
          <p:cNvSpPr/>
          <p:nvPr/>
        </p:nvSpPr>
        <p:spPr>
          <a:xfrm>
            <a:off x="571320" y="1266480"/>
            <a:ext cx="76680" cy="4639320"/>
          </a:xfrm>
          <a:custGeom>
            <a:avLst/>
            <a:gdLst/>
            <a:ahLst/>
            <a:rect l="0" t="0" r="r" b="b"/>
            <a:pathLst>
              <a:path w="213" h="12887">
                <a:moveTo>
                  <a:pt x="0" y="0"/>
                </a:moveTo>
                <a:lnTo>
                  <a:pt x="213" y="0"/>
                </a:lnTo>
                <a:lnTo>
                  <a:pt x="213" y="12887"/>
                </a:lnTo>
                <a:lnTo>
                  <a:pt x="0" y="12887"/>
                </a:lnTo>
                <a:lnTo>
                  <a:pt x="0" y="0"/>
                </a:lnTo>
                <a:close/>
              </a:path>
            </a:pathLst>
          </a:custGeom>
          <a:solidFill>
            <a:srgbClr val="E090B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4" name=""/>
          <p:cNvSpPr/>
          <p:nvPr/>
        </p:nvSpPr>
        <p:spPr>
          <a:xfrm>
            <a:off x="767520" y="1620720"/>
            <a:ext cx="331920" cy="286920"/>
          </a:xfrm>
          <a:custGeom>
            <a:avLst/>
            <a:gdLst/>
            <a:ahLst/>
            <a:rect l="0" t="0" r="r" b="b"/>
            <a:pathLst>
              <a:path w="922" h="797">
                <a:moveTo>
                  <a:pt x="0" y="797"/>
                </a:moveTo>
                <a:lnTo>
                  <a:pt x="461" y="0"/>
                </a:lnTo>
                <a:lnTo>
                  <a:pt x="922" y="797"/>
                </a:lnTo>
                <a:lnTo>
                  <a:pt x="0" y="797"/>
                </a:lnTo>
                <a:moveTo>
                  <a:pt x="109" y="734"/>
                </a:moveTo>
                <a:lnTo>
                  <a:pt x="813" y="734"/>
                </a:lnTo>
                <a:lnTo>
                  <a:pt x="461" y="126"/>
                </a:lnTo>
                <a:lnTo>
                  <a:pt x="109" y="734"/>
                </a:lnTo>
                <a:moveTo>
                  <a:pt x="488" y="664"/>
                </a:moveTo>
                <a:cubicBezTo>
                  <a:pt x="494" y="658"/>
                  <a:pt x="497" y="651"/>
                  <a:pt x="497" y="642"/>
                </a:cubicBezTo>
                <a:cubicBezTo>
                  <a:pt x="497" y="633"/>
                  <a:pt x="494" y="625"/>
                  <a:pt x="488" y="619"/>
                </a:cubicBezTo>
                <a:cubicBezTo>
                  <a:pt x="482" y="613"/>
                  <a:pt x="474" y="610"/>
                  <a:pt x="465" y="610"/>
                </a:cubicBezTo>
                <a:cubicBezTo>
                  <a:pt x="456" y="610"/>
                  <a:pt x="449" y="613"/>
                  <a:pt x="443" y="619"/>
                </a:cubicBezTo>
                <a:cubicBezTo>
                  <a:pt x="437" y="626"/>
                  <a:pt x="434" y="633"/>
                  <a:pt x="434" y="642"/>
                </a:cubicBezTo>
                <a:cubicBezTo>
                  <a:pt x="434" y="651"/>
                  <a:pt x="437" y="658"/>
                  <a:pt x="443" y="664"/>
                </a:cubicBezTo>
                <a:cubicBezTo>
                  <a:pt x="449" y="671"/>
                  <a:pt x="457" y="674"/>
                  <a:pt x="466" y="674"/>
                </a:cubicBezTo>
                <a:cubicBezTo>
                  <a:pt x="475" y="674"/>
                  <a:pt x="482" y="671"/>
                  <a:pt x="488" y="664"/>
                </a:cubicBezTo>
                <a:moveTo>
                  <a:pt x="434" y="557"/>
                </a:moveTo>
                <a:lnTo>
                  <a:pt x="497" y="557"/>
                </a:lnTo>
                <a:lnTo>
                  <a:pt x="497" y="322"/>
                </a:lnTo>
                <a:lnTo>
                  <a:pt x="434" y="322"/>
                </a:lnTo>
                <a:lnTo>
                  <a:pt x="434" y="557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1047600" y="529560"/>
            <a:ext cx="443808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こんな経験ありませんか？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6" name=""/>
          <p:cNvSpPr/>
          <p:nvPr/>
        </p:nvSpPr>
        <p:spPr>
          <a:xfrm>
            <a:off x="774360" y="2098440"/>
            <a:ext cx="222840" cy="222840"/>
          </a:xfrm>
          <a:custGeom>
            <a:avLst/>
            <a:gdLst/>
            <a:ahLst/>
            <a:rect l="0" t="0" r="r" b="b"/>
            <a:pathLst>
              <a:path w="619" h="619">
                <a:moveTo>
                  <a:pt x="423" y="269"/>
                </a:moveTo>
                <a:cubicBezTo>
                  <a:pt x="435" y="269"/>
                  <a:pt x="445" y="265"/>
                  <a:pt x="453" y="257"/>
                </a:cubicBezTo>
                <a:cubicBezTo>
                  <a:pt x="460" y="249"/>
                  <a:pt x="464" y="239"/>
                  <a:pt x="464" y="227"/>
                </a:cubicBezTo>
                <a:cubicBezTo>
                  <a:pt x="464" y="215"/>
                  <a:pt x="460" y="206"/>
                  <a:pt x="453" y="198"/>
                </a:cubicBezTo>
                <a:cubicBezTo>
                  <a:pt x="445" y="190"/>
                  <a:pt x="435" y="186"/>
                  <a:pt x="423" y="186"/>
                </a:cubicBezTo>
                <a:cubicBezTo>
                  <a:pt x="411" y="186"/>
                  <a:pt x="401" y="190"/>
                  <a:pt x="393" y="198"/>
                </a:cubicBezTo>
                <a:cubicBezTo>
                  <a:pt x="385" y="206"/>
                  <a:pt x="381" y="215"/>
                  <a:pt x="381" y="227"/>
                </a:cubicBezTo>
                <a:cubicBezTo>
                  <a:pt x="381" y="239"/>
                  <a:pt x="385" y="249"/>
                  <a:pt x="393" y="257"/>
                </a:cubicBezTo>
                <a:cubicBezTo>
                  <a:pt x="401" y="265"/>
                  <a:pt x="411" y="269"/>
                  <a:pt x="423" y="269"/>
                </a:cubicBezTo>
                <a:moveTo>
                  <a:pt x="197" y="269"/>
                </a:moveTo>
                <a:cubicBezTo>
                  <a:pt x="209" y="269"/>
                  <a:pt x="219" y="265"/>
                  <a:pt x="227" y="257"/>
                </a:cubicBezTo>
                <a:cubicBezTo>
                  <a:pt x="235" y="249"/>
                  <a:pt x="239" y="239"/>
                  <a:pt x="239" y="227"/>
                </a:cubicBezTo>
                <a:cubicBezTo>
                  <a:pt x="239" y="215"/>
                  <a:pt x="235" y="206"/>
                  <a:pt x="227" y="198"/>
                </a:cubicBezTo>
                <a:cubicBezTo>
                  <a:pt x="219" y="190"/>
                  <a:pt x="209" y="186"/>
                  <a:pt x="197" y="186"/>
                </a:cubicBezTo>
                <a:cubicBezTo>
                  <a:pt x="186" y="186"/>
                  <a:pt x="176" y="190"/>
                  <a:pt x="168" y="198"/>
                </a:cubicBezTo>
                <a:cubicBezTo>
                  <a:pt x="160" y="206"/>
                  <a:pt x="156" y="215"/>
                  <a:pt x="156" y="227"/>
                </a:cubicBezTo>
                <a:cubicBezTo>
                  <a:pt x="156" y="239"/>
                  <a:pt x="160" y="249"/>
                  <a:pt x="168" y="257"/>
                </a:cubicBezTo>
                <a:cubicBezTo>
                  <a:pt x="176" y="265"/>
                  <a:pt x="186" y="269"/>
                  <a:pt x="197" y="269"/>
                </a:cubicBezTo>
                <a:moveTo>
                  <a:pt x="216" y="387"/>
                </a:moveTo>
                <a:cubicBezTo>
                  <a:pt x="188" y="407"/>
                  <a:pt x="168" y="432"/>
                  <a:pt x="154" y="464"/>
                </a:cubicBezTo>
                <a:lnTo>
                  <a:pt x="195" y="464"/>
                </a:lnTo>
                <a:cubicBezTo>
                  <a:pt x="206" y="443"/>
                  <a:pt x="222" y="426"/>
                  <a:pt x="243" y="414"/>
                </a:cubicBezTo>
                <a:cubicBezTo>
                  <a:pt x="264" y="402"/>
                  <a:pt x="286" y="396"/>
                  <a:pt x="311" y="396"/>
                </a:cubicBezTo>
                <a:cubicBezTo>
                  <a:pt x="335" y="396"/>
                  <a:pt x="357" y="402"/>
                  <a:pt x="378" y="414"/>
                </a:cubicBezTo>
                <a:cubicBezTo>
                  <a:pt x="398" y="426"/>
                  <a:pt x="414" y="443"/>
                  <a:pt x="426" y="464"/>
                </a:cubicBezTo>
                <a:lnTo>
                  <a:pt x="466" y="464"/>
                </a:lnTo>
                <a:cubicBezTo>
                  <a:pt x="453" y="432"/>
                  <a:pt x="433" y="406"/>
                  <a:pt x="404" y="387"/>
                </a:cubicBezTo>
                <a:cubicBezTo>
                  <a:pt x="376" y="368"/>
                  <a:pt x="345" y="358"/>
                  <a:pt x="310" y="358"/>
                </a:cubicBezTo>
                <a:cubicBezTo>
                  <a:pt x="276" y="358"/>
                  <a:pt x="244" y="368"/>
                  <a:pt x="216" y="387"/>
                </a:cubicBezTo>
                <a:moveTo>
                  <a:pt x="190" y="594"/>
                </a:moveTo>
                <a:cubicBezTo>
                  <a:pt x="152" y="578"/>
                  <a:pt x="120" y="556"/>
                  <a:pt x="92" y="528"/>
                </a:cubicBezTo>
                <a:cubicBezTo>
                  <a:pt x="64" y="500"/>
                  <a:pt x="42" y="468"/>
                  <a:pt x="26" y="430"/>
                </a:cubicBezTo>
                <a:cubicBezTo>
                  <a:pt x="10" y="393"/>
                  <a:pt x="0" y="353"/>
                  <a:pt x="0" y="310"/>
                </a:cubicBezTo>
                <a:cubicBezTo>
                  <a:pt x="0" y="267"/>
                  <a:pt x="10" y="227"/>
                  <a:pt x="26" y="189"/>
                </a:cubicBezTo>
                <a:cubicBezTo>
                  <a:pt x="42" y="152"/>
                  <a:pt x="64" y="119"/>
                  <a:pt x="92" y="91"/>
                </a:cubicBezTo>
                <a:cubicBezTo>
                  <a:pt x="120" y="64"/>
                  <a:pt x="152" y="42"/>
                  <a:pt x="190" y="24"/>
                </a:cubicBezTo>
                <a:cubicBezTo>
                  <a:pt x="227" y="8"/>
                  <a:pt x="267" y="0"/>
                  <a:pt x="310" y="0"/>
                </a:cubicBezTo>
                <a:cubicBezTo>
                  <a:pt x="353" y="0"/>
                  <a:pt x="393" y="8"/>
                  <a:pt x="431" y="24"/>
                </a:cubicBezTo>
                <a:cubicBezTo>
                  <a:pt x="468" y="42"/>
                  <a:pt x="501" y="64"/>
                  <a:pt x="529" y="91"/>
                </a:cubicBezTo>
                <a:cubicBezTo>
                  <a:pt x="556" y="119"/>
                  <a:pt x="578" y="152"/>
                  <a:pt x="594" y="189"/>
                </a:cubicBezTo>
                <a:cubicBezTo>
                  <a:pt x="611" y="227"/>
                  <a:pt x="619" y="267"/>
                  <a:pt x="619" y="310"/>
                </a:cubicBezTo>
                <a:cubicBezTo>
                  <a:pt x="619" y="353"/>
                  <a:pt x="611" y="393"/>
                  <a:pt x="594" y="430"/>
                </a:cubicBezTo>
                <a:cubicBezTo>
                  <a:pt x="578" y="468"/>
                  <a:pt x="556" y="500"/>
                  <a:pt x="529" y="528"/>
                </a:cubicBezTo>
                <a:cubicBezTo>
                  <a:pt x="501" y="556"/>
                  <a:pt x="468" y="578"/>
                  <a:pt x="431" y="594"/>
                </a:cubicBezTo>
                <a:cubicBezTo>
                  <a:pt x="393" y="610"/>
                  <a:pt x="353" y="619"/>
                  <a:pt x="310" y="619"/>
                </a:cubicBezTo>
                <a:cubicBezTo>
                  <a:pt x="267" y="619"/>
                  <a:pt x="227" y="610"/>
                  <a:pt x="190" y="594"/>
                </a:cubicBezTo>
                <a:moveTo>
                  <a:pt x="496" y="496"/>
                </a:moveTo>
                <a:cubicBezTo>
                  <a:pt x="547" y="445"/>
                  <a:pt x="573" y="383"/>
                  <a:pt x="573" y="310"/>
                </a:cubicBezTo>
                <a:cubicBezTo>
                  <a:pt x="573" y="237"/>
                  <a:pt x="547" y="175"/>
                  <a:pt x="496" y="124"/>
                </a:cubicBezTo>
                <a:cubicBezTo>
                  <a:pt x="445" y="73"/>
                  <a:pt x="383" y="47"/>
                  <a:pt x="310" y="47"/>
                </a:cubicBezTo>
                <a:cubicBezTo>
                  <a:pt x="237" y="47"/>
                  <a:pt x="175" y="73"/>
                  <a:pt x="124" y="124"/>
                </a:cubicBezTo>
                <a:cubicBezTo>
                  <a:pt x="73" y="175"/>
                  <a:pt x="48" y="237"/>
                  <a:pt x="48" y="310"/>
                </a:cubicBezTo>
                <a:cubicBezTo>
                  <a:pt x="48" y="383"/>
                  <a:pt x="73" y="445"/>
                  <a:pt x="124" y="496"/>
                </a:cubicBezTo>
                <a:cubicBezTo>
                  <a:pt x="175" y="547"/>
                  <a:pt x="237" y="572"/>
                  <a:pt x="310" y="572"/>
                </a:cubicBezTo>
                <a:cubicBezTo>
                  <a:pt x="383" y="572"/>
                  <a:pt x="445" y="547"/>
                  <a:pt x="496" y="496"/>
                </a:cubicBez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1114560" y="1780200"/>
            <a:ext cx="21186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8A3060"/>
                </a:solidFill>
                <a:effectLst/>
                <a:uFillTx/>
                <a:latin typeface="NotoSansJP-Thin_"/>
                <a:ea typeface="NotoSansJP-Thin_"/>
              </a:rPr>
              <a:t> 個人開発はじめの一歩</a:t>
            </a:r>
            <a:r>
              <a:rPr lang="en-US" sz="1500" b="1" u="none" strike="noStrike">
                <a:solidFill>
                  <a:srgbClr val="8A3060"/>
                </a:solidFill>
                <a:effectLst/>
                <a:uFillTx/>
                <a:latin typeface="NotoSansJP-Thin_"/>
                <a:ea typeface="NotoSansJP-Thin_"/>
              </a:rPr>
              <a:t>...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1070280" y="2136240"/>
            <a:ext cx="1600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環境構築で挫折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752400" y="2498040"/>
            <a:ext cx="51318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8A3060"/>
                </a:solidFill>
                <a:effectLst/>
                <a:uFillTx/>
                <a:latin typeface="NotoSansJP-Thin_"/>
                <a:ea typeface="NotoSansJP-Thin_"/>
              </a:rPr>
              <a:t>「</a:t>
            </a:r>
            <a:r>
              <a:rPr lang="en-US" sz="1800" b="0" u="none" strike="noStrike">
                <a:solidFill>
                  <a:srgbClr val="8A3060"/>
                </a:solidFill>
                <a:effectLst/>
                <a:uFillTx/>
                <a:latin typeface="NotoSansJP-Thin_"/>
                <a:ea typeface="NotoSansJP-Thin_"/>
              </a:rPr>
              <a:t>React</a:t>
            </a:r>
            <a:r>
              <a:rPr lang="ja-JP" sz="1800" b="0" u="none" strike="noStrike">
                <a:solidFill>
                  <a:srgbClr val="8A3060"/>
                </a:solidFill>
                <a:effectLst/>
                <a:uFillTx/>
                <a:latin typeface="NotoSansJP-Thin_"/>
                <a:ea typeface="NotoSansJP-Thin_"/>
              </a:rPr>
              <a:t>入れて</a:t>
            </a:r>
            <a:r>
              <a:rPr lang="en-US" sz="1800" b="0" u="none" strike="noStrike">
                <a:solidFill>
                  <a:srgbClr val="8A3060"/>
                </a:solidFill>
                <a:effectLst/>
                <a:uFillTx/>
                <a:latin typeface="NotoSansJP-Thin_"/>
                <a:ea typeface="NotoSansJP-Thin_"/>
              </a:rPr>
              <a:t>...</a:t>
            </a:r>
            <a:r>
              <a:rPr lang="ja-JP" sz="1800" b="0" u="none" strike="noStrike">
                <a:solidFill>
                  <a:srgbClr val="8A3060"/>
                </a:solidFill>
                <a:effectLst/>
                <a:uFillTx/>
                <a:latin typeface="NotoSansJP-Thin_"/>
                <a:ea typeface="NotoSansJP-Thin_"/>
              </a:rPr>
              <a:t>」のエラー解決だけで休日が終わ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0" name=""/>
          <p:cNvSpPr/>
          <p:nvPr/>
        </p:nvSpPr>
        <p:spPr>
          <a:xfrm>
            <a:off x="774360" y="3346200"/>
            <a:ext cx="222840" cy="222840"/>
          </a:xfrm>
          <a:custGeom>
            <a:avLst/>
            <a:gdLst/>
            <a:ahLst/>
            <a:rect l="0" t="0" r="r" b="b"/>
            <a:pathLst>
              <a:path w="619" h="619">
                <a:moveTo>
                  <a:pt x="334" y="481"/>
                </a:moveTo>
                <a:cubicBezTo>
                  <a:pt x="340" y="476"/>
                  <a:pt x="343" y="469"/>
                  <a:pt x="343" y="460"/>
                </a:cubicBezTo>
                <a:cubicBezTo>
                  <a:pt x="343" y="452"/>
                  <a:pt x="340" y="445"/>
                  <a:pt x="334" y="440"/>
                </a:cubicBezTo>
                <a:cubicBezTo>
                  <a:pt x="328" y="434"/>
                  <a:pt x="321" y="431"/>
                  <a:pt x="313" y="431"/>
                </a:cubicBezTo>
                <a:cubicBezTo>
                  <a:pt x="305" y="431"/>
                  <a:pt x="298" y="434"/>
                  <a:pt x="292" y="440"/>
                </a:cubicBezTo>
                <a:cubicBezTo>
                  <a:pt x="287" y="445"/>
                  <a:pt x="284" y="452"/>
                  <a:pt x="284" y="460"/>
                </a:cubicBezTo>
                <a:cubicBezTo>
                  <a:pt x="284" y="469"/>
                  <a:pt x="287" y="476"/>
                  <a:pt x="292" y="481"/>
                </a:cubicBezTo>
                <a:cubicBezTo>
                  <a:pt x="298" y="487"/>
                  <a:pt x="305" y="490"/>
                  <a:pt x="313" y="490"/>
                </a:cubicBezTo>
                <a:cubicBezTo>
                  <a:pt x="321" y="490"/>
                  <a:pt x="328" y="487"/>
                  <a:pt x="334" y="481"/>
                </a:cubicBezTo>
                <a:moveTo>
                  <a:pt x="286" y="377"/>
                </a:moveTo>
                <a:lnTo>
                  <a:pt x="332" y="377"/>
                </a:lnTo>
                <a:cubicBezTo>
                  <a:pt x="332" y="364"/>
                  <a:pt x="333" y="351"/>
                  <a:pt x="337" y="340"/>
                </a:cubicBezTo>
                <a:cubicBezTo>
                  <a:pt x="340" y="329"/>
                  <a:pt x="351" y="317"/>
                  <a:pt x="368" y="302"/>
                </a:cubicBezTo>
                <a:cubicBezTo>
                  <a:pt x="384" y="289"/>
                  <a:pt x="395" y="276"/>
                  <a:pt x="402" y="262"/>
                </a:cubicBezTo>
                <a:cubicBezTo>
                  <a:pt x="409" y="249"/>
                  <a:pt x="412" y="235"/>
                  <a:pt x="412" y="219"/>
                </a:cubicBezTo>
                <a:cubicBezTo>
                  <a:pt x="412" y="192"/>
                  <a:pt x="403" y="170"/>
                  <a:pt x="385" y="154"/>
                </a:cubicBezTo>
                <a:cubicBezTo>
                  <a:pt x="368" y="137"/>
                  <a:pt x="344" y="129"/>
                  <a:pt x="315" y="129"/>
                </a:cubicBezTo>
                <a:cubicBezTo>
                  <a:pt x="290" y="129"/>
                  <a:pt x="267" y="135"/>
                  <a:pt x="248" y="148"/>
                </a:cubicBezTo>
                <a:cubicBezTo>
                  <a:pt x="229" y="161"/>
                  <a:pt x="215" y="178"/>
                  <a:pt x="206" y="200"/>
                </a:cubicBezTo>
                <a:lnTo>
                  <a:pt x="247" y="215"/>
                </a:lnTo>
                <a:cubicBezTo>
                  <a:pt x="253" y="201"/>
                  <a:pt x="261" y="190"/>
                  <a:pt x="272" y="182"/>
                </a:cubicBezTo>
                <a:cubicBezTo>
                  <a:pt x="284" y="174"/>
                  <a:pt x="297" y="170"/>
                  <a:pt x="312" y="170"/>
                </a:cubicBezTo>
                <a:cubicBezTo>
                  <a:pt x="330" y="170"/>
                  <a:pt x="344" y="175"/>
                  <a:pt x="355" y="184"/>
                </a:cubicBezTo>
                <a:cubicBezTo>
                  <a:pt x="366" y="194"/>
                  <a:pt x="371" y="206"/>
                  <a:pt x="371" y="221"/>
                </a:cubicBezTo>
                <a:cubicBezTo>
                  <a:pt x="371" y="232"/>
                  <a:pt x="368" y="243"/>
                  <a:pt x="361" y="253"/>
                </a:cubicBezTo>
                <a:cubicBezTo>
                  <a:pt x="354" y="263"/>
                  <a:pt x="345" y="274"/>
                  <a:pt x="332" y="285"/>
                </a:cubicBezTo>
                <a:cubicBezTo>
                  <a:pt x="316" y="299"/>
                  <a:pt x="305" y="312"/>
                  <a:pt x="297" y="325"/>
                </a:cubicBezTo>
                <a:cubicBezTo>
                  <a:pt x="290" y="338"/>
                  <a:pt x="286" y="355"/>
                  <a:pt x="286" y="377"/>
                </a:cubicBezTo>
                <a:moveTo>
                  <a:pt x="310" y="619"/>
                </a:moveTo>
                <a:cubicBezTo>
                  <a:pt x="268" y="619"/>
                  <a:pt x="228" y="610"/>
                  <a:pt x="191" y="594"/>
                </a:cubicBezTo>
                <a:cubicBezTo>
                  <a:pt x="153" y="578"/>
                  <a:pt x="120" y="556"/>
                  <a:pt x="92" y="528"/>
                </a:cubicBezTo>
                <a:cubicBezTo>
                  <a:pt x="64" y="500"/>
                  <a:pt x="42" y="467"/>
                  <a:pt x="26" y="429"/>
                </a:cubicBezTo>
                <a:cubicBezTo>
                  <a:pt x="10" y="392"/>
                  <a:pt x="0" y="352"/>
                  <a:pt x="0" y="310"/>
                </a:cubicBezTo>
                <a:cubicBezTo>
                  <a:pt x="0" y="266"/>
                  <a:pt x="10" y="226"/>
                  <a:pt x="26" y="188"/>
                </a:cubicBezTo>
                <a:cubicBezTo>
                  <a:pt x="42" y="151"/>
                  <a:pt x="64" y="118"/>
                  <a:pt x="92" y="90"/>
                </a:cubicBezTo>
                <a:cubicBezTo>
                  <a:pt x="120" y="63"/>
                  <a:pt x="153" y="41"/>
                  <a:pt x="191" y="25"/>
                </a:cubicBezTo>
                <a:cubicBezTo>
                  <a:pt x="228" y="8"/>
                  <a:pt x="268" y="0"/>
                  <a:pt x="310" y="0"/>
                </a:cubicBezTo>
                <a:cubicBezTo>
                  <a:pt x="353" y="0"/>
                  <a:pt x="393" y="8"/>
                  <a:pt x="431" y="25"/>
                </a:cubicBezTo>
                <a:cubicBezTo>
                  <a:pt x="468" y="41"/>
                  <a:pt x="501" y="63"/>
                  <a:pt x="529" y="90"/>
                </a:cubicBezTo>
                <a:cubicBezTo>
                  <a:pt x="556" y="118"/>
                  <a:pt x="578" y="151"/>
                  <a:pt x="594" y="188"/>
                </a:cubicBezTo>
                <a:cubicBezTo>
                  <a:pt x="611" y="226"/>
                  <a:pt x="619" y="266"/>
                  <a:pt x="619" y="310"/>
                </a:cubicBezTo>
                <a:cubicBezTo>
                  <a:pt x="619" y="352"/>
                  <a:pt x="611" y="392"/>
                  <a:pt x="594" y="429"/>
                </a:cubicBezTo>
                <a:cubicBezTo>
                  <a:pt x="578" y="467"/>
                  <a:pt x="556" y="500"/>
                  <a:pt x="529" y="528"/>
                </a:cubicBezTo>
                <a:cubicBezTo>
                  <a:pt x="501" y="556"/>
                  <a:pt x="468" y="578"/>
                  <a:pt x="431" y="594"/>
                </a:cubicBezTo>
                <a:cubicBezTo>
                  <a:pt x="393" y="610"/>
                  <a:pt x="353" y="619"/>
                  <a:pt x="310" y="619"/>
                </a:cubicBezTo>
                <a:moveTo>
                  <a:pt x="310" y="572"/>
                </a:moveTo>
                <a:cubicBezTo>
                  <a:pt x="383" y="572"/>
                  <a:pt x="445" y="547"/>
                  <a:pt x="496" y="495"/>
                </a:cubicBezTo>
                <a:cubicBezTo>
                  <a:pt x="547" y="444"/>
                  <a:pt x="573" y="382"/>
                  <a:pt x="573" y="310"/>
                </a:cubicBezTo>
                <a:cubicBezTo>
                  <a:pt x="573" y="236"/>
                  <a:pt x="547" y="174"/>
                  <a:pt x="496" y="123"/>
                </a:cubicBezTo>
                <a:cubicBezTo>
                  <a:pt x="445" y="72"/>
                  <a:pt x="383" y="46"/>
                  <a:pt x="310" y="46"/>
                </a:cubicBezTo>
                <a:cubicBezTo>
                  <a:pt x="238" y="46"/>
                  <a:pt x="176" y="72"/>
                  <a:pt x="125" y="123"/>
                </a:cubicBezTo>
                <a:cubicBezTo>
                  <a:pt x="73" y="174"/>
                  <a:pt x="48" y="236"/>
                  <a:pt x="48" y="310"/>
                </a:cubicBezTo>
                <a:cubicBezTo>
                  <a:pt x="48" y="382"/>
                  <a:pt x="73" y="444"/>
                  <a:pt x="125" y="495"/>
                </a:cubicBezTo>
                <a:cubicBezTo>
                  <a:pt x="176" y="547"/>
                  <a:pt x="238" y="572"/>
                  <a:pt x="310" y="572"/>
                </a:cubicBez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752400" y="2860200"/>
            <a:ext cx="457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8A3060"/>
                </a:solidFill>
                <a:effectLst/>
                <a:uFillTx/>
                <a:latin typeface="NotoSansJP-Thin_"/>
                <a:ea typeface="NotoSansJP-Thin_"/>
              </a:rPr>
              <a:t>る。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1070280" y="3384000"/>
            <a:ext cx="2515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「動かない」が直せない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752400" y="3746160"/>
            <a:ext cx="5004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8A3060"/>
                </a:solidFill>
                <a:effectLst/>
                <a:uFillTx/>
                <a:latin typeface="NotoSansJP-Thin_"/>
                <a:ea typeface="NotoSansJP-Thin_"/>
              </a:rPr>
              <a:t>Qiita</a:t>
            </a:r>
            <a:r>
              <a:rPr lang="ja-JP" sz="1800" b="0" u="none" strike="noStrike">
                <a:solidFill>
                  <a:srgbClr val="8A3060"/>
                </a:solidFill>
                <a:effectLst/>
                <a:uFillTx/>
                <a:latin typeface="NotoSansJP-Thin_"/>
                <a:ea typeface="NotoSansJP-Thin_"/>
              </a:rPr>
              <a:t>通りにやったはずなのに</a:t>
            </a:r>
            <a:r>
              <a:rPr lang="en-US" sz="1800" b="0" u="none" strike="noStrike">
                <a:solidFill>
                  <a:srgbClr val="8A3060"/>
                </a:solidFill>
                <a:effectLst/>
                <a:uFillTx/>
                <a:latin typeface="NotoSansJP-Thin_"/>
                <a:ea typeface="NotoSansJP-Thin_"/>
              </a:rPr>
              <a:t>...</a:t>
            </a:r>
            <a:r>
              <a:rPr lang="ja-JP" sz="1800" b="0" u="none" strike="noStrike">
                <a:solidFill>
                  <a:srgbClr val="8A3060"/>
                </a:solidFill>
                <a:effectLst/>
                <a:uFillTx/>
                <a:latin typeface="NotoSansJP-Thin_"/>
                <a:ea typeface="NotoSansJP-Thin_"/>
              </a:rPr>
              <a:t>。何が違うのか分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4" name=""/>
          <p:cNvSpPr/>
          <p:nvPr/>
        </p:nvSpPr>
        <p:spPr>
          <a:xfrm>
            <a:off x="774360" y="4593960"/>
            <a:ext cx="222840" cy="222840"/>
          </a:xfrm>
          <a:custGeom>
            <a:avLst/>
            <a:gdLst/>
            <a:ahLst/>
            <a:rect l="0" t="0" r="r" b="b"/>
            <a:pathLst>
              <a:path w="619" h="619">
                <a:moveTo>
                  <a:pt x="310" y="619"/>
                </a:moveTo>
                <a:cubicBezTo>
                  <a:pt x="268" y="619"/>
                  <a:pt x="228" y="610"/>
                  <a:pt x="191" y="594"/>
                </a:cubicBezTo>
                <a:cubicBezTo>
                  <a:pt x="153" y="578"/>
                  <a:pt x="120" y="556"/>
                  <a:pt x="92" y="528"/>
                </a:cubicBezTo>
                <a:cubicBezTo>
                  <a:pt x="64" y="499"/>
                  <a:pt x="42" y="466"/>
                  <a:pt x="26" y="429"/>
                </a:cubicBezTo>
                <a:cubicBezTo>
                  <a:pt x="10" y="391"/>
                  <a:pt x="0" y="351"/>
                  <a:pt x="0" y="309"/>
                </a:cubicBezTo>
                <a:cubicBezTo>
                  <a:pt x="0" y="265"/>
                  <a:pt x="10" y="225"/>
                  <a:pt x="26" y="187"/>
                </a:cubicBezTo>
                <a:cubicBezTo>
                  <a:pt x="43" y="149"/>
                  <a:pt x="65" y="117"/>
                  <a:pt x="94" y="89"/>
                </a:cubicBezTo>
                <a:cubicBezTo>
                  <a:pt x="122" y="61"/>
                  <a:pt x="156" y="39"/>
                  <a:pt x="194" y="24"/>
                </a:cubicBezTo>
                <a:cubicBezTo>
                  <a:pt x="232" y="8"/>
                  <a:pt x="273" y="0"/>
                  <a:pt x="317" y="0"/>
                </a:cubicBezTo>
                <a:cubicBezTo>
                  <a:pt x="358" y="0"/>
                  <a:pt x="396" y="7"/>
                  <a:pt x="433" y="21"/>
                </a:cubicBezTo>
                <a:cubicBezTo>
                  <a:pt x="469" y="34"/>
                  <a:pt x="501" y="53"/>
                  <a:pt x="529" y="77"/>
                </a:cubicBezTo>
                <a:cubicBezTo>
                  <a:pt x="556" y="102"/>
                  <a:pt x="578" y="130"/>
                  <a:pt x="594" y="163"/>
                </a:cubicBezTo>
                <a:cubicBezTo>
                  <a:pt x="611" y="197"/>
                  <a:pt x="619" y="233"/>
                  <a:pt x="619" y="273"/>
                </a:cubicBezTo>
                <a:cubicBezTo>
                  <a:pt x="619" y="328"/>
                  <a:pt x="603" y="372"/>
                  <a:pt x="570" y="404"/>
                </a:cubicBezTo>
                <a:cubicBezTo>
                  <a:pt x="538" y="436"/>
                  <a:pt x="495" y="452"/>
                  <a:pt x="441" y="452"/>
                </a:cubicBezTo>
                <a:lnTo>
                  <a:pt x="383" y="452"/>
                </a:lnTo>
                <a:cubicBezTo>
                  <a:pt x="374" y="452"/>
                  <a:pt x="366" y="456"/>
                  <a:pt x="360" y="463"/>
                </a:cubicBezTo>
                <a:cubicBezTo>
                  <a:pt x="353" y="470"/>
                  <a:pt x="349" y="478"/>
                  <a:pt x="349" y="487"/>
                </a:cubicBezTo>
                <a:cubicBezTo>
                  <a:pt x="349" y="501"/>
                  <a:pt x="353" y="514"/>
                  <a:pt x="361" y="524"/>
                </a:cubicBezTo>
                <a:cubicBezTo>
                  <a:pt x="368" y="533"/>
                  <a:pt x="372" y="545"/>
                  <a:pt x="372" y="558"/>
                </a:cubicBezTo>
                <a:cubicBezTo>
                  <a:pt x="372" y="577"/>
                  <a:pt x="366" y="592"/>
                  <a:pt x="356" y="603"/>
                </a:cubicBezTo>
                <a:cubicBezTo>
                  <a:pt x="345" y="613"/>
                  <a:pt x="330" y="619"/>
                  <a:pt x="310" y="619"/>
                </a:cubicBezTo>
                <a:moveTo>
                  <a:pt x="157" y="317"/>
                </a:moveTo>
                <a:cubicBezTo>
                  <a:pt x="165" y="310"/>
                  <a:pt x="169" y="301"/>
                  <a:pt x="169" y="290"/>
                </a:cubicBezTo>
                <a:cubicBezTo>
                  <a:pt x="169" y="280"/>
                  <a:pt x="165" y="271"/>
                  <a:pt x="157" y="263"/>
                </a:cubicBezTo>
                <a:cubicBezTo>
                  <a:pt x="150" y="256"/>
                  <a:pt x="141" y="252"/>
                  <a:pt x="130" y="252"/>
                </a:cubicBezTo>
                <a:cubicBezTo>
                  <a:pt x="120" y="252"/>
                  <a:pt x="111" y="256"/>
                  <a:pt x="103" y="263"/>
                </a:cubicBezTo>
                <a:cubicBezTo>
                  <a:pt x="96" y="271"/>
                  <a:pt x="92" y="280"/>
                  <a:pt x="92" y="290"/>
                </a:cubicBezTo>
                <a:cubicBezTo>
                  <a:pt x="92" y="301"/>
                  <a:pt x="96" y="310"/>
                  <a:pt x="103" y="317"/>
                </a:cubicBezTo>
                <a:cubicBezTo>
                  <a:pt x="111" y="325"/>
                  <a:pt x="120" y="329"/>
                  <a:pt x="130" y="329"/>
                </a:cubicBezTo>
                <a:cubicBezTo>
                  <a:pt x="141" y="329"/>
                  <a:pt x="150" y="325"/>
                  <a:pt x="157" y="317"/>
                </a:cubicBezTo>
                <a:moveTo>
                  <a:pt x="255" y="186"/>
                </a:moveTo>
                <a:cubicBezTo>
                  <a:pt x="262" y="178"/>
                  <a:pt x="266" y="169"/>
                  <a:pt x="266" y="159"/>
                </a:cubicBezTo>
                <a:cubicBezTo>
                  <a:pt x="266" y="149"/>
                  <a:pt x="262" y="140"/>
                  <a:pt x="255" y="132"/>
                </a:cubicBezTo>
                <a:cubicBezTo>
                  <a:pt x="247" y="124"/>
                  <a:pt x="238" y="121"/>
                  <a:pt x="228" y="121"/>
                </a:cubicBezTo>
                <a:cubicBezTo>
                  <a:pt x="217" y="121"/>
                  <a:pt x="208" y="124"/>
                  <a:pt x="201" y="132"/>
                </a:cubicBezTo>
                <a:cubicBezTo>
                  <a:pt x="193" y="140"/>
                  <a:pt x="189" y="149"/>
                  <a:pt x="189" y="159"/>
                </a:cubicBezTo>
                <a:cubicBezTo>
                  <a:pt x="189" y="169"/>
                  <a:pt x="193" y="178"/>
                  <a:pt x="201" y="186"/>
                </a:cubicBezTo>
                <a:cubicBezTo>
                  <a:pt x="208" y="194"/>
                  <a:pt x="217" y="198"/>
                  <a:pt x="228" y="198"/>
                </a:cubicBezTo>
                <a:cubicBezTo>
                  <a:pt x="238" y="198"/>
                  <a:pt x="247" y="194"/>
                  <a:pt x="255" y="186"/>
                </a:cubicBezTo>
                <a:moveTo>
                  <a:pt x="420" y="186"/>
                </a:moveTo>
                <a:cubicBezTo>
                  <a:pt x="427" y="178"/>
                  <a:pt x="431" y="169"/>
                  <a:pt x="431" y="159"/>
                </a:cubicBezTo>
                <a:cubicBezTo>
                  <a:pt x="431" y="149"/>
                  <a:pt x="427" y="140"/>
                  <a:pt x="420" y="132"/>
                </a:cubicBezTo>
                <a:cubicBezTo>
                  <a:pt x="412" y="124"/>
                  <a:pt x="403" y="121"/>
                  <a:pt x="393" y="121"/>
                </a:cubicBezTo>
                <a:cubicBezTo>
                  <a:pt x="382" y="121"/>
                  <a:pt x="373" y="124"/>
                  <a:pt x="366" y="132"/>
                </a:cubicBezTo>
                <a:cubicBezTo>
                  <a:pt x="358" y="140"/>
                  <a:pt x="354" y="149"/>
                  <a:pt x="354" y="159"/>
                </a:cubicBezTo>
                <a:cubicBezTo>
                  <a:pt x="354" y="169"/>
                  <a:pt x="358" y="178"/>
                  <a:pt x="366" y="186"/>
                </a:cubicBezTo>
                <a:cubicBezTo>
                  <a:pt x="373" y="194"/>
                  <a:pt x="382" y="198"/>
                  <a:pt x="393" y="198"/>
                </a:cubicBezTo>
                <a:cubicBezTo>
                  <a:pt x="403" y="198"/>
                  <a:pt x="412" y="194"/>
                  <a:pt x="420" y="186"/>
                </a:cubicBezTo>
                <a:moveTo>
                  <a:pt x="521" y="317"/>
                </a:moveTo>
                <a:cubicBezTo>
                  <a:pt x="529" y="310"/>
                  <a:pt x="532" y="301"/>
                  <a:pt x="532" y="290"/>
                </a:cubicBezTo>
                <a:cubicBezTo>
                  <a:pt x="532" y="280"/>
                  <a:pt x="529" y="271"/>
                  <a:pt x="521" y="263"/>
                </a:cubicBezTo>
                <a:cubicBezTo>
                  <a:pt x="513" y="256"/>
                  <a:pt x="504" y="252"/>
                  <a:pt x="494" y="252"/>
                </a:cubicBezTo>
                <a:cubicBezTo>
                  <a:pt x="484" y="252"/>
                  <a:pt x="474" y="256"/>
                  <a:pt x="467" y="263"/>
                </a:cubicBezTo>
                <a:cubicBezTo>
                  <a:pt x="459" y="271"/>
                  <a:pt x="455" y="280"/>
                  <a:pt x="455" y="290"/>
                </a:cubicBezTo>
                <a:cubicBezTo>
                  <a:pt x="455" y="301"/>
                  <a:pt x="459" y="310"/>
                  <a:pt x="467" y="317"/>
                </a:cubicBezTo>
                <a:cubicBezTo>
                  <a:pt x="474" y="325"/>
                  <a:pt x="484" y="329"/>
                  <a:pt x="494" y="329"/>
                </a:cubicBezTo>
                <a:cubicBezTo>
                  <a:pt x="504" y="329"/>
                  <a:pt x="513" y="325"/>
                  <a:pt x="521" y="317"/>
                </a:cubicBezTo>
                <a:moveTo>
                  <a:pt x="310" y="572"/>
                </a:moveTo>
                <a:cubicBezTo>
                  <a:pt x="316" y="572"/>
                  <a:pt x="320" y="571"/>
                  <a:pt x="322" y="569"/>
                </a:cubicBezTo>
                <a:cubicBezTo>
                  <a:pt x="324" y="567"/>
                  <a:pt x="326" y="563"/>
                  <a:pt x="326" y="558"/>
                </a:cubicBezTo>
                <a:cubicBezTo>
                  <a:pt x="326" y="550"/>
                  <a:pt x="322" y="544"/>
                  <a:pt x="314" y="538"/>
                </a:cubicBezTo>
                <a:cubicBezTo>
                  <a:pt x="307" y="531"/>
                  <a:pt x="303" y="518"/>
                  <a:pt x="303" y="496"/>
                </a:cubicBezTo>
                <a:cubicBezTo>
                  <a:pt x="303" y="472"/>
                  <a:pt x="311" y="451"/>
                  <a:pt x="326" y="433"/>
                </a:cubicBezTo>
                <a:cubicBezTo>
                  <a:pt x="342" y="415"/>
                  <a:pt x="361" y="406"/>
                  <a:pt x="385" y="406"/>
                </a:cubicBezTo>
                <a:lnTo>
                  <a:pt x="441" y="406"/>
                </a:lnTo>
                <a:cubicBezTo>
                  <a:pt x="480" y="406"/>
                  <a:pt x="512" y="395"/>
                  <a:pt x="536" y="372"/>
                </a:cubicBezTo>
                <a:cubicBezTo>
                  <a:pt x="560" y="349"/>
                  <a:pt x="573" y="316"/>
                  <a:pt x="573" y="273"/>
                </a:cubicBezTo>
                <a:cubicBezTo>
                  <a:pt x="573" y="205"/>
                  <a:pt x="547" y="150"/>
                  <a:pt x="495" y="109"/>
                </a:cubicBezTo>
                <a:cubicBezTo>
                  <a:pt x="444" y="67"/>
                  <a:pt x="384" y="47"/>
                  <a:pt x="317" y="47"/>
                </a:cubicBezTo>
                <a:cubicBezTo>
                  <a:pt x="242" y="47"/>
                  <a:pt x="178" y="72"/>
                  <a:pt x="126" y="123"/>
                </a:cubicBezTo>
                <a:cubicBezTo>
                  <a:pt x="74" y="173"/>
                  <a:pt x="48" y="235"/>
                  <a:pt x="48" y="309"/>
                </a:cubicBezTo>
                <a:cubicBezTo>
                  <a:pt x="48" y="381"/>
                  <a:pt x="73" y="443"/>
                  <a:pt x="125" y="495"/>
                </a:cubicBezTo>
                <a:cubicBezTo>
                  <a:pt x="176" y="547"/>
                  <a:pt x="238" y="572"/>
                  <a:pt x="310" y="572"/>
                </a:cubicBez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752400" y="4107960"/>
            <a:ext cx="1372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8A3060"/>
                </a:solidFill>
                <a:effectLst/>
                <a:uFillTx/>
                <a:latin typeface="NotoSansJP-Thin_"/>
                <a:ea typeface="NotoSansJP-Thin_"/>
              </a:rPr>
              <a:t>からず放置。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1070280" y="4631760"/>
            <a:ext cx="20581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デザインで力尽きる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752400" y="4993920"/>
            <a:ext cx="5029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8A3060"/>
                </a:solidFill>
                <a:effectLst/>
                <a:uFillTx/>
                <a:latin typeface="NotoSansJP-Thin_"/>
                <a:ea typeface="NotoSansJP-Thin_"/>
              </a:rPr>
              <a:t>機能は作ったけど、見た目がショボくて誰にも見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8" name=""/>
          <p:cNvSpPr/>
          <p:nvPr/>
        </p:nvSpPr>
        <p:spPr>
          <a:xfrm>
            <a:off x="6195960" y="1266480"/>
            <a:ext cx="5424840" cy="4639320"/>
          </a:xfrm>
          <a:custGeom>
            <a:avLst/>
            <a:gdLst/>
            <a:ahLst/>
            <a:rect l="0" t="0" r="r" b="b"/>
            <a:pathLst>
              <a:path w="15069" h="12887">
                <a:moveTo>
                  <a:pt x="0" y="12675"/>
                </a:moveTo>
                <a:lnTo>
                  <a:pt x="0" y="212"/>
                </a:lnTo>
                <a:cubicBezTo>
                  <a:pt x="0" y="198"/>
                  <a:pt x="1" y="184"/>
                  <a:pt x="2" y="171"/>
                </a:cubicBezTo>
                <a:cubicBezTo>
                  <a:pt x="4" y="157"/>
                  <a:pt x="7" y="144"/>
                  <a:pt x="11" y="131"/>
                </a:cubicBezTo>
                <a:cubicBezTo>
                  <a:pt x="14" y="118"/>
                  <a:pt x="19" y="106"/>
                  <a:pt x="24" y="95"/>
                </a:cubicBezTo>
                <a:cubicBezTo>
                  <a:pt x="29" y="83"/>
                  <a:pt x="36" y="72"/>
                  <a:pt x="42" y="62"/>
                </a:cubicBezTo>
                <a:cubicBezTo>
                  <a:pt x="49" y="53"/>
                  <a:pt x="56" y="44"/>
                  <a:pt x="64" y="36"/>
                </a:cubicBezTo>
                <a:cubicBezTo>
                  <a:pt x="72" y="28"/>
                  <a:pt x="81" y="22"/>
                  <a:pt x="89" y="17"/>
                </a:cubicBezTo>
                <a:cubicBezTo>
                  <a:pt x="98" y="11"/>
                  <a:pt x="107" y="7"/>
                  <a:pt x="117" y="5"/>
                </a:cubicBezTo>
                <a:cubicBezTo>
                  <a:pt x="126" y="2"/>
                  <a:pt x="136" y="0"/>
                  <a:pt x="145" y="0"/>
                </a:cubicBezTo>
                <a:lnTo>
                  <a:pt x="14857" y="0"/>
                </a:lnTo>
                <a:cubicBezTo>
                  <a:pt x="14871" y="0"/>
                  <a:pt x="14885" y="2"/>
                  <a:pt x="14898" y="5"/>
                </a:cubicBezTo>
                <a:cubicBezTo>
                  <a:pt x="14912" y="7"/>
                  <a:pt x="14925" y="11"/>
                  <a:pt x="14938" y="17"/>
                </a:cubicBezTo>
                <a:cubicBezTo>
                  <a:pt x="14951" y="22"/>
                  <a:pt x="14963" y="28"/>
                  <a:pt x="14975" y="36"/>
                </a:cubicBezTo>
                <a:cubicBezTo>
                  <a:pt x="14986" y="44"/>
                  <a:pt x="14997" y="53"/>
                  <a:pt x="15007" y="62"/>
                </a:cubicBezTo>
                <a:cubicBezTo>
                  <a:pt x="15016" y="72"/>
                  <a:pt x="15025" y="83"/>
                  <a:pt x="15033" y="95"/>
                </a:cubicBezTo>
                <a:cubicBezTo>
                  <a:pt x="15041" y="106"/>
                  <a:pt x="15047" y="118"/>
                  <a:pt x="15053" y="131"/>
                </a:cubicBezTo>
                <a:cubicBezTo>
                  <a:pt x="15058" y="144"/>
                  <a:pt x="15062" y="157"/>
                  <a:pt x="15065" y="171"/>
                </a:cubicBezTo>
                <a:cubicBezTo>
                  <a:pt x="15067" y="184"/>
                  <a:pt x="15069" y="198"/>
                  <a:pt x="15069" y="212"/>
                </a:cubicBezTo>
                <a:lnTo>
                  <a:pt x="15069" y="12675"/>
                </a:lnTo>
                <a:cubicBezTo>
                  <a:pt x="15069" y="12689"/>
                  <a:pt x="15067" y="12703"/>
                  <a:pt x="15065" y="12716"/>
                </a:cubicBezTo>
                <a:cubicBezTo>
                  <a:pt x="15062" y="12730"/>
                  <a:pt x="15058" y="12743"/>
                  <a:pt x="15053" y="12756"/>
                </a:cubicBezTo>
                <a:cubicBezTo>
                  <a:pt x="15047" y="12769"/>
                  <a:pt x="15041" y="12781"/>
                  <a:pt x="15033" y="12793"/>
                </a:cubicBezTo>
                <a:cubicBezTo>
                  <a:pt x="15025" y="12804"/>
                  <a:pt x="15016" y="12815"/>
                  <a:pt x="15007" y="12825"/>
                </a:cubicBezTo>
                <a:cubicBezTo>
                  <a:pt x="14997" y="12834"/>
                  <a:pt x="14986" y="12843"/>
                  <a:pt x="14975" y="12851"/>
                </a:cubicBezTo>
                <a:cubicBezTo>
                  <a:pt x="14963" y="12859"/>
                  <a:pt x="14951" y="12865"/>
                  <a:pt x="14938" y="12871"/>
                </a:cubicBezTo>
                <a:cubicBezTo>
                  <a:pt x="14925" y="12876"/>
                  <a:pt x="14912" y="12880"/>
                  <a:pt x="14898" y="12883"/>
                </a:cubicBezTo>
                <a:cubicBezTo>
                  <a:pt x="14885" y="12885"/>
                  <a:pt x="14871" y="12887"/>
                  <a:pt x="14857" y="12887"/>
                </a:cubicBezTo>
                <a:lnTo>
                  <a:pt x="145" y="12887"/>
                </a:lnTo>
                <a:cubicBezTo>
                  <a:pt x="136" y="12887"/>
                  <a:pt x="126" y="12885"/>
                  <a:pt x="117" y="12883"/>
                </a:cubicBezTo>
                <a:cubicBezTo>
                  <a:pt x="107" y="12880"/>
                  <a:pt x="98" y="12876"/>
                  <a:pt x="89" y="12871"/>
                </a:cubicBezTo>
                <a:cubicBezTo>
                  <a:pt x="81" y="12865"/>
                  <a:pt x="72" y="12859"/>
                  <a:pt x="64" y="12851"/>
                </a:cubicBezTo>
                <a:cubicBezTo>
                  <a:pt x="56" y="12843"/>
                  <a:pt x="49" y="12834"/>
                  <a:pt x="42" y="12825"/>
                </a:cubicBezTo>
                <a:cubicBezTo>
                  <a:pt x="36" y="12815"/>
                  <a:pt x="29" y="12804"/>
                  <a:pt x="24" y="12793"/>
                </a:cubicBezTo>
                <a:cubicBezTo>
                  <a:pt x="19" y="12781"/>
                  <a:pt x="14" y="12769"/>
                  <a:pt x="11" y="12756"/>
                </a:cubicBezTo>
                <a:cubicBezTo>
                  <a:pt x="7" y="12743"/>
                  <a:pt x="4" y="12730"/>
                  <a:pt x="2" y="12716"/>
                </a:cubicBezTo>
                <a:cubicBezTo>
                  <a:pt x="1" y="12703"/>
                  <a:pt x="0" y="12689"/>
                  <a:pt x="0" y="12675"/>
                </a:cubicBezTo>
                <a:close/>
              </a:path>
            </a:pathLst>
          </a:custGeom>
          <a:solidFill>
            <a:srgbClr val="C1E6C0">
              <a:alpha val="3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9" name=""/>
          <p:cNvSpPr/>
          <p:nvPr/>
        </p:nvSpPr>
        <p:spPr>
          <a:xfrm>
            <a:off x="6171840" y="1266480"/>
            <a:ext cx="76680" cy="4639320"/>
          </a:xfrm>
          <a:custGeom>
            <a:avLst/>
            <a:gdLst/>
            <a:ahLst/>
            <a:rect l="0" t="0" r="r" b="b"/>
            <a:pathLst>
              <a:path w="213" h="12887">
                <a:moveTo>
                  <a:pt x="0" y="0"/>
                </a:moveTo>
                <a:lnTo>
                  <a:pt x="213" y="0"/>
                </a:lnTo>
                <a:lnTo>
                  <a:pt x="213" y="12887"/>
                </a:lnTo>
                <a:lnTo>
                  <a:pt x="0" y="12887"/>
                </a:lnTo>
                <a:lnTo>
                  <a:pt x="0" y="0"/>
                </a:lnTo>
                <a:close/>
              </a:path>
            </a:pathLst>
          </a:custGeom>
          <a:solidFill>
            <a:srgbClr val="80C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0" name=""/>
          <p:cNvSpPr/>
          <p:nvPr/>
        </p:nvSpPr>
        <p:spPr>
          <a:xfrm>
            <a:off x="6383160" y="1620720"/>
            <a:ext cx="302040" cy="302040"/>
          </a:xfrm>
          <a:custGeom>
            <a:avLst/>
            <a:gdLst/>
            <a:ahLst/>
            <a:rect l="0" t="0" r="r" b="b"/>
            <a:pathLst>
              <a:path w="839" h="839">
                <a:moveTo>
                  <a:pt x="358" y="610"/>
                </a:moveTo>
                <a:lnTo>
                  <a:pt x="655" y="314"/>
                </a:lnTo>
                <a:lnTo>
                  <a:pt x="606" y="267"/>
                </a:lnTo>
                <a:lnTo>
                  <a:pt x="358" y="515"/>
                </a:lnTo>
                <a:lnTo>
                  <a:pt x="231" y="389"/>
                </a:lnTo>
                <a:lnTo>
                  <a:pt x="184" y="437"/>
                </a:lnTo>
                <a:lnTo>
                  <a:pt x="358" y="610"/>
                </a:lnTo>
                <a:moveTo>
                  <a:pt x="420" y="839"/>
                </a:moveTo>
                <a:cubicBezTo>
                  <a:pt x="363" y="839"/>
                  <a:pt x="309" y="828"/>
                  <a:pt x="257" y="806"/>
                </a:cubicBezTo>
                <a:cubicBezTo>
                  <a:pt x="206" y="784"/>
                  <a:pt x="161" y="754"/>
                  <a:pt x="123" y="716"/>
                </a:cubicBezTo>
                <a:cubicBezTo>
                  <a:pt x="85" y="678"/>
                  <a:pt x="55" y="633"/>
                  <a:pt x="33" y="582"/>
                </a:cubicBezTo>
                <a:cubicBezTo>
                  <a:pt x="11" y="531"/>
                  <a:pt x="0" y="477"/>
                  <a:pt x="0" y="420"/>
                </a:cubicBezTo>
                <a:cubicBezTo>
                  <a:pt x="0" y="362"/>
                  <a:pt x="11" y="307"/>
                  <a:pt x="33" y="256"/>
                </a:cubicBezTo>
                <a:cubicBezTo>
                  <a:pt x="55" y="205"/>
                  <a:pt x="85" y="161"/>
                  <a:pt x="123" y="123"/>
                </a:cubicBezTo>
                <a:cubicBezTo>
                  <a:pt x="161" y="85"/>
                  <a:pt x="206" y="55"/>
                  <a:pt x="257" y="33"/>
                </a:cubicBezTo>
                <a:cubicBezTo>
                  <a:pt x="309" y="11"/>
                  <a:pt x="363" y="0"/>
                  <a:pt x="420" y="0"/>
                </a:cubicBezTo>
                <a:cubicBezTo>
                  <a:pt x="478" y="0"/>
                  <a:pt x="532" y="11"/>
                  <a:pt x="583" y="33"/>
                </a:cubicBezTo>
                <a:cubicBezTo>
                  <a:pt x="634" y="55"/>
                  <a:pt x="679" y="85"/>
                  <a:pt x="716" y="123"/>
                </a:cubicBezTo>
                <a:cubicBezTo>
                  <a:pt x="754" y="161"/>
                  <a:pt x="784" y="205"/>
                  <a:pt x="806" y="256"/>
                </a:cubicBezTo>
                <a:cubicBezTo>
                  <a:pt x="828" y="307"/>
                  <a:pt x="839" y="362"/>
                  <a:pt x="839" y="420"/>
                </a:cubicBezTo>
                <a:cubicBezTo>
                  <a:pt x="839" y="477"/>
                  <a:pt x="828" y="531"/>
                  <a:pt x="806" y="582"/>
                </a:cubicBezTo>
                <a:cubicBezTo>
                  <a:pt x="784" y="633"/>
                  <a:pt x="754" y="678"/>
                  <a:pt x="716" y="716"/>
                </a:cubicBezTo>
                <a:cubicBezTo>
                  <a:pt x="679" y="754"/>
                  <a:pt x="634" y="784"/>
                  <a:pt x="583" y="806"/>
                </a:cubicBezTo>
                <a:cubicBezTo>
                  <a:pt x="532" y="828"/>
                  <a:pt x="478" y="839"/>
                  <a:pt x="420" y="839"/>
                </a:cubicBezTo>
                <a:moveTo>
                  <a:pt x="420" y="776"/>
                </a:moveTo>
                <a:cubicBezTo>
                  <a:pt x="519" y="776"/>
                  <a:pt x="603" y="741"/>
                  <a:pt x="672" y="672"/>
                </a:cubicBezTo>
                <a:cubicBezTo>
                  <a:pt x="741" y="602"/>
                  <a:pt x="776" y="518"/>
                  <a:pt x="776" y="420"/>
                </a:cubicBezTo>
                <a:cubicBezTo>
                  <a:pt x="776" y="321"/>
                  <a:pt x="741" y="236"/>
                  <a:pt x="672" y="167"/>
                </a:cubicBezTo>
                <a:cubicBezTo>
                  <a:pt x="603" y="97"/>
                  <a:pt x="519" y="63"/>
                  <a:pt x="420" y="63"/>
                </a:cubicBezTo>
                <a:cubicBezTo>
                  <a:pt x="321" y="63"/>
                  <a:pt x="237" y="97"/>
                  <a:pt x="167" y="167"/>
                </a:cubicBezTo>
                <a:cubicBezTo>
                  <a:pt x="98" y="236"/>
                  <a:pt x="63" y="321"/>
                  <a:pt x="63" y="420"/>
                </a:cubicBezTo>
                <a:cubicBezTo>
                  <a:pt x="63" y="518"/>
                  <a:pt x="98" y="602"/>
                  <a:pt x="167" y="672"/>
                </a:cubicBezTo>
                <a:cubicBezTo>
                  <a:pt x="237" y="741"/>
                  <a:pt x="321" y="776"/>
                  <a:pt x="420" y="776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752400" y="5365080"/>
            <a:ext cx="1372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8A3060"/>
                </a:solidFill>
                <a:effectLst/>
                <a:uFillTx/>
                <a:latin typeface="NotoSansJP-Thin_"/>
                <a:ea typeface="NotoSansJP-Thin_"/>
              </a:rPr>
              <a:t>せられない。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2" name=""/>
          <p:cNvSpPr/>
          <p:nvPr/>
        </p:nvSpPr>
        <p:spPr>
          <a:xfrm>
            <a:off x="6373800" y="2098800"/>
            <a:ext cx="224640" cy="222840"/>
          </a:xfrm>
          <a:custGeom>
            <a:avLst/>
            <a:gdLst/>
            <a:ahLst/>
            <a:rect l="0" t="0" r="r" b="b"/>
            <a:pathLst>
              <a:path w="624" h="619">
                <a:moveTo>
                  <a:pt x="88" y="254"/>
                </a:moveTo>
                <a:lnTo>
                  <a:pt x="169" y="289"/>
                </a:lnTo>
                <a:cubicBezTo>
                  <a:pt x="179" y="270"/>
                  <a:pt x="188" y="252"/>
                  <a:pt x="199" y="234"/>
                </a:cubicBezTo>
                <a:cubicBezTo>
                  <a:pt x="210" y="216"/>
                  <a:pt x="221" y="199"/>
                  <a:pt x="233" y="182"/>
                </a:cubicBezTo>
                <a:lnTo>
                  <a:pt x="172" y="170"/>
                </a:lnTo>
                <a:lnTo>
                  <a:pt x="88" y="254"/>
                </a:lnTo>
                <a:moveTo>
                  <a:pt x="206" y="317"/>
                </a:moveTo>
                <a:lnTo>
                  <a:pt x="309" y="419"/>
                </a:lnTo>
                <a:cubicBezTo>
                  <a:pt x="338" y="406"/>
                  <a:pt x="366" y="391"/>
                  <a:pt x="392" y="374"/>
                </a:cubicBezTo>
                <a:cubicBezTo>
                  <a:pt x="417" y="357"/>
                  <a:pt x="438" y="340"/>
                  <a:pt x="454" y="324"/>
                </a:cubicBezTo>
                <a:cubicBezTo>
                  <a:pt x="496" y="283"/>
                  <a:pt x="526" y="240"/>
                  <a:pt x="546" y="196"/>
                </a:cubicBezTo>
                <a:cubicBezTo>
                  <a:pt x="565" y="152"/>
                  <a:pt x="576" y="103"/>
                  <a:pt x="578" y="48"/>
                </a:cubicBezTo>
                <a:cubicBezTo>
                  <a:pt x="522" y="50"/>
                  <a:pt x="473" y="60"/>
                  <a:pt x="429" y="80"/>
                </a:cubicBezTo>
                <a:cubicBezTo>
                  <a:pt x="386" y="99"/>
                  <a:pt x="343" y="130"/>
                  <a:pt x="301" y="171"/>
                </a:cubicBezTo>
                <a:cubicBezTo>
                  <a:pt x="285" y="187"/>
                  <a:pt x="269" y="208"/>
                  <a:pt x="252" y="234"/>
                </a:cubicBezTo>
                <a:cubicBezTo>
                  <a:pt x="235" y="260"/>
                  <a:pt x="220" y="287"/>
                  <a:pt x="206" y="317"/>
                </a:cubicBezTo>
                <a:moveTo>
                  <a:pt x="368" y="204"/>
                </a:moveTo>
                <a:cubicBezTo>
                  <a:pt x="368" y="189"/>
                  <a:pt x="373" y="176"/>
                  <a:pt x="383" y="166"/>
                </a:cubicBezTo>
                <a:cubicBezTo>
                  <a:pt x="393" y="156"/>
                  <a:pt x="406" y="151"/>
                  <a:pt x="421" y="151"/>
                </a:cubicBezTo>
                <a:cubicBezTo>
                  <a:pt x="436" y="151"/>
                  <a:pt x="449" y="156"/>
                  <a:pt x="459" y="166"/>
                </a:cubicBezTo>
                <a:cubicBezTo>
                  <a:pt x="470" y="176"/>
                  <a:pt x="475" y="189"/>
                  <a:pt x="475" y="204"/>
                </a:cubicBezTo>
                <a:cubicBezTo>
                  <a:pt x="475" y="219"/>
                  <a:pt x="470" y="232"/>
                  <a:pt x="459" y="242"/>
                </a:cubicBezTo>
                <a:cubicBezTo>
                  <a:pt x="449" y="253"/>
                  <a:pt x="436" y="258"/>
                  <a:pt x="421" y="258"/>
                </a:cubicBezTo>
                <a:cubicBezTo>
                  <a:pt x="406" y="258"/>
                  <a:pt x="393" y="253"/>
                  <a:pt x="383" y="242"/>
                </a:cubicBezTo>
                <a:cubicBezTo>
                  <a:pt x="373" y="232"/>
                  <a:pt x="368" y="219"/>
                  <a:pt x="368" y="204"/>
                </a:cubicBezTo>
                <a:moveTo>
                  <a:pt x="372" y="538"/>
                </a:moveTo>
                <a:lnTo>
                  <a:pt x="456" y="454"/>
                </a:lnTo>
                <a:lnTo>
                  <a:pt x="443" y="393"/>
                </a:lnTo>
                <a:cubicBezTo>
                  <a:pt x="427" y="405"/>
                  <a:pt x="410" y="416"/>
                  <a:pt x="392" y="427"/>
                </a:cubicBezTo>
                <a:cubicBezTo>
                  <a:pt x="374" y="437"/>
                  <a:pt x="355" y="447"/>
                  <a:pt x="337" y="456"/>
                </a:cubicBezTo>
                <a:lnTo>
                  <a:pt x="372" y="538"/>
                </a:lnTo>
                <a:moveTo>
                  <a:pt x="623" y="1"/>
                </a:moveTo>
                <a:cubicBezTo>
                  <a:pt x="628" y="72"/>
                  <a:pt x="619" y="136"/>
                  <a:pt x="597" y="194"/>
                </a:cubicBezTo>
                <a:cubicBezTo>
                  <a:pt x="575" y="251"/>
                  <a:pt x="538" y="306"/>
                  <a:pt x="487" y="357"/>
                </a:cubicBezTo>
                <a:lnTo>
                  <a:pt x="486" y="358"/>
                </a:lnTo>
                <a:lnTo>
                  <a:pt x="484" y="360"/>
                </a:lnTo>
                <a:lnTo>
                  <a:pt x="501" y="445"/>
                </a:lnTo>
                <a:cubicBezTo>
                  <a:pt x="503" y="452"/>
                  <a:pt x="502" y="460"/>
                  <a:pt x="500" y="467"/>
                </a:cubicBezTo>
                <a:cubicBezTo>
                  <a:pt x="498" y="474"/>
                  <a:pt x="494" y="481"/>
                  <a:pt x="488" y="486"/>
                </a:cubicBezTo>
                <a:lnTo>
                  <a:pt x="356" y="619"/>
                </a:lnTo>
                <a:lnTo>
                  <a:pt x="290" y="466"/>
                </a:lnTo>
                <a:lnTo>
                  <a:pt x="159" y="335"/>
                </a:lnTo>
                <a:lnTo>
                  <a:pt x="5" y="269"/>
                </a:lnTo>
                <a:lnTo>
                  <a:pt x="139" y="138"/>
                </a:lnTo>
                <a:cubicBezTo>
                  <a:pt x="145" y="132"/>
                  <a:pt x="151" y="128"/>
                  <a:pt x="159" y="126"/>
                </a:cubicBezTo>
                <a:cubicBezTo>
                  <a:pt x="166" y="123"/>
                  <a:pt x="173" y="123"/>
                  <a:pt x="181" y="124"/>
                </a:cubicBezTo>
                <a:lnTo>
                  <a:pt x="266" y="141"/>
                </a:lnTo>
                <a:lnTo>
                  <a:pt x="267" y="140"/>
                </a:lnTo>
                <a:cubicBezTo>
                  <a:pt x="268" y="140"/>
                  <a:pt x="268" y="140"/>
                  <a:pt x="269" y="139"/>
                </a:cubicBezTo>
                <a:cubicBezTo>
                  <a:pt x="320" y="88"/>
                  <a:pt x="374" y="51"/>
                  <a:pt x="432" y="28"/>
                </a:cubicBezTo>
                <a:cubicBezTo>
                  <a:pt x="489" y="6"/>
                  <a:pt x="553" y="-3"/>
                  <a:pt x="623" y="1"/>
                </a:cubicBezTo>
                <a:moveTo>
                  <a:pt x="58" y="428"/>
                </a:moveTo>
                <a:cubicBezTo>
                  <a:pt x="76" y="410"/>
                  <a:pt x="98" y="401"/>
                  <a:pt x="124" y="401"/>
                </a:cubicBezTo>
                <a:cubicBezTo>
                  <a:pt x="150" y="401"/>
                  <a:pt x="172" y="410"/>
                  <a:pt x="190" y="428"/>
                </a:cubicBezTo>
                <a:cubicBezTo>
                  <a:pt x="208" y="446"/>
                  <a:pt x="217" y="468"/>
                  <a:pt x="217" y="494"/>
                </a:cubicBezTo>
                <a:cubicBezTo>
                  <a:pt x="217" y="520"/>
                  <a:pt x="207" y="542"/>
                  <a:pt x="189" y="560"/>
                </a:cubicBezTo>
                <a:cubicBezTo>
                  <a:pt x="176" y="573"/>
                  <a:pt x="155" y="584"/>
                  <a:pt x="127" y="593"/>
                </a:cubicBezTo>
                <a:cubicBezTo>
                  <a:pt x="99" y="602"/>
                  <a:pt x="57" y="610"/>
                  <a:pt x="0" y="618"/>
                </a:cubicBezTo>
                <a:cubicBezTo>
                  <a:pt x="8" y="561"/>
                  <a:pt x="16" y="519"/>
                  <a:pt x="24" y="491"/>
                </a:cubicBezTo>
                <a:cubicBezTo>
                  <a:pt x="33" y="463"/>
                  <a:pt x="44" y="442"/>
                  <a:pt x="58" y="428"/>
                </a:cubicBezTo>
                <a:moveTo>
                  <a:pt x="91" y="462"/>
                </a:moveTo>
                <a:cubicBezTo>
                  <a:pt x="83" y="469"/>
                  <a:pt x="77" y="481"/>
                  <a:pt x="71" y="498"/>
                </a:cubicBezTo>
                <a:cubicBezTo>
                  <a:pt x="66" y="514"/>
                  <a:pt x="61" y="535"/>
                  <a:pt x="57" y="561"/>
                </a:cubicBezTo>
                <a:cubicBezTo>
                  <a:pt x="82" y="557"/>
                  <a:pt x="103" y="552"/>
                  <a:pt x="120" y="547"/>
                </a:cubicBezTo>
                <a:cubicBezTo>
                  <a:pt x="136" y="541"/>
                  <a:pt x="148" y="534"/>
                  <a:pt x="156" y="527"/>
                </a:cubicBezTo>
                <a:cubicBezTo>
                  <a:pt x="166" y="518"/>
                  <a:pt x="171" y="508"/>
                  <a:pt x="171" y="494"/>
                </a:cubicBezTo>
                <a:cubicBezTo>
                  <a:pt x="172" y="481"/>
                  <a:pt x="167" y="470"/>
                  <a:pt x="158" y="460"/>
                </a:cubicBezTo>
                <a:cubicBezTo>
                  <a:pt x="148" y="451"/>
                  <a:pt x="137" y="446"/>
                  <a:pt x="123" y="447"/>
                </a:cubicBezTo>
                <a:cubicBezTo>
                  <a:pt x="110" y="447"/>
                  <a:pt x="99" y="452"/>
                  <a:pt x="91" y="462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6715080" y="1780200"/>
            <a:ext cx="14295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 Antigravity</a:t>
            </a:r>
            <a:r>
              <a:rPr lang="ja-JP" sz="1500" b="1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なら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6671160" y="2136240"/>
            <a:ext cx="1600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環境構築ゼロ秒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6353280" y="2498040"/>
            <a:ext cx="5004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「</a:t>
            </a:r>
            <a:r>
              <a:rPr lang="en-US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ToDo</a:t>
            </a:r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アプリ作りたい」→ </a:t>
            </a:r>
            <a:r>
              <a:rPr lang="en-US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30</a:t>
            </a:r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秒後にはすでに動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6" name=""/>
          <p:cNvSpPr/>
          <p:nvPr/>
        </p:nvSpPr>
        <p:spPr>
          <a:xfrm>
            <a:off x="6364080" y="3346200"/>
            <a:ext cx="244800" cy="211680"/>
          </a:xfrm>
          <a:custGeom>
            <a:avLst/>
            <a:gdLst/>
            <a:ahLst/>
            <a:rect l="0" t="0" r="r" b="b"/>
            <a:pathLst>
              <a:path w="680" h="588">
                <a:moveTo>
                  <a:pt x="83" y="390"/>
                </a:moveTo>
                <a:cubicBezTo>
                  <a:pt x="59" y="390"/>
                  <a:pt x="40" y="382"/>
                  <a:pt x="24" y="365"/>
                </a:cubicBezTo>
                <a:cubicBezTo>
                  <a:pt x="8" y="349"/>
                  <a:pt x="0" y="329"/>
                  <a:pt x="0" y="307"/>
                </a:cubicBezTo>
                <a:cubicBezTo>
                  <a:pt x="0" y="284"/>
                  <a:pt x="8" y="264"/>
                  <a:pt x="24" y="248"/>
                </a:cubicBezTo>
                <a:cubicBezTo>
                  <a:pt x="40" y="232"/>
                  <a:pt x="60" y="224"/>
                  <a:pt x="83" y="224"/>
                </a:cubicBezTo>
                <a:lnTo>
                  <a:pt x="83" y="129"/>
                </a:lnTo>
                <a:cubicBezTo>
                  <a:pt x="83" y="117"/>
                  <a:pt x="87" y="106"/>
                  <a:pt x="97" y="97"/>
                </a:cubicBezTo>
                <a:cubicBezTo>
                  <a:pt x="106" y="87"/>
                  <a:pt x="117" y="83"/>
                  <a:pt x="129" y="83"/>
                </a:cubicBezTo>
                <a:lnTo>
                  <a:pt x="257" y="83"/>
                </a:lnTo>
                <a:cubicBezTo>
                  <a:pt x="257" y="60"/>
                  <a:pt x="265" y="40"/>
                  <a:pt x="281" y="24"/>
                </a:cubicBezTo>
                <a:cubicBezTo>
                  <a:pt x="297" y="8"/>
                  <a:pt x="317" y="0"/>
                  <a:pt x="341" y="0"/>
                </a:cubicBezTo>
                <a:cubicBezTo>
                  <a:pt x="364" y="0"/>
                  <a:pt x="383" y="8"/>
                  <a:pt x="399" y="24"/>
                </a:cubicBezTo>
                <a:cubicBezTo>
                  <a:pt x="415" y="40"/>
                  <a:pt x="423" y="60"/>
                  <a:pt x="423" y="83"/>
                </a:cubicBezTo>
                <a:lnTo>
                  <a:pt x="551" y="83"/>
                </a:lnTo>
                <a:cubicBezTo>
                  <a:pt x="564" y="83"/>
                  <a:pt x="574" y="87"/>
                  <a:pt x="584" y="97"/>
                </a:cubicBezTo>
                <a:cubicBezTo>
                  <a:pt x="593" y="106"/>
                  <a:pt x="598" y="117"/>
                  <a:pt x="598" y="129"/>
                </a:cubicBezTo>
                <a:lnTo>
                  <a:pt x="598" y="224"/>
                </a:lnTo>
                <a:cubicBezTo>
                  <a:pt x="621" y="224"/>
                  <a:pt x="640" y="232"/>
                  <a:pt x="656" y="248"/>
                </a:cubicBezTo>
                <a:cubicBezTo>
                  <a:pt x="672" y="264"/>
                  <a:pt x="680" y="284"/>
                  <a:pt x="680" y="307"/>
                </a:cubicBezTo>
                <a:cubicBezTo>
                  <a:pt x="680" y="329"/>
                  <a:pt x="672" y="349"/>
                  <a:pt x="656" y="365"/>
                </a:cubicBezTo>
                <a:cubicBezTo>
                  <a:pt x="640" y="382"/>
                  <a:pt x="621" y="390"/>
                  <a:pt x="598" y="390"/>
                </a:cubicBezTo>
                <a:lnTo>
                  <a:pt x="598" y="541"/>
                </a:lnTo>
                <a:cubicBezTo>
                  <a:pt x="598" y="554"/>
                  <a:pt x="593" y="565"/>
                  <a:pt x="584" y="574"/>
                </a:cubicBezTo>
                <a:cubicBezTo>
                  <a:pt x="574" y="583"/>
                  <a:pt x="564" y="588"/>
                  <a:pt x="551" y="588"/>
                </a:cubicBezTo>
                <a:lnTo>
                  <a:pt x="129" y="588"/>
                </a:lnTo>
                <a:cubicBezTo>
                  <a:pt x="117" y="588"/>
                  <a:pt x="106" y="583"/>
                  <a:pt x="97" y="574"/>
                </a:cubicBezTo>
                <a:cubicBezTo>
                  <a:pt x="87" y="565"/>
                  <a:pt x="83" y="554"/>
                  <a:pt x="83" y="541"/>
                </a:cubicBezTo>
                <a:lnTo>
                  <a:pt x="83" y="390"/>
                </a:lnTo>
                <a:moveTo>
                  <a:pt x="256" y="303"/>
                </a:moveTo>
                <a:cubicBezTo>
                  <a:pt x="262" y="297"/>
                  <a:pt x="265" y="290"/>
                  <a:pt x="265" y="281"/>
                </a:cubicBezTo>
                <a:cubicBezTo>
                  <a:pt x="265" y="272"/>
                  <a:pt x="262" y="265"/>
                  <a:pt x="256" y="259"/>
                </a:cubicBezTo>
                <a:cubicBezTo>
                  <a:pt x="250" y="253"/>
                  <a:pt x="242" y="250"/>
                  <a:pt x="234" y="250"/>
                </a:cubicBezTo>
                <a:cubicBezTo>
                  <a:pt x="225" y="250"/>
                  <a:pt x="218" y="253"/>
                  <a:pt x="212" y="259"/>
                </a:cubicBezTo>
                <a:cubicBezTo>
                  <a:pt x="206" y="265"/>
                  <a:pt x="203" y="273"/>
                  <a:pt x="203" y="281"/>
                </a:cubicBezTo>
                <a:cubicBezTo>
                  <a:pt x="203" y="290"/>
                  <a:pt x="206" y="297"/>
                  <a:pt x="212" y="303"/>
                </a:cubicBezTo>
                <a:cubicBezTo>
                  <a:pt x="218" y="309"/>
                  <a:pt x="225" y="312"/>
                  <a:pt x="234" y="312"/>
                </a:cubicBezTo>
                <a:cubicBezTo>
                  <a:pt x="243" y="312"/>
                  <a:pt x="250" y="309"/>
                  <a:pt x="256" y="303"/>
                </a:cubicBezTo>
                <a:moveTo>
                  <a:pt x="468" y="303"/>
                </a:moveTo>
                <a:cubicBezTo>
                  <a:pt x="474" y="297"/>
                  <a:pt x="477" y="290"/>
                  <a:pt x="477" y="281"/>
                </a:cubicBezTo>
                <a:cubicBezTo>
                  <a:pt x="477" y="272"/>
                  <a:pt x="474" y="265"/>
                  <a:pt x="468" y="259"/>
                </a:cubicBezTo>
                <a:cubicBezTo>
                  <a:pt x="462" y="253"/>
                  <a:pt x="455" y="250"/>
                  <a:pt x="446" y="250"/>
                </a:cubicBezTo>
                <a:cubicBezTo>
                  <a:pt x="438" y="250"/>
                  <a:pt x="430" y="253"/>
                  <a:pt x="424" y="259"/>
                </a:cubicBezTo>
                <a:cubicBezTo>
                  <a:pt x="418" y="265"/>
                  <a:pt x="415" y="273"/>
                  <a:pt x="415" y="281"/>
                </a:cubicBezTo>
                <a:cubicBezTo>
                  <a:pt x="415" y="290"/>
                  <a:pt x="418" y="297"/>
                  <a:pt x="425" y="303"/>
                </a:cubicBezTo>
                <a:cubicBezTo>
                  <a:pt x="431" y="309"/>
                  <a:pt x="438" y="312"/>
                  <a:pt x="447" y="312"/>
                </a:cubicBezTo>
                <a:cubicBezTo>
                  <a:pt x="455" y="312"/>
                  <a:pt x="462" y="309"/>
                  <a:pt x="468" y="303"/>
                </a:cubicBezTo>
                <a:moveTo>
                  <a:pt x="210" y="460"/>
                </a:moveTo>
                <a:lnTo>
                  <a:pt x="470" y="460"/>
                </a:lnTo>
                <a:lnTo>
                  <a:pt x="470" y="414"/>
                </a:lnTo>
                <a:lnTo>
                  <a:pt x="210" y="414"/>
                </a:lnTo>
                <a:lnTo>
                  <a:pt x="210" y="460"/>
                </a:lnTo>
                <a:moveTo>
                  <a:pt x="129" y="541"/>
                </a:moveTo>
                <a:lnTo>
                  <a:pt x="551" y="541"/>
                </a:lnTo>
                <a:lnTo>
                  <a:pt x="551" y="129"/>
                </a:lnTo>
                <a:lnTo>
                  <a:pt x="129" y="129"/>
                </a:lnTo>
                <a:lnTo>
                  <a:pt x="129" y="541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6353280" y="2860200"/>
            <a:ext cx="1143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いている。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6671160" y="3384000"/>
            <a:ext cx="2515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エラーは</a:t>
            </a:r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が勝手に直す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6353280" y="3746160"/>
            <a:ext cx="48618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君が悩む前に、</a:t>
            </a:r>
            <a:r>
              <a:rPr lang="en-US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があらゆる手段で原因を特定‧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0" name=""/>
          <p:cNvSpPr/>
          <p:nvPr/>
        </p:nvSpPr>
        <p:spPr>
          <a:xfrm>
            <a:off x="6375240" y="4593960"/>
            <a:ext cx="222480" cy="222840"/>
          </a:xfrm>
          <a:custGeom>
            <a:avLst/>
            <a:gdLst/>
            <a:ahLst/>
            <a:rect l="0" t="0" r="r" b="b"/>
            <a:pathLst>
              <a:path w="618" h="619">
                <a:moveTo>
                  <a:pt x="309" y="619"/>
                </a:moveTo>
                <a:cubicBezTo>
                  <a:pt x="266" y="619"/>
                  <a:pt x="227" y="610"/>
                  <a:pt x="189" y="594"/>
                </a:cubicBezTo>
                <a:cubicBezTo>
                  <a:pt x="151" y="578"/>
                  <a:pt x="119" y="556"/>
                  <a:pt x="91" y="528"/>
                </a:cubicBezTo>
                <a:cubicBezTo>
                  <a:pt x="63" y="499"/>
                  <a:pt x="40" y="466"/>
                  <a:pt x="24" y="429"/>
                </a:cubicBezTo>
                <a:cubicBezTo>
                  <a:pt x="8" y="391"/>
                  <a:pt x="0" y="351"/>
                  <a:pt x="0" y="309"/>
                </a:cubicBezTo>
                <a:cubicBezTo>
                  <a:pt x="0" y="265"/>
                  <a:pt x="8" y="225"/>
                  <a:pt x="25" y="187"/>
                </a:cubicBezTo>
                <a:cubicBezTo>
                  <a:pt x="41" y="149"/>
                  <a:pt x="64" y="117"/>
                  <a:pt x="92" y="89"/>
                </a:cubicBezTo>
                <a:cubicBezTo>
                  <a:pt x="121" y="61"/>
                  <a:pt x="154" y="39"/>
                  <a:pt x="192" y="24"/>
                </a:cubicBezTo>
                <a:cubicBezTo>
                  <a:pt x="231" y="8"/>
                  <a:pt x="272" y="0"/>
                  <a:pt x="316" y="0"/>
                </a:cubicBezTo>
                <a:cubicBezTo>
                  <a:pt x="356" y="0"/>
                  <a:pt x="395" y="7"/>
                  <a:pt x="431" y="21"/>
                </a:cubicBezTo>
                <a:cubicBezTo>
                  <a:pt x="468" y="34"/>
                  <a:pt x="501" y="53"/>
                  <a:pt x="528" y="77"/>
                </a:cubicBezTo>
                <a:cubicBezTo>
                  <a:pt x="556" y="102"/>
                  <a:pt x="578" y="130"/>
                  <a:pt x="594" y="163"/>
                </a:cubicBezTo>
                <a:cubicBezTo>
                  <a:pt x="610" y="197"/>
                  <a:pt x="618" y="233"/>
                  <a:pt x="618" y="273"/>
                </a:cubicBezTo>
                <a:cubicBezTo>
                  <a:pt x="618" y="328"/>
                  <a:pt x="602" y="372"/>
                  <a:pt x="570" y="404"/>
                </a:cubicBezTo>
                <a:cubicBezTo>
                  <a:pt x="537" y="436"/>
                  <a:pt x="494" y="452"/>
                  <a:pt x="440" y="452"/>
                </a:cubicBezTo>
                <a:lnTo>
                  <a:pt x="382" y="452"/>
                </a:lnTo>
                <a:cubicBezTo>
                  <a:pt x="373" y="452"/>
                  <a:pt x="365" y="456"/>
                  <a:pt x="358" y="463"/>
                </a:cubicBezTo>
                <a:cubicBezTo>
                  <a:pt x="351" y="470"/>
                  <a:pt x="348" y="478"/>
                  <a:pt x="348" y="487"/>
                </a:cubicBezTo>
                <a:cubicBezTo>
                  <a:pt x="348" y="501"/>
                  <a:pt x="352" y="514"/>
                  <a:pt x="359" y="524"/>
                </a:cubicBezTo>
                <a:cubicBezTo>
                  <a:pt x="367" y="533"/>
                  <a:pt x="370" y="545"/>
                  <a:pt x="370" y="558"/>
                </a:cubicBezTo>
                <a:cubicBezTo>
                  <a:pt x="370" y="577"/>
                  <a:pt x="365" y="592"/>
                  <a:pt x="354" y="603"/>
                </a:cubicBezTo>
                <a:cubicBezTo>
                  <a:pt x="343" y="613"/>
                  <a:pt x="328" y="619"/>
                  <a:pt x="309" y="619"/>
                </a:cubicBezTo>
                <a:moveTo>
                  <a:pt x="156" y="317"/>
                </a:moveTo>
                <a:cubicBezTo>
                  <a:pt x="164" y="310"/>
                  <a:pt x="167" y="301"/>
                  <a:pt x="167" y="290"/>
                </a:cubicBezTo>
                <a:cubicBezTo>
                  <a:pt x="167" y="280"/>
                  <a:pt x="164" y="271"/>
                  <a:pt x="156" y="263"/>
                </a:cubicBezTo>
                <a:cubicBezTo>
                  <a:pt x="148" y="256"/>
                  <a:pt x="139" y="252"/>
                  <a:pt x="129" y="252"/>
                </a:cubicBezTo>
                <a:cubicBezTo>
                  <a:pt x="119" y="252"/>
                  <a:pt x="110" y="256"/>
                  <a:pt x="102" y="263"/>
                </a:cubicBezTo>
                <a:cubicBezTo>
                  <a:pt x="94" y="271"/>
                  <a:pt x="90" y="280"/>
                  <a:pt x="90" y="290"/>
                </a:cubicBezTo>
                <a:cubicBezTo>
                  <a:pt x="90" y="301"/>
                  <a:pt x="94" y="310"/>
                  <a:pt x="102" y="317"/>
                </a:cubicBezTo>
                <a:cubicBezTo>
                  <a:pt x="110" y="325"/>
                  <a:pt x="119" y="329"/>
                  <a:pt x="129" y="329"/>
                </a:cubicBezTo>
                <a:cubicBezTo>
                  <a:pt x="139" y="329"/>
                  <a:pt x="148" y="325"/>
                  <a:pt x="156" y="317"/>
                </a:cubicBezTo>
                <a:moveTo>
                  <a:pt x="253" y="186"/>
                </a:moveTo>
                <a:cubicBezTo>
                  <a:pt x="261" y="178"/>
                  <a:pt x="265" y="169"/>
                  <a:pt x="265" y="159"/>
                </a:cubicBezTo>
                <a:cubicBezTo>
                  <a:pt x="265" y="149"/>
                  <a:pt x="261" y="140"/>
                  <a:pt x="253" y="132"/>
                </a:cubicBezTo>
                <a:cubicBezTo>
                  <a:pt x="245" y="124"/>
                  <a:pt x="236" y="121"/>
                  <a:pt x="226" y="121"/>
                </a:cubicBezTo>
                <a:cubicBezTo>
                  <a:pt x="216" y="121"/>
                  <a:pt x="207" y="124"/>
                  <a:pt x="199" y="132"/>
                </a:cubicBezTo>
                <a:cubicBezTo>
                  <a:pt x="191" y="140"/>
                  <a:pt x="187" y="149"/>
                  <a:pt x="187" y="159"/>
                </a:cubicBezTo>
                <a:cubicBezTo>
                  <a:pt x="187" y="169"/>
                  <a:pt x="191" y="178"/>
                  <a:pt x="199" y="186"/>
                </a:cubicBezTo>
                <a:cubicBezTo>
                  <a:pt x="207" y="194"/>
                  <a:pt x="216" y="198"/>
                  <a:pt x="226" y="198"/>
                </a:cubicBezTo>
                <a:cubicBezTo>
                  <a:pt x="236" y="198"/>
                  <a:pt x="245" y="194"/>
                  <a:pt x="253" y="186"/>
                </a:cubicBezTo>
                <a:moveTo>
                  <a:pt x="418" y="186"/>
                </a:moveTo>
                <a:cubicBezTo>
                  <a:pt x="426" y="178"/>
                  <a:pt x="430" y="169"/>
                  <a:pt x="430" y="159"/>
                </a:cubicBezTo>
                <a:cubicBezTo>
                  <a:pt x="430" y="149"/>
                  <a:pt x="426" y="140"/>
                  <a:pt x="418" y="132"/>
                </a:cubicBezTo>
                <a:cubicBezTo>
                  <a:pt x="410" y="124"/>
                  <a:pt x="401" y="121"/>
                  <a:pt x="391" y="121"/>
                </a:cubicBezTo>
                <a:cubicBezTo>
                  <a:pt x="381" y="121"/>
                  <a:pt x="372" y="124"/>
                  <a:pt x="364" y="132"/>
                </a:cubicBezTo>
                <a:cubicBezTo>
                  <a:pt x="356" y="140"/>
                  <a:pt x="353" y="149"/>
                  <a:pt x="353" y="159"/>
                </a:cubicBezTo>
                <a:cubicBezTo>
                  <a:pt x="353" y="169"/>
                  <a:pt x="356" y="178"/>
                  <a:pt x="364" y="186"/>
                </a:cubicBezTo>
                <a:cubicBezTo>
                  <a:pt x="372" y="194"/>
                  <a:pt x="381" y="198"/>
                  <a:pt x="391" y="198"/>
                </a:cubicBezTo>
                <a:cubicBezTo>
                  <a:pt x="401" y="198"/>
                  <a:pt x="410" y="194"/>
                  <a:pt x="418" y="186"/>
                </a:cubicBezTo>
                <a:moveTo>
                  <a:pt x="520" y="317"/>
                </a:moveTo>
                <a:cubicBezTo>
                  <a:pt x="528" y="310"/>
                  <a:pt x="532" y="301"/>
                  <a:pt x="532" y="290"/>
                </a:cubicBezTo>
                <a:cubicBezTo>
                  <a:pt x="532" y="280"/>
                  <a:pt x="528" y="271"/>
                  <a:pt x="520" y="263"/>
                </a:cubicBezTo>
                <a:cubicBezTo>
                  <a:pt x="513" y="256"/>
                  <a:pt x="504" y="252"/>
                  <a:pt x="492" y="252"/>
                </a:cubicBezTo>
                <a:cubicBezTo>
                  <a:pt x="482" y="252"/>
                  <a:pt x="473" y="256"/>
                  <a:pt x="465" y="263"/>
                </a:cubicBezTo>
                <a:cubicBezTo>
                  <a:pt x="458" y="271"/>
                  <a:pt x="454" y="280"/>
                  <a:pt x="454" y="290"/>
                </a:cubicBezTo>
                <a:cubicBezTo>
                  <a:pt x="454" y="301"/>
                  <a:pt x="458" y="310"/>
                  <a:pt x="465" y="317"/>
                </a:cubicBezTo>
                <a:cubicBezTo>
                  <a:pt x="473" y="325"/>
                  <a:pt x="482" y="329"/>
                  <a:pt x="492" y="329"/>
                </a:cubicBezTo>
                <a:cubicBezTo>
                  <a:pt x="504" y="329"/>
                  <a:pt x="513" y="325"/>
                  <a:pt x="520" y="317"/>
                </a:cubicBezTo>
                <a:moveTo>
                  <a:pt x="309" y="572"/>
                </a:moveTo>
                <a:cubicBezTo>
                  <a:pt x="314" y="572"/>
                  <a:pt x="318" y="571"/>
                  <a:pt x="321" y="569"/>
                </a:cubicBezTo>
                <a:cubicBezTo>
                  <a:pt x="323" y="567"/>
                  <a:pt x="324" y="563"/>
                  <a:pt x="324" y="558"/>
                </a:cubicBezTo>
                <a:cubicBezTo>
                  <a:pt x="324" y="550"/>
                  <a:pt x="320" y="544"/>
                  <a:pt x="313" y="538"/>
                </a:cubicBezTo>
                <a:cubicBezTo>
                  <a:pt x="305" y="531"/>
                  <a:pt x="302" y="518"/>
                  <a:pt x="302" y="496"/>
                </a:cubicBezTo>
                <a:cubicBezTo>
                  <a:pt x="302" y="472"/>
                  <a:pt x="309" y="451"/>
                  <a:pt x="325" y="433"/>
                </a:cubicBezTo>
                <a:cubicBezTo>
                  <a:pt x="340" y="415"/>
                  <a:pt x="360" y="406"/>
                  <a:pt x="383" y="406"/>
                </a:cubicBezTo>
                <a:lnTo>
                  <a:pt x="440" y="406"/>
                </a:lnTo>
                <a:cubicBezTo>
                  <a:pt x="479" y="406"/>
                  <a:pt x="512" y="395"/>
                  <a:pt x="536" y="372"/>
                </a:cubicBezTo>
                <a:cubicBezTo>
                  <a:pt x="560" y="349"/>
                  <a:pt x="572" y="316"/>
                  <a:pt x="572" y="273"/>
                </a:cubicBezTo>
                <a:cubicBezTo>
                  <a:pt x="572" y="205"/>
                  <a:pt x="546" y="150"/>
                  <a:pt x="495" y="109"/>
                </a:cubicBezTo>
                <a:cubicBezTo>
                  <a:pt x="442" y="67"/>
                  <a:pt x="383" y="47"/>
                  <a:pt x="316" y="47"/>
                </a:cubicBezTo>
                <a:cubicBezTo>
                  <a:pt x="240" y="47"/>
                  <a:pt x="177" y="72"/>
                  <a:pt x="125" y="123"/>
                </a:cubicBezTo>
                <a:cubicBezTo>
                  <a:pt x="72" y="173"/>
                  <a:pt x="46" y="235"/>
                  <a:pt x="46" y="309"/>
                </a:cubicBezTo>
                <a:cubicBezTo>
                  <a:pt x="46" y="381"/>
                  <a:pt x="72" y="443"/>
                  <a:pt x="123" y="495"/>
                </a:cubicBezTo>
                <a:cubicBezTo>
                  <a:pt x="174" y="547"/>
                  <a:pt x="236" y="572"/>
                  <a:pt x="309" y="572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6353280" y="4107960"/>
            <a:ext cx="686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修正。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6671160" y="4631760"/>
            <a:ext cx="18295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プロ級</a:t>
            </a:r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UI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が一瞬で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6353280" y="4993920"/>
            <a:ext cx="5029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「おしゃれにして」だけで、ポートフォリオ級の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4" name=""/>
          <p:cNvSpPr/>
          <p:nvPr/>
        </p:nvSpPr>
        <p:spPr>
          <a:xfrm>
            <a:off x="820080" y="6176880"/>
            <a:ext cx="226800" cy="308160"/>
          </a:xfrm>
          <a:custGeom>
            <a:avLst/>
            <a:gdLst/>
            <a:ahLst/>
            <a:rect l="0" t="0" r="r" b="b"/>
            <a:pathLst>
              <a:path w="630" h="856">
                <a:moveTo>
                  <a:pt x="254" y="832"/>
                </a:moveTo>
                <a:cubicBezTo>
                  <a:pt x="238" y="815"/>
                  <a:pt x="230" y="795"/>
                  <a:pt x="230" y="771"/>
                </a:cubicBezTo>
                <a:lnTo>
                  <a:pt x="399" y="771"/>
                </a:lnTo>
                <a:cubicBezTo>
                  <a:pt x="399" y="795"/>
                  <a:pt x="391" y="815"/>
                  <a:pt x="375" y="832"/>
                </a:cubicBezTo>
                <a:cubicBezTo>
                  <a:pt x="358" y="848"/>
                  <a:pt x="338" y="856"/>
                  <a:pt x="314" y="856"/>
                </a:cubicBezTo>
                <a:cubicBezTo>
                  <a:pt x="291" y="856"/>
                  <a:pt x="271" y="848"/>
                  <a:pt x="254" y="832"/>
                </a:cubicBezTo>
                <a:moveTo>
                  <a:pt x="145" y="706"/>
                </a:moveTo>
                <a:lnTo>
                  <a:pt x="145" y="644"/>
                </a:lnTo>
                <a:lnTo>
                  <a:pt x="484" y="644"/>
                </a:lnTo>
                <a:lnTo>
                  <a:pt x="484" y="706"/>
                </a:lnTo>
                <a:lnTo>
                  <a:pt x="145" y="706"/>
                </a:lnTo>
                <a:moveTo>
                  <a:pt x="150" y="580"/>
                </a:moveTo>
                <a:cubicBezTo>
                  <a:pt x="104" y="550"/>
                  <a:pt x="67" y="512"/>
                  <a:pt x="41" y="467"/>
                </a:cubicBezTo>
                <a:cubicBezTo>
                  <a:pt x="14" y="422"/>
                  <a:pt x="0" y="371"/>
                  <a:pt x="0" y="314"/>
                </a:cubicBezTo>
                <a:cubicBezTo>
                  <a:pt x="0" y="229"/>
                  <a:pt x="31" y="155"/>
                  <a:pt x="93" y="93"/>
                </a:cubicBezTo>
                <a:cubicBezTo>
                  <a:pt x="156" y="31"/>
                  <a:pt x="229" y="0"/>
                  <a:pt x="314" y="0"/>
                </a:cubicBezTo>
                <a:cubicBezTo>
                  <a:pt x="400" y="0"/>
                  <a:pt x="473" y="31"/>
                  <a:pt x="535" y="93"/>
                </a:cubicBezTo>
                <a:cubicBezTo>
                  <a:pt x="599" y="155"/>
                  <a:pt x="630" y="229"/>
                  <a:pt x="630" y="314"/>
                </a:cubicBezTo>
                <a:cubicBezTo>
                  <a:pt x="630" y="371"/>
                  <a:pt x="616" y="422"/>
                  <a:pt x="590" y="467"/>
                </a:cubicBezTo>
                <a:cubicBezTo>
                  <a:pt x="563" y="512"/>
                  <a:pt x="526" y="550"/>
                  <a:pt x="479" y="580"/>
                </a:cubicBezTo>
                <a:lnTo>
                  <a:pt x="150" y="580"/>
                </a:lnTo>
                <a:moveTo>
                  <a:pt x="173" y="517"/>
                </a:moveTo>
                <a:lnTo>
                  <a:pt x="457" y="517"/>
                </a:lnTo>
                <a:cubicBezTo>
                  <a:pt x="490" y="495"/>
                  <a:pt x="517" y="466"/>
                  <a:pt x="536" y="430"/>
                </a:cubicBezTo>
                <a:cubicBezTo>
                  <a:pt x="557" y="394"/>
                  <a:pt x="567" y="355"/>
                  <a:pt x="567" y="314"/>
                </a:cubicBezTo>
                <a:cubicBezTo>
                  <a:pt x="567" y="245"/>
                  <a:pt x="541" y="185"/>
                  <a:pt x="492" y="136"/>
                </a:cubicBezTo>
                <a:cubicBezTo>
                  <a:pt x="443" y="87"/>
                  <a:pt x="384" y="62"/>
                  <a:pt x="314" y="62"/>
                </a:cubicBezTo>
                <a:cubicBezTo>
                  <a:pt x="245" y="62"/>
                  <a:pt x="186" y="87"/>
                  <a:pt x="137" y="136"/>
                </a:cubicBezTo>
                <a:cubicBezTo>
                  <a:pt x="88" y="185"/>
                  <a:pt x="63" y="245"/>
                  <a:pt x="63" y="314"/>
                </a:cubicBezTo>
                <a:cubicBezTo>
                  <a:pt x="63" y="355"/>
                  <a:pt x="73" y="394"/>
                  <a:pt x="92" y="430"/>
                </a:cubicBezTo>
                <a:cubicBezTo>
                  <a:pt x="112" y="466"/>
                  <a:pt x="139" y="495"/>
                  <a:pt x="173" y="517"/>
                </a:cubicBez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6353280" y="5365080"/>
            <a:ext cx="1372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デザインに。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1114560" y="6308280"/>
            <a:ext cx="76611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 開発時間を</a:t>
            </a:r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70%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削減</a:t>
            </a:r>
            <a:r>
              <a:rPr lang="ja-JP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し、創造性を最大化するのが</a:t>
            </a:r>
            <a:r>
              <a:rPr lang="en-US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Antigravity</a:t>
            </a:r>
            <a:r>
              <a:rPr lang="ja-JP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の目標です。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11771280" y="636552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1" name=""/>
          <p:cNvSpPr/>
          <p:nvPr/>
        </p:nvSpPr>
        <p:spPr>
          <a:xfrm>
            <a:off x="571320" y="100944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2" name=""/>
          <p:cNvSpPr/>
          <p:nvPr/>
        </p:nvSpPr>
        <p:spPr>
          <a:xfrm>
            <a:off x="595080" y="1190520"/>
            <a:ext cx="11025720" cy="838440"/>
          </a:xfrm>
          <a:custGeom>
            <a:avLst/>
            <a:gdLst/>
            <a:ahLst/>
            <a:rect l="0" t="0" r="r" b="b"/>
            <a:pathLst>
              <a:path w="30627" h="2329">
                <a:moveTo>
                  <a:pt x="0" y="2065"/>
                </a:moveTo>
                <a:lnTo>
                  <a:pt x="0" y="265"/>
                </a:lnTo>
                <a:cubicBezTo>
                  <a:pt x="0" y="248"/>
                  <a:pt x="1" y="231"/>
                  <a:pt x="4" y="214"/>
                </a:cubicBezTo>
                <a:cubicBezTo>
                  <a:pt x="7" y="197"/>
                  <a:pt x="10" y="179"/>
                  <a:pt x="15" y="163"/>
                </a:cubicBezTo>
                <a:cubicBezTo>
                  <a:pt x="20" y="147"/>
                  <a:pt x="26" y="132"/>
                  <a:pt x="34" y="117"/>
                </a:cubicBezTo>
                <a:cubicBezTo>
                  <a:pt x="41" y="103"/>
                  <a:pt x="49" y="90"/>
                  <a:pt x="58" y="77"/>
                </a:cubicBezTo>
                <a:cubicBezTo>
                  <a:pt x="67" y="65"/>
                  <a:pt x="78" y="54"/>
                  <a:pt x="88" y="44"/>
                </a:cubicBezTo>
                <a:cubicBezTo>
                  <a:pt x="99" y="35"/>
                  <a:pt x="111" y="27"/>
                  <a:pt x="123" y="20"/>
                </a:cubicBezTo>
                <a:cubicBezTo>
                  <a:pt x="135" y="13"/>
                  <a:pt x="147" y="8"/>
                  <a:pt x="160" y="5"/>
                </a:cubicBezTo>
                <a:cubicBezTo>
                  <a:pt x="173" y="1"/>
                  <a:pt x="186" y="0"/>
                  <a:pt x="199" y="0"/>
                </a:cubicBezTo>
                <a:lnTo>
                  <a:pt x="30362" y="0"/>
                </a:lnTo>
                <a:cubicBezTo>
                  <a:pt x="30379" y="0"/>
                  <a:pt x="30397" y="1"/>
                  <a:pt x="30414" y="5"/>
                </a:cubicBezTo>
                <a:cubicBezTo>
                  <a:pt x="30431" y="8"/>
                  <a:pt x="30447" y="13"/>
                  <a:pt x="30463" y="20"/>
                </a:cubicBezTo>
                <a:cubicBezTo>
                  <a:pt x="30479" y="27"/>
                  <a:pt x="30495" y="35"/>
                  <a:pt x="30509" y="44"/>
                </a:cubicBezTo>
                <a:cubicBezTo>
                  <a:pt x="30524" y="54"/>
                  <a:pt x="30537" y="65"/>
                  <a:pt x="30549" y="77"/>
                </a:cubicBezTo>
                <a:cubicBezTo>
                  <a:pt x="30561" y="90"/>
                  <a:pt x="30572" y="103"/>
                  <a:pt x="30582" y="117"/>
                </a:cubicBezTo>
                <a:cubicBezTo>
                  <a:pt x="30592" y="132"/>
                  <a:pt x="30600" y="147"/>
                  <a:pt x="30607" y="163"/>
                </a:cubicBezTo>
                <a:cubicBezTo>
                  <a:pt x="30613" y="179"/>
                  <a:pt x="30618" y="197"/>
                  <a:pt x="30622" y="214"/>
                </a:cubicBezTo>
                <a:cubicBezTo>
                  <a:pt x="30625" y="231"/>
                  <a:pt x="30627" y="248"/>
                  <a:pt x="30627" y="265"/>
                </a:cubicBezTo>
                <a:lnTo>
                  <a:pt x="30627" y="2065"/>
                </a:lnTo>
                <a:cubicBezTo>
                  <a:pt x="30627" y="2082"/>
                  <a:pt x="30625" y="2099"/>
                  <a:pt x="30622" y="2116"/>
                </a:cubicBezTo>
                <a:cubicBezTo>
                  <a:pt x="30618" y="2133"/>
                  <a:pt x="30613" y="2150"/>
                  <a:pt x="30607" y="2166"/>
                </a:cubicBezTo>
                <a:cubicBezTo>
                  <a:pt x="30600" y="2182"/>
                  <a:pt x="30592" y="2197"/>
                  <a:pt x="30582" y="2212"/>
                </a:cubicBezTo>
                <a:cubicBezTo>
                  <a:pt x="30572" y="2226"/>
                  <a:pt x="30561" y="2239"/>
                  <a:pt x="30549" y="2252"/>
                </a:cubicBezTo>
                <a:cubicBezTo>
                  <a:pt x="30537" y="2264"/>
                  <a:pt x="30524" y="2275"/>
                  <a:pt x="30509" y="2285"/>
                </a:cubicBezTo>
                <a:cubicBezTo>
                  <a:pt x="30495" y="2294"/>
                  <a:pt x="30479" y="2302"/>
                  <a:pt x="30463" y="2309"/>
                </a:cubicBezTo>
                <a:cubicBezTo>
                  <a:pt x="30447" y="2316"/>
                  <a:pt x="30431" y="2321"/>
                  <a:pt x="30414" y="2324"/>
                </a:cubicBezTo>
                <a:cubicBezTo>
                  <a:pt x="30397" y="2327"/>
                  <a:pt x="30379" y="2329"/>
                  <a:pt x="30362" y="2329"/>
                </a:cubicBezTo>
                <a:lnTo>
                  <a:pt x="199" y="2329"/>
                </a:lnTo>
                <a:cubicBezTo>
                  <a:pt x="186" y="2329"/>
                  <a:pt x="173" y="2327"/>
                  <a:pt x="160" y="2324"/>
                </a:cubicBezTo>
                <a:cubicBezTo>
                  <a:pt x="147" y="2321"/>
                  <a:pt x="135" y="2316"/>
                  <a:pt x="123" y="2309"/>
                </a:cubicBezTo>
                <a:cubicBezTo>
                  <a:pt x="111" y="2302"/>
                  <a:pt x="99" y="2294"/>
                  <a:pt x="88" y="2285"/>
                </a:cubicBezTo>
                <a:cubicBezTo>
                  <a:pt x="78" y="2275"/>
                  <a:pt x="67" y="2264"/>
                  <a:pt x="58" y="2252"/>
                </a:cubicBezTo>
                <a:cubicBezTo>
                  <a:pt x="49" y="2239"/>
                  <a:pt x="41" y="2226"/>
                  <a:pt x="34" y="2212"/>
                </a:cubicBezTo>
                <a:cubicBezTo>
                  <a:pt x="26" y="2197"/>
                  <a:pt x="20" y="2182"/>
                  <a:pt x="15" y="2166"/>
                </a:cubicBezTo>
                <a:cubicBezTo>
                  <a:pt x="10" y="2150"/>
                  <a:pt x="7" y="2133"/>
                  <a:pt x="4" y="2116"/>
                </a:cubicBezTo>
                <a:cubicBezTo>
                  <a:pt x="1" y="2099"/>
                  <a:pt x="0" y="2082"/>
                  <a:pt x="0" y="2065"/>
                </a:cubicBezTo>
                <a:close/>
              </a:path>
            </a:pathLst>
          </a:custGeom>
          <a:solidFill>
            <a:srgbClr val="D5C6E0">
              <a:alpha val="1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3" name=""/>
          <p:cNvSpPr/>
          <p:nvPr/>
        </p:nvSpPr>
        <p:spPr>
          <a:xfrm>
            <a:off x="571320" y="1190520"/>
            <a:ext cx="95760" cy="838440"/>
          </a:xfrm>
          <a:custGeom>
            <a:avLst/>
            <a:gdLst/>
            <a:ahLst/>
            <a:rect l="0" t="0" r="r" b="b"/>
            <a:pathLst>
              <a:path w="266" h="2329">
                <a:moveTo>
                  <a:pt x="0" y="0"/>
                </a:moveTo>
                <a:lnTo>
                  <a:pt x="266" y="0"/>
                </a:lnTo>
                <a:lnTo>
                  <a:pt x="266" y="2329"/>
                </a:lnTo>
                <a:lnTo>
                  <a:pt x="0" y="2329"/>
                </a:lnTo>
                <a:lnTo>
                  <a:pt x="0" y="0"/>
                </a:lnTo>
                <a:close/>
              </a:path>
            </a:pathLst>
          </a:custGeom>
          <a:solidFill>
            <a:srgbClr val="C8B8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4" name=""/>
          <p:cNvSpPr/>
          <p:nvPr/>
        </p:nvSpPr>
        <p:spPr>
          <a:xfrm>
            <a:off x="580680" y="2133360"/>
            <a:ext cx="11030400" cy="4391280"/>
          </a:xfrm>
          <a:custGeom>
            <a:avLst/>
            <a:gdLst/>
            <a:ahLst/>
            <a:rect l="0" t="0" r="r" b="b"/>
            <a:pathLst>
              <a:path w="30640" h="12198">
                <a:moveTo>
                  <a:pt x="0" y="11907"/>
                </a:moveTo>
                <a:lnTo>
                  <a:pt x="0" y="292"/>
                </a:lnTo>
                <a:cubicBezTo>
                  <a:pt x="0" y="273"/>
                  <a:pt x="2" y="254"/>
                  <a:pt x="6" y="235"/>
                </a:cubicBezTo>
                <a:cubicBezTo>
                  <a:pt x="10" y="217"/>
                  <a:pt x="15" y="198"/>
                  <a:pt x="23" y="181"/>
                </a:cubicBezTo>
                <a:cubicBezTo>
                  <a:pt x="30" y="162"/>
                  <a:pt x="39" y="145"/>
                  <a:pt x="50" y="130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30"/>
                  <a:pt x="30495" y="39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4"/>
                  <a:pt x="30591" y="130"/>
                </a:cubicBezTo>
                <a:cubicBezTo>
                  <a:pt x="30602" y="145"/>
                  <a:pt x="30611" y="162"/>
                  <a:pt x="30618" y="181"/>
                </a:cubicBezTo>
                <a:cubicBezTo>
                  <a:pt x="30625" y="198"/>
                  <a:pt x="30631" y="217"/>
                  <a:pt x="30635" y="235"/>
                </a:cubicBezTo>
                <a:cubicBezTo>
                  <a:pt x="30638" y="254"/>
                  <a:pt x="30640" y="273"/>
                  <a:pt x="30640" y="292"/>
                </a:cubicBezTo>
                <a:lnTo>
                  <a:pt x="30640" y="11907"/>
                </a:lnTo>
                <a:cubicBezTo>
                  <a:pt x="30640" y="11927"/>
                  <a:pt x="30638" y="11945"/>
                  <a:pt x="30635" y="11964"/>
                </a:cubicBezTo>
                <a:cubicBezTo>
                  <a:pt x="30631" y="11983"/>
                  <a:pt x="30625" y="12001"/>
                  <a:pt x="30618" y="12019"/>
                </a:cubicBezTo>
                <a:cubicBezTo>
                  <a:pt x="30611" y="12036"/>
                  <a:pt x="30602" y="12053"/>
                  <a:pt x="30591" y="12069"/>
                </a:cubicBezTo>
                <a:cubicBezTo>
                  <a:pt x="30581" y="12085"/>
                  <a:pt x="30568" y="12100"/>
                  <a:pt x="30555" y="12113"/>
                </a:cubicBezTo>
                <a:cubicBezTo>
                  <a:pt x="30541" y="12127"/>
                  <a:pt x="30527" y="12139"/>
                  <a:pt x="30511" y="12149"/>
                </a:cubicBezTo>
                <a:cubicBezTo>
                  <a:pt x="30495" y="12160"/>
                  <a:pt x="30478" y="12169"/>
                  <a:pt x="30461" y="12176"/>
                </a:cubicBezTo>
                <a:cubicBezTo>
                  <a:pt x="30443" y="12184"/>
                  <a:pt x="30425" y="12189"/>
                  <a:pt x="30406" y="12193"/>
                </a:cubicBezTo>
                <a:cubicBezTo>
                  <a:pt x="30387" y="12197"/>
                  <a:pt x="30368" y="12198"/>
                  <a:pt x="30349" y="12198"/>
                </a:cubicBezTo>
                <a:lnTo>
                  <a:pt x="291" y="12198"/>
                </a:lnTo>
                <a:cubicBezTo>
                  <a:pt x="272" y="12198"/>
                  <a:pt x="253" y="12197"/>
                  <a:pt x="235" y="12193"/>
                </a:cubicBezTo>
                <a:cubicBezTo>
                  <a:pt x="216" y="12189"/>
                  <a:pt x="198" y="12184"/>
                  <a:pt x="180" y="12176"/>
                </a:cubicBezTo>
                <a:cubicBezTo>
                  <a:pt x="162" y="12169"/>
                  <a:pt x="146" y="12160"/>
                  <a:pt x="130" y="12149"/>
                </a:cubicBezTo>
                <a:cubicBezTo>
                  <a:pt x="114" y="12139"/>
                  <a:pt x="99" y="12127"/>
                  <a:pt x="86" y="12113"/>
                </a:cubicBezTo>
                <a:cubicBezTo>
                  <a:pt x="72" y="12100"/>
                  <a:pt x="60" y="12085"/>
                  <a:pt x="50" y="12069"/>
                </a:cubicBezTo>
                <a:cubicBezTo>
                  <a:pt x="39" y="12053"/>
                  <a:pt x="30" y="12036"/>
                  <a:pt x="23" y="12019"/>
                </a:cubicBezTo>
                <a:cubicBezTo>
                  <a:pt x="15" y="12001"/>
                  <a:pt x="10" y="11983"/>
                  <a:pt x="6" y="11964"/>
                </a:cubicBezTo>
                <a:cubicBezTo>
                  <a:pt x="2" y="11945"/>
                  <a:pt x="0" y="11927"/>
                  <a:pt x="0" y="11907"/>
                </a:cubicBezTo>
                <a:close/>
              </a:path>
            </a:pathLst>
          </a:custGeom>
          <a:solidFill>
            <a:srgbClr val="D5C6E0">
              <a:alpha val="1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5" name=""/>
          <p:cNvSpPr/>
          <p:nvPr/>
        </p:nvSpPr>
        <p:spPr>
          <a:xfrm>
            <a:off x="580680" y="2133360"/>
            <a:ext cx="11030400" cy="4391280"/>
          </a:xfrm>
          <a:custGeom>
            <a:avLst/>
            <a:gdLst/>
            <a:ahLst/>
            <a:rect l="0" t="0" r="r" b="b"/>
            <a:pathLst>
              <a:path w="30640" h="12198">
                <a:moveTo>
                  <a:pt x="0" y="11907"/>
                </a:moveTo>
                <a:lnTo>
                  <a:pt x="0" y="292"/>
                </a:lnTo>
                <a:cubicBezTo>
                  <a:pt x="0" y="273"/>
                  <a:pt x="2" y="254"/>
                  <a:pt x="6" y="235"/>
                </a:cubicBezTo>
                <a:cubicBezTo>
                  <a:pt x="10" y="217"/>
                  <a:pt x="15" y="198"/>
                  <a:pt x="23" y="181"/>
                </a:cubicBezTo>
                <a:cubicBezTo>
                  <a:pt x="30" y="162"/>
                  <a:pt x="39" y="145"/>
                  <a:pt x="50" y="130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30"/>
                  <a:pt x="30495" y="39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4"/>
                  <a:pt x="30591" y="130"/>
                </a:cubicBezTo>
                <a:cubicBezTo>
                  <a:pt x="30602" y="145"/>
                  <a:pt x="30611" y="162"/>
                  <a:pt x="30618" y="181"/>
                </a:cubicBezTo>
                <a:cubicBezTo>
                  <a:pt x="30625" y="198"/>
                  <a:pt x="30631" y="217"/>
                  <a:pt x="30635" y="235"/>
                </a:cubicBezTo>
                <a:cubicBezTo>
                  <a:pt x="30638" y="254"/>
                  <a:pt x="30640" y="273"/>
                  <a:pt x="30640" y="292"/>
                </a:cubicBezTo>
                <a:lnTo>
                  <a:pt x="30640" y="11907"/>
                </a:lnTo>
                <a:cubicBezTo>
                  <a:pt x="30640" y="11927"/>
                  <a:pt x="30638" y="11945"/>
                  <a:pt x="30635" y="11964"/>
                </a:cubicBezTo>
                <a:cubicBezTo>
                  <a:pt x="30631" y="11983"/>
                  <a:pt x="30625" y="12001"/>
                  <a:pt x="30618" y="12019"/>
                </a:cubicBezTo>
                <a:cubicBezTo>
                  <a:pt x="30611" y="12036"/>
                  <a:pt x="30602" y="12053"/>
                  <a:pt x="30591" y="12069"/>
                </a:cubicBezTo>
                <a:cubicBezTo>
                  <a:pt x="30581" y="12085"/>
                  <a:pt x="30568" y="12100"/>
                  <a:pt x="30555" y="12113"/>
                </a:cubicBezTo>
                <a:cubicBezTo>
                  <a:pt x="30541" y="12127"/>
                  <a:pt x="30527" y="12139"/>
                  <a:pt x="30511" y="12149"/>
                </a:cubicBezTo>
                <a:cubicBezTo>
                  <a:pt x="30495" y="12160"/>
                  <a:pt x="30478" y="12169"/>
                  <a:pt x="30461" y="12176"/>
                </a:cubicBezTo>
                <a:cubicBezTo>
                  <a:pt x="30443" y="12184"/>
                  <a:pt x="30425" y="12189"/>
                  <a:pt x="30406" y="12193"/>
                </a:cubicBezTo>
                <a:cubicBezTo>
                  <a:pt x="30387" y="12197"/>
                  <a:pt x="30368" y="12198"/>
                  <a:pt x="30349" y="12198"/>
                </a:cubicBezTo>
                <a:lnTo>
                  <a:pt x="291" y="12198"/>
                </a:lnTo>
                <a:cubicBezTo>
                  <a:pt x="272" y="12198"/>
                  <a:pt x="253" y="12197"/>
                  <a:pt x="235" y="12193"/>
                </a:cubicBezTo>
                <a:cubicBezTo>
                  <a:pt x="216" y="12189"/>
                  <a:pt x="198" y="12184"/>
                  <a:pt x="180" y="12176"/>
                </a:cubicBezTo>
                <a:cubicBezTo>
                  <a:pt x="162" y="12169"/>
                  <a:pt x="146" y="12160"/>
                  <a:pt x="130" y="12149"/>
                </a:cubicBezTo>
                <a:cubicBezTo>
                  <a:pt x="114" y="12139"/>
                  <a:pt x="99" y="12127"/>
                  <a:pt x="86" y="12113"/>
                </a:cubicBezTo>
                <a:cubicBezTo>
                  <a:pt x="72" y="12100"/>
                  <a:pt x="60" y="12085"/>
                  <a:pt x="50" y="12069"/>
                </a:cubicBezTo>
                <a:cubicBezTo>
                  <a:pt x="39" y="12053"/>
                  <a:pt x="30" y="12036"/>
                  <a:pt x="23" y="12019"/>
                </a:cubicBezTo>
                <a:cubicBezTo>
                  <a:pt x="15" y="12001"/>
                  <a:pt x="10" y="11983"/>
                  <a:pt x="6" y="11964"/>
                </a:cubicBezTo>
                <a:cubicBezTo>
                  <a:pt x="2" y="11945"/>
                  <a:pt x="0" y="11927"/>
                  <a:pt x="0" y="11907"/>
                </a:cubicBezTo>
                <a:close/>
              </a:path>
            </a:pathLst>
          </a:custGeom>
          <a:noFill/>
          <a:ln w="18720">
            <a:solidFill>
              <a:srgbClr val="D0C0E4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6" name=""/>
          <p:cNvSpPr/>
          <p:nvPr/>
        </p:nvSpPr>
        <p:spPr>
          <a:xfrm>
            <a:off x="780840" y="2990520"/>
            <a:ext cx="10630440" cy="19440"/>
          </a:xfrm>
          <a:custGeom>
            <a:avLst/>
            <a:gdLst/>
            <a:ahLst/>
            <a:rect l="0" t="0" r="r" b="b"/>
            <a:pathLst>
              <a:path w="29529" h="54">
                <a:moveTo>
                  <a:pt x="0" y="0"/>
                </a:moveTo>
                <a:lnTo>
                  <a:pt x="29529" y="0"/>
                </a:lnTo>
                <a:lnTo>
                  <a:pt x="2952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7" name=""/>
          <p:cNvSpPr/>
          <p:nvPr/>
        </p:nvSpPr>
        <p:spPr>
          <a:xfrm>
            <a:off x="610920" y="420480"/>
            <a:ext cx="397440" cy="397440"/>
          </a:xfrm>
          <a:custGeom>
            <a:avLst/>
            <a:gdLst/>
            <a:ahLst/>
            <a:rect l="0" t="0" r="r" b="b"/>
            <a:pathLst>
              <a:path w="1104" h="1104">
                <a:moveTo>
                  <a:pt x="336" y="1060"/>
                </a:moveTo>
                <a:cubicBezTo>
                  <a:pt x="269" y="1031"/>
                  <a:pt x="211" y="992"/>
                  <a:pt x="161" y="942"/>
                </a:cubicBezTo>
                <a:cubicBezTo>
                  <a:pt x="112" y="893"/>
                  <a:pt x="73" y="834"/>
                  <a:pt x="44" y="767"/>
                </a:cubicBezTo>
                <a:cubicBezTo>
                  <a:pt x="15" y="700"/>
                  <a:pt x="0" y="629"/>
                  <a:pt x="0" y="552"/>
                </a:cubicBezTo>
                <a:cubicBezTo>
                  <a:pt x="0" y="475"/>
                  <a:pt x="15" y="403"/>
                  <a:pt x="44" y="336"/>
                </a:cubicBezTo>
                <a:cubicBezTo>
                  <a:pt x="73" y="269"/>
                  <a:pt x="112" y="211"/>
                  <a:pt x="161" y="161"/>
                </a:cubicBezTo>
                <a:cubicBezTo>
                  <a:pt x="211" y="112"/>
                  <a:pt x="269" y="72"/>
                  <a:pt x="336" y="43"/>
                </a:cubicBezTo>
                <a:cubicBezTo>
                  <a:pt x="404" y="15"/>
                  <a:pt x="475" y="0"/>
                  <a:pt x="551" y="0"/>
                </a:cubicBezTo>
                <a:cubicBezTo>
                  <a:pt x="628" y="0"/>
                  <a:pt x="699" y="15"/>
                  <a:pt x="766" y="43"/>
                </a:cubicBezTo>
                <a:cubicBezTo>
                  <a:pt x="833" y="72"/>
                  <a:pt x="892" y="112"/>
                  <a:pt x="941" y="161"/>
                </a:cubicBezTo>
                <a:cubicBezTo>
                  <a:pt x="991" y="211"/>
                  <a:pt x="1030" y="269"/>
                  <a:pt x="1060" y="336"/>
                </a:cubicBezTo>
                <a:cubicBezTo>
                  <a:pt x="1089" y="403"/>
                  <a:pt x="1104" y="475"/>
                  <a:pt x="1104" y="552"/>
                </a:cubicBezTo>
                <a:cubicBezTo>
                  <a:pt x="1104" y="629"/>
                  <a:pt x="1089" y="700"/>
                  <a:pt x="1060" y="767"/>
                </a:cubicBezTo>
                <a:cubicBezTo>
                  <a:pt x="1030" y="834"/>
                  <a:pt x="991" y="893"/>
                  <a:pt x="941" y="942"/>
                </a:cubicBezTo>
                <a:cubicBezTo>
                  <a:pt x="892" y="992"/>
                  <a:pt x="833" y="1031"/>
                  <a:pt x="766" y="1060"/>
                </a:cubicBezTo>
                <a:cubicBezTo>
                  <a:pt x="699" y="1089"/>
                  <a:pt x="628" y="1104"/>
                  <a:pt x="551" y="1104"/>
                </a:cubicBezTo>
                <a:cubicBezTo>
                  <a:pt x="475" y="1104"/>
                  <a:pt x="404" y="1089"/>
                  <a:pt x="336" y="1060"/>
                </a:cubicBezTo>
                <a:moveTo>
                  <a:pt x="884" y="884"/>
                </a:moveTo>
                <a:cubicBezTo>
                  <a:pt x="975" y="793"/>
                  <a:pt x="1020" y="683"/>
                  <a:pt x="1020" y="552"/>
                </a:cubicBezTo>
                <a:cubicBezTo>
                  <a:pt x="1020" y="421"/>
                  <a:pt x="975" y="310"/>
                  <a:pt x="884" y="219"/>
                </a:cubicBezTo>
                <a:cubicBezTo>
                  <a:pt x="793" y="128"/>
                  <a:pt x="682" y="83"/>
                  <a:pt x="551" y="83"/>
                </a:cubicBezTo>
                <a:cubicBezTo>
                  <a:pt x="421" y="83"/>
                  <a:pt x="310" y="128"/>
                  <a:pt x="219" y="219"/>
                </a:cubicBezTo>
                <a:cubicBezTo>
                  <a:pt x="128" y="310"/>
                  <a:pt x="83" y="421"/>
                  <a:pt x="83" y="552"/>
                </a:cubicBezTo>
                <a:cubicBezTo>
                  <a:pt x="83" y="683"/>
                  <a:pt x="128" y="793"/>
                  <a:pt x="219" y="884"/>
                </a:cubicBezTo>
                <a:cubicBezTo>
                  <a:pt x="310" y="975"/>
                  <a:pt x="421" y="1021"/>
                  <a:pt x="551" y="1021"/>
                </a:cubicBezTo>
                <a:cubicBezTo>
                  <a:pt x="682" y="1021"/>
                  <a:pt x="793" y="975"/>
                  <a:pt x="884" y="884"/>
                </a:cubicBezTo>
                <a:moveTo>
                  <a:pt x="317" y="787"/>
                </a:moveTo>
                <a:cubicBezTo>
                  <a:pt x="253" y="722"/>
                  <a:pt x="221" y="644"/>
                  <a:pt x="221" y="552"/>
                </a:cubicBezTo>
                <a:cubicBezTo>
                  <a:pt x="221" y="459"/>
                  <a:pt x="253" y="381"/>
                  <a:pt x="317" y="317"/>
                </a:cubicBezTo>
                <a:cubicBezTo>
                  <a:pt x="382" y="253"/>
                  <a:pt x="460" y="221"/>
                  <a:pt x="551" y="221"/>
                </a:cubicBezTo>
                <a:cubicBezTo>
                  <a:pt x="643" y="221"/>
                  <a:pt x="721" y="253"/>
                  <a:pt x="786" y="317"/>
                </a:cubicBezTo>
                <a:cubicBezTo>
                  <a:pt x="850" y="381"/>
                  <a:pt x="882" y="459"/>
                  <a:pt x="882" y="552"/>
                </a:cubicBezTo>
                <a:cubicBezTo>
                  <a:pt x="882" y="644"/>
                  <a:pt x="850" y="722"/>
                  <a:pt x="786" y="787"/>
                </a:cubicBezTo>
                <a:cubicBezTo>
                  <a:pt x="721" y="851"/>
                  <a:pt x="643" y="883"/>
                  <a:pt x="551" y="883"/>
                </a:cubicBezTo>
                <a:cubicBezTo>
                  <a:pt x="460" y="883"/>
                  <a:pt x="382" y="851"/>
                  <a:pt x="317" y="787"/>
                </a:cubicBezTo>
                <a:moveTo>
                  <a:pt x="727" y="728"/>
                </a:moveTo>
                <a:cubicBezTo>
                  <a:pt x="775" y="680"/>
                  <a:pt x="800" y="621"/>
                  <a:pt x="800" y="552"/>
                </a:cubicBezTo>
                <a:cubicBezTo>
                  <a:pt x="800" y="482"/>
                  <a:pt x="775" y="424"/>
                  <a:pt x="727" y="376"/>
                </a:cubicBezTo>
                <a:cubicBezTo>
                  <a:pt x="679" y="327"/>
                  <a:pt x="620" y="303"/>
                  <a:pt x="551" y="303"/>
                </a:cubicBezTo>
                <a:cubicBezTo>
                  <a:pt x="483" y="303"/>
                  <a:pt x="424" y="327"/>
                  <a:pt x="376" y="376"/>
                </a:cubicBezTo>
                <a:cubicBezTo>
                  <a:pt x="328" y="424"/>
                  <a:pt x="303" y="482"/>
                  <a:pt x="303" y="552"/>
                </a:cubicBezTo>
                <a:cubicBezTo>
                  <a:pt x="303" y="621"/>
                  <a:pt x="328" y="680"/>
                  <a:pt x="376" y="728"/>
                </a:cubicBezTo>
                <a:cubicBezTo>
                  <a:pt x="424" y="776"/>
                  <a:pt x="483" y="800"/>
                  <a:pt x="551" y="800"/>
                </a:cubicBezTo>
                <a:cubicBezTo>
                  <a:pt x="620" y="800"/>
                  <a:pt x="679" y="776"/>
                  <a:pt x="727" y="728"/>
                </a:cubicBezTo>
                <a:moveTo>
                  <a:pt x="474" y="630"/>
                </a:moveTo>
                <a:cubicBezTo>
                  <a:pt x="452" y="609"/>
                  <a:pt x="441" y="583"/>
                  <a:pt x="441" y="552"/>
                </a:cubicBezTo>
                <a:cubicBezTo>
                  <a:pt x="441" y="522"/>
                  <a:pt x="452" y="496"/>
                  <a:pt x="474" y="473"/>
                </a:cubicBezTo>
                <a:cubicBezTo>
                  <a:pt x="495" y="452"/>
                  <a:pt x="521" y="441"/>
                  <a:pt x="551" y="441"/>
                </a:cubicBezTo>
                <a:cubicBezTo>
                  <a:pt x="582" y="441"/>
                  <a:pt x="608" y="452"/>
                  <a:pt x="629" y="473"/>
                </a:cubicBezTo>
                <a:cubicBezTo>
                  <a:pt x="651" y="496"/>
                  <a:pt x="662" y="522"/>
                  <a:pt x="662" y="552"/>
                </a:cubicBezTo>
                <a:cubicBezTo>
                  <a:pt x="662" y="583"/>
                  <a:pt x="651" y="609"/>
                  <a:pt x="629" y="630"/>
                </a:cubicBezTo>
                <a:cubicBezTo>
                  <a:pt x="608" y="652"/>
                  <a:pt x="582" y="663"/>
                  <a:pt x="551" y="663"/>
                </a:cubicBezTo>
                <a:cubicBezTo>
                  <a:pt x="521" y="663"/>
                  <a:pt x="495" y="652"/>
                  <a:pt x="474" y="630"/>
                </a:cubicBez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1047600" y="529560"/>
            <a:ext cx="441576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Google Antigravity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とは？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790560" y="1361160"/>
            <a:ext cx="106063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2025</a:t>
            </a:r>
            <a:r>
              <a:rPr lang="ja-JP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年</a:t>
            </a:r>
            <a:r>
              <a:rPr lang="en-US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11</a:t>
            </a:r>
            <a:r>
              <a:rPr lang="ja-JP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月発表の革新的な</a:t>
            </a:r>
            <a:r>
              <a:rPr lang="en-US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IDE</a:t>
            </a:r>
            <a:r>
              <a:rPr lang="ja-JP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（</a:t>
            </a:r>
            <a:r>
              <a:rPr lang="en-US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VS Code</a:t>
            </a:r>
            <a:r>
              <a:rPr lang="ja-JP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フォーク）。従来の「コード補完」から</a:t>
            </a:r>
            <a:r>
              <a:rPr lang="en-US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**</a:t>
            </a:r>
            <a:r>
              <a:rPr lang="ja-JP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「自律的</a:t>
            </a:r>
            <a:r>
              <a:rPr lang="en-US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パートナー」</a:t>
            </a:r>
            <a:r>
              <a:rPr lang="en-US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**</a:t>
            </a:r>
            <a:r>
              <a:rPr lang="ja-JP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へのパラダイ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0" name=""/>
          <p:cNvSpPr/>
          <p:nvPr/>
        </p:nvSpPr>
        <p:spPr>
          <a:xfrm>
            <a:off x="795960" y="2538720"/>
            <a:ext cx="331920" cy="332280"/>
          </a:xfrm>
          <a:custGeom>
            <a:avLst/>
            <a:gdLst/>
            <a:ahLst/>
            <a:rect l="0" t="0" r="r" b="b"/>
            <a:pathLst>
              <a:path w="922" h="923">
                <a:moveTo>
                  <a:pt x="768" y="299"/>
                </a:moveTo>
                <a:lnTo>
                  <a:pt x="723" y="195"/>
                </a:lnTo>
                <a:lnTo>
                  <a:pt x="614" y="146"/>
                </a:lnTo>
                <a:lnTo>
                  <a:pt x="723" y="99"/>
                </a:lnTo>
                <a:lnTo>
                  <a:pt x="768" y="0"/>
                </a:lnTo>
                <a:lnTo>
                  <a:pt x="813" y="99"/>
                </a:lnTo>
                <a:lnTo>
                  <a:pt x="922" y="146"/>
                </a:lnTo>
                <a:lnTo>
                  <a:pt x="813" y="195"/>
                </a:lnTo>
                <a:lnTo>
                  <a:pt x="768" y="299"/>
                </a:lnTo>
                <a:moveTo>
                  <a:pt x="768" y="923"/>
                </a:moveTo>
                <a:lnTo>
                  <a:pt x="723" y="823"/>
                </a:lnTo>
                <a:lnTo>
                  <a:pt x="614" y="775"/>
                </a:lnTo>
                <a:lnTo>
                  <a:pt x="723" y="728"/>
                </a:lnTo>
                <a:lnTo>
                  <a:pt x="768" y="622"/>
                </a:lnTo>
                <a:lnTo>
                  <a:pt x="813" y="728"/>
                </a:lnTo>
                <a:lnTo>
                  <a:pt x="922" y="775"/>
                </a:lnTo>
                <a:lnTo>
                  <a:pt x="813" y="823"/>
                </a:lnTo>
                <a:lnTo>
                  <a:pt x="768" y="923"/>
                </a:lnTo>
                <a:moveTo>
                  <a:pt x="308" y="761"/>
                </a:moveTo>
                <a:lnTo>
                  <a:pt x="211" y="555"/>
                </a:lnTo>
                <a:lnTo>
                  <a:pt x="0" y="461"/>
                </a:lnTo>
                <a:lnTo>
                  <a:pt x="211" y="366"/>
                </a:lnTo>
                <a:lnTo>
                  <a:pt x="308" y="161"/>
                </a:lnTo>
                <a:lnTo>
                  <a:pt x="405" y="366"/>
                </a:lnTo>
                <a:lnTo>
                  <a:pt x="615" y="461"/>
                </a:lnTo>
                <a:lnTo>
                  <a:pt x="405" y="555"/>
                </a:lnTo>
                <a:lnTo>
                  <a:pt x="308" y="761"/>
                </a:lnTo>
                <a:moveTo>
                  <a:pt x="308" y="606"/>
                </a:moveTo>
                <a:lnTo>
                  <a:pt x="358" y="506"/>
                </a:lnTo>
                <a:lnTo>
                  <a:pt x="461" y="461"/>
                </a:lnTo>
                <a:lnTo>
                  <a:pt x="358" y="416"/>
                </a:lnTo>
                <a:lnTo>
                  <a:pt x="308" y="315"/>
                </a:lnTo>
                <a:lnTo>
                  <a:pt x="259" y="416"/>
                </a:lnTo>
                <a:lnTo>
                  <a:pt x="155" y="461"/>
                </a:lnTo>
                <a:lnTo>
                  <a:pt x="259" y="506"/>
                </a:lnTo>
                <a:lnTo>
                  <a:pt x="308" y="606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790560" y="1666080"/>
            <a:ext cx="39805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ムシフトを実現。</a:t>
            </a:r>
            <a:r>
              <a:rPr lang="en-US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Gemini 3 Deep Think</a:t>
            </a:r>
            <a:r>
              <a:rPr lang="ja-JP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搭載。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2" name=""/>
          <p:cNvSpPr/>
          <p:nvPr/>
        </p:nvSpPr>
        <p:spPr>
          <a:xfrm>
            <a:off x="780840" y="3352680"/>
            <a:ext cx="324360" cy="324000"/>
          </a:xfrm>
          <a:custGeom>
            <a:avLst/>
            <a:gdLst/>
            <a:ahLst/>
            <a:rect l="0" t="0" r="r" b="b"/>
            <a:pathLst>
              <a:path w="901" h="900">
                <a:moveTo>
                  <a:pt x="901" y="451"/>
                </a:moveTo>
                <a:cubicBezTo>
                  <a:pt x="901" y="480"/>
                  <a:pt x="898" y="509"/>
                  <a:pt x="892" y="538"/>
                </a:cubicBezTo>
                <a:cubicBezTo>
                  <a:pt x="886" y="567"/>
                  <a:pt x="878" y="595"/>
                  <a:pt x="866" y="623"/>
                </a:cubicBezTo>
                <a:cubicBezTo>
                  <a:pt x="855" y="650"/>
                  <a:pt x="841" y="676"/>
                  <a:pt x="825" y="701"/>
                </a:cubicBezTo>
                <a:cubicBezTo>
                  <a:pt x="808" y="725"/>
                  <a:pt x="790" y="748"/>
                  <a:pt x="769" y="769"/>
                </a:cubicBezTo>
                <a:cubicBezTo>
                  <a:pt x="748" y="790"/>
                  <a:pt x="725" y="808"/>
                  <a:pt x="701" y="825"/>
                </a:cubicBezTo>
                <a:cubicBezTo>
                  <a:pt x="676" y="841"/>
                  <a:pt x="650" y="855"/>
                  <a:pt x="623" y="866"/>
                </a:cubicBezTo>
                <a:cubicBezTo>
                  <a:pt x="596" y="877"/>
                  <a:pt x="568" y="886"/>
                  <a:pt x="539" y="892"/>
                </a:cubicBezTo>
                <a:cubicBezTo>
                  <a:pt x="510" y="898"/>
                  <a:pt x="480" y="900"/>
                  <a:pt x="451" y="900"/>
                </a:cubicBezTo>
                <a:cubicBezTo>
                  <a:pt x="421" y="900"/>
                  <a:pt x="392" y="898"/>
                  <a:pt x="363" y="892"/>
                </a:cubicBezTo>
                <a:cubicBezTo>
                  <a:pt x="334" y="886"/>
                  <a:pt x="306" y="877"/>
                  <a:pt x="279" y="866"/>
                </a:cubicBezTo>
                <a:cubicBezTo>
                  <a:pt x="251" y="855"/>
                  <a:pt x="226" y="841"/>
                  <a:pt x="201" y="825"/>
                </a:cubicBezTo>
                <a:cubicBezTo>
                  <a:pt x="176" y="808"/>
                  <a:pt x="154" y="790"/>
                  <a:pt x="133" y="769"/>
                </a:cubicBezTo>
                <a:cubicBezTo>
                  <a:pt x="112" y="748"/>
                  <a:pt x="93" y="725"/>
                  <a:pt x="76" y="701"/>
                </a:cubicBezTo>
                <a:cubicBezTo>
                  <a:pt x="59" y="676"/>
                  <a:pt x="46" y="650"/>
                  <a:pt x="34" y="623"/>
                </a:cubicBezTo>
                <a:cubicBezTo>
                  <a:pt x="23" y="595"/>
                  <a:pt x="14" y="567"/>
                  <a:pt x="9" y="538"/>
                </a:cubicBezTo>
                <a:cubicBezTo>
                  <a:pt x="3" y="509"/>
                  <a:pt x="0" y="480"/>
                  <a:pt x="0" y="451"/>
                </a:cubicBezTo>
                <a:cubicBezTo>
                  <a:pt x="0" y="421"/>
                  <a:pt x="3" y="392"/>
                  <a:pt x="9" y="363"/>
                </a:cubicBezTo>
                <a:cubicBezTo>
                  <a:pt x="14" y="334"/>
                  <a:pt x="23" y="306"/>
                  <a:pt x="34" y="278"/>
                </a:cubicBezTo>
                <a:cubicBezTo>
                  <a:pt x="46" y="251"/>
                  <a:pt x="59" y="225"/>
                  <a:pt x="76" y="201"/>
                </a:cubicBezTo>
                <a:cubicBezTo>
                  <a:pt x="93" y="176"/>
                  <a:pt x="112" y="153"/>
                  <a:pt x="133" y="133"/>
                </a:cubicBezTo>
                <a:cubicBezTo>
                  <a:pt x="154" y="111"/>
                  <a:pt x="176" y="92"/>
                  <a:pt x="201" y="76"/>
                </a:cubicBezTo>
                <a:cubicBezTo>
                  <a:pt x="226" y="59"/>
                  <a:pt x="251" y="45"/>
                  <a:pt x="279" y="34"/>
                </a:cubicBezTo>
                <a:cubicBezTo>
                  <a:pt x="306" y="23"/>
                  <a:pt x="334" y="14"/>
                  <a:pt x="363" y="8"/>
                </a:cubicBezTo>
                <a:cubicBezTo>
                  <a:pt x="392" y="3"/>
                  <a:pt x="421" y="0"/>
                  <a:pt x="451" y="0"/>
                </a:cubicBezTo>
                <a:cubicBezTo>
                  <a:pt x="480" y="0"/>
                  <a:pt x="510" y="3"/>
                  <a:pt x="539" y="8"/>
                </a:cubicBezTo>
                <a:cubicBezTo>
                  <a:pt x="568" y="14"/>
                  <a:pt x="596" y="23"/>
                  <a:pt x="623" y="34"/>
                </a:cubicBezTo>
                <a:cubicBezTo>
                  <a:pt x="650" y="45"/>
                  <a:pt x="676" y="59"/>
                  <a:pt x="701" y="76"/>
                </a:cubicBezTo>
                <a:cubicBezTo>
                  <a:pt x="725" y="92"/>
                  <a:pt x="748" y="111"/>
                  <a:pt x="769" y="133"/>
                </a:cubicBezTo>
                <a:cubicBezTo>
                  <a:pt x="790" y="153"/>
                  <a:pt x="808" y="176"/>
                  <a:pt x="825" y="201"/>
                </a:cubicBezTo>
                <a:cubicBezTo>
                  <a:pt x="841" y="225"/>
                  <a:pt x="855" y="251"/>
                  <a:pt x="866" y="278"/>
                </a:cubicBezTo>
                <a:cubicBezTo>
                  <a:pt x="878" y="306"/>
                  <a:pt x="886" y="334"/>
                  <a:pt x="892" y="363"/>
                </a:cubicBezTo>
                <a:cubicBezTo>
                  <a:pt x="898" y="392"/>
                  <a:pt x="901" y="421"/>
                  <a:pt x="901" y="4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1143000" y="2653200"/>
            <a:ext cx="227592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02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3</a:t>
            </a:r>
            <a:r>
              <a:rPr lang="ja-JP" sz="202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つの革新ポイント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890640" y="343584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1181160" y="3416040"/>
            <a:ext cx="22446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Agent-First Architecture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781200" y="3822120"/>
            <a:ext cx="493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が単なるツールではなく、タスクの計画‧実行‧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781200" y="4193640"/>
            <a:ext cx="5029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検証までを担う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自律的なパートナー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として機能し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8" name=""/>
          <p:cNvSpPr/>
          <p:nvPr/>
        </p:nvSpPr>
        <p:spPr>
          <a:xfrm>
            <a:off x="6171840" y="3352680"/>
            <a:ext cx="324360" cy="324000"/>
          </a:xfrm>
          <a:custGeom>
            <a:avLst/>
            <a:gdLst/>
            <a:ahLst/>
            <a:rect l="0" t="0" r="r" b="b"/>
            <a:pathLst>
              <a:path w="901" h="900">
                <a:moveTo>
                  <a:pt x="901" y="451"/>
                </a:moveTo>
                <a:cubicBezTo>
                  <a:pt x="901" y="480"/>
                  <a:pt x="898" y="509"/>
                  <a:pt x="892" y="538"/>
                </a:cubicBezTo>
                <a:cubicBezTo>
                  <a:pt x="887" y="567"/>
                  <a:pt x="878" y="595"/>
                  <a:pt x="867" y="623"/>
                </a:cubicBezTo>
                <a:cubicBezTo>
                  <a:pt x="856" y="650"/>
                  <a:pt x="842" y="676"/>
                  <a:pt x="825" y="701"/>
                </a:cubicBezTo>
                <a:cubicBezTo>
                  <a:pt x="809" y="725"/>
                  <a:pt x="790" y="748"/>
                  <a:pt x="769" y="769"/>
                </a:cubicBezTo>
                <a:cubicBezTo>
                  <a:pt x="748" y="790"/>
                  <a:pt x="726" y="808"/>
                  <a:pt x="701" y="825"/>
                </a:cubicBezTo>
                <a:cubicBezTo>
                  <a:pt x="677" y="841"/>
                  <a:pt x="651" y="855"/>
                  <a:pt x="623" y="866"/>
                </a:cubicBezTo>
                <a:cubicBezTo>
                  <a:pt x="596" y="877"/>
                  <a:pt x="568" y="886"/>
                  <a:pt x="539" y="892"/>
                </a:cubicBezTo>
                <a:cubicBezTo>
                  <a:pt x="510" y="898"/>
                  <a:pt x="481" y="900"/>
                  <a:pt x="451" y="900"/>
                </a:cubicBezTo>
                <a:cubicBezTo>
                  <a:pt x="422" y="900"/>
                  <a:pt x="393" y="898"/>
                  <a:pt x="363" y="892"/>
                </a:cubicBezTo>
                <a:cubicBezTo>
                  <a:pt x="334" y="886"/>
                  <a:pt x="305" y="877"/>
                  <a:pt x="278" y="866"/>
                </a:cubicBezTo>
                <a:cubicBezTo>
                  <a:pt x="251" y="855"/>
                  <a:pt x="225" y="841"/>
                  <a:pt x="200" y="825"/>
                </a:cubicBezTo>
                <a:cubicBezTo>
                  <a:pt x="176" y="808"/>
                  <a:pt x="153" y="790"/>
                  <a:pt x="132" y="769"/>
                </a:cubicBezTo>
                <a:cubicBezTo>
                  <a:pt x="111" y="748"/>
                  <a:pt x="93" y="725"/>
                  <a:pt x="76" y="701"/>
                </a:cubicBezTo>
                <a:cubicBezTo>
                  <a:pt x="60" y="676"/>
                  <a:pt x="46" y="650"/>
                  <a:pt x="35" y="623"/>
                </a:cubicBezTo>
                <a:cubicBezTo>
                  <a:pt x="23" y="595"/>
                  <a:pt x="15" y="567"/>
                  <a:pt x="9" y="538"/>
                </a:cubicBezTo>
                <a:cubicBezTo>
                  <a:pt x="3" y="509"/>
                  <a:pt x="0" y="480"/>
                  <a:pt x="0" y="451"/>
                </a:cubicBezTo>
                <a:cubicBezTo>
                  <a:pt x="0" y="421"/>
                  <a:pt x="3" y="392"/>
                  <a:pt x="9" y="363"/>
                </a:cubicBezTo>
                <a:cubicBezTo>
                  <a:pt x="15" y="334"/>
                  <a:pt x="23" y="306"/>
                  <a:pt x="35" y="278"/>
                </a:cubicBezTo>
                <a:cubicBezTo>
                  <a:pt x="46" y="251"/>
                  <a:pt x="60" y="225"/>
                  <a:pt x="76" y="201"/>
                </a:cubicBezTo>
                <a:cubicBezTo>
                  <a:pt x="93" y="176"/>
                  <a:pt x="111" y="153"/>
                  <a:pt x="132" y="133"/>
                </a:cubicBezTo>
                <a:cubicBezTo>
                  <a:pt x="153" y="111"/>
                  <a:pt x="176" y="92"/>
                  <a:pt x="200" y="76"/>
                </a:cubicBezTo>
                <a:cubicBezTo>
                  <a:pt x="225" y="59"/>
                  <a:pt x="251" y="45"/>
                  <a:pt x="278" y="34"/>
                </a:cubicBezTo>
                <a:cubicBezTo>
                  <a:pt x="305" y="23"/>
                  <a:pt x="334" y="14"/>
                  <a:pt x="363" y="8"/>
                </a:cubicBezTo>
                <a:cubicBezTo>
                  <a:pt x="393" y="3"/>
                  <a:pt x="422" y="0"/>
                  <a:pt x="451" y="0"/>
                </a:cubicBezTo>
                <a:cubicBezTo>
                  <a:pt x="481" y="0"/>
                  <a:pt x="510" y="3"/>
                  <a:pt x="539" y="8"/>
                </a:cubicBezTo>
                <a:cubicBezTo>
                  <a:pt x="568" y="14"/>
                  <a:pt x="596" y="23"/>
                  <a:pt x="623" y="34"/>
                </a:cubicBezTo>
                <a:cubicBezTo>
                  <a:pt x="651" y="45"/>
                  <a:pt x="677" y="59"/>
                  <a:pt x="701" y="76"/>
                </a:cubicBezTo>
                <a:cubicBezTo>
                  <a:pt x="726" y="92"/>
                  <a:pt x="748" y="111"/>
                  <a:pt x="769" y="133"/>
                </a:cubicBezTo>
                <a:cubicBezTo>
                  <a:pt x="790" y="153"/>
                  <a:pt x="809" y="176"/>
                  <a:pt x="825" y="201"/>
                </a:cubicBezTo>
                <a:cubicBezTo>
                  <a:pt x="842" y="225"/>
                  <a:pt x="856" y="251"/>
                  <a:pt x="867" y="278"/>
                </a:cubicBezTo>
                <a:cubicBezTo>
                  <a:pt x="878" y="306"/>
                  <a:pt x="887" y="334"/>
                  <a:pt x="892" y="363"/>
                </a:cubicBezTo>
                <a:cubicBezTo>
                  <a:pt x="898" y="392"/>
                  <a:pt x="901" y="421"/>
                  <a:pt x="901" y="4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781200" y="4555440"/>
            <a:ext cx="686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6282000" y="343584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6572160" y="3416040"/>
            <a:ext cx="1684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Dual View System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6172200" y="3822120"/>
            <a:ext cx="50810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Agent Manager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（司令塔）でエージェントを指揮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3" name=""/>
          <p:cNvSpPr/>
          <p:nvPr/>
        </p:nvSpPr>
        <p:spPr>
          <a:xfrm>
            <a:off x="6171840" y="4571640"/>
            <a:ext cx="629280" cy="257760"/>
          </a:xfrm>
          <a:custGeom>
            <a:avLst/>
            <a:gdLst/>
            <a:ahLst/>
            <a:rect l="0" t="0" r="r" b="b"/>
            <a:pathLst>
              <a:path w="1748" h="716">
                <a:moveTo>
                  <a:pt x="0" y="557"/>
                </a:moveTo>
                <a:lnTo>
                  <a:pt x="0" y="159"/>
                </a:lnTo>
                <a:cubicBezTo>
                  <a:pt x="0" y="149"/>
                  <a:pt x="2" y="139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9" y="2"/>
                  <a:pt x="149" y="0"/>
                  <a:pt x="159" y="0"/>
                </a:cubicBezTo>
                <a:lnTo>
                  <a:pt x="1589" y="0"/>
                </a:lnTo>
                <a:cubicBezTo>
                  <a:pt x="1599" y="0"/>
                  <a:pt x="1610" y="2"/>
                  <a:pt x="1620" y="4"/>
                </a:cubicBezTo>
                <a:cubicBezTo>
                  <a:pt x="1630" y="6"/>
                  <a:pt x="1640" y="9"/>
                  <a:pt x="1650" y="13"/>
                </a:cubicBezTo>
                <a:cubicBezTo>
                  <a:pt x="1659" y="17"/>
                  <a:pt x="1669" y="21"/>
                  <a:pt x="1677" y="27"/>
                </a:cubicBezTo>
                <a:cubicBezTo>
                  <a:pt x="1686" y="33"/>
                  <a:pt x="1694" y="40"/>
                  <a:pt x="1701" y="47"/>
                </a:cubicBezTo>
                <a:cubicBezTo>
                  <a:pt x="1709" y="54"/>
                  <a:pt x="1715" y="62"/>
                  <a:pt x="1721" y="71"/>
                </a:cubicBezTo>
                <a:cubicBezTo>
                  <a:pt x="1727" y="80"/>
                  <a:pt x="1732" y="89"/>
                  <a:pt x="1736" y="98"/>
                </a:cubicBezTo>
                <a:cubicBezTo>
                  <a:pt x="1740" y="108"/>
                  <a:pt x="1743" y="118"/>
                  <a:pt x="1745" y="128"/>
                </a:cubicBezTo>
                <a:cubicBezTo>
                  <a:pt x="1747" y="139"/>
                  <a:pt x="1748" y="149"/>
                  <a:pt x="1748" y="159"/>
                </a:cubicBezTo>
                <a:lnTo>
                  <a:pt x="1748" y="557"/>
                </a:lnTo>
                <a:cubicBezTo>
                  <a:pt x="1748" y="568"/>
                  <a:pt x="1747" y="578"/>
                  <a:pt x="1745" y="588"/>
                </a:cubicBezTo>
                <a:cubicBezTo>
                  <a:pt x="1743" y="598"/>
                  <a:pt x="1740" y="608"/>
                  <a:pt x="1736" y="618"/>
                </a:cubicBezTo>
                <a:cubicBezTo>
                  <a:pt x="1732" y="628"/>
                  <a:pt x="1727" y="637"/>
                  <a:pt x="1721" y="645"/>
                </a:cubicBezTo>
                <a:cubicBezTo>
                  <a:pt x="1715" y="654"/>
                  <a:pt x="1709" y="662"/>
                  <a:pt x="1701" y="669"/>
                </a:cubicBezTo>
                <a:cubicBezTo>
                  <a:pt x="1694" y="677"/>
                  <a:pt x="1686" y="683"/>
                  <a:pt x="1677" y="689"/>
                </a:cubicBezTo>
                <a:cubicBezTo>
                  <a:pt x="1669" y="695"/>
                  <a:pt x="1659" y="700"/>
                  <a:pt x="1650" y="704"/>
                </a:cubicBezTo>
                <a:cubicBezTo>
                  <a:pt x="1640" y="708"/>
                  <a:pt x="1630" y="711"/>
                  <a:pt x="1620" y="713"/>
                </a:cubicBezTo>
                <a:cubicBezTo>
                  <a:pt x="1610" y="715"/>
                  <a:pt x="1599" y="716"/>
                  <a:pt x="1589" y="716"/>
                </a:cubicBezTo>
                <a:lnTo>
                  <a:pt x="159" y="716"/>
                </a:lnTo>
                <a:cubicBezTo>
                  <a:pt x="149" y="716"/>
                  <a:pt x="139" y="715"/>
                  <a:pt x="128" y="713"/>
                </a:cubicBezTo>
                <a:cubicBezTo>
                  <a:pt x="118" y="711"/>
                  <a:pt x="108" y="708"/>
                  <a:pt x="98" y="704"/>
                </a:cubicBezTo>
                <a:cubicBezTo>
                  <a:pt x="89" y="700"/>
                  <a:pt x="80" y="695"/>
                  <a:pt x="71" y="689"/>
                </a:cubicBezTo>
                <a:cubicBezTo>
                  <a:pt x="62" y="683"/>
                  <a:pt x="54" y="677"/>
                  <a:pt x="47" y="669"/>
                </a:cubicBezTo>
                <a:cubicBezTo>
                  <a:pt x="40" y="662"/>
                  <a:pt x="33" y="654"/>
                  <a:pt x="27" y="645"/>
                </a:cubicBezTo>
                <a:cubicBezTo>
                  <a:pt x="21" y="637"/>
                  <a:pt x="17" y="628"/>
                  <a:pt x="13" y="618"/>
                </a:cubicBezTo>
                <a:cubicBezTo>
                  <a:pt x="9" y="608"/>
                  <a:pt x="6" y="598"/>
                  <a:pt x="4" y="588"/>
                </a:cubicBezTo>
                <a:cubicBezTo>
                  <a:pt x="2" y="578"/>
                  <a:pt x="0" y="568"/>
                  <a:pt x="0" y="557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6172200" y="4193640"/>
            <a:ext cx="46746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し、</a:t>
            </a:r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Editor View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（作業場）でコードを書く。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6229440" y="4619520"/>
            <a:ext cx="513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Cmd+E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6" name=""/>
          <p:cNvSpPr/>
          <p:nvPr/>
        </p:nvSpPr>
        <p:spPr>
          <a:xfrm>
            <a:off x="780840" y="5229000"/>
            <a:ext cx="324360" cy="324360"/>
          </a:xfrm>
          <a:custGeom>
            <a:avLst/>
            <a:gdLst/>
            <a:ahLst/>
            <a:rect l="0" t="0" r="r" b="b"/>
            <a:pathLst>
              <a:path w="901" h="901">
                <a:moveTo>
                  <a:pt x="901" y="451"/>
                </a:moveTo>
                <a:cubicBezTo>
                  <a:pt x="901" y="480"/>
                  <a:pt x="898" y="510"/>
                  <a:pt x="892" y="539"/>
                </a:cubicBezTo>
                <a:cubicBezTo>
                  <a:pt x="886" y="568"/>
                  <a:pt x="878" y="596"/>
                  <a:pt x="866" y="623"/>
                </a:cubicBezTo>
                <a:cubicBezTo>
                  <a:pt x="855" y="650"/>
                  <a:pt x="841" y="676"/>
                  <a:pt x="825" y="701"/>
                </a:cubicBezTo>
                <a:cubicBezTo>
                  <a:pt x="808" y="725"/>
                  <a:pt x="790" y="748"/>
                  <a:pt x="769" y="769"/>
                </a:cubicBezTo>
                <a:cubicBezTo>
                  <a:pt x="748" y="790"/>
                  <a:pt x="725" y="808"/>
                  <a:pt x="701" y="825"/>
                </a:cubicBezTo>
                <a:cubicBezTo>
                  <a:pt x="676" y="841"/>
                  <a:pt x="650" y="855"/>
                  <a:pt x="623" y="866"/>
                </a:cubicBezTo>
                <a:cubicBezTo>
                  <a:pt x="596" y="878"/>
                  <a:pt x="568" y="886"/>
                  <a:pt x="539" y="892"/>
                </a:cubicBezTo>
                <a:cubicBezTo>
                  <a:pt x="510" y="898"/>
                  <a:pt x="480" y="901"/>
                  <a:pt x="451" y="901"/>
                </a:cubicBezTo>
                <a:cubicBezTo>
                  <a:pt x="421" y="901"/>
                  <a:pt x="392" y="898"/>
                  <a:pt x="363" y="892"/>
                </a:cubicBezTo>
                <a:cubicBezTo>
                  <a:pt x="334" y="886"/>
                  <a:pt x="306" y="878"/>
                  <a:pt x="279" y="866"/>
                </a:cubicBezTo>
                <a:cubicBezTo>
                  <a:pt x="251" y="855"/>
                  <a:pt x="226" y="841"/>
                  <a:pt x="201" y="825"/>
                </a:cubicBezTo>
                <a:cubicBezTo>
                  <a:pt x="176" y="808"/>
                  <a:pt x="154" y="790"/>
                  <a:pt x="133" y="769"/>
                </a:cubicBezTo>
                <a:cubicBezTo>
                  <a:pt x="112" y="748"/>
                  <a:pt x="93" y="725"/>
                  <a:pt x="76" y="701"/>
                </a:cubicBezTo>
                <a:cubicBezTo>
                  <a:pt x="59" y="676"/>
                  <a:pt x="46" y="650"/>
                  <a:pt x="34" y="623"/>
                </a:cubicBezTo>
                <a:cubicBezTo>
                  <a:pt x="23" y="596"/>
                  <a:pt x="14" y="568"/>
                  <a:pt x="9" y="539"/>
                </a:cubicBezTo>
                <a:cubicBezTo>
                  <a:pt x="3" y="510"/>
                  <a:pt x="0" y="480"/>
                  <a:pt x="0" y="451"/>
                </a:cubicBezTo>
                <a:cubicBezTo>
                  <a:pt x="0" y="421"/>
                  <a:pt x="3" y="392"/>
                  <a:pt x="9" y="363"/>
                </a:cubicBezTo>
                <a:cubicBezTo>
                  <a:pt x="14" y="334"/>
                  <a:pt x="23" y="305"/>
                  <a:pt x="34" y="278"/>
                </a:cubicBezTo>
                <a:cubicBezTo>
                  <a:pt x="46" y="251"/>
                  <a:pt x="59" y="225"/>
                  <a:pt x="76" y="200"/>
                </a:cubicBezTo>
                <a:cubicBezTo>
                  <a:pt x="93" y="175"/>
                  <a:pt x="112" y="153"/>
                  <a:pt x="133" y="132"/>
                </a:cubicBezTo>
                <a:cubicBezTo>
                  <a:pt x="154" y="111"/>
                  <a:pt x="176" y="92"/>
                  <a:pt x="201" y="76"/>
                </a:cubicBezTo>
                <a:cubicBezTo>
                  <a:pt x="226" y="60"/>
                  <a:pt x="251" y="46"/>
                  <a:pt x="279" y="34"/>
                </a:cubicBezTo>
                <a:cubicBezTo>
                  <a:pt x="306" y="23"/>
                  <a:pt x="334" y="15"/>
                  <a:pt x="363" y="9"/>
                </a:cubicBezTo>
                <a:cubicBezTo>
                  <a:pt x="392" y="3"/>
                  <a:pt x="421" y="0"/>
                  <a:pt x="451" y="0"/>
                </a:cubicBezTo>
                <a:cubicBezTo>
                  <a:pt x="480" y="0"/>
                  <a:pt x="510" y="3"/>
                  <a:pt x="539" y="9"/>
                </a:cubicBezTo>
                <a:cubicBezTo>
                  <a:pt x="568" y="15"/>
                  <a:pt x="596" y="23"/>
                  <a:pt x="623" y="34"/>
                </a:cubicBezTo>
                <a:cubicBezTo>
                  <a:pt x="650" y="46"/>
                  <a:pt x="676" y="60"/>
                  <a:pt x="701" y="76"/>
                </a:cubicBezTo>
                <a:cubicBezTo>
                  <a:pt x="725" y="92"/>
                  <a:pt x="748" y="111"/>
                  <a:pt x="769" y="132"/>
                </a:cubicBezTo>
                <a:cubicBezTo>
                  <a:pt x="790" y="153"/>
                  <a:pt x="808" y="175"/>
                  <a:pt x="825" y="200"/>
                </a:cubicBezTo>
                <a:cubicBezTo>
                  <a:pt x="841" y="225"/>
                  <a:pt x="855" y="251"/>
                  <a:pt x="866" y="278"/>
                </a:cubicBezTo>
                <a:cubicBezTo>
                  <a:pt x="878" y="305"/>
                  <a:pt x="886" y="334"/>
                  <a:pt x="892" y="363"/>
                </a:cubicBezTo>
                <a:cubicBezTo>
                  <a:pt x="898" y="392"/>
                  <a:pt x="901" y="421"/>
                  <a:pt x="901" y="4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6800760" y="4555440"/>
            <a:ext cx="1372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で切り替え。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890640" y="531216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1181160" y="5292720"/>
            <a:ext cx="18946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Multi-Model Support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781200" y="5698440"/>
            <a:ext cx="103806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Gemini 3 Pro/Flash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、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Claude Sonnet/Opus 4.5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、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Nano Banana Pro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など複数の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モデルを目的に応じて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781200" y="6069960"/>
            <a:ext cx="20581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使い分けられます。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11771280" y="636552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6" name=""/>
          <p:cNvSpPr/>
          <p:nvPr/>
        </p:nvSpPr>
        <p:spPr>
          <a:xfrm>
            <a:off x="571320" y="198108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7" name=""/>
          <p:cNvSpPr/>
          <p:nvPr/>
        </p:nvSpPr>
        <p:spPr>
          <a:xfrm>
            <a:off x="414360" y="2032920"/>
            <a:ext cx="11363400" cy="3660840"/>
          </a:xfrm>
          <a:custGeom>
            <a:avLst/>
            <a:gdLst/>
            <a:ahLst/>
            <a:rect l="0" t="0" r="r" b="b"/>
            <a:pathLst>
              <a:path w="31565" h="10169">
                <a:moveTo>
                  <a:pt x="436" y="623"/>
                </a:moveTo>
                <a:lnTo>
                  <a:pt x="436" y="9381"/>
                </a:lnTo>
                <a:cubicBezTo>
                  <a:pt x="436" y="9416"/>
                  <a:pt x="443" y="9450"/>
                  <a:pt x="456" y="9482"/>
                </a:cubicBezTo>
                <a:cubicBezTo>
                  <a:pt x="470" y="9514"/>
                  <a:pt x="489" y="9543"/>
                  <a:pt x="513" y="9568"/>
                </a:cubicBezTo>
                <a:cubicBezTo>
                  <a:pt x="538" y="9593"/>
                  <a:pt x="567" y="9613"/>
                  <a:pt x="599" y="9626"/>
                </a:cubicBezTo>
                <a:cubicBezTo>
                  <a:pt x="632" y="9640"/>
                  <a:pt x="665" y="9646"/>
                  <a:pt x="701" y="9646"/>
                </a:cubicBezTo>
                <a:lnTo>
                  <a:pt x="30864" y="9646"/>
                </a:lnTo>
                <a:cubicBezTo>
                  <a:pt x="30899" y="9646"/>
                  <a:pt x="30933" y="9640"/>
                  <a:pt x="30965" y="9626"/>
                </a:cubicBezTo>
                <a:cubicBezTo>
                  <a:pt x="30998" y="9613"/>
                  <a:pt x="31026" y="9593"/>
                  <a:pt x="31051" y="9568"/>
                </a:cubicBezTo>
                <a:cubicBezTo>
                  <a:pt x="31076" y="9543"/>
                  <a:pt x="31095" y="9514"/>
                  <a:pt x="31109" y="9482"/>
                </a:cubicBezTo>
                <a:cubicBezTo>
                  <a:pt x="31122" y="9450"/>
                  <a:pt x="31129" y="9416"/>
                  <a:pt x="31129" y="9381"/>
                </a:cubicBezTo>
                <a:lnTo>
                  <a:pt x="31129" y="623"/>
                </a:lnTo>
                <a:cubicBezTo>
                  <a:pt x="31129" y="588"/>
                  <a:pt x="31122" y="554"/>
                  <a:pt x="31109" y="522"/>
                </a:cubicBezTo>
                <a:cubicBezTo>
                  <a:pt x="31095" y="489"/>
                  <a:pt x="31076" y="461"/>
                  <a:pt x="31051" y="436"/>
                </a:cubicBezTo>
                <a:cubicBezTo>
                  <a:pt x="31026" y="411"/>
                  <a:pt x="30998" y="392"/>
                  <a:pt x="30965" y="379"/>
                </a:cubicBezTo>
                <a:cubicBezTo>
                  <a:pt x="30933" y="365"/>
                  <a:pt x="30899" y="359"/>
                  <a:pt x="30864" y="359"/>
                </a:cubicBezTo>
                <a:lnTo>
                  <a:pt x="701" y="359"/>
                </a:lnTo>
                <a:cubicBezTo>
                  <a:pt x="665" y="359"/>
                  <a:pt x="632" y="365"/>
                  <a:pt x="599" y="379"/>
                </a:cubicBezTo>
                <a:cubicBezTo>
                  <a:pt x="567" y="392"/>
                  <a:pt x="538" y="411"/>
                  <a:pt x="513" y="436"/>
                </a:cubicBezTo>
                <a:cubicBezTo>
                  <a:pt x="489" y="461"/>
                  <a:pt x="470" y="489"/>
                  <a:pt x="456" y="522"/>
                </a:cubicBezTo>
                <a:cubicBezTo>
                  <a:pt x="443" y="554"/>
                  <a:pt x="436" y="588"/>
                  <a:pt x="436" y="623"/>
                </a:cubicBezTo>
                <a:moveTo>
                  <a:pt x="0" y="0"/>
                </a:moveTo>
                <a:lnTo>
                  <a:pt x="31565" y="0"/>
                </a:lnTo>
                <a:lnTo>
                  <a:pt x="31565" y="10169"/>
                </a:lnTo>
                <a:lnTo>
                  <a:pt x="0" y="10169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98" name=""/>
          <p:cNvSpPr/>
          <p:nvPr/>
        </p:nvSpPr>
        <p:spPr>
          <a:xfrm>
            <a:off x="580680" y="2162160"/>
            <a:ext cx="2753280" cy="400320"/>
          </a:xfrm>
          <a:custGeom>
            <a:avLst/>
            <a:gdLst/>
            <a:ahLst/>
            <a:rect l="0" t="0" r="r" b="b"/>
            <a:pathLst>
              <a:path w="7648" h="1112">
                <a:moveTo>
                  <a:pt x="51" y="77"/>
                </a:moveTo>
                <a:cubicBezTo>
                  <a:pt x="76" y="52"/>
                  <a:pt x="105" y="33"/>
                  <a:pt x="137" y="20"/>
                </a:cubicBezTo>
                <a:cubicBezTo>
                  <a:pt x="170" y="6"/>
                  <a:pt x="203" y="0"/>
                  <a:pt x="239" y="0"/>
                </a:cubicBezTo>
                <a:lnTo>
                  <a:pt x="7648" y="0"/>
                </a:lnTo>
                <a:lnTo>
                  <a:pt x="7648" y="1112"/>
                </a:lnTo>
                <a:lnTo>
                  <a:pt x="0" y="1112"/>
                </a:lnTo>
                <a:lnTo>
                  <a:pt x="0" y="150"/>
                </a:lnTo>
                <a:cubicBezTo>
                  <a:pt x="13" y="123"/>
                  <a:pt x="30" y="98"/>
                  <a:pt x="51" y="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9" name=""/>
          <p:cNvSpPr/>
          <p:nvPr/>
        </p:nvSpPr>
        <p:spPr>
          <a:xfrm>
            <a:off x="3333600" y="2162160"/>
            <a:ext cx="2762640" cy="400320"/>
          </a:xfrm>
          <a:custGeom>
            <a:avLst/>
            <a:gdLst/>
            <a:ahLst/>
            <a:rect l="0" t="0" r="r" b="b"/>
            <a:pathLst>
              <a:path w="7674" h="1112">
                <a:moveTo>
                  <a:pt x="0" y="0"/>
                </a:moveTo>
                <a:lnTo>
                  <a:pt x="7674" y="0"/>
                </a:lnTo>
                <a:lnTo>
                  <a:pt x="7674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0" name=""/>
          <p:cNvSpPr/>
          <p:nvPr/>
        </p:nvSpPr>
        <p:spPr>
          <a:xfrm>
            <a:off x="6095880" y="2162160"/>
            <a:ext cx="2762640" cy="400320"/>
          </a:xfrm>
          <a:custGeom>
            <a:avLst/>
            <a:gdLst/>
            <a:ahLst/>
            <a:rect l="0" t="0" r="r" b="b"/>
            <a:pathLst>
              <a:path w="7674" h="1112">
                <a:moveTo>
                  <a:pt x="0" y="0"/>
                </a:moveTo>
                <a:lnTo>
                  <a:pt x="7674" y="0"/>
                </a:lnTo>
                <a:lnTo>
                  <a:pt x="7674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1" name=""/>
          <p:cNvSpPr/>
          <p:nvPr/>
        </p:nvSpPr>
        <p:spPr>
          <a:xfrm>
            <a:off x="8858160" y="2162160"/>
            <a:ext cx="2762640" cy="400320"/>
          </a:xfrm>
          <a:custGeom>
            <a:avLst/>
            <a:gdLst/>
            <a:ahLst/>
            <a:rect l="0" t="0" r="r" b="b"/>
            <a:pathLst>
              <a:path w="7674" h="1112">
                <a:moveTo>
                  <a:pt x="7510" y="20"/>
                </a:moveTo>
                <a:cubicBezTo>
                  <a:pt x="7543" y="33"/>
                  <a:pt x="7571" y="52"/>
                  <a:pt x="7596" y="77"/>
                </a:cubicBezTo>
                <a:cubicBezTo>
                  <a:pt x="7621" y="102"/>
                  <a:pt x="7640" y="131"/>
                  <a:pt x="7654" y="164"/>
                </a:cubicBezTo>
                <a:cubicBezTo>
                  <a:pt x="7667" y="196"/>
                  <a:pt x="7674" y="230"/>
                  <a:pt x="7674" y="265"/>
                </a:cubicBezTo>
                <a:lnTo>
                  <a:pt x="7674" y="1112"/>
                </a:lnTo>
                <a:lnTo>
                  <a:pt x="0" y="1112"/>
                </a:lnTo>
                <a:lnTo>
                  <a:pt x="0" y="0"/>
                </a:lnTo>
                <a:lnTo>
                  <a:pt x="7409" y="0"/>
                </a:lnTo>
                <a:cubicBezTo>
                  <a:pt x="7444" y="0"/>
                  <a:pt x="7478" y="6"/>
                  <a:pt x="7510" y="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2" name=""/>
          <p:cNvSpPr/>
          <p:nvPr/>
        </p:nvSpPr>
        <p:spPr>
          <a:xfrm>
            <a:off x="580680" y="2162160"/>
            <a:ext cx="2753280" cy="400320"/>
          </a:xfrm>
          <a:custGeom>
            <a:avLst/>
            <a:gdLst/>
            <a:ahLst/>
            <a:rect l="0" t="0" r="r" b="b"/>
            <a:pathLst>
              <a:path w="7648" h="1112">
                <a:moveTo>
                  <a:pt x="51" y="77"/>
                </a:moveTo>
                <a:cubicBezTo>
                  <a:pt x="76" y="52"/>
                  <a:pt x="105" y="33"/>
                  <a:pt x="137" y="20"/>
                </a:cubicBezTo>
                <a:cubicBezTo>
                  <a:pt x="170" y="6"/>
                  <a:pt x="203" y="0"/>
                  <a:pt x="239" y="0"/>
                </a:cubicBezTo>
                <a:lnTo>
                  <a:pt x="7648" y="0"/>
                </a:lnTo>
                <a:lnTo>
                  <a:pt x="7648" y="1112"/>
                </a:lnTo>
                <a:lnTo>
                  <a:pt x="0" y="1112"/>
                </a:lnTo>
                <a:lnTo>
                  <a:pt x="0" y="150"/>
                </a:lnTo>
                <a:cubicBezTo>
                  <a:pt x="13" y="123"/>
                  <a:pt x="30" y="98"/>
                  <a:pt x="51" y="77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3" name=""/>
          <p:cNvSpPr/>
          <p:nvPr/>
        </p:nvSpPr>
        <p:spPr>
          <a:xfrm>
            <a:off x="3333600" y="2162160"/>
            <a:ext cx="2762640" cy="400320"/>
          </a:xfrm>
          <a:custGeom>
            <a:avLst/>
            <a:gdLst/>
            <a:ahLst/>
            <a:rect l="0" t="0" r="r" b="b"/>
            <a:pathLst>
              <a:path w="7674" h="1112">
                <a:moveTo>
                  <a:pt x="0" y="0"/>
                </a:moveTo>
                <a:lnTo>
                  <a:pt x="7674" y="0"/>
                </a:lnTo>
                <a:lnTo>
                  <a:pt x="7674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4" name=""/>
          <p:cNvSpPr/>
          <p:nvPr/>
        </p:nvSpPr>
        <p:spPr>
          <a:xfrm>
            <a:off x="6095880" y="2162160"/>
            <a:ext cx="2762640" cy="400320"/>
          </a:xfrm>
          <a:custGeom>
            <a:avLst/>
            <a:gdLst/>
            <a:ahLst/>
            <a:rect l="0" t="0" r="r" b="b"/>
            <a:pathLst>
              <a:path w="7674" h="1112">
                <a:moveTo>
                  <a:pt x="0" y="0"/>
                </a:moveTo>
                <a:lnTo>
                  <a:pt x="7674" y="0"/>
                </a:lnTo>
                <a:lnTo>
                  <a:pt x="7674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5" name=""/>
          <p:cNvSpPr/>
          <p:nvPr/>
        </p:nvSpPr>
        <p:spPr>
          <a:xfrm>
            <a:off x="8858160" y="2162160"/>
            <a:ext cx="2762640" cy="400320"/>
          </a:xfrm>
          <a:custGeom>
            <a:avLst/>
            <a:gdLst/>
            <a:ahLst/>
            <a:rect l="0" t="0" r="r" b="b"/>
            <a:pathLst>
              <a:path w="7674" h="1112">
                <a:moveTo>
                  <a:pt x="7510" y="20"/>
                </a:moveTo>
                <a:cubicBezTo>
                  <a:pt x="7543" y="33"/>
                  <a:pt x="7571" y="52"/>
                  <a:pt x="7596" y="77"/>
                </a:cubicBezTo>
                <a:cubicBezTo>
                  <a:pt x="7621" y="102"/>
                  <a:pt x="7640" y="131"/>
                  <a:pt x="7654" y="164"/>
                </a:cubicBezTo>
                <a:cubicBezTo>
                  <a:pt x="7667" y="196"/>
                  <a:pt x="7674" y="230"/>
                  <a:pt x="7674" y="265"/>
                </a:cubicBezTo>
                <a:lnTo>
                  <a:pt x="7674" y="1112"/>
                </a:lnTo>
                <a:lnTo>
                  <a:pt x="0" y="1112"/>
                </a:lnTo>
                <a:lnTo>
                  <a:pt x="0" y="0"/>
                </a:lnTo>
                <a:lnTo>
                  <a:pt x="7409" y="0"/>
                </a:lnTo>
                <a:cubicBezTo>
                  <a:pt x="7444" y="0"/>
                  <a:pt x="7478" y="6"/>
                  <a:pt x="7510" y="20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6" name=""/>
          <p:cNvSpPr/>
          <p:nvPr/>
        </p:nvSpPr>
        <p:spPr>
          <a:xfrm>
            <a:off x="580680" y="2562120"/>
            <a:ext cx="2753280" cy="381240"/>
          </a:xfrm>
          <a:custGeom>
            <a:avLst/>
            <a:gdLst/>
            <a:ahLst/>
            <a:rect l="0" t="0" r="r" b="b"/>
            <a:pathLst>
              <a:path w="7648" h="1059">
                <a:moveTo>
                  <a:pt x="0" y="0"/>
                </a:moveTo>
                <a:lnTo>
                  <a:pt x="7648" y="0"/>
                </a:lnTo>
                <a:lnTo>
                  <a:pt x="764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7" name=""/>
          <p:cNvSpPr/>
          <p:nvPr/>
        </p:nvSpPr>
        <p:spPr>
          <a:xfrm>
            <a:off x="3333600" y="2562120"/>
            <a:ext cx="2762640" cy="381240"/>
          </a:xfrm>
          <a:custGeom>
            <a:avLst/>
            <a:gdLst/>
            <a:ahLst/>
            <a:rect l="0" t="0" r="r" b="b"/>
            <a:pathLst>
              <a:path w="7674" h="1059">
                <a:moveTo>
                  <a:pt x="0" y="0"/>
                </a:moveTo>
                <a:lnTo>
                  <a:pt x="7674" y="0"/>
                </a:lnTo>
                <a:lnTo>
                  <a:pt x="767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8" name=""/>
          <p:cNvSpPr/>
          <p:nvPr/>
        </p:nvSpPr>
        <p:spPr>
          <a:xfrm>
            <a:off x="6095880" y="2562120"/>
            <a:ext cx="2762640" cy="381240"/>
          </a:xfrm>
          <a:custGeom>
            <a:avLst/>
            <a:gdLst/>
            <a:ahLst/>
            <a:rect l="0" t="0" r="r" b="b"/>
            <a:pathLst>
              <a:path w="7674" h="1059">
                <a:moveTo>
                  <a:pt x="0" y="0"/>
                </a:moveTo>
                <a:lnTo>
                  <a:pt x="7674" y="0"/>
                </a:lnTo>
                <a:lnTo>
                  <a:pt x="767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9" name=""/>
          <p:cNvSpPr/>
          <p:nvPr/>
        </p:nvSpPr>
        <p:spPr>
          <a:xfrm>
            <a:off x="8858160" y="2562120"/>
            <a:ext cx="2762640" cy="381240"/>
          </a:xfrm>
          <a:custGeom>
            <a:avLst/>
            <a:gdLst/>
            <a:ahLst/>
            <a:rect l="0" t="0" r="r" b="b"/>
            <a:pathLst>
              <a:path w="7674" h="1059">
                <a:moveTo>
                  <a:pt x="7674" y="1059"/>
                </a:moveTo>
                <a:lnTo>
                  <a:pt x="0" y="1059"/>
                </a:lnTo>
                <a:lnTo>
                  <a:pt x="0" y="0"/>
                </a:lnTo>
                <a:lnTo>
                  <a:pt x="7674" y="0"/>
                </a:lnTo>
                <a:lnTo>
                  <a:pt x="7674" y="105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0" name=""/>
          <p:cNvSpPr/>
          <p:nvPr/>
        </p:nvSpPr>
        <p:spPr>
          <a:xfrm>
            <a:off x="580680" y="2562120"/>
            <a:ext cx="2753280" cy="381240"/>
          </a:xfrm>
          <a:custGeom>
            <a:avLst/>
            <a:gdLst/>
            <a:ahLst/>
            <a:rect l="0" t="0" r="r" b="b"/>
            <a:pathLst>
              <a:path w="7648" h="1059">
                <a:moveTo>
                  <a:pt x="0" y="0"/>
                </a:moveTo>
                <a:lnTo>
                  <a:pt x="7648" y="0"/>
                </a:lnTo>
                <a:lnTo>
                  <a:pt x="764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1" name=""/>
          <p:cNvSpPr/>
          <p:nvPr/>
        </p:nvSpPr>
        <p:spPr>
          <a:xfrm>
            <a:off x="3333600" y="2562120"/>
            <a:ext cx="2762640" cy="381240"/>
          </a:xfrm>
          <a:custGeom>
            <a:avLst/>
            <a:gdLst/>
            <a:ahLst/>
            <a:rect l="0" t="0" r="r" b="b"/>
            <a:pathLst>
              <a:path w="7674" h="1059">
                <a:moveTo>
                  <a:pt x="0" y="0"/>
                </a:moveTo>
                <a:lnTo>
                  <a:pt x="7674" y="0"/>
                </a:lnTo>
                <a:lnTo>
                  <a:pt x="767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2" name=""/>
          <p:cNvSpPr/>
          <p:nvPr/>
        </p:nvSpPr>
        <p:spPr>
          <a:xfrm>
            <a:off x="6095880" y="2562120"/>
            <a:ext cx="2762640" cy="381240"/>
          </a:xfrm>
          <a:custGeom>
            <a:avLst/>
            <a:gdLst/>
            <a:ahLst/>
            <a:rect l="0" t="0" r="r" b="b"/>
            <a:pathLst>
              <a:path w="7674" h="1059">
                <a:moveTo>
                  <a:pt x="0" y="0"/>
                </a:moveTo>
                <a:lnTo>
                  <a:pt x="7674" y="0"/>
                </a:lnTo>
                <a:lnTo>
                  <a:pt x="767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3" name=""/>
          <p:cNvSpPr/>
          <p:nvPr/>
        </p:nvSpPr>
        <p:spPr>
          <a:xfrm>
            <a:off x="8858160" y="2562120"/>
            <a:ext cx="2762640" cy="381240"/>
          </a:xfrm>
          <a:custGeom>
            <a:avLst/>
            <a:gdLst/>
            <a:ahLst/>
            <a:rect l="0" t="0" r="r" b="b"/>
            <a:pathLst>
              <a:path w="7674" h="1059">
                <a:moveTo>
                  <a:pt x="7674" y="1059"/>
                </a:moveTo>
                <a:lnTo>
                  <a:pt x="0" y="1059"/>
                </a:lnTo>
                <a:lnTo>
                  <a:pt x="0" y="0"/>
                </a:lnTo>
                <a:lnTo>
                  <a:pt x="7674" y="0"/>
                </a:lnTo>
                <a:lnTo>
                  <a:pt x="7674" y="1059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4" name=""/>
          <p:cNvSpPr/>
          <p:nvPr/>
        </p:nvSpPr>
        <p:spPr>
          <a:xfrm>
            <a:off x="580680" y="2943000"/>
            <a:ext cx="2753280" cy="381240"/>
          </a:xfrm>
          <a:custGeom>
            <a:avLst/>
            <a:gdLst/>
            <a:ahLst/>
            <a:rect l="0" t="0" r="r" b="b"/>
            <a:pathLst>
              <a:path w="7648" h="1059">
                <a:moveTo>
                  <a:pt x="0" y="0"/>
                </a:moveTo>
                <a:lnTo>
                  <a:pt x="7648" y="0"/>
                </a:lnTo>
                <a:lnTo>
                  <a:pt x="764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5" name=""/>
          <p:cNvSpPr/>
          <p:nvPr/>
        </p:nvSpPr>
        <p:spPr>
          <a:xfrm>
            <a:off x="3333600" y="2943000"/>
            <a:ext cx="2762640" cy="381240"/>
          </a:xfrm>
          <a:custGeom>
            <a:avLst/>
            <a:gdLst/>
            <a:ahLst/>
            <a:rect l="0" t="0" r="r" b="b"/>
            <a:pathLst>
              <a:path w="7674" h="1059">
                <a:moveTo>
                  <a:pt x="0" y="0"/>
                </a:moveTo>
                <a:lnTo>
                  <a:pt x="7674" y="0"/>
                </a:lnTo>
                <a:lnTo>
                  <a:pt x="767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6" name=""/>
          <p:cNvSpPr/>
          <p:nvPr/>
        </p:nvSpPr>
        <p:spPr>
          <a:xfrm>
            <a:off x="6095880" y="2943000"/>
            <a:ext cx="2762640" cy="381240"/>
          </a:xfrm>
          <a:custGeom>
            <a:avLst/>
            <a:gdLst/>
            <a:ahLst/>
            <a:rect l="0" t="0" r="r" b="b"/>
            <a:pathLst>
              <a:path w="7674" h="1059">
                <a:moveTo>
                  <a:pt x="0" y="0"/>
                </a:moveTo>
                <a:lnTo>
                  <a:pt x="7674" y="0"/>
                </a:lnTo>
                <a:lnTo>
                  <a:pt x="767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7" name=""/>
          <p:cNvSpPr/>
          <p:nvPr/>
        </p:nvSpPr>
        <p:spPr>
          <a:xfrm>
            <a:off x="8858160" y="2943000"/>
            <a:ext cx="2762640" cy="381240"/>
          </a:xfrm>
          <a:custGeom>
            <a:avLst/>
            <a:gdLst/>
            <a:ahLst/>
            <a:rect l="0" t="0" r="r" b="b"/>
            <a:pathLst>
              <a:path w="7674" h="1059">
                <a:moveTo>
                  <a:pt x="7674" y="1059"/>
                </a:moveTo>
                <a:lnTo>
                  <a:pt x="0" y="1059"/>
                </a:lnTo>
                <a:lnTo>
                  <a:pt x="0" y="0"/>
                </a:lnTo>
                <a:lnTo>
                  <a:pt x="7674" y="0"/>
                </a:lnTo>
                <a:lnTo>
                  <a:pt x="7674" y="1059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8" name=""/>
          <p:cNvSpPr/>
          <p:nvPr/>
        </p:nvSpPr>
        <p:spPr>
          <a:xfrm>
            <a:off x="580680" y="2943000"/>
            <a:ext cx="2753280" cy="381240"/>
          </a:xfrm>
          <a:custGeom>
            <a:avLst/>
            <a:gdLst/>
            <a:ahLst/>
            <a:rect l="0" t="0" r="r" b="b"/>
            <a:pathLst>
              <a:path w="7648" h="1059">
                <a:moveTo>
                  <a:pt x="0" y="0"/>
                </a:moveTo>
                <a:lnTo>
                  <a:pt x="7648" y="0"/>
                </a:lnTo>
                <a:lnTo>
                  <a:pt x="764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9" name=""/>
          <p:cNvSpPr/>
          <p:nvPr/>
        </p:nvSpPr>
        <p:spPr>
          <a:xfrm>
            <a:off x="3333600" y="2943000"/>
            <a:ext cx="2762640" cy="381240"/>
          </a:xfrm>
          <a:custGeom>
            <a:avLst/>
            <a:gdLst/>
            <a:ahLst/>
            <a:rect l="0" t="0" r="r" b="b"/>
            <a:pathLst>
              <a:path w="7674" h="1059">
                <a:moveTo>
                  <a:pt x="0" y="0"/>
                </a:moveTo>
                <a:lnTo>
                  <a:pt x="7674" y="0"/>
                </a:lnTo>
                <a:lnTo>
                  <a:pt x="767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0" name=""/>
          <p:cNvSpPr/>
          <p:nvPr/>
        </p:nvSpPr>
        <p:spPr>
          <a:xfrm>
            <a:off x="6095880" y="2943000"/>
            <a:ext cx="2762640" cy="381240"/>
          </a:xfrm>
          <a:custGeom>
            <a:avLst/>
            <a:gdLst/>
            <a:ahLst/>
            <a:rect l="0" t="0" r="r" b="b"/>
            <a:pathLst>
              <a:path w="7674" h="1059">
                <a:moveTo>
                  <a:pt x="0" y="0"/>
                </a:moveTo>
                <a:lnTo>
                  <a:pt x="7674" y="0"/>
                </a:lnTo>
                <a:lnTo>
                  <a:pt x="767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1" name=""/>
          <p:cNvSpPr/>
          <p:nvPr/>
        </p:nvSpPr>
        <p:spPr>
          <a:xfrm>
            <a:off x="8858160" y="2943000"/>
            <a:ext cx="2762640" cy="381240"/>
          </a:xfrm>
          <a:custGeom>
            <a:avLst/>
            <a:gdLst/>
            <a:ahLst/>
            <a:rect l="0" t="0" r="r" b="b"/>
            <a:pathLst>
              <a:path w="7674" h="1059">
                <a:moveTo>
                  <a:pt x="7674" y="1059"/>
                </a:moveTo>
                <a:lnTo>
                  <a:pt x="0" y="1059"/>
                </a:lnTo>
                <a:lnTo>
                  <a:pt x="0" y="0"/>
                </a:lnTo>
                <a:lnTo>
                  <a:pt x="7674" y="0"/>
                </a:lnTo>
                <a:lnTo>
                  <a:pt x="7674" y="1059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2" name=""/>
          <p:cNvSpPr/>
          <p:nvPr/>
        </p:nvSpPr>
        <p:spPr>
          <a:xfrm>
            <a:off x="580680" y="3323880"/>
            <a:ext cx="2753280" cy="552960"/>
          </a:xfrm>
          <a:custGeom>
            <a:avLst/>
            <a:gdLst/>
            <a:ahLst/>
            <a:rect l="0" t="0" r="r" b="b"/>
            <a:pathLst>
              <a:path w="7648" h="1536">
                <a:moveTo>
                  <a:pt x="0" y="0"/>
                </a:moveTo>
                <a:lnTo>
                  <a:pt x="7648" y="0"/>
                </a:lnTo>
                <a:lnTo>
                  <a:pt x="764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3" name=""/>
          <p:cNvSpPr/>
          <p:nvPr/>
        </p:nvSpPr>
        <p:spPr>
          <a:xfrm>
            <a:off x="3333600" y="3323880"/>
            <a:ext cx="2762640" cy="552960"/>
          </a:xfrm>
          <a:custGeom>
            <a:avLst/>
            <a:gdLst/>
            <a:ahLst/>
            <a:rect l="0" t="0" r="r" b="b"/>
            <a:pathLst>
              <a:path w="7674" h="1536">
                <a:moveTo>
                  <a:pt x="0" y="0"/>
                </a:moveTo>
                <a:lnTo>
                  <a:pt x="7674" y="0"/>
                </a:lnTo>
                <a:lnTo>
                  <a:pt x="7674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4" name=""/>
          <p:cNvSpPr/>
          <p:nvPr/>
        </p:nvSpPr>
        <p:spPr>
          <a:xfrm>
            <a:off x="6095880" y="3323880"/>
            <a:ext cx="2762640" cy="552960"/>
          </a:xfrm>
          <a:custGeom>
            <a:avLst/>
            <a:gdLst/>
            <a:ahLst/>
            <a:rect l="0" t="0" r="r" b="b"/>
            <a:pathLst>
              <a:path w="7674" h="1536">
                <a:moveTo>
                  <a:pt x="0" y="0"/>
                </a:moveTo>
                <a:lnTo>
                  <a:pt x="7674" y="0"/>
                </a:lnTo>
                <a:lnTo>
                  <a:pt x="7674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5" name=""/>
          <p:cNvSpPr/>
          <p:nvPr/>
        </p:nvSpPr>
        <p:spPr>
          <a:xfrm>
            <a:off x="8858160" y="3323880"/>
            <a:ext cx="2762640" cy="552960"/>
          </a:xfrm>
          <a:custGeom>
            <a:avLst/>
            <a:gdLst/>
            <a:ahLst/>
            <a:rect l="0" t="0" r="r" b="b"/>
            <a:pathLst>
              <a:path w="7674" h="1536">
                <a:moveTo>
                  <a:pt x="7674" y="1536"/>
                </a:moveTo>
                <a:lnTo>
                  <a:pt x="0" y="1536"/>
                </a:lnTo>
                <a:lnTo>
                  <a:pt x="0" y="0"/>
                </a:lnTo>
                <a:lnTo>
                  <a:pt x="7674" y="0"/>
                </a:lnTo>
                <a:lnTo>
                  <a:pt x="7674" y="153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6" name=""/>
          <p:cNvSpPr/>
          <p:nvPr/>
        </p:nvSpPr>
        <p:spPr>
          <a:xfrm>
            <a:off x="580680" y="3323880"/>
            <a:ext cx="2753280" cy="552960"/>
          </a:xfrm>
          <a:custGeom>
            <a:avLst/>
            <a:gdLst/>
            <a:ahLst/>
            <a:rect l="0" t="0" r="r" b="b"/>
            <a:pathLst>
              <a:path w="7648" h="1536">
                <a:moveTo>
                  <a:pt x="0" y="0"/>
                </a:moveTo>
                <a:lnTo>
                  <a:pt x="7648" y="0"/>
                </a:lnTo>
                <a:lnTo>
                  <a:pt x="764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7" name=""/>
          <p:cNvSpPr/>
          <p:nvPr/>
        </p:nvSpPr>
        <p:spPr>
          <a:xfrm>
            <a:off x="3333600" y="3323880"/>
            <a:ext cx="2762640" cy="552960"/>
          </a:xfrm>
          <a:custGeom>
            <a:avLst/>
            <a:gdLst/>
            <a:ahLst/>
            <a:rect l="0" t="0" r="r" b="b"/>
            <a:pathLst>
              <a:path w="7674" h="1536">
                <a:moveTo>
                  <a:pt x="0" y="0"/>
                </a:moveTo>
                <a:lnTo>
                  <a:pt x="7674" y="0"/>
                </a:lnTo>
                <a:lnTo>
                  <a:pt x="7674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8" name=""/>
          <p:cNvSpPr/>
          <p:nvPr/>
        </p:nvSpPr>
        <p:spPr>
          <a:xfrm>
            <a:off x="6095880" y="3323880"/>
            <a:ext cx="2762640" cy="552960"/>
          </a:xfrm>
          <a:custGeom>
            <a:avLst/>
            <a:gdLst/>
            <a:ahLst/>
            <a:rect l="0" t="0" r="r" b="b"/>
            <a:pathLst>
              <a:path w="7674" h="1536">
                <a:moveTo>
                  <a:pt x="0" y="0"/>
                </a:moveTo>
                <a:lnTo>
                  <a:pt x="7674" y="0"/>
                </a:lnTo>
                <a:lnTo>
                  <a:pt x="7674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9" name=""/>
          <p:cNvSpPr/>
          <p:nvPr/>
        </p:nvSpPr>
        <p:spPr>
          <a:xfrm>
            <a:off x="8858160" y="3323880"/>
            <a:ext cx="2762640" cy="552960"/>
          </a:xfrm>
          <a:custGeom>
            <a:avLst/>
            <a:gdLst/>
            <a:ahLst/>
            <a:rect l="0" t="0" r="r" b="b"/>
            <a:pathLst>
              <a:path w="7674" h="1536">
                <a:moveTo>
                  <a:pt x="7674" y="1536"/>
                </a:moveTo>
                <a:lnTo>
                  <a:pt x="0" y="1536"/>
                </a:lnTo>
                <a:lnTo>
                  <a:pt x="0" y="0"/>
                </a:lnTo>
                <a:lnTo>
                  <a:pt x="7674" y="0"/>
                </a:lnTo>
                <a:lnTo>
                  <a:pt x="7674" y="1536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0" name=""/>
          <p:cNvSpPr/>
          <p:nvPr/>
        </p:nvSpPr>
        <p:spPr>
          <a:xfrm>
            <a:off x="580680" y="3876480"/>
            <a:ext cx="2753280" cy="543240"/>
          </a:xfrm>
          <a:custGeom>
            <a:avLst/>
            <a:gdLst/>
            <a:ahLst/>
            <a:rect l="0" t="0" r="r" b="b"/>
            <a:pathLst>
              <a:path w="7648" h="1509">
                <a:moveTo>
                  <a:pt x="0" y="0"/>
                </a:moveTo>
                <a:lnTo>
                  <a:pt x="7648" y="0"/>
                </a:lnTo>
                <a:lnTo>
                  <a:pt x="764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1" name=""/>
          <p:cNvSpPr/>
          <p:nvPr/>
        </p:nvSpPr>
        <p:spPr>
          <a:xfrm>
            <a:off x="3333600" y="3876480"/>
            <a:ext cx="2762640" cy="543240"/>
          </a:xfrm>
          <a:custGeom>
            <a:avLst/>
            <a:gdLst/>
            <a:ahLst/>
            <a:rect l="0" t="0" r="r" b="b"/>
            <a:pathLst>
              <a:path w="7674" h="1509">
                <a:moveTo>
                  <a:pt x="0" y="0"/>
                </a:moveTo>
                <a:lnTo>
                  <a:pt x="7674" y="0"/>
                </a:lnTo>
                <a:lnTo>
                  <a:pt x="767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2" name=""/>
          <p:cNvSpPr/>
          <p:nvPr/>
        </p:nvSpPr>
        <p:spPr>
          <a:xfrm>
            <a:off x="6095880" y="3876480"/>
            <a:ext cx="2762640" cy="543240"/>
          </a:xfrm>
          <a:custGeom>
            <a:avLst/>
            <a:gdLst/>
            <a:ahLst/>
            <a:rect l="0" t="0" r="r" b="b"/>
            <a:pathLst>
              <a:path w="7674" h="1509">
                <a:moveTo>
                  <a:pt x="0" y="0"/>
                </a:moveTo>
                <a:lnTo>
                  <a:pt x="7674" y="0"/>
                </a:lnTo>
                <a:lnTo>
                  <a:pt x="767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3" name=""/>
          <p:cNvSpPr/>
          <p:nvPr/>
        </p:nvSpPr>
        <p:spPr>
          <a:xfrm>
            <a:off x="8858160" y="3876480"/>
            <a:ext cx="2762640" cy="543240"/>
          </a:xfrm>
          <a:custGeom>
            <a:avLst/>
            <a:gdLst/>
            <a:ahLst/>
            <a:rect l="0" t="0" r="r" b="b"/>
            <a:pathLst>
              <a:path w="7674" h="1509">
                <a:moveTo>
                  <a:pt x="7674" y="1509"/>
                </a:moveTo>
                <a:lnTo>
                  <a:pt x="0" y="1509"/>
                </a:lnTo>
                <a:lnTo>
                  <a:pt x="0" y="0"/>
                </a:lnTo>
                <a:lnTo>
                  <a:pt x="7674" y="0"/>
                </a:lnTo>
                <a:lnTo>
                  <a:pt x="7674" y="1509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4" name=""/>
          <p:cNvSpPr/>
          <p:nvPr/>
        </p:nvSpPr>
        <p:spPr>
          <a:xfrm>
            <a:off x="580680" y="3876480"/>
            <a:ext cx="2753280" cy="543240"/>
          </a:xfrm>
          <a:custGeom>
            <a:avLst/>
            <a:gdLst/>
            <a:ahLst/>
            <a:rect l="0" t="0" r="r" b="b"/>
            <a:pathLst>
              <a:path w="7648" h="1509">
                <a:moveTo>
                  <a:pt x="0" y="0"/>
                </a:moveTo>
                <a:lnTo>
                  <a:pt x="7648" y="0"/>
                </a:lnTo>
                <a:lnTo>
                  <a:pt x="764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5" name=""/>
          <p:cNvSpPr/>
          <p:nvPr/>
        </p:nvSpPr>
        <p:spPr>
          <a:xfrm>
            <a:off x="3333600" y="3876480"/>
            <a:ext cx="2762640" cy="543240"/>
          </a:xfrm>
          <a:custGeom>
            <a:avLst/>
            <a:gdLst/>
            <a:ahLst/>
            <a:rect l="0" t="0" r="r" b="b"/>
            <a:pathLst>
              <a:path w="7674" h="1509">
                <a:moveTo>
                  <a:pt x="0" y="0"/>
                </a:moveTo>
                <a:lnTo>
                  <a:pt x="7674" y="0"/>
                </a:lnTo>
                <a:lnTo>
                  <a:pt x="767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6" name=""/>
          <p:cNvSpPr/>
          <p:nvPr/>
        </p:nvSpPr>
        <p:spPr>
          <a:xfrm>
            <a:off x="6095880" y="3876480"/>
            <a:ext cx="2762640" cy="543240"/>
          </a:xfrm>
          <a:custGeom>
            <a:avLst/>
            <a:gdLst/>
            <a:ahLst/>
            <a:rect l="0" t="0" r="r" b="b"/>
            <a:pathLst>
              <a:path w="7674" h="1509">
                <a:moveTo>
                  <a:pt x="0" y="0"/>
                </a:moveTo>
                <a:lnTo>
                  <a:pt x="7674" y="0"/>
                </a:lnTo>
                <a:lnTo>
                  <a:pt x="767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7" name=""/>
          <p:cNvSpPr/>
          <p:nvPr/>
        </p:nvSpPr>
        <p:spPr>
          <a:xfrm>
            <a:off x="8858160" y="3876480"/>
            <a:ext cx="2762640" cy="543240"/>
          </a:xfrm>
          <a:custGeom>
            <a:avLst/>
            <a:gdLst/>
            <a:ahLst/>
            <a:rect l="0" t="0" r="r" b="b"/>
            <a:pathLst>
              <a:path w="7674" h="1509">
                <a:moveTo>
                  <a:pt x="7674" y="1509"/>
                </a:moveTo>
                <a:lnTo>
                  <a:pt x="0" y="1509"/>
                </a:lnTo>
                <a:lnTo>
                  <a:pt x="0" y="0"/>
                </a:lnTo>
                <a:lnTo>
                  <a:pt x="7674" y="0"/>
                </a:lnTo>
                <a:lnTo>
                  <a:pt x="7674" y="1509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8" name=""/>
          <p:cNvSpPr/>
          <p:nvPr/>
        </p:nvSpPr>
        <p:spPr>
          <a:xfrm>
            <a:off x="580680" y="4419360"/>
            <a:ext cx="2753280" cy="543240"/>
          </a:xfrm>
          <a:custGeom>
            <a:avLst/>
            <a:gdLst/>
            <a:ahLst/>
            <a:rect l="0" t="0" r="r" b="b"/>
            <a:pathLst>
              <a:path w="7648" h="1509">
                <a:moveTo>
                  <a:pt x="0" y="0"/>
                </a:moveTo>
                <a:lnTo>
                  <a:pt x="7648" y="0"/>
                </a:lnTo>
                <a:lnTo>
                  <a:pt x="764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9" name=""/>
          <p:cNvSpPr/>
          <p:nvPr/>
        </p:nvSpPr>
        <p:spPr>
          <a:xfrm>
            <a:off x="3333600" y="4419360"/>
            <a:ext cx="2762640" cy="543240"/>
          </a:xfrm>
          <a:custGeom>
            <a:avLst/>
            <a:gdLst/>
            <a:ahLst/>
            <a:rect l="0" t="0" r="r" b="b"/>
            <a:pathLst>
              <a:path w="7674" h="1509">
                <a:moveTo>
                  <a:pt x="0" y="0"/>
                </a:moveTo>
                <a:lnTo>
                  <a:pt x="7674" y="0"/>
                </a:lnTo>
                <a:lnTo>
                  <a:pt x="767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0" name=""/>
          <p:cNvSpPr/>
          <p:nvPr/>
        </p:nvSpPr>
        <p:spPr>
          <a:xfrm>
            <a:off x="6095880" y="4419360"/>
            <a:ext cx="2762640" cy="543240"/>
          </a:xfrm>
          <a:custGeom>
            <a:avLst/>
            <a:gdLst/>
            <a:ahLst/>
            <a:rect l="0" t="0" r="r" b="b"/>
            <a:pathLst>
              <a:path w="7674" h="1509">
                <a:moveTo>
                  <a:pt x="0" y="0"/>
                </a:moveTo>
                <a:lnTo>
                  <a:pt x="7674" y="0"/>
                </a:lnTo>
                <a:lnTo>
                  <a:pt x="767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1" name=""/>
          <p:cNvSpPr/>
          <p:nvPr/>
        </p:nvSpPr>
        <p:spPr>
          <a:xfrm>
            <a:off x="8858160" y="4419360"/>
            <a:ext cx="2762640" cy="543240"/>
          </a:xfrm>
          <a:custGeom>
            <a:avLst/>
            <a:gdLst/>
            <a:ahLst/>
            <a:rect l="0" t="0" r="r" b="b"/>
            <a:pathLst>
              <a:path w="7674" h="1509">
                <a:moveTo>
                  <a:pt x="7674" y="1509"/>
                </a:moveTo>
                <a:lnTo>
                  <a:pt x="0" y="1509"/>
                </a:lnTo>
                <a:lnTo>
                  <a:pt x="0" y="0"/>
                </a:lnTo>
                <a:lnTo>
                  <a:pt x="7674" y="0"/>
                </a:lnTo>
                <a:lnTo>
                  <a:pt x="7674" y="150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2" name=""/>
          <p:cNvSpPr/>
          <p:nvPr/>
        </p:nvSpPr>
        <p:spPr>
          <a:xfrm>
            <a:off x="580680" y="4419360"/>
            <a:ext cx="2753280" cy="543240"/>
          </a:xfrm>
          <a:custGeom>
            <a:avLst/>
            <a:gdLst/>
            <a:ahLst/>
            <a:rect l="0" t="0" r="r" b="b"/>
            <a:pathLst>
              <a:path w="7648" h="1509">
                <a:moveTo>
                  <a:pt x="0" y="0"/>
                </a:moveTo>
                <a:lnTo>
                  <a:pt x="7648" y="0"/>
                </a:lnTo>
                <a:lnTo>
                  <a:pt x="764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3" name=""/>
          <p:cNvSpPr/>
          <p:nvPr/>
        </p:nvSpPr>
        <p:spPr>
          <a:xfrm>
            <a:off x="3333600" y="4419360"/>
            <a:ext cx="2762640" cy="543240"/>
          </a:xfrm>
          <a:custGeom>
            <a:avLst/>
            <a:gdLst/>
            <a:ahLst/>
            <a:rect l="0" t="0" r="r" b="b"/>
            <a:pathLst>
              <a:path w="7674" h="1509">
                <a:moveTo>
                  <a:pt x="0" y="0"/>
                </a:moveTo>
                <a:lnTo>
                  <a:pt x="7674" y="0"/>
                </a:lnTo>
                <a:lnTo>
                  <a:pt x="767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4" name=""/>
          <p:cNvSpPr/>
          <p:nvPr/>
        </p:nvSpPr>
        <p:spPr>
          <a:xfrm>
            <a:off x="6095880" y="4419360"/>
            <a:ext cx="2762640" cy="543240"/>
          </a:xfrm>
          <a:custGeom>
            <a:avLst/>
            <a:gdLst/>
            <a:ahLst/>
            <a:rect l="0" t="0" r="r" b="b"/>
            <a:pathLst>
              <a:path w="7674" h="1509">
                <a:moveTo>
                  <a:pt x="0" y="0"/>
                </a:moveTo>
                <a:lnTo>
                  <a:pt x="7674" y="0"/>
                </a:lnTo>
                <a:lnTo>
                  <a:pt x="767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5" name=""/>
          <p:cNvSpPr/>
          <p:nvPr/>
        </p:nvSpPr>
        <p:spPr>
          <a:xfrm>
            <a:off x="8858160" y="4419360"/>
            <a:ext cx="2762640" cy="543240"/>
          </a:xfrm>
          <a:custGeom>
            <a:avLst/>
            <a:gdLst/>
            <a:ahLst/>
            <a:rect l="0" t="0" r="r" b="b"/>
            <a:pathLst>
              <a:path w="7674" h="1509">
                <a:moveTo>
                  <a:pt x="7674" y="1509"/>
                </a:moveTo>
                <a:lnTo>
                  <a:pt x="0" y="1509"/>
                </a:lnTo>
                <a:lnTo>
                  <a:pt x="0" y="0"/>
                </a:lnTo>
                <a:lnTo>
                  <a:pt x="7674" y="0"/>
                </a:lnTo>
                <a:lnTo>
                  <a:pt x="7674" y="1509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6" name=""/>
          <p:cNvSpPr/>
          <p:nvPr/>
        </p:nvSpPr>
        <p:spPr>
          <a:xfrm>
            <a:off x="580680" y="4962240"/>
            <a:ext cx="2753280" cy="543240"/>
          </a:xfrm>
          <a:custGeom>
            <a:avLst/>
            <a:gdLst/>
            <a:ahLst/>
            <a:rect l="0" t="0" r="r" b="b"/>
            <a:pathLst>
              <a:path w="7648" h="1509">
                <a:moveTo>
                  <a:pt x="239" y="1509"/>
                </a:moveTo>
                <a:cubicBezTo>
                  <a:pt x="203" y="1509"/>
                  <a:pt x="170" y="1503"/>
                  <a:pt x="137" y="1489"/>
                </a:cubicBezTo>
                <a:cubicBezTo>
                  <a:pt x="105" y="1476"/>
                  <a:pt x="76" y="1457"/>
                  <a:pt x="51" y="1432"/>
                </a:cubicBezTo>
                <a:cubicBezTo>
                  <a:pt x="30" y="1411"/>
                  <a:pt x="13" y="1387"/>
                  <a:pt x="0" y="1360"/>
                </a:cubicBezTo>
                <a:lnTo>
                  <a:pt x="0" y="0"/>
                </a:lnTo>
                <a:lnTo>
                  <a:pt x="7648" y="0"/>
                </a:lnTo>
                <a:lnTo>
                  <a:pt x="7648" y="1509"/>
                </a:lnTo>
                <a:lnTo>
                  <a:pt x="239" y="1509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7" name=""/>
          <p:cNvSpPr/>
          <p:nvPr/>
        </p:nvSpPr>
        <p:spPr>
          <a:xfrm>
            <a:off x="3333600" y="4962240"/>
            <a:ext cx="2762640" cy="543240"/>
          </a:xfrm>
          <a:custGeom>
            <a:avLst/>
            <a:gdLst/>
            <a:ahLst/>
            <a:rect l="0" t="0" r="r" b="b"/>
            <a:pathLst>
              <a:path w="7674" h="1509">
                <a:moveTo>
                  <a:pt x="0" y="1509"/>
                </a:moveTo>
                <a:lnTo>
                  <a:pt x="0" y="0"/>
                </a:lnTo>
                <a:lnTo>
                  <a:pt x="7674" y="0"/>
                </a:lnTo>
                <a:lnTo>
                  <a:pt x="7674" y="1509"/>
                </a:lnTo>
                <a:lnTo>
                  <a:pt x="0" y="1509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8" name=""/>
          <p:cNvSpPr/>
          <p:nvPr/>
        </p:nvSpPr>
        <p:spPr>
          <a:xfrm>
            <a:off x="6095880" y="4962240"/>
            <a:ext cx="2762640" cy="543240"/>
          </a:xfrm>
          <a:custGeom>
            <a:avLst/>
            <a:gdLst/>
            <a:ahLst/>
            <a:rect l="0" t="0" r="r" b="b"/>
            <a:pathLst>
              <a:path w="7674" h="1509">
                <a:moveTo>
                  <a:pt x="0" y="1509"/>
                </a:moveTo>
                <a:lnTo>
                  <a:pt x="0" y="0"/>
                </a:lnTo>
                <a:lnTo>
                  <a:pt x="7674" y="0"/>
                </a:lnTo>
                <a:lnTo>
                  <a:pt x="7674" y="1509"/>
                </a:lnTo>
                <a:lnTo>
                  <a:pt x="0" y="1509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9" name=""/>
          <p:cNvSpPr/>
          <p:nvPr/>
        </p:nvSpPr>
        <p:spPr>
          <a:xfrm>
            <a:off x="8858160" y="4962240"/>
            <a:ext cx="2762640" cy="543240"/>
          </a:xfrm>
          <a:custGeom>
            <a:avLst/>
            <a:gdLst/>
            <a:ahLst/>
            <a:rect l="0" t="0" r="r" b="b"/>
            <a:pathLst>
              <a:path w="7674" h="1509">
                <a:moveTo>
                  <a:pt x="7674" y="1245"/>
                </a:moveTo>
                <a:cubicBezTo>
                  <a:pt x="7674" y="1280"/>
                  <a:pt x="7667" y="1314"/>
                  <a:pt x="7654" y="1346"/>
                </a:cubicBezTo>
                <a:cubicBezTo>
                  <a:pt x="7640" y="1378"/>
                  <a:pt x="7621" y="1407"/>
                  <a:pt x="7596" y="1432"/>
                </a:cubicBezTo>
                <a:cubicBezTo>
                  <a:pt x="7571" y="1457"/>
                  <a:pt x="7543" y="1476"/>
                  <a:pt x="7510" y="1489"/>
                </a:cubicBezTo>
                <a:cubicBezTo>
                  <a:pt x="7478" y="1503"/>
                  <a:pt x="7444" y="1509"/>
                  <a:pt x="7409" y="1509"/>
                </a:cubicBezTo>
                <a:lnTo>
                  <a:pt x="0" y="1509"/>
                </a:lnTo>
                <a:lnTo>
                  <a:pt x="0" y="0"/>
                </a:lnTo>
                <a:lnTo>
                  <a:pt x="7674" y="0"/>
                </a:lnTo>
                <a:lnTo>
                  <a:pt x="7674" y="1245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0" name=""/>
          <p:cNvSpPr/>
          <p:nvPr/>
        </p:nvSpPr>
        <p:spPr>
          <a:xfrm>
            <a:off x="580680" y="4962240"/>
            <a:ext cx="2753280" cy="543240"/>
          </a:xfrm>
          <a:custGeom>
            <a:avLst/>
            <a:gdLst/>
            <a:ahLst/>
            <a:rect l="0" t="0" r="r" b="b"/>
            <a:pathLst>
              <a:path w="7648" h="1509">
                <a:moveTo>
                  <a:pt x="239" y="1509"/>
                </a:moveTo>
                <a:cubicBezTo>
                  <a:pt x="203" y="1509"/>
                  <a:pt x="170" y="1503"/>
                  <a:pt x="137" y="1489"/>
                </a:cubicBezTo>
                <a:cubicBezTo>
                  <a:pt x="105" y="1476"/>
                  <a:pt x="76" y="1457"/>
                  <a:pt x="51" y="1432"/>
                </a:cubicBezTo>
                <a:cubicBezTo>
                  <a:pt x="30" y="1411"/>
                  <a:pt x="13" y="1387"/>
                  <a:pt x="0" y="1360"/>
                </a:cubicBezTo>
                <a:lnTo>
                  <a:pt x="0" y="0"/>
                </a:lnTo>
                <a:lnTo>
                  <a:pt x="7648" y="0"/>
                </a:lnTo>
                <a:lnTo>
                  <a:pt x="7648" y="1509"/>
                </a:lnTo>
                <a:lnTo>
                  <a:pt x="239" y="1509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1" name=""/>
          <p:cNvSpPr/>
          <p:nvPr/>
        </p:nvSpPr>
        <p:spPr>
          <a:xfrm>
            <a:off x="3333600" y="4962240"/>
            <a:ext cx="2762640" cy="543240"/>
          </a:xfrm>
          <a:custGeom>
            <a:avLst/>
            <a:gdLst/>
            <a:ahLst/>
            <a:rect l="0" t="0" r="r" b="b"/>
            <a:pathLst>
              <a:path w="7674" h="1509">
                <a:moveTo>
                  <a:pt x="0" y="1509"/>
                </a:moveTo>
                <a:lnTo>
                  <a:pt x="0" y="0"/>
                </a:lnTo>
                <a:lnTo>
                  <a:pt x="7674" y="0"/>
                </a:lnTo>
                <a:lnTo>
                  <a:pt x="7674" y="1509"/>
                </a:lnTo>
                <a:lnTo>
                  <a:pt x="0" y="1509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2" name=""/>
          <p:cNvSpPr/>
          <p:nvPr/>
        </p:nvSpPr>
        <p:spPr>
          <a:xfrm>
            <a:off x="6095880" y="4962240"/>
            <a:ext cx="2762640" cy="543240"/>
          </a:xfrm>
          <a:custGeom>
            <a:avLst/>
            <a:gdLst/>
            <a:ahLst/>
            <a:rect l="0" t="0" r="r" b="b"/>
            <a:pathLst>
              <a:path w="7674" h="1509">
                <a:moveTo>
                  <a:pt x="0" y="1509"/>
                </a:moveTo>
                <a:lnTo>
                  <a:pt x="0" y="0"/>
                </a:lnTo>
                <a:lnTo>
                  <a:pt x="7674" y="0"/>
                </a:lnTo>
                <a:lnTo>
                  <a:pt x="7674" y="1509"/>
                </a:lnTo>
                <a:lnTo>
                  <a:pt x="0" y="1509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3" name=""/>
          <p:cNvSpPr/>
          <p:nvPr/>
        </p:nvSpPr>
        <p:spPr>
          <a:xfrm>
            <a:off x="8858160" y="4962240"/>
            <a:ext cx="2762640" cy="543240"/>
          </a:xfrm>
          <a:custGeom>
            <a:avLst/>
            <a:gdLst/>
            <a:ahLst/>
            <a:rect l="0" t="0" r="r" b="b"/>
            <a:pathLst>
              <a:path w="7674" h="1509">
                <a:moveTo>
                  <a:pt x="7674" y="1245"/>
                </a:moveTo>
                <a:cubicBezTo>
                  <a:pt x="7674" y="1280"/>
                  <a:pt x="7667" y="1314"/>
                  <a:pt x="7654" y="1346"/>
                </a:cubicBezTo>
                <a:cubicBezTo>
                  <a:pt x="7640" y="1378"/>
                  <a:pt x="7621" y="1407"/>
                  <a:pt x="7596" y="1432"/>
                </a:cubicBezTo>
                <a:cubicBezTo>
                  <a:pt x="7571" y="1457"/>
                  <a:pt x="7543" y="1476"/>
                  <a:pt x="7510" y="1489"/>
                </a:cubicBezTo>
                <a:cubicBezTo>
                  <a:pt x="7478" y="1503"/>
                  <a:pt x="7444" y="1509"/>
                  <a:pt x="7409" y="1509"/>
                </a:cubicBezTo>
                <a:lnTo>
                  <a:pt x="0" y="1509"/>
                </a:lnTo>
                <a:lnTo>
                  <a:pt x="0" y="0"/>
                </a:lnTo>
                <a:lnTo>
                  <a:pt x="7674" y="0"/>
                </a:lnTo>
                <a:lnTo>
                  <a:pt x="7674" y="1245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4" name=""/>
          <p:cNvSpPr/>
          <p:nvPr/>
        </p:nvSpPr>
        <p:spPr>
          <a:xfrm>
            <a:off x="571320" y="2215800"/>
            <a:ext cx="9720" cy="356040"/>
          </a:xfrm>
          <a:custGeom>
            <a:avLst/>
            <a:gdLst/>
            <a:ahLst/>
            <a:rect l="0" t="0" r="r" b="b"/>
            <a:pathLst>
              <a:path w="27" h="989">
                <a:moveTo>
                  <a:pt x="21" y="14"/>
                </a:moveTo>
                <a:cubicBezTo>
                  <a:pt x="23" y="9"/>
                  <a:pt x="25" y="4"/>
                  <a:pt x="27" y="0"/>
                </a:cubicBezTo>
                <a:lnTo>
                  <a:pt x="27" y="989"/>
                </a:lnTo>
                <a:lnTo>
                  <a:pt x="0" y="989"/>
                </a:lnTo>
                <a:lnTo>
                  <a:pt x="0" y="115"/>
                </a:lnTo>
                <a:cubicBezTo>
                  <a:pt x="0" y="80"/>
                  <a:pt x="7" y="46"/>
                  <a:pt x="21" y="14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5" name=""/>
          <p:cNvSpPr/>
          <p:nvPr/>
        </p:nvSpPr>
        <p:spPr>
          <a:xfrm>
            <a:off x="624960" y="2162160"/>
            <a:ext cx="2718360" cy="9720"/>
          </a:xfrm>
          <a:custGeom>
            <a:avLst/>
            <a:gdLst/>
            <a:ahLst/>
            <a:rect l="0" t="0" r="r" b="b"/>
            <a:pathLst>
              <a:path w="7551" h="27">
                <a:moveTo>
                  <a:pt x="14" y="21"/>
                </a:moveTo>
                <a:cubicBezTo>
                  <a:pt x="47" y="6"/>
                  <a:pt x="80" y="0"/>
                  <a:pt x="116" y="0"/>
                </a:cubicBezTo>
                <a:lnTo>
                  <a:pt x="7551" y="0"/>
                </a:lnTo>
                <a:lnTo>
                  <a:pt x="7551" y="27"/>
                </a:lnTo>
                <a:lnTo>
                  <a:pt x="0" y="27"/>
                </a:lnTo>
                <a:cubicBezTo>
                  <a:pt x="5" y="25"/>
                  <a:pt x="10" y="23"/>
                  <a:pt x="14" y="21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6" name=""/>
          <p:cNvSpPr/>
          <p:nvPr/>
        </p:nvSpPr>
        <p:spPr>
          <a:xfrm>
            <a:off x="3333600" y="2162160"/>
            <a:ext cx="9720" cy="409680"/>
          </a:xfrm>
          <a:custGeom>
            <a:avLst/>
            <a:gdLst/>
            <a:ah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7" name=""/>
          <p:cNvSpPr/>
          <p:nvPr/>
        </p:nvSpPr>
        <p:spPr>
          <a:xfrm>
            <a:off x="3342960" y="2162160"/>
            <a:ext cx="2762640" cy="9720"/>
          </a:xfrm>
          <a:custGeom>
            <a:avLst/>
            <a:gdLst/>
            <a:ahLst/>
            <a:rect l="0" t="0" r="r" b="b"/>
            <a:pathLst>
              <a:path w="7674" h="27">
                <a:moveTo>
                  <a:pt x="0" y="0"/>
                </a:moveTo>
                <a:lnTo>
                  <a:pt x="7674" y="0"/>
                </a:lnTo>
                <a:lnTo>
                  <a:pt x="76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8" name=""/>
          <p:cNvSpPr/>
          <p:nvPr/>
        </p:nvSpPr>
        <p:spPr>
          <a:xfrm>
            <a:off x="6095880" y="2162160"/>
            <a:ext cx="9720" cy="409680"/>
          </a:xfrm>
          <a:custGeom>
            <a:avLst/>
            <a:gdLst/>
            <a:ah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9" name=""/>
          <p:cNvSpPr/>
          <p:nvPr/>
        </p:nvSpPr>
        <p:spPr>
          <a:xfrm>
            <a:off x="6105240" y="2162160"/>
            <a:ext cx="2753280" cy="9720"/>
          </a:xfrm>
          <a:custGeom>
            <a:avLst/>
            <a:gdLst/>
            <a:ahLst/>
            <a:rect l="0" t="0" r="r" b="b"/>
            <a:pathLst>
              <a:path w="7648" h="27">
                <a:moveTo>
                  <a:pt x="0" y="0"/>
                </a:moveTo>
                <a:lnTo>
                  <a:pt x="7648" y="0"/>
                </a:lnTo>
                <a:lnTo>
                  <a:pt x="76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0" name=""/>
          <p:cNvSpPr/>
          <p:nvPr/>
        </p:nvSpPr>
        <p:spPr>
          <a:xfrm>
            <a:off x="8848440" y="2162160"/>
            <a:ext cx="10080" cy="409680"/>
          </a:xfrm>
          <a:custGeom>
            <a:avLst/>
            <a:gdLst/>
            <a:ah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1" name=""/>
          <p:cNvSpPr/>
          <p:nvPr/>
        </p:nvSpPr>
        <p:spPr>
          <a:xfrm>
            <a:off x="8858160" y="2162160"/>
            <a:ext cx="2708640" cy="9720"/>
          </a:xfrm>
          <a:custGeom>
            <a:avLst/>
            <a:gdLst/>
            <a:ahLst/>
            <a:rect l="0" t="0" r="r" b="b"/>
            <a:pathLst>
              <a:path w="7524" h="27">
                <a:moveTo>
                  <a:pt x="7510" y="21"/>
                </a:moveTo>
                <a:cubicBezTo>
                  <a:pt x="7515" y="23"/>
                  <a:pt x="7520" y="25"/>
                  <a:pt x="7524" y="27"/>
                </a:cubicBezTo>
                <a:lnTo>
                  <a:pt x="0" y="27"/>
                </a:lnTo>
                <a:lnTo>
                  <a:pt x="0" y="0"/>
                </a:lnTo>
                <a:lnTo>
                  <a:pt x="7409" y="0"/>
                </a:lnTo>
                <a:cubicBezTo>
                  <a:pt x="7444" y="0"/>
                  <a:pt x="7478" y="6"/>
                  <a:pt x="7510" y="21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2" name=""/>
          <p:cNvSpPr/>
          <p:nvPr/>
        </p:nvSpPr>
        <p:spPr>
          <a:xfrm>
            <a:off x="11610720" y="2215800"/>
            <a:ext cx="10440" cy="356040"/>
          </a:xfrm>
          <a:custGeom>
            <a:avLst/>
            <a:gdLst/>
            <a:ahLst/>
            <a:rect l="0" t="0" r="r" b="b"/>
            <a:pathLst>
              <a:path w="29" h="989">
                <a:moveTo>
                  <a:pt x="8" y="14"/>
                </a:moveTo>
                <a:cubicBezTo>
                  <a:pt x="21" y="46"/>
                  <a:pt x="29" y="80"/>
                  <a:pt x="29" y="115"/>
                </a:cubicBezTo>
                <a:lnTo>
                  <a:pt x="29" y="989"/>
                </a:lnTo>
                <a:lnTo>
                  <a:pt x="0" y="989"/>
                </a:lnTo>
                <a:lnTo>
                  <a:pt x="0" y="0"/>
                </a:lnTo>
                <a:cubicBezTo>
                  <a:pt x="3" y="4"/>
                  <a:pt x="6" y="9"/>
                  <a:pt x="8" y="14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3" name=""/>
          <p:cNvSpPr/>
          <p:nvPr/>
        </p:nvSpPr>
        <p:spPr>
          <a:xfrm>
            <a:off x="571320" y="2562120"/>
            <a:ext cx="2772000" cy="9720"/>
          </a:xfrm>
          <a:custGeom>
            <a:avLst/>
            <a:gdLst/>
            <a:ahLst/>
            <a:rect l="0" t="0" r="r" b="b"/>
            <a:pathLst>
              <a:path w="7700" h="27">
                <a:moveTo>
                  <a:pt x="0" y="0"/>
                </a:moveTo>
                <a:lnTo>
                  <a:pt x="7700" y="0"/>
                </a:lnTo>
                <a:lnTo>
                  <a:pt x="7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4" name=""/>
          <p:cNvSpPr/>
          <p:nvPr/>
        </p:nvSpPr>
        <p:spPr>
          <a:xfrm>
            <a:off x="3342960" y="2562120"/>
            <a:ext cx="2762640" cy="9720"/>
          </a:xfrm>
          <a:custGeom>
            <a:avLst/>
            <a:gdLst/>
            <a:ahLst/>
            <a:rect l="0" t="0" r="r" b="b"/>
            <a:pathLst>
              <a:path w="7674" h="27">
                <a:moveTo>
                  <a:pt x="0" y="0"/>
                </a:moveTo>
                <a:lnTo>
                  <a:pt x="7674" y="0"/>
                </a:lnTo>
                <a:lnTo>
                  <a:pt x="76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5" name=""/>
          <p:cNvSpPr/>
          <p:nvPr/>
        </p:nvSpPr>
        <p:spPr>
          <a:xfrm>
            <a:off x="6105240" y="2562120"/>
            <a:ext cx="2753280" cy="9720"/>
          </a:xfrm>
          <a:custGeom>
            <a:avLst/>
            <a:gdLst/>
            <a:ahLst/>
            <a:rect l="0" t="0" r="r" b="b"/>
            <a:pathLst>
              <a:path w="7648" h="27">
                <a:moveTo>
                  <a:pt x="0" y="0"/>
                </a:moveTo>
                <a:lnTo>
                  <a:pt x="7648" y="0"/>
                </a:lnTo>
                <a:lnTo>
                  <a:pt x="76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6" name=""/>
          <p:cNvSpPr/>
          <p:nvPr/>
        </p:nvSpPr>
        <p:spPr>
          <a:xfrm>
            <a:off x="8858160" y="2562120"/>
            <a:ext cx="2762640" cy="9720"/>
          </a:xfrm>
          <a:custGeom>
            <a:avLst/>
            <a:gdLst/>
            <a:ahLst/>
            <a:rect l="0" t="0" r="r" b="b"/>
            <a:pathLst>
              <a:path w="7674" h="27">
                <a:moveTo>
                  <a:pt x="7674" y="27"/>
                </a:moveTo>
                <a:lnTo>
                  <a:pt x="0" y="27"/>
                </a:lnTo>
                <a:lnTo>
                  <a:pt x="0" y="0"/>
                </a:lnTo>
                <a:lnTo>
                  <a:pt x="7674" y="0"/>
                </a:lnTo>
                <a:lnTo>
                  <a:pt x="7674" y="27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7" name=""/>
          <p:cNvSpPr/>
          <p:nvPr/>
        </p:nvSpPr>
        <p:spPr>
          <a:xfrm>
            <a:off x="571320" y="25714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8" name=""/>
          <p:cNvSpPr/>
          <p:nvPr/>
        </p:nvSpPr>
        <p:spPr>
          <a:xfrm>
            <a:off x="3333600" y="25714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9" name=""/>
          <p:cNvSpPr/>
          <p:nvPr/>
        </p:nvSpPr>
        <p:spPr>
          <a:xfrm>
            <a:off x="6095880" y="25714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0" name=""/>
          <p:cNvSpPr/>
          <p:nvPr/>
        </p:nvSpPr>
        <p:spPr>
          <a:xfrm>
            <a:off x="8848440" y="257148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1" name=""/>
          <p:cNvSpPr/>
          <p:nvPr/>
        </p:nvSpPr>
        <p:spPr>
          <a:xfrm>
            <a:off x="11610720" y="2571480"/>
            <a:ext cx="10440" cy="381600"/>
          </a:xfrm>
          <a:custGeom>
            <a:avLst/>
            <a:gdLst/>
            <a:ahLst/>
            <a:rect l="0" t="0" r="r" b="b"/>
            <a:pathLst>
              <a:path w="29" h="1060">
                <a:moveTo>
                  <a:pt x="29" y="1060"/>
                </a:moveTo>
                <a:lnTo>
                  <a:pt x="0" y="1060"/>
                </a:lnTo>
                <a:lnTo>
                  <a:pt x="0" y="0"/>
                </a:lnTo>
                <a:lnTo>
                  <a:pt x="29" y="0"/>
                </a:lnTo>
                <a:lnTo>
                  <a:pt x="29" y="106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2" name=""/>
          <p:cNvSpPr/>
          <p:nvPr/>
        </p:nvSpPr>
        <p:spPr>
          <a:xfrm>
            <a:off x="571320" y="2952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3" name=""/>
          <p:cNvSpPr/>
          <p:nvPr/>
        </p:nvSpPr>
        <p:spPr>
          <a:xfrm>
            <a:off x="571320" y="2943000"/>
            <a:ext cx="2772000" cy="10080"/>
          </a:xfrm>
          <a:custGeom>
            <a:avLst/>
            <a:gdLst/>
            <a:ahLst/>
            <a:rect l="0" t="0" r="r" b="b"/>
            <a:pathLst>
              <a:path w="7700" h="28">
                <a:moveTo>
                  <a:pt x="0" y="0"/>
                </a:moveTo>
                <a:lnTo>
                  <a:pt x="7700" y="0"/>
                </a:lnTo>
                <a:lnTo>
                  <a:pt x="77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4" name=""/>
          <p:cNvSpPr/>
          <p:nvPr/>
        </p:nvSpPr>
        <p:spPr>
          <a:xfrm>
            <a:off x="3333600" y="2952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5" name=""/>
          <p:cNvSpPr/>
          <p:nvPr/>
        </p:nvSpPr>
        <p:spPr>
          <a:xfrm>
            <a:off x="3342960" y="2943000"/>
            <a:ext cx="2762640" cy="10080"/>
          </a:xfrm>
          <a:custGeom>
            <a:avLst/>
            <a:gdLst/>
            <a:ahLst/>
            <a:rect l="0" t="0" r="r" b="b"/>
            <a:pathLst>
              <a:path w="7674" h="28">
                <a:moveTo>
                  <a:pt x="0" y="0"/>
                </a:moveTo>
                <a:lnTo>
                  <a:pt x="7674" y="0"/>
                </a:lnTo>
                <a:lnTo>
                  <a:pt x="76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6" name=""/>
          <p:cNvSpPr/>
          <p:nvPr/>
        </p:nvSpPr>
        <p:spPr>
          <a:xfrm>
            <a:off x="6095880" y="2952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7" name=""/>
          <p:cNvSpPr/>
          <p:nvPr/>
        </p:nvSpPr>
        <p:spPr>
          <a:xfrm>
            <a:off x="6105240" y="2943000"/>
            <a:ext cx="2753280" cy="10080"/>
          </a:xfrm>
          <a:custGeom>
            <a:avLst/>
            <a:gdLst/>
            <a:ahLst/>
            <a:rect l="0" t="0" r="r" b="b"/>
            <a:pathLst>
              <a:path w="7648" h="28">
                <a:moveTo>
                  <a:pt x="0" y="0"/>
                </a:moveTo>
                <a:lnTo>
                  <a:pt x="7648" y="0"/>
                </a:lnTo>
                <a:lnTo>
                  <a:pt x="76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8" name=""/>
          <p:cNvSpPr/>
          <p:nvPr/>
        </p:nvSpPr>
        <p:spPr>
          <a:xfrm>
            <a:off x="8848440" y="29527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9" name=""/>
          <p:cNvSpPr/>
          <p:nvPr/>
        </p:nvSpPr>
        <p:spPr>
          <a:xfrm>
            <a:off x="8858160" y="2943000"/>
            <a:ext cx="2762640" cy="10080"/>
          </a:xfrm>
          <a:custGeom>
            <a:avLst/>
            <a:gdLst/>
            <a:ahLst/>
            <a:rect l="0" t="0" r="r" b="b"/>
            <a:pathLst>
              <a:path w="7674" h="28">
                <a:moveTo>
                  <a:pt x="7674" y="28"/>
                </a:moveTo>
                <a:lnTo>
                  <a:pt x="0" y="28"/>
                </a:lnTo>
                <a:lnTo>
                  <a:pt x="0" y="0"/>
                </a:lnTo>
                <a:lnTo>
                  <a:pt x="7674" y="0"/>
                </a:lnTo>
                <a:lnTo>
                  <a:pt x="7674" y="28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0" name=""/>
          <p:cNvSpPr/>
          <p:nvPr/>
        </p:nvSpPr>
        <p:spPr>
          <a:xfrm>
            <a:off x="11610720" y="2952720"/>
            <a:ext cx="10440" cy="381240"/>
          </a:xfrm>
          <a:custGeom>
            <a:avLst/>
            <a:gdLst/>
            <a:ahLst/>
            <a:rect l="0" t="0" r="r" b="b"/>
            <a:pathLst>
              <a:path w="29" h="1059">
                <a:moveTo>
                  <a:pt x="29" y="1059"/>
                </a:moveTo>
                <a:lnTo>
                  <a:pt x="0" y="1059"/>
                </a:lnTo>
                <a:lnTo>
                  <a:pt x="0" y="0"/>
                </a:lnTo>
                <a:lnTo>
                  <a:pt x="29" y="0"/>
                </a:lnTo>
                <a:lnTo>
                  <a:pt x="29" y="1059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1" name=""/>
          <p:cNvSpPr/>
          <p:nvPr/>
        </p:nvSpPr>
        <p:spPr>
          <a:xfrm>
            <a:off x="571320" y="3333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2" name=""/>
          <p:cNvSpPr/>
          <p:nvPr/>
        </p:nvSpPr>
        <p:spPr>
          <a:xfrm>
            <a:off x="571320" y="3323880"/>
            <a:ext cx="2772000" cy="10080"/>
          </a:xfrm>
          <a:custGeom>
            <a:avLst/>
            <a:gdLst/>
            <a:ahLst/>
            <a:rect l="0" t="0" r="r" b="b"/>
            <a:pathLst>
              <a:path w="7700" h="28">
                <a:moveTo>
                  <a:pt x="0" y="0"/>
                </a:moveTo>
                <a:lnTo>
                  <a:pt x="7700" y="0"/>
                </a:lnTo>
                <a:lnTo>
                  <a:pt x="77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3" name=""/>
          <p:cNvSpPr/>
          <p:nvPr/>
        </p:nvSpPr>
        <p:spPr>
          <a:xfrm>
            <a:off x="3333600" y="3333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4" name=""/>
          <p:cNvSpPr/>
          <p:nvPr/>
        </p:nvSpPr>
        <p:spPr>
          <a:xfrm>
            <a:off x="3342960" y="3323880"/>
            <a:ext cx="2762640" cy="10080"/>
          </a:xfrm>
          <a:custGeom>
            <a:avLst/>
            <a:gdLst/>
            <a:ahLst/>
            <a:rect l="0" t="0" r="r" b="b"/>
            <a:pathLst>
              <a:path w="7674" h="28">
                <a:moveTo>
                  <a:pt x="0" y="0"/>
                </a:moveTo>
                <a:lnTo>
                  <a:pt x="7674" y="0"/>
                </a:lnTo>
                <a:lnTo>
                  <a:pt x="76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5" name=""/>
          <p:cNvSpPr/>
          <p:nvPr/>
        </p:nvSpPr>
        <p:spPr>
          <a:xfrm>
            <a:off x="6095880" y="3333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6" name=""/>
          <p:cNvSpPr/>
          <p:nvPr/>
        </p:nvSpPr>
        <p:spPr>
          <a:xfrm>
            <a:off x="6105240" y="3323880"/>
            <a:ext cx="2753280" cy="10080"/>
          </a:xfrm>
          <a:custGeom>
            <a:avLst/>
            <a:gdLst/>
            <a:ahLst/>
            <a:rect l="0" t="0" r="r" b="b"/>
            <a:pathLst>
              <a:path w="7648" h="28">
                <a:moveTo>
                  <a:pt x="0" y="0"/>
                </a:moveTo>
                <a:lnTo>
                  <a:pt x="7648" y="0"/>
                </a:lnTo>
                <a:lnTo>
                  <a:pt x="76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7" name=""/>
          <p:cNvSpPr/>
          <p:nvPr/>
        </p:nvSpPr>
        <p:spPr>
          <a:xfrm>
            <a:off x="8848440" y="33336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8" name=""/>
          <p:cNvSpPr/>
          <p:nvPr/>
        </p:nvSpPr>
        <p:spPr>
          <a:xfrm>
            <a:off x="8858160" y="3323880"/>
            <a:ext cx="2762640" cy="10080"/>
          </a:xfrm>
          <a:custGeom>
            <a:avLst/>
            <a:gdLst/>
            <a:ahLst/>
            <a:rect l="0" t="0" r="r" b="b"/>
            <a:pathLst>
              <a:path w="7674" h="28">
                <a:moveTo>
                  <a:pt x="7674" y="28"/>
                </a:moveTo>
                <a:lnTo>
                  <a:pt x="0" y="28"/>
                </a:lnTo>
                <a:lnTo>
                  <a:pt x="0" y="0"/>
                </a:lnTo>
                <a:lnTo>
                  <a:pt x="7674" y="0"/>
                </a:lnTo>
                <a:lnTo>
                  <a:pt x="7674" y="28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9" name=""/>
          <p:cNvSpPr/>
          <p:nvPr/>
        </p:nvSpPr>
        <p:spPr>
          <a:xfrm>
            <a:off x="11610720" y="3333600"/>
            <a:ext cx="10440" cy="543240"/>
          </a:xfrm>
          <a:custGeom>
            <a:avLst/>
            <a:gdLst/>
            <a:ahLst/>
            <a:rect l="0" t="0" r="r" b="b"/>
            <a:pathLst>
              <a:path w="29" h="1509">
                <a:moveTo>
                  <a:pt x="29" y="1509"/>
                </a:moveTo>
                <a:lnTo>
                  <a:pt x="0" y="1509"/>
                </a:lnTo>
                <a:lnTo>
                  <a:pt x="0" y="0"/>
                </a:lnTo>
                <a:lnTo>
                  <a:pt x="29" y="0"/>
                </a:lnTo>
                <a:lnTo>
                  <a:pt x="29" y="1509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0" name=""/>
          <p:cNvSpPr/>
          <p:nvPr/>
        </p:nvSpPr>
        <p:spPr>
          <a:xfrm>
            <a:off x="571320" y="38764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1" name=""/>
          <p:cNvSpPr/>
          <p:nvPr/>
        </p:nvSpPr>
        <p:spPr>
          <a:xfrm>
            <a:off x="571320" y="3867120"/>
            <a:ext cx="2772000" cy="9720"/>
          </a:xfrm>
          <a:custGeom>
            <a:avLst/>
            <a:gdLst/>
            <a:ahLst/>
            <a:rect l="0" t="0" r="r" b="b"/>
            <a:pathLst>
              <a:path w="7700" h="27">
                <a:moveTo>
                  <a:pt x="0" y="0"/>
                </a:moveTo>
                <a:lnTo>
                  <a:pt x="7700" y="0"/>
                </a:lnTo>
                <a:lnTo>
                  <a:pt x="7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2" name=""/>
          <p:cNvSpPr/>
          <p:nvPr/>
        </p:nvSpPr>
        <p:spPr>
          <a:xfrm>
            <a:off x="3333600" y="38764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3" name=""/>
          <p:cNvSpPr/>
          <p:nvPr/>
        </p:nvSpPr>
        <p:spPr>
          <a:xfrm>
            <a:off x="3342960" y="3867120"/>
            <a:ext cx="2762640" cy="9720"/>
          </a:xfrm>
          <a:custGeom>
            <a:avLst/>
            <a:gdLst/>
            <a:ahLst/>
            <a:rect l="0" t="0" r="r" b="b"/>
            <a:pathLst>
              <a:path w="7674" h="27">
                <a:moveTo>
                  <a:pt x="0" y="0"/>
                </a:moveTo>
                <a:lnTo>
                  <a:pt x="7674" y="0"/>
                </a:lnTo>
                <a:lnTo>
                  <a:pt x="76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4" name=""/>
          <p:cNvSpPr/>
          <p:nvPr/>
        </p:nvSpPr>
        <p:spPr>
          <a:xfrm>
            <a:off x="6095880" y="38764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5" name=""/>
          <p:cNvSpPr/>
          <p:nvPr/>
        </p:nvSpPr>
        <p:spPr>
          <a:xfrm>
            <a:off x="6105240" y="3867120"/>
            <a:ext cx="2753280" cy="9720"/>
          </a:xfrm>
          <a:custGeom>
            <a:avLst/>
            <a:gdLst/>
            <a:ahLst/>
            <a:rect l="0" t="0" r="r" b="b"/>
            <a:pathLst>
              <a:path w="7648" h="27">
                <a:moveTo>
                  <a:pt x="0" y="0"/>
                </a:moveTo>
                <a:lnTo>
                  <a:pt x="7648" y="0"/>
                </a:lnTo>
                <a:lnTo>
                  <a:pt x="76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6" name=""/>
          <p:cNvSpPr/>
          <p:nvPr/>
        </p:nvSpPr>
        <p:spPr>
          <a:xfrm>
            <a:off x="8848440" y="38764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7" name=""/>
          <p:cNvSpPr/>
          <p:nvPr/>
        </p:nvSpPr>
        <p:spPr>
          <a:xfrm>
            <a:off x="8858160" y="3867120"/>
            <a:ext cx="2762640" cy="9720"/>
          </a:xfrm>
          <a:custGeom>
            <a:avLst/>
            <a:gdLst/>
            <a:ahLst/>
            <a:rect l="0" t="0" r="r" b="b"/>
            <a:pathLst>
              <a:path w="7674" h="27">
                <a:moveTo>
                  <a:pt x="7674" y="27"/>
                </a:moveTo>
                <a:lnTo>
                  <a:pt x="0" y="27"/>
                </a:lnTo>
                <a:lnTo>
                  <a:pt x="0" y="0"/>
                </a:lnTo>
                <a:lnTo>
                  <a:pt x="7674" y="0"/>
                </a:lnTo>
                <a:lnTo>
                  <a:pt x="7674" y="27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8" name=""/>
          <p:cNvSpPr/>
          <p:nvPr/>
        </p:nvSpPr>
        <p:spPr>
          <a:xfrm>
            <a:off x="11610720" y="3876480"/>
            <a:ext cx="10440" cy="543240"/>
          </a:xfrm>
          <a:custGeom>
            <a:avLst/>
            <a:gdLst/>
            <a:ahLst/>
            <a:rect l="0" t="0" r="r" b="b"/>
            <a:pathLst>
              <a:path w="29" h="1509">
                <a:moveTo>
                  <a:pt x="29" y="1509"/>
                </a:moveTo>
                <a:lnTo>
                  <a:pt x="0" y="1509"/>
                </a:lnTo>
                <a:lnTo>
                  <a:pt x="0" y="0"/>
                </a:lnTo>
                <a:lnTo>
                  <a:pt x="29" y="0"/>
                </a:lnTo>
                <a:lnTo>
                  <a:pt x="29" y="1509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9" name=""/>
          <p:cNvSpPr/>
          <p:nvPr/>
        </p:nvSpPr>
        <p:spPr>
          <a:xfrm>
            <a:off x="571320" y="441936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0" name=""/>
          <p:cNvSpPr/>
          <p:nvPr/>
        </p:nvSpPr>
        <p:spPr>
          <a:xfrm>
            <a:off x="571320" y="4410000"/>
            <a:ext cx="2772000" cy="9720"/>
          </a:xfrm>
          <a:custGeom>
            <a:avLst/>
            <a:gdLst/>
            <a:ahLst/>
            <a:rect l="0" t="0" r="r" b="b"/>
            <a:pathLst>
              <a:path w="7700" h="27">
                <a:moveTo>
                  <a:pt x="0" y="0"/>
                </a:moveTo>
                <a:lnTo>
                  <a:pt x="7700" y="0"/>
                </a:lnTo>
                <a:lnTo>
                  <a:pt x="7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1" name=""/>
          <p:cNvSpPr/>
          <p:nvPr/>
        </p:nvSpPr>
        <p:spPr>
          <a:xfrm>
            <a:off x="3333600" y="441936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2" name=""/>
          <p:cNvSpPr/>
          <p:nvPr/>
        </p:nvSpPr>
        <p:spPr>
          <a:xfrm>
            <a:off x="3342960" y="4410000"/>
            <a:ext cx="2762640" cy="9720"/>
          </a:xfrm>
          <a:custGeom>
            <a:avLst/>
            <a:gdLst/>
            <a:ahLst/>
            <a:rect l="0" t="0" r="r" b="b"/>
            <a:pathLst>
              <a:path w="7674" h="27">
                <a:moveTo>
                  <a:pt x="0" y="0"/>
                </a:moveTo>
                <a:lnTo>
                  <a:pt x="7674" y="0"/>
                </a:lnTo>
                <a:lnTo>
                  <a:pt x="76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3" name=""/>
          <p:cNvSpPr/>
          <p:nvPr/>
        </p:nvSpPr>
        <p:spPr>
          <a:xfrm>
            <a:off x="6095880" y="441936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4" name=""/>
          <p:cNvSpPr/>
          <p:nvPr/>
        </p:nvSpPr>
        <p:spPr>
          <a:xfrm>
            <a:off x="6105240" y="4410000"/>
            <a:ext cx="2753280" cy="9720"/>
          </a:xfrm>
          <a:custGeom>
            <a:avLst/>
            <a:gdLst/>
            <a:ahLst/>
            <a:rect l="0" t="0" r="r" b="b"/>
            <a:pathLst>
              <a:path w="7648" h="27">
                <a:moveTo>
                  <a:pt x="0" y="0"/>
                </a:moveTo>
                <a:lnTo>
                  <a:pt x="7648" y="0"/>
                </a:lnTo>
                <a:lnTo>
                  <a:pt x="76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5" name=""/>
          <p:cNvSpPr/>
          <p:nvPr/>
        </p:nvSpPr>
        <p:spPr>
          <a:xfrm>
            <a:off x="8848440" y="441936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6" name=""/>
          <p:cNvSpPr/>
          <p:nvPr/>
        </p:nvSpPr>
        <p:spPr>
          <a:xfrm>
            <a:off x="8858160" y="4410000"/>
            <a:ext cx="2762640" cy="9720"/>
          </a:xfrm>
          <a:custGeom>
            <a:avLst/>
            <a:gdLst/>
            <a:ahLst/>
            <a:rect l="0" t="0" r="r" b="b"/>
            <a:pathLst>
              <a:path w="7674" h="27">
                <a:moveTo>
                  <a:pt x="7674" y="27"/>
                </a:moveTo>
                <a:lnTo>
                  <a:pt x="0" y="27"/>
                </a:lnTo>
                <a:lnTo>
                  <a:pt x="0" y="0"/>
                </a:lnTo>
                <a:lnTo>
                  <a:pt x="7674" y="0"/>
                </a:lnTo>
                <a:lnTo>
                  <a:pt x="7674" y="27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7" name=""/>
          <p:cNvSpPr/>
          <p:nvPr/>
        </p:nvSpPr>
        <p:spPr>
          <a:xfrm>
            <a:off x="11610720" y="4419360"/>
            <a:ext cx="10440" cy="552960"/>
          </a:xfrm>
          <a:custGeom>
            <a:avLst/>
            <a:gdLst/>
            <a:ahLst/>
            <a:rect l="0" t="0" r="r" b="b"/>
            <a:pathLst>
              <a:path w="29" h="1536">
                <a:moveTo>
                  <a:pt x="29" y="1536"/>
                </a:moveTo>
                <a:lnTo>
                  <a:pt x="0" y="1536"/>
                </a:lnTo>
                <a:lnTo>
                  <a:pt x="0" y="0"/>
                </a:lnTo>
                <a:lnTo>
                  <a:pt x="29" y="0"/>
                </a:lnTo>
                <a:lnTo>
                  <a:pt x="29" y="1536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8" name=""/>
          <p:cNvSpPr/>
          <p:nvPr/>
        </p:nvSpPr>
        <p:spPr>
          <a:xfrm>
            <a:off x="571320" y="4971960"/>
            <a:ext cx="9720" cy="479880"/>
          </a:xfrm>
          <a:custGeom>
            <a:avLst/>
            <a:gdLst/>
            <a:ahLst/>
            <a:rect l="0" t="0" r="r" b="b"/>
            <a:pathLst>
              <a:path w="27" h="1333">
                <a:moveTo>
                  <a:pt x="21" y="1319"/>
                </a:moveTo>
                <a:cubicBezTo>
                  <a:pt x="7" y="1287"/>
                  <a:pt x="0" y="1253"/>
                  <a:pt x="0" y="1218"/>
                </a:cubicBezTo>
                <a:lnTo>
                  <a:pt x="0" y="0"/>
                </a:lnTo>
                <a:lnTo>
                  <a:pt x="27" y="0"/>
                </a:lnTo>
                <a:lnTo>
                  <a:pt x="27" y="1333"/>
                </a:lnTo>
                <a:cubicBezTo>
                  <a:pt x="25" y="1329"/>
                  <a:pt x="23" y="1324"/>
                  <a:pt x="21" y="1319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9" name=""/>
          <p:cNvSpPr/>
          <p:nvPr/>
        </p:nvSpPr>
        <p:spPr>
          <a:xfrm>
            <a:off x="571320" y="4962240"/>
            <a:ext cx="2772000" cy="10080"/>
          </a:xfrm>
          <a:custGeom>
            <a:avLst/>
            <a:gdLst/>
            <a:ahLst/>
            <a:rect l="0" t="0" r="r" b="b"/>
            <a:pathLst>
              <a:path w="7700" h="28">
                <a:moveTo>
                  <a:pt x="0" y="0"/>
                </a:moveTo>
                <a:lnTo>
                  <a:pt x="7700" y="0"/>
                </a:lnTo>
                <a:lnTo>
                  <a:pt x="77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0" name=""/>
          <p:cNvSpPr/>
          <p:nvPr/>
        </p:nvSpPr>
        <p:spPr>
          <a:xfrm>
            <a:off x="3333600" y="497196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1482"/>
                </a:moveTo>
                <a:lnTo>
                  <a:pt x="0" y="0"/>
                </a:ln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1" name=""/>
          <p:cNvSpPr/>
          <p:nvPr/>
        </p:nvSpPr>
        <p:spPr>
          <a:xfrm>
            <a:off x="3342960" y="4962240"/>
            <a:ext cx="2762640" cy="10080"/>
          </a:xfrm>
          <a:custGeom>
            <a:avLst/>
            <a:gdLst/>
            <a:ahLst/>
            <a:rect l="0" t="0" r="r" b="b"/>
            <a:pathLst>
              <a:path w="7674" h="28">
                <a:moveTo>
                  <a:pt x="0" y="0"/>
                </a:moveTo>
                <a:lnTo>
                  <a:pt x="7674" y="0"/>
                </a:lnTo>
                <a:lnTo>
                  <a:pt x="76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2" name=""/>
          <p:cNvSpPr/>
          <p:nvPr/>
        </p:nvSpPr>
        <p:spPr>
          <a:xfrm>
            <a:off x="6095880" y="497196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1482"/>
                </a:moveTo>
                <a:lnTo>
                  <a:pt x="0" y="0"/>
                </a:ln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3" name=""/>
          <p:cNvSpPr/>
          <p:nvPr/>
        </p:nvSpPr>
        <p:spPr>
          <a:xfrm>
            <a:off x="6105240" y="4962240"/>
            <a:ext cx="2753280" cy="10080"/>
          </a:xfrm>
          <a:custGeom>
            <a:avLst/>
            <a:gdLst/>
            <a:ahLst/>
            <a:rect l="0" t="0" r="r" b="b"/>
            <a:pathLst>
              <a:path w="7648" h="28">
                <a:moveTo>
                  <a:pt x="0" y="0"/>
                </a:moveTo>
                <a:lnTo>
                  <a:pt x="7648" y="0"/>
                </a:lnTo>
                <a:lnTo>
                  <a:pt x="76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4" name=""/>
          <p:cNvSpPr/>
          <p:nvPr/>
        </p:nvSpPr>
        <p:spPr>
          <a:xfrm>
            <a:off x="8848440" y="497196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1482"/>
                </a:moveTo>
                <a:lnTo>
                  <a:pt x="0" y="0"/>
                </a:ln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5" name=""/>
          <p:cNvSpPr/>
          <p:nvPr/>
        </p:nvSpPr>
        <p:spPr>
          <a:xfrm>
            <a:off x="8858160" y="4962240"/>
            <a:ext cx="2762640" cy="10080"/>
          </a:xfrm>
          <a:custGeom>
            <a:avLst/>
            <a:gdLst/>
            <a:ahLst/>
            <a:rect l="0" t="0" r="r" b="b"/>
            <a:pathLst>
              <a:path w="7674" h="28">
                <a:moveTo>
                  <a:pt x="7674" y="28"/>
                </a:moveTo>
                <a:lnTo>
                  <a:pt x="0" y="28"/>
                </a:lnTo>
                <a:lnTo>
                  <a:pt x="0" y="0"/>
                </a:lnTo>
                <a:lnTo>
                  <a:pt x="7674" y="0"/>
                </a:lnTo>
                <a:lnTo>
                  <a:pt x="7674" y="28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6" name=""/>
          <p:cNvSpPr/>
          <p:nvPr/>
        </p:nvSpPr>
        <p:spPr>
          <a:xfrm>
            <a:off x="11610720" y="4971960"/>
            <a:ext cx="10440" cy="479880"/>
          </a:xfrm>
          <a:custGeom>
            <a:avLst/>
            <a:gdLst/>
            <a:ahLst/>
            <a:rect l="0" t="0" r="r" b="b"/>
            <a:pathLst>
              <a:path w="29" h="1333">
                <a:moveTo>
                  <a:pt x="29" y="1218"/>
                </a:moveTo>
                <a:cubicBezTo>
                  <a:pt x="29" y="1253"/>
                  <a:pt x="21" y="1287"/>
                  <a:pt x="8" y="1319"/>
                </a:cubicBezTo>
                <a:cubicBezTo>
                  <a:pt x="6" y="1324"/>
                  <a:pt x="3" y="1329"/>
                  <a:pt x="0" y="1333"/>
                </a:cubicBezTo>
                <a:lnTo>
                  <a:pt x="0" y="0"/>
                </a:lnTo>
                <a:lnTo>
                  <a:pt x="29" y="0"/>
                </a:lnTo>
                <a:lnTo>
                  <a:pt x="29" y="1218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7" name=""/>
          <p:cNvSpPr/>
          <p:nvPr/>
        </p:nvSpPr>
        <p:spPr>
          <a:xfrm>
            <a:off x="630720" y="1372320"/>
            <a:ext cx="357840" cy="436680"/>
          </a:xfrm>
          <a:custGeom>
            <a:avLst/>
            <a:gdLst/>
            <a:ahLst/>
            <a:rect l="0" t="0" r="r" b="b"/>
            <a:pathLst>
              <a:path w="994" h="1213">
                <a:moveTo>
                  <a:pt x="417" y="1213"/>
                </a:moveTo>
                <a:lnTo>
                  <a:pt x="417" y="1103"/>
                </a:lnTo>
                <a:lnTo>
                  <a:pt x="83" y="1103"/>
                </a:lnTo>
                <a:cubicBezTo>
                  <a:pt x="61" y="1103"/>
                  <a:pt x="42" y="1095"/>
                  <a:pt x="25" y="1078"/>
                </a:cubicBezTo>
                <a:cubicBezTo>
                  <a:pt x="9" y="1062"/>
                  <a:pt x="0" y="1043"/>
                  <a:pt x="0" y="1020"/>
                </a:cubicBezTo>
                <a:lnTo>
                  <a:pt x="0" y="193"/>
                </a:lnTo>
                <a:cubicBezTo>
                  <a:pt x="0" y="171"/>
                  <a:pt x="9" y="151"/>
                  <a:pt x="25" y="135"/>
                </a:cubicBezTo>
                <a:cubicBezTo>
                  <a:pt x="42" y="118"/>
                  <a:pt x="61" y="110"/>
                  <a:pt x="83" y="110"/>
                </a:cubicBezTo>
                <a:lnTo>
                  <a:pt x="417" y="110"/>
                </a:lnTo>
                <a:lnTo>
                  <a:pt x="417" y="0"/>
                </a:lnTo>
                <a:lnTo>
                  <a:pt x="499" y="0"/>
                </a:lnTo>
                <a:lnTo>
                  <a:pt x="499" y="1213"/>
                </a:lnTo>
                <a:lnTo>
                  <a:pt x="417" y="1213"/>
                </a:lnTo>
                <a:moveTo>
                  <a:pt x="83" y="963"/>
                </a:moveTo>
                <a:lnTo>
                  <a:pt x="417" y="963"/>
                </a:lnTo>
                <a:lnTo>
                  <a:pt x="417" y="581"/>
                </a:lnTo>
                <a:lnTo>
                  <a:pt x="83" y="963"/>
                </a:lnTo>
                <a:moveTo>
                  <a:pt x="582" y="1103"/>
                </a:moveTo>
                <a:lnTo>
                  <a:pt x="582" y="586"/>
                </a:lnTo>
                <a:lnTo>
                  <a:pt x="911" y="963"/>
                </a:lnTo>
                <a:lnTo>
                  <a:pt x="911" y="193"/>
                </a:lnTo>
                <a:lnTo>
                  <a:pt x="582" y="193"/>
                </a:lnTo>
                <a:lnTo>
                  <a:pt x="582" y="110"/>
                </a:lnTo>
                <a:lnTo>
                  <a:pt x="911" y="110"/>
                </a:lnTo>
                <a:cubicBezTo>
                  <a:pt x="933" y="110"/>
                  <a:pt x="952" y="118"/>
                  <a:pt x="969" y="135"/>
                </a:cubicBezTo>
                <a:cubicBezTo>
                  <a:pt x="985" y="151"/>
                  <a:pt x="994" y="171"/>
                  <a:pt x="994" y="193"/>
                </a:cubicBezTo>
                <a:lnTo>
                  <a:pt x="994" y="1020"/>
                </a:lnTo>
                <a:cubicBezTo>
                  <a:pt x="994" y="1043"/>
                  <a:pt x="985" y="1062"/>
                  <a:pt x="969" y="1078"/>
                </a:cubicBezTo>
                <a:cubicBezTo>
                  <a:pt x="952" y="1095"/>
                  <a:pt x="933" y="1103"/>
                  <a:pt x="911" y="1103"/>
                </a:cubicBezTo>
                <a:lnTo>
                  <a:pt x="582" y="1103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1047600" y="1501200"/>
            <a:ext cx="407664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従来の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ツールとの違い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704880" y="228312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項目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4093200" y="2283120"/>
            <a:ext cx="12045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GitHub Copilot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7196760" y="2283120"/>
            <a:ext cx="560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Cursor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9766800" y="2283120"/>
            <a:ext cx="8920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Antigravity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704880" y="2682360"/>
            <a:ext cx="323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役割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4311360" y="2682360"/>
            <a:ext cx="808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コード補完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7079040" y="2682360"/>
            <a:ext cx="799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編集支援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9589680" y="2682360"/>
            <a:ext cx="1293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自律エージェント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704880" y="3063240"/>
            <a:ext cx="808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タスク実行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4554000" y="3063240"/>
            <a:ext cx="323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手動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7233120" y="3063240"/>
            <a:ext cx="4852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半自動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9911880" y="3063240"/>
            <a:ext cx="646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完全自律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1" name=""/>
          <p:cNvSpPr/>
          <p:nvPr/>
        </p:nvSpPr>
        <p:spPr>
          <a:xfrm>
            <a:off x="4611600" y="3468600"/>
            <a:ext cx="206280" cy="206280"/>
          </a:xfrm>
          <a:custGeom>
            <a:avLst/>
            <a:gdLst/>
            <a:ahLst/>
            <a:rect l="0" t="0" r="r" b="b"/>
            <a:pathLst>
              <a:path w="573" h="573">
                <a:moveTo>
                  <a:pt x="45" y="573"/>
                </a:moveTo>
                <a:lnTo>
                  <a:pt x="0" y="529"/>
                </a:lnTo>
                <a:lnTo>
                  <a:pt x="243" y="286"/>
                </a:lnTo>
                <a:lnTo>
                  <a:pt x="0" y="44"/>
                </a:lnTo>
                <a:lnTo>
                  <a:pt x="45" y="0"/>
                </a:lnTo>
                <a:lnTo>
                  <a:pt x="287" y="242"/>
                </a:lnTo>
                <a:lnTo>
                  <a:pt x="529" y="0"/>
                </a:lnTo>
                <a:lnTo>
                  <a:pt x="573" y="44"/>
                </a:lnTo>
                <a:lnTo>
                  <a:pt x="331" y="286"/>
                </a:lnTo>
                <a:lnTo>
                  <a:pt x="573" y="529"/>
                </a:lnTo>
                <a:lnTo>
                  <a:pt x="529" y="573"/>
                </a:lnTo>
                <a:lnTo>
                  <a:pt x="287" y="330"/>
                </a:lnTo>
                <a:lnTo>
                  <a:pt x="45" y="573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704880" y="3520440"/>
            <a:ext cx="808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複数モデル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3" name=""/>
          <p:cNvSpPr/>
          <p:nvPr/>
        </p:nvSpPr>
        <p:spPr>
          <a:xfrm>
            <a:off x="10088280" y="3420720"/>
            <a:ext cx="302040" cy="302040"/>
          </a:xfrm>
          <a:custGeom>
            <a:avLst/>
            <a:gdLst/>
            <a:ahLst/>
            <a:rect l="0" t="0" r="r" b="b"/>
            <a:pathLst>
              <a:path w="839" h="839">
                <a:moveTo>
                  <a:pt x="358" y="611"/>
                </a:moveTo>
                <a:lnTo>
                  <a:pt x="655" y="315"/>
                </a:lnTo>
                <a:lnTo>
                  <a:pt x="607" y="267"/>
                </a:lnTo>
                <a:lnTo>
                  <a:pt x="358" y="516"/>
                </a:lnTo>
                <a:lnTo>
                  <a:pt x="233" y="390"/>
                </a:lnTo>
                <a:lnTo>
                  <a:pt x="186" y="437"/>
                </a:lnTo>
                <a:lnTo>
                  <a:pt x="358" y="611"/>
                </a:lnTo>
                <a:moveTo>
                  <a:pt x="420" y="839"/>
                </a:moveTo>
                <a:cubicBezTo>
                  <a:pt x="363" y="839"/>
                  <a:pt x="309" y="828"/>
                  <a:pt x="258" y="806"/>
                </a:cubicBezTo>
                <a:cubicBezTo>
                  <a:pt x="207" y="784"/>
                  <a:pt x="162" y="754"/>
                  <a:pt x="124" y="716"/>
                </a:cubicBezTo>
                <a:cubicBezTo>
                  <a:pt x="86" y="678"/>
                  <a:pt x="56" y="634"/>
                  <a:pt x="34" y="583"/>
                </a:cubicBezTo>
                <a:cubicBezTo>
                  <a:pt x="11" y="532"/>
                  <a:pt x="0" y="478"/>
                  <a:pt x="0" y="420"/>
                </a:cubicBezTo>
                <a:cubicBezTo>
                  <a:pt x="0" y="362"/>
                  <a:pt x="11" y="308"/>
                  <a:pt x="34" y="257"/>
                </a:cubicBezTo>
                <a:cubicBezTo>
                  <a:pt x="56" y="206"/>
                  <a:pt x="86" y="162"/>
                  <a:pt x="124" y="123"/>
                </a:cubicBezTo>
                <a:cubicBezTo>
                  <a:pt x="162" y="85"/>
                  <a:pt x="207" y="55"/>
                  <a:pt x="258" y="33"/>
                </a:cubicBezTo>
                <a:cubicBezTo>
                  <a:pt x="309" y="11"/>
                  <a:pt x="363" y="0"/>
                  <a:pt x="420" y="0"/>
                </a:cubicBezTo>
                <a:cubicBezTo>
                  <a:pt x="478" y="0"/>
                  <a:pt x="533" y="11"/>
                  <a:pt x="584" y="33"/>
                </a:cubicBezTo>
                <a:cubicBezTo>
                  <a:pt x="635" y="55"/>
                  <a:pt x="679" y="85"/>
                  <a:pt x="717" y="123"/>
                </a:cubicBezTo>
                <a:cubicBezTo>
                  <a:pt x="754" y="162"/>
                  <a:pt x="784" y="206"/>
                  <a:pt x="806" y="257"/>
                </a:cubicBezTo>
                <a:cubicBezTo>
                  <a:pt x="828" y="308"/>
                  <a:pt x="839" y="362"/>
                  <a:pt x="839" y="420"/>
                </a:cubicBezTo>
                <a:cubicBezTo>
                  <a:pt x="839" y="478"/>
                  <a:pt x="828" y="532"/>
                  <a:pt x="806" y="583"/>
                </a:cubicBezTo>
                <a:cubicBezTo>
                  <a:pt x="784" y="634"/>
                  <a:pt x="754" y="678"/>
                  <a:pt x="717" y="716"/>
                </a:cubicBezTo>
                <a:cubicBezTo>
                  <a:pt x="679" y="754"/>
                  <a:pt x="635" y="784"/>
                  <a:pt x="584" y="806"/>
                </a:cubicBezTo>
                <a:cubicBezTo>
                  <a:pt x="533" y="828"/>
                  <a:pt x="478" y="839"/>
                  <a:pt x="420" y="839"/>
                </a:cubicBezTo>
                <a:moveTo>
                  <a:pt x="420" y="776"/>
                </a:moveTo>
                <a:cubicBezTo>
                  <a:pt x="519" y="776"/>
                  <a:pt x="603" y="742"/>
                  <a:pt x="673" y="672"/>
                </a:cubicBezTo>
                <a:cubicBezTo>
                  <a:pt x="742" y="603"/>
                  <a:pt x="776" y="519"/>
                  <a:pt x="776" y="420"/>
                </a:cubicBezTo>
                <a:cubicBezTo>
                  <a:pt x="776" y="321"/>
                  <a:pt x="742" y="237"/>
                  <a:pt x="673" y="168"/>
                </a:cubicBezTo>
                <a:cubicBezTo>
                  <a:pt x="603" y="98"/>
                  <a:pt x="519" y="63"/>
                  <a:pt x="420" y="63"/>
                </a:cubicBezTo>
                <a:cubicBezTo>
                  <a:pt x="322" y="63"/>
                  <a:pt x="238" y="98"/>
                  <a:pt x="168" y="168"/>
                </a:cubicBezTo>
                <a:cubicBezTo>
                  <a:pt x="99" y="237"/>
                  <a:pt x="64" y="321"/>
                  <a:pt x="64" y="420"/>
                </a:cubicBezTo>
                <a:cubicBezTo>
                  <a:pt x="64" y="519"/>
                  <a:pt x="99" y="603"/>
                  <a:pt x="168" y="672"/>
                </a:cubicBezTo>
                <a:cubicBezTo>
                  <a:pt x="238" y="742"/>
                  <a:pt x="322" y="776"/>
                  <a:pt x="420" y="776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7314120" y="3520440"/>
            <a:ext cx="323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一部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5" name=""/>
          <p:cNvSpPr/>
          <p:nvPr/>
        </p:nvSpPr>
        <p:spPr>
          <a:xfrm>
            <a:off x="4611600" y="4011840"/>
            <a:ext cx="206280" cy="205920"/>
          </a:xfrm>
          <a:custGeom>
            <a:avLst/>
            <a:gdLst/>
            <a:ahLst/>
            <a:rect l="0" t="0" r="r" b="b"/>
            <a:pathLst>
              <a:path w="573" h="572">
                <a:moveTo>
                  <a:pt x="45" y="572"/>
                </a:moveTo>
                <a:lnTo>
                  <a:pt x="0" y="527"/>
                </a:lnTo>
                <a:lnTo>
                  <a:pt x="243" y="285"/>
                </a:lnTo>
                <a:lnTo>
                  <a:pt x="0" y="44"/>
                </a:lnTo>
                <a:lnTo>
                  <a:pt x="45" y="0"/>
                </a:lnTo>
                <a:lnTo>
                  <a:pt x="287" y="242"/>
                </a:lnTo>
                <a:lnTo>
                  <a:pt x="529" y="0"/>
                </a:lnTo>
                <a:lnTo>
                  <a:pt x="573" y="44"/>
                </a:lnTo>
                <a:lnTo>
                  <a:pt x="331" y="285"/>
                </a:lnTo>
                <a:lnTo>
                  <a:pt x="573" y="527"/>
                </a:lnTo>
                <a:lnTo>
                  <a:pt x="529" y="572"/>
                </a:lnTo>
                <a:lnTo>
                  <a:pt x="287" y="329"/>
                </a:lnTo>
                <a:lnTo>
                  <a:pt x="45" y="572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6" name=""/>
          <p:cNvSpPr/>
          <p:nvPr/>
        </p:nvSpPr>
        <p:spPr>
          <a:xfrm>
            <a:off x="7373880" y="4011840"/>
            <a:ext cx="206280" cy="205920"/>
          </a:xfrm>
          <a:custGeom>
            <a:avLst/>
            <a:gdLst/>
            <a:ahLst/>
            <a:rect l="0" t="0" r="r" b="b"/>
            <a:pathLst>
              <a:path w="573" h="572">
                <a:moveTo>
                  <a:pt x="44" y="572"/>
                </a:moveTo>
                <a:lnTo>
                  <a:pt x="0" y="527"/>
                </a:lnTo>
                <a:lnTo>
                  <a:pt x="242" y="285"/>
                </a:lnTo>
                <a:lnTo>
                  <a:pt x="0" y="44"/>
                </a:lnTo>
                <a:lnTo>
                  <a:pt x="44" y="0"/>
                </a:lnTo>
                <a:lnTo>
                  <a:pt x="286" y="242"/>
                </a:lnTo>
                <a:lnTo>
                  <a:pt x="529" y="0"/>
                </a:lnTo>
                <a:lnTo>
                  <a:pt x="573" y="44"/>
                </a:lnTo>
                <a:lnTo>
                  <a:pt x="330" y="285"/>
                </a:lnTo>
                <a:lnTo>
                  <a:pt x="573" y="527"/>
                </a:lnTo>
                <a:lnTo>
                  <a:pt x="529" y="572"/>
                </a:lnTo>
                <a:lnTo>
                  <a:pt x="286" y="329"/>
                </a:lnTo>
                <a:lnTo>
                  <a:pt x="44" y="572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7" name=""/>
          <p:cNvSpPr/>
          <p:nvPr/>
        </p:nvSpPr>
        <p:spPr>
          <a:xfrm>
            <a:off x="10088280" y="3963960"/>
            <a:ext cx="302040" cy="301680"/>
          </a:xfrm>
          <a:custGeom>
            <a:avLst/>
            <a:gdLst/>
            <a:ahLst/>
            <a:rect l="0" t="0" r="r" b="b"/>
            <a:pathLst>
              <a:path w="839" h="838">
                <a:moveTo>
                  <a:pt x="358" y="610"/>
                </a:moveTo>
                <a:lnTo>
                  <a:pt x="655" y="314"/>
                </a:lnTo>
                <a:lnTo>
                  <a:pt x="607" y="266"/>
                </a:lnTo>
                <a:lnTo>
                  <a:pt x="358" y="515"/>
                </a:lnTo>
                <a:lnTo>
                  <a:pt x="233" y="389"/>
                </a:lnTo>
                <a:lnTo>
                  <a:pt x="186" y="436"/>
                </a:lnTo>
                <a:lnTo>
                  <a:pt x="358" y="610"/>
                </a:lnTo>
                <a:moveTo>
                  <a:pt x="420" y="838"/>
                </a:moveTo>
                <a:cubicBezTo>
                  <a:pt x="363" y="838"/>
                  <a:pt x="309" y="827"/>
                  <a:pt x="258" y="805"/>
                </a:cubicBezTo>
                <a:cubicBezTo>
                  <a:pt x="207" y="783"/>
                  <a:pt x="162" y="753"/>
                  <a:pt x="124" y="715"/>
                </a:cubicBezTo>
                <a:cubicBezTo>
                  <a:pt x="86" y="677"/>
                  <a:pt x="56" y="633"/>
                  <a:pt x="34" y="582"/>
                </a:cubicBezTo>
                <a:cubicBezTo>
                  <a:pt x="11" y="531"/>
                  <a:pt x="0" y="477"/>
                  <a:pt x="0" y="419"/>
                </a:cubicBezTo>
                <a:cubicBezTo>
                  <a:pt x="0" y="362"/>
                  <a:pt x="11" y="307"/>
                  <a:pt x="34" y="255"/>
                </a:cubicBezTo>
                <a:cubicBezTo>
                  <a:pt x="56" y="204"/>
                  <a:pt x="86" y="160"/>
                  <a:pt x="124" y="122"/>
                </a:cubicBezTo>
                <a:cubicBezTo>
                  <a:pt x="162" y="84"/>
                  <a:pt x="207" y="55"/>
                  <a:pt x="258" y="33"/>
                </a:cubicBezTo>
                <a:cubicBezTo>
                  <a:pt x="309" y="11"/>
                  <a:pt x="363" y="0"/>
                  <a:pt x="420" y="0"/>
                </a:cubicBezTo>
                <a:cubicBezTo>
                  <a:pt x="478" y="0"/>
                  <a:pt x="533" y="11"/>
                  <a:pt x="584" y="33"/>
                </a:cubicBezTo>
                <a:cubicBezTo>
                  <a:pt x="635" y="55"/>
                  <a:pt x="679" y="84"/>
                  <a:pt x="717" y="122"/>
                </a:cubicBezTo>
                <a:cubicBezTo>
                  <a:pt x="754" y="160"/>
                  <a:pt x="784" y="204"/>
                  <a:pt x="806" y="255"/>
                </a:cubicBezTo>
                <a:cubicBezTo>
                  <a:pt x="828" y="307"/>
                  <a:pt x="839" y="362"/>
                  <a:pt x="839" y="419"/>
                </a:cubicBezTo>
                <a:cubicBezTo>
                  <a:pt x="839" y="477"/>
                  <a:pt x="828" y="531"/>
                  <a:pt x="806" y="582"/>
                </a:cubicBezTo>
                <a:cubicBezTo>
                  <a:pt x="784" y="633"/>
                  <a:pt x="754" y="677"/>
                  <a:pt x="717" y="715"/>
                </a:cubicBezTo>
                <a:cubicBezTo>
                  <a:pt x="679" y="753"/>
                  <a:pt x="635" y="783"/>
                  <a:pt x="584" y="805"/>
                </a:cubicBezTo>
                <a:cubicBezTo>
                  <a:pt x="533" y="827"/>
                  <a:pt x="478" y="838"/>
                  <a:pt x="420" y="838"/>
                </a:cubicBezTo>
                <a:moveTo>
                  <a:pt x="420" y="776"/>
                </a:moveTo>
                <a:cubicBezTo>
                  <a:pt x="519" y="776"/>
                  <a:pt x="603" y="741"/>
                  <a:pt x="673" y="671"/>
                </a:cubicBezTo>
                <a:cubicBezTo>
                  <a:pt x="742" y="602"/>
                  <a:pt x="776" y="518"/>
                  <a:pt x="776" y="419"/>
                </a:cubicBezTo>
                <a:cubicBezTo>
                  <a:pt x="776" y="320"/>
                  <a:pt x="742" y="235"/>
                  <a:pt x="673" y="166"/>
                </a:cubicBezTo>
                <a:cubicBezTo>
                  <a:pt x="603" y="97"/>
                  <a:pt x="519" y="62"/>
                  <a:pt x="420" y="62"/>
                </a:cubicBezTo>
                <a:cubicBezTo>
                  <a:pt x="322" y="62"/>
                  <a:pt x="238" y="97"/>
                  <a:pt x="168" y="166"/>
                </a:cubicBezTo>
                <a:cubicBezTo>
                  <a:pt x="99" y="235"/>
                  <a:pt x="64" y="320"/>
                  <a:pt x="64" y="419"/>
                </a:cubicBezTo>
                <a:cubicBezTo>
                  <a:pt x="64" y="518"/>
                  <a:pt x="99" y="602"/>
                  <a:pt x="168" y="671"/>
                </a:cubicBezTo>
                <a:cubicBezTo>
                  <a:pt x="238" y="741"/>
                  <a:pt x="322" y="776"/>
                  <a:pt x="420" y="776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704880" y="4073040"/>
            <a:ext cx="9698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ブラウザ操作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9" name=""/>
          <p:cNvSpPr/>
          <p:nvPr/>
        </p:nvSpPr>
        <p:spPr>
          <a:xfrm>
            <a:off x="4611600" y="4554720"/>
            <a:ext cx="206280" cy="206280"/>
          </a:xfrm>
          <a:custGeom>
            <a:avLst/>
            <a:gdLst/>
            <a:ahLst/>
            <a:rect l="0" t="0" r="r" b="b"/>
            <a:pathLst>
              <a:path w="573" h="573">
                <a:moveTo>
                  <a:pt x="45" y="573"/>
                </a:moveTo>
                <a:lnTo>
                  <a:pt x="0" y="529"/>
                </a:lnTo>
                <a:lnTo>
                  <a:pt x="243" y="287"/>
                </a:lnTo>
                <a:lnTo>
                  <a:pt x="0" y="44"/>
                </a:lnTo>
                <a:lnTo>
                  <a:pt x="45" y="0"/>
                </a:lnTo>
                <a:lnTo>
                  <a:pt x="287" y="243"/>
                </a:lnTo>
                <a:lnTo>
                  <a:pt x="529" y="0"/>
                </a:lnTo>
                <a:lnTo>
                  <a:pt x="573" y="44"/>
                </a:lnTo>
                <a:lnTo>
                  <a:pt x="331" y="287"/>
                </a:lnTo>
                <a:lnTo>
                  <a:pt x="573" y="529"/>
                </a:lnTo>
                <a:lnTo>
                  <a:pt x="529" y="573"/>
                </a:lnTo>
                <a:lnTo>
                  <a:pt x="287" y="331"/>
                </a:lnTo>
                <a:lnTo>
                  <a:pt x="45" y="573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0" name=""/>
          <p:cNvSpPr/>
          <p:nvPr/>
        </p:nvSpPr>
        <p:spPr>
          <a:xfrm>
            <a:off x="7373880" y="4554720"/>
            <a:ext cx="206280" cy="206280"/>
          </a:xfrm>
          <a:custGeom>
            <a:avLst/>
            <a:gdLst/>
            <a:ahLst/>
            <a:rect l="0" t="0" r="r" b="b"/>
            <a:pathLst>
              <a:path w="573" h="573">
                <a:moveTo>
                  <a:pt x="44" y="573"/>
                </a:moveTo>
                <a:lnTo>
                  <a:pt x="0" y="529"/>
                </a:lnTo>
                <a:lnTo>
                  <a:pt x="242" y="287"/>
                </a:lnTo>
                <a:lnTo>
                  <a:pt x="0" y="44"/>
                </a:lnTo>
                <a:lnTo>
                  <a:pt x="44" y="0"/>
                </a:lnTo>
                <a:lnTo>
                  <a:pt x="286" y="243"/>
                </a:lnTo>
                <a:lnTo>
                  <a:pt x="529" y="0"/>
                </a:lnTo>
                <a:lnTo>
                  <a:pt x="573" y="44"/>
                </a:lnTo>
                <a:lnTo>
                  <a:pt x="330" y="287"/>
                </a:lnTo>
                <a:lnTo>
                  <a:pt x="573" y="529"/>
                </a:lnTo>
                <a:lnTo>
                  <a:pt x="529" y="573"/>
                </a:lnTo>
                <a:lnTo>
                  <a:pt x="286" y="331"/>
                </a:lnTo>
                <a:lnTo>
                  <a:pt x="44" y="573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1" name=""/>
          <p:cNvSpPr/>
          <p:nvPr/>
        </p:nvSpPr>
        <p:spPr>
          <a:xfrm>
            <a:off x="10088280" y="4506840"/>
            <a:ext cx="302040" cy="302040"/>
          </a:xfrm>
          <a:custGeom>
            <a:avLst/>
            <a:gdLst/>
            <a:ahLst/>
            <a:rect l="0" t="0" r="r" b="b"/>
            <a:pathLst>
              <a:path w="839" h="839">
                <a:moveTo>
                  <a:pt x="358" y="610"/>
                </a:moveTo>
                <a:lnTo>
                  <a:pt x="655" y="313"/>
                </a:lnTo>
                <a:lnTo>
                  <a:pt x="607" y="266"/>
                </a:lnTo>
                <a:lnTo>
                  <a:pt x="358" y="515"/>
                </a:lnTo>
                <a:lnTo>
                  <a:pt x="233" y="388"/>
                </a:lnTo>
                <a:lnTo>
                  <a:pt x="186" y="435"/>
                </a:lnTo>
                <a:lnTo>
                  <a:pt x="358" y="610"/>
                </a:lnTo>
                <a:moveTo>
                  <a:pt x="420" y="839"/>
                </a:moveTo>
                <a:cubicBezTo>
                  <a:pt x="363" y="839"/>
                  <a:pt x="309" y="828"/>
                  <a:pt x="258" y="806"/>
                </a:cubicBezTo>
                <a:cubicBezTo>
                  <a:pt x="207" y="784"/>
                  <a:pt x="162" y="754"/>
                  <a:pt x="124" y="715"/>
                </a:cubicBezTo>
                <a:cubicBezTo>
                  <a:pt x="86" y="677"/>
                  <a:pt x="56" y="633"/>
                  <a:pt x="34" y="582"/>
                </a:cubicBezTo>
                <a:cubicBezTo>
                  <a:pt x="11" y="531"/>
                  <a:pt x="0" y="477"/>
                  <a:pt x="0" y="419"/>
                </a:cubicBezTo>
                <a:cubicBezTo>
                  <a:pt x="0" y="361"/>
                  <a:pt x="11" y="306"/>
                  <a:pt x="34" y="255"/>
                </a:cubicBezTo>
                <a:cubicBezTo>
                  <a:pt x="56" y="204"/>
                  <a:pt x="86" y="160"/>
                  <a:pt x="124" y="122"/>
                </a:cubicBezTo>
                <a:cubicBezTo>
                  <a:pt x="162" y="85"/>
                  <a:pt x="207" y="55"/>
                  <a:pt x="258" y="33"/>
                </a:cubicBezTo>
                <a:cubicBezTo>
                  <a:pt x="309" y="11"/>
                  <a:pt x="363" y="0"/>
                  <a:pt x="420" y="0"/>
                </a:cubicBezTo>
                <a:cubicBezTo>
                  <a:pt x="478" y="0"/>
                  <a:pt x="533" y="11"/>
                  <a:pt x="584" y="33"/>
                </a:cubicBezTo>
                <a:cubicBezTo>
                  <a:pt x="635" y="55"/>
                  <a:pt x="679" y="85"/>
                  <a:pt x="717" y="122"/>
                </a:cubicBezTo>
                <a:cubicBezTo>
                  <a:pt x="754" y="160"/>
                  <a:pt x="784" y="204"/>
                  <a:pt x="806" y="255"/>
                </a:cubicBezTo>
                <a:cubicBezTo>
                  <a:pt x="828" y="306"/>
                  <a:pt x="839" y="361"/>
                  <a:pt x="839" y="419"/>
                </a:cubicBezTo>
                <a:cubicBezTo>
                  <a:pt x="839" y="477"/>
                  <a:pt x="828" y="531"/>
                  <a:pt x="806" y="582"/>
                </a:cubicBezTo>
                <a:cubicBezTo>
                  <a:pt x="784" y="633"/>
                  <a:pt x="754" y="677"/>
                  <a:pt x="717" y="715"/>
                </a:cubicBezTo>
                <a:cubicBezTo>
                  <a:pt x="679" y="754"/>
                  <a:pt x="635" y="784"/>
                  <a:pt x="584" y="806"/>
                </a:cubicBezTo>
                <a:cubicBezTo>
                  <a:pt x="533" y="828"/>
                  <a:pt x="478" y="839"/>
                  <a:pt x="420" y="839"/>
                </a:cubicBezTo>
                <a:moveTo>
                  <a:pt x="420" y="776"/>
                </a:moveTo>
                <a:cubicBezTo>
                  <a:pt x="519" y="776"/>
                  <a:pt x="603" y="741"/>
                  <a:pt x="673" y="672"/>
                </a:cubicBezTo>
                <a:cubicBezTo>
                  <a:pt x="742" y="602"/>
                  <a:pt x="776" y="518"/>
                  <a:pt x="776" y="419"/>
                </a:cubicBezTo>
                <a:cubicBezTo>
                  <a:pt x="776" y="319"/>
                  <a:pt x="742" y="235"/>
                  <a:pt x="673" y="166"/>
                </a:cubicBezTo>
                <a:cubicBezTo>
                  <a:pt x="603" y="97"/>
                  <a:pt x="519" y="63"/>
                  <a:pt x="420" y="63"/>
                </a:cubicBezTo>
                <a:cubicBezTo>
                  <a:pt x="322" y="63"/>
                  <a:pt x="238" y="97"/>
                  <a:pt x="168" y="166"/>
                </a:cubicBezTo>
                <a:cubicBezTo>
                  <a:pt x="99" y="235"/>
                  <a:pt x="64" y="319"/>
                  <a:pt x="64" y="419"/>
                </a:cubicBezTo>
                <a:cubicBezTo>
                  <a:pt x="64" y="518"/>
                  <a:pt x="99" y="602"/>
                  <a:pt x="168" y="672"/>
                </a:cubicBezTo>
                <a:cubicBezTo>
                  <a:pt x="238" y="741"/>
                  <a:pt x="322" y="776"/>
                  <a:pt x="420" y="776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704880" y="4615920"/>
            <a:ext cx="646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画像生成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3" name=""/>
          <p:cNvSpPr/>
          <p:nvPr/>
        </p:nvSpPr>
        <p:spPr>
          <a:xfrm>
            <a:off x="4611600" y="5106960"/>
            <a:ext cx="206280" cy="206280"/>
          </a:xfrm>
          <a:custGeom>
            <a:avLst/>
            <a:gdLst/>
            <a:ahLst/>
            <a:rect l="0" t="0" r="r" b="b"/>
            <a:pathLst>
              <a:path w="573" h="573">
                <a:moveTo>
                  <a:pt x="45" y="573"/>
                </a:moveTo>
                <a:lnTo>
                  <a:pt x="0" y="529"/>
                </a:lnTo>
                <a:lnTo>
                  <a:pt x="243" y="286"/>
                </a:lnTo>
                <a:lnTo>
                  <a:pt x="0" y="44"/>
                </a:lnTo>
                <a:lnTo>
                  <a:pt x="45" y="0"/>
                </a:lnTo>
                <a:lnTo>
                  <a:pt x="287" y="242"/>
                </a:lnTo>
                <a:lnTo>
                  <a:pt x="529" y="0"/>
                </a:lnTo>
                <a:lnTo>
                  <a:pt x="573" y="44"/>
                </a:lnTo>
                <a:lnTo>
                  <a:pt x="331" y="286"/>
                </a:lnTo>
                <a:lnTo>
                  <a:pt x="573" y="529"/>
                </a:lnTo>
                <a:lnTo>
                  <a:pt x="529" y="573"/>
                </a:lnTo>
                <a:lnTo>
                  <a:pt x="287" y="330"/>
                </a:lnTo>
                <a:lnTo>
                  <a:pt x="45" y="573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704880" y="5158800"/>
            <a:ext cx="682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MCP</a:t>
            </a:r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対応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5" name=""/>
          <p:cNvSpPr/>
          <p:nvPr/>
        </p:nvSpPr>
        <p:spPr>
          <a:xfrm>
            <a:off x="10088280" y="5059080"/>
            <a:ext cx="302040" cy="302040"/>
          </a:xfrm>
          <a:custGeom>
            <a:avLst/>
            <a:gdLst/>
            <a:ahLst/>
            <a:rect l="0" t="0" r="r" b="b"/>
            <a:pathLst>
              <a:path w="839" h="839">
                <a:moveTo>
                  <a:pt x="358" y="611"/>
                </a:moveTo>
                <a:lnTo>
                  <a:pt x="655" y="313"/>
                </a:lnTo>
                <a:lnTo>
                  <a:pt x="607" y="266"/>
                </a:lnTo>
                <a:lnTo>
                  <a:pt x="358" y="515"/>
                </a:lnTo>
                <a:lnTo>
                  <a:pt x="233" y="389"/>
                </a:lnTo>
                <a:lnTo>
                  <a:pt x="186" y="436"/>
                </a:lnTo>
                <a:lnTo>
                  <a:pt x="358" y="611"/>
                </a:lnTo>
                <a:moveTo>
                  <a:pt x="420" y="839"/>
                </a:moveTo>
                <a:cubicBezTo>
                  <a:pt x="363" y="839"/>
                  <a:pt x="309" y="828"/>
                  <a:pt x="258" y="806"/>
                </a:cubicBezTo>
                <a:cubicBezTo>
                  <a:pt x="207" y="784"/>
                  <a:pt x="162" y="754"/>
                  <a:pt x="124" y="716"/>
                </a:cubicBezTo>
                <a:cubicBezTo>
                  <a:pt x="86" y="678"/>
                  <a:pt x="56" y="634"/>
                  <a:pt x="34" y="582"/>
                </a:cubicBezTo>
                <a:cubicBezTo>
                  <a:pt x="11" y="531"/>
                  <a:pt x="0" y="476"/>
                  <a:pt x="0" y="419"/>
                </a:cubicBezTo>
                <a:cubicBezTo>
                  <a:pt x="0" y="361"/>
                  <a:pt x="11" y="307"/>
                  <a:pt x="34" y="256"/>
                </a:cubicBezTo>
                <a:cubicBezTo>
                  <a:pt x="56" y="205"/>
                  <a:pt x="86" y="161"/>
                  <a:pt x="124" y="123"/>
                </a:cubicBezTo>
                <a:cubicBezTo>
                  <a:pt x="162" y="85"/>
                  <a:pt x="207" y="55"/>
                  <a:pt x="258" y="33"/>
                </a:cubicBezTo>
                <a:cubicBezTo>
                  <a:pt x="309" y="11"/>
                  <a:pt x="363" y="0"/>
                  <a:pt x="420" y="0"/>
                </a:cubicBezTo>
                <a:cubicBezTo>
                  <a:pt x="478" y="0"/>
                  <a:pt x="533" y="11"/>
                  <a:pt x="584" y="33"/>
                </a:cubicBezTo>
                <a:cubicBezTo>
                  <a:pt x="635" y="55"/>
                  <a:pt x="679" y="85"/>
                  <a:pt x="717" y="123"/>
                </a:cubicBezTo>
                <a:cubicBezTo>
                  <a:pt x="754" y="161"/>
                  <a:pt x="784" y="205"/>
                  <a:pt x="806" y="256"/>
                </a:cubicBezTo>
                <a:cubicBezTo>
                  <a:pt x="828" y="307"/>
                  <a:pt x="839" y="361"/>
                  <a:pt x="839" y="419"/>
                </a:cubicBezTo>
                <a:cubicBezTo>
                  <a:pt x="839" y="476"/>
                  <a:pt x="828" y="531"/>
                  <a:pt x="806" y="582"/>
                </a:cubicBezTo>
                <a:cubicBezTo>
                  <a:pt x="784" y="634"/>
                  <a:pt x="754" y="678"/>
                  <a:pt x="717" y="716"/>
                </a:cubicBezTo>
                <a:cubicBezTo>
                  <a:pt x="679" y="754"/>
                  <a:pt x="635" y="784"/>
                  <a:pt x="584" y="806"/>
                </a:cubicBezTo>
                <a:cubicBezTo>
                  <a:pt x="533" y="828"/>
                  <a:pt x="478" y="839"/>
                  <a:pt x="420" y="839"/>
                </a:cubicBezTo>
                <a:moveTo>
                  <a:pt x="420" y="776"/>
                </a:moveTo>
                <a:cubicBezTo>
                  <a:pt x="519" y="776"/>
                  <a:pt x="603" y="742"/>
                  <a:pt x="673" y="672"/>
                </a:cubicBezTo>
                <a:cubicBezTo>
                  <a:pt x="742" y="603"/>
                  <a:pt x="776" y="518"/>
                  <a:pt x="776" y="419"/>
                </a:cubicBezTo>
                <a:cubicBezTo>
                  <a:pt x="776" y="320"/>
                  <a:pt x="742" y="236"/>
                  <a:pt x="673" y="167"/>
                </a:cubicBezTo>
                <a:cubicBezTo>
                  <a:pt x="603" y="98"/>
                  <a:pt x="519" y="63"/>
                  <a:pt x="420" y="63"/>
                </a:cubicBezTo>
                <a:cubicBezTo>
                  <a:pt x="322" y="63"/>
                  <a:pt x="238" y="98"/>
                  <a:pt x="168" y="167"/>
                </a:cubicBezTo>
                <a:cubicBezTo>
                  <a:pt x="99" y="236"/>
                  <a:pt x="64" y="320"/>
                  <a:pt x="64" y="419"/>
                </a:cubicBezTo>
                <a:cubicBezTo>
                  <a:pt x="64" y="518"/>
                  <a:pt x="99" y="603"/>
                  <a:pt x="168" y="672"/>
                </a:cubicBezTo>
                <a:cubicBezTo>
                  <a:pt x="238" y="742"/>
                  <a:pt x="322" y="776"/>
                  <a:pt x="420" y="776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7233120" y="5158800"/>
            <a:ext cx="4852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限定的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11771280" y="636552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1" name=""/>
          <p:cNvSpPr/>
          <p:nvPr/>
        </p:nvSpPr>
        <p:spPr>
          <a:xfrm>
            <a:off x="571320" y="196200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2" name=""/>
          <p:cNvSpPr/>
          <p:nvPr/>
        </p:nvSpPr>
        <p:spPr>
          <a:xfrm>
            <a:off x="580680" y="2152440"/>
            <a:ext cx="11030400" cy="3353040"/>
          </a:xfrm>
          <a:custGeom>
            <a:avLst/>
            <a:gdLst/>
            <a:ahLst/>
            <a:rect l="0" t="0" r="r" b="b"/>
            <a:pathLst>
              <a:path w="30640" h="9314">
                <a:moveTo>
                  <a:pt x="0" y="9023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30"/>
                  <a:pt x="30495" y="39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4"/>
                  <a:pt x="30591" y="129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7"/>
                  <a:pt x="30631" y="216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9023"/>
                </a:lnTo>
                <a:cubicBezTo>
                  <a:pt x="30640" y="9042"/>
                  <a:pt x="30638" y="9061"/>
                  <a:pt x="30635" y="9080"/>
                </a:cubicBezTo>
                <a:cubicBezTo>
                  <a:pt x="30631" y="9099"/>
                  <a:pt x="30625" y="9117"/>
                  <a:pt x="30618" y="9135"/>
                </a:cubicBezTo>
                <a:cubicBezTo>
                  <a:pt x="30611" y="9152"/>
                  <a:pt x="30602" y="9169"/>
                  <a:pt x="30591" y="9185"/>
                </a:cubicBezTo>
                <a:cubicBezTo>
                  <a:pt x="30581" y="9201"/>
                  <a:pt x="30568" y="9216"/>
                  <a:pt x="30555" y="9229"/>
                </a:cubicBezTo>
                <a:cubicBezTo>
                  <a:pt x="30541" y="9243"/>
                  <a:pt x="30527" y="9255"/>
                  <a:pt x="30511" y="9265"/>
                </a:cubicBezTo>
                <a:cubicBezTo>
                  <a:pt x="30495" y="9276"/>
                  <a:pt x="30478" y="9285"/>
                  <a:pt x="30461" y="9292"/>
                </a:cubicBezTo>
                <a:cubicBezTo>
                  <a:pt x="30443" y="9300"/>
                  <a:pt x="30425" y="9305"/>
                  <a:pt x="30406" y="9309"/>
                </a:cubicBezTo>
                <a:cubicBezTo>
                  <a:pt x="30387" y="9313"/>
                  <a:pt x="30368" y="9314"/>
                  <a:pt x="30349" y="9314"/>
                </a:cubicBezTo>
                <a:lnTo>
                  <a:pt x="291" y="9314"/>
                </a:lnTo>
                <a:cubicBezTo>
                  <a:pt x="272" y="9314"/>
                  <a:pt x="253" y="9313"/>
                  <a:pt x="235" y="9309"/>
                </a:cubicBezTo>
                <a:cubicBezTo>
                  <a:pt x="216" y="9305"/>
                  <a:pt x="198" y="9300"/>
                  <a:pt x="180" y="9292"/>
                </a:cubicBezTo>
                <a:cubicBezTo>
                  <a:pt x="162" y="9285"/>
                  <a:pt x="146" y="9276"/>
                  <a:pt x="130" y="9265"/>
                </a:cubicBezTo>
                <a:cubicBezTo>
                  <a:pt x="114" y="9255"/>
                  <a:pt x="99" y="9243"/>
                  <a:pt x="86" y="9229"/>
                </a:cubicBezTo>
                <a:cubicBezTo>
                  <a:pt x="72" y="9216"/>
                  <a:pt x="60" y="9201"/>
                  <a:pt x="50" y="9185"/>
                </a:cubicBezTo>
                <a:cubicBezTo>
                  <a:pt x="39" y="9169"/>
                  <a:pt x="30" y="9152"/>
                  <a:pt x="23" y="9135"/>
                </a:cubicBezTo>
                <a:cubicBezTo>
                  <a:pt x="15" y="9117"/>
                  <a:pt x="10" y="9099"/>
                  <a:pt x="6" y="9080"/>
                </a:cubicBezTo>
                <a:cubicBezTo>
                  <a:pt x="2" y="9061"/>
                  <a:pt x="0" y="9042"/>
                  <a:pt x="0" y="9023"/>
                </a:cubicBezTo>
                <a:close/>
              </a:path>
            </a:pathLst>
          </a:custGeom>
          <a:solidFill>
            <a:srgbClr val="D5C6E0">
              <a:alpha val="1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3" name=""/>
          <p:cNvSpPr/>
          <p:nvPr/>
        </p:nvSpPr>
        <p:spPr>
          <a:xfrm>
            <a:off x="580680" y="2152440"/>
            <a:ext cx="11030400" cy="3353040"/>
          </a:xfrm>
          <a:custGeom>
            <a:avLst/>
            <a:gdLst/>
            <a:ahLst/>
            <a:rect l="0" t="0" r="r" b="b"/>
            <a:pathLst>
              <a:path w="30640" h="9314">
                <a:moveTo>
                  <a:pt x="0" y="9023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30"/>
                  <a:pt x="30495" y="39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4"/>
                  <a:pt x="30591" y="129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7"/>
                  <a:pt x="30631" y="216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9023"/>
                </a:lnTo>
                <a:cubicBezTo>
                  <a:pt x="30640" y="9042"/>
                  <a:pt x="30638" y="9061"/>
                  <a:pt x="30635" y="9080"/>
                </a:cubicBezTo>
                <a:cubicBezTo>
                  <a:pt x="30631" y="9099"/>
                  <a:pt x="30625" y="9117"/>
                  <a:pt x="30618" y="9135"/>
                </a:cubicBezTo>
                <a:cubicBezTo>
                  <a:pt x="30611" y="9152"/>
                  <a:pt x="30602" y="9169"/>
                  <a:pt x="30591" y="9185"/>
                </a:cubicBezTo>
                <a:cubicBezTo>
                  <a:pt x="30581" y="9201"/>
                  <a:pt x="30568" y="9216"/>
                  <a:pt x="30555" y="9229"/>
                </a:cubicBezTo>
                <a:cubicBezTo>
                  <a:pt x="30541" y="9243"/>
                  <a:pt x="30527" y="9255"/>
                  <a:pt x="30511" y="9265"/>
                </a:cubicBezTo>
                <a:cubicBezTo>
                  <a:pt x="30495" y="9276"/>
                  <a:pt x="30478" y="9285"/>
                  <a:pt x="30461" y="9292"/>
                </a:cubicBezTo>
                <a:cubicBezTo>
                  <a:pt x="30443" y="9300"/>
                  <a:pt x="30425" y="9305"/>
                  <a:pt x="30406" y="9309"/>
                </a:cubicBezTo>
                <a:cubicBezTo>
                  <a:pt x="30387" y="9313"/>
                  <a:pt x="30368" y="9314"/>
                  <a:pt x="30349" y="9314"/>
                </a:cubicBezTo>
                <a:lnTo>
                  <a:pt x="291" y="9314"/>
                </a:lnTo>
                <a:cubicBezTo>
                  <a:pt x="272" y="9314"/>
                  <a:pt x="253" y="9313"/>
                  <a:pt x="235" y="9309"/>
                </a:cubicBezTo>
                <a:cubicBezTo>
                  <a:pt x="216" y="9305"/>
                  <a:pt x="198" y="9300"/>
                  <a:pt x="180" y="9292"/>
                </a:cubicBezTo>
                <a:cubicBezTo>
                  <a:pt x="162" y="9285"/>
                  <a:pt x="146" y="9276"/>
                  <a:pt x="130" y="9265"/>
                </a:cubicBezTo>
                <a:cubicBezTo>
                  <a:pt x="114" y="9255"/>
                  <a:pt x="99" y="9243"/>
                  <a:pt x="86" y="9229"/>
                </a:cubicBezTo>
                <a:cubicBezTo>
                  <a:pt x="72" y="9216"/>
                  <a:pt x="60" y="9201"/>
                  <a:pt x="50" y="9185"/>
                </a:cubicBezTo>
                <a:cubicBezTo>
                  <a:pt x="39" y="9169"/>
                  <a:pt x="30" y="9152"/>
                  <a:pt x="23" y="9135"/>
                </a:cubicBezTo>
                <a:cubicBezTo>
                  <a:pt x="15" y="9117"/>
                  <a:pt x="10" y="9099"/>
                  <a:pt x="6" y="9080"/>
                </a:cubicBezTo>
                <a:cubicBezTo>
                  <a:pt x="2" y="9061"/>
                  <a:pt x="0" y="9042"/>
                  <a:pt x="0" y="9023"/>
                </a:cubicBezTo>
                <a:close/>
              </a:path>
            </a:pathLst>
          </a:custGeom>
          <a:noFill/>
          <a:ln w="18720">
            <a:solidFill>
              <a:srgbClr val="D0C0E4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4" name=""/>
          <p:cNvSpPr/>
          <p:nvPr/>
        </p:nvSpPr>
        <p:spPr>
          <a:xfrm>
            <a:off x="780840" y="2923920"/>
            <a:ext cx="10630440" cy="19440"/>
          </a:xfrm>
          <a:custGeom>
            <a:avLst/>
            <a:gdLst/>
            <a:ahLst/>
            <a:rect l="0" t="0" r="r" b="b"/>
            <a:pathLst>
              <a:path w="29529" h="54">
                <a:moveTo>
                  <a:pt x="0" y="0"/>
                </a:moveTo>
                <a:lnTo>
                  <a:pt x="29529" y="0"/>
                </a:lnTo>
                <a:lnTo>
                  <a:pt x="2952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5" name=""/>
          <p:cNvSpPr/>
          <p:nvPr/>
        </p:nvSpPr>
        <p:spPr>
          <a:xfrm>
            <a:off x="610920" y="1383120"/>
            <a:ext cx="397440" cy="396720"/>
          </a:xfrm>
          <a:custGeom>
            <a:avLst/>
            <a:gdLst/>
            <a:ahLst/>
            <a:rect l="0" t="0" r="r" b="b"/>
            <a:pathLst>
              <a:path w="1104" h="1102">
                <a:moveTo>
                  <a:pt x="551" y="1102"/>
                </a:moveTo>
                <a:cubicBezTo>
                  <a:pt x="485" y="1094"/>
                  <a:pt x="419" y="1075"/>
                  <a:pt x="354" y="1045"/>
                </a:cubicBezTo>
                <a:cubicBezTo>
                  <a:pt x="288" y="1014"/>
                  <a:pt x="229" y="971"/>
                  <a:pt x="177" y="916"/>
                </a:cubicBezTo>
                <a:cubicBezTo>
                  <a:pt x="124" y="862"/>
                  <a:pt x="82" y="794"/>
                  <a:pt x="49" y="714"/>
                </a:cubicBezTo>
                <a:cubicBezTo>
                  <a:pt x="17" y="633"/>
                  <a:pt x="0" y="540"/>
                  <a:pt x="0" y="433"/>
                </a:cubicBezTo>
                <a:lnTo>
                  <a:pt x="0" y="381"/>
                </a:lnTo>
                <a:lnTo>
                  <a:pt x="53" y="381"/>
                </a:lnTo>
                <a:cubicBezTo>
                  <a:pt x="101" y="381"/>
                  <a:pt x="153" y="391"/>
                  <a:pt x="208" y="409"/>
                </a:cubicBezTo>
                <a:cubicBezTo>
                  <a:pt x="263" y="428"/>
                  <a:pt x="312" y="452"/>
                  <a:pt x="354" y="482"/>
                </a:cubicBezTo>
                <a:cubicBezTo>
                  <a:pt x="362" y="399"/>
                  <a:pt x="384" y="314"/>
                  <a:pt x="421" y="226"/>
                </a:cubicBezTo>
                <a:cubicBezTo>
                  <a:pt x="457" y="138"/>
                  <a:pt x="501" y="63"/>
                  <a:pt x="551" y="0"/>
                </a:cubicBezTo>
                <a:cubicBezTo>
                  <a:pt x="602" y="63"/>
                  <a:pt x="646" y="138"/>
                  <a:pt x="682" y="226"/>
                </a:cubicBezTo>
                <a:cubicBezTo>
                  <a:pt x="719" y="314"/>
                  <a:pt x="741" y="399"/>
                  <a:pt x="749" y="482"/>
                </a:cubicBezTo>
                <a:cubicBezTo>
                  <a:pt x="791" y="454"/>
                  <a:pt x="839" y="430"/>
                  <a:pt x="895" y="411"/>
                </a:cubicBezTo>
                <a:cubicBezTo>
                  <a:pt x="950" y="391"/>
                  <a:pt x="1002" y="381"/>
                  <a:pt x="1050" y="381"/>
                </a:cubicBezTo>
                <a:lnTo>
                  <a:pt x="1104" y="381"/>
                </a:lnTo>
                <a:lnTo>
                  <a:pt x="1104" y="433"/>
                </a:lnTo>
                <a:cubicBezTo>
                  <a:pt x="1104" y="540"/>
                  <a:pt x="1087" y="633"/>
                  <a:pt x="1054" y="714"/>
                </a:cubicBezTo>
                <a:cubicBezTo>
                  <a:pt x="1021" y="794"/>
                  <a:pt x="979" y="862"/>
                  <a:pt x="926" y="916"/>
                </a:cubicBezTo>
                <a:cubicBezTo>
                  <a:pt x="874" y="971"/>
                  <a:pt x="815" y="1014"/>
                  <a:pt x="749" y="1045"/>
                </a:cubicBezTo>
                <a:cubicBezTo>
                  <a:pt x="684" y="1075"/>
                  <a:pt x="618" y="1094"/>
                  <a:pt x="551" y="1102"/>
                </a:cubicBezTo>
                <a:moveTo>
                  <a:pt x="562" y="1018"/>
                </a:moveTo>
                <a:cubicBezTo>
                  <a:pt x="552" y="847"/>
                  <a:pt x="503" y="717"/>
                  <a:pt x="414" y="629"/>
                </a:cubicBezTo>
                <a:cubicBezTo>
                  <a:pt x="326" y="541"/>
                  <a:pt x="216" y="486"/>
                  <a:pt x="84" y="465"/>
                </a:cubicBezTo>
                <a:cubicBezTo>
                  <a:pt x="96" y="642"/>
                  <a:pt x="148" y="775"/>
                  <a:pt x="239" y="862"/>
                </a:cubicBezTo>
                <a:cubicBezTo>
                  <a:pt x="331" y="949"/>
                  <a:pt x="438" y="1001"/>
                  <a:pt x="562" y="1018"/>
                </a:cubicBezTo>
                <a:moveTo>
                  <a:pt x="550" y="680"/>
                </a:moveTo>
                <a:cubicBezTo>
                  <a:pt x="563" y="656"/>
                  <a:pt x="581" y="631"/>
                  <a:pt x="603" y="603"/>
                </a:cubicBezTo>
                <a:cubicBezTo>
                  <a:pt x="626" y="575"/>
                  <a:pt x="647" y="552"/>
                  <a:pt x="669" y="534"/>
                </a:cubicBezTo>
                <a:cubicBezTo>
                  <a:pt x="673" y="472"/>
                  <a:pt x="664" y="408"/>
                  <a:pt x="641" y="344"/>
                </a:cubicBezTo>
                <a:cubicBezTo>
                  <a:pt x="618" y="280"/>
                  <a:pt x="588" y="213"/>
                  <a:pt x="551" y="144"/>
                </a:cubicBezTo>
                <a:cubicBezTo>
                  <a:pt x="515" y="213"/>
                  <a:pt x="485" y="280"/>
                  <a:pt x="462" y="344"/>
                </a:cubicBezTo>
                <a:cubicBezTo>
                  <a:pt x="439" y="408"/>
                  <a:pt x="430" y="472"/>
                  <a:pt x="434" y="534"/>
                </a:cubicBezTo>
                <a:cubicBezTo>
                  <a:pt x="455" y="552"/>
                  <a:pt x="477" y="575"/>
                  <a:pt x="498" y="603"/>
                </a:cubicBezTo>
                <a:cubicBezTo>
                  <a:pt x="520" y="631"/>
                  <a:pt x="537" y="656"/>
                  <a:pt x="550" y="680"/>
                </a:cubicBezTo>
                <a:moveTo>
                  <a:pt x="645" y="994"/>
                </a:moveTo>
                <a:cubicBezTo>
                  <a:pt x="688" y="979"/>
                  <a:pt x="731" y="958"/>
                  <a:pt x="774" y="932"/>
                </a:cubicBezTo>
                <a:cubicBezTo>
                  <a:pt x="817" y="907"/>
                  <a:pt x="855" y="873"/>
                  <a:pt x="890" y="832"/>
                </a:cubicBezTo>
                <a:cubicBezTo>
                  <a:pt x="924" y="790"/>
                  <a:pt x="953" y="740"/>
                  <a:pt x="977" y="679"/>
                </a:cubicBezTo>
                <a:cubicBezTo>
                  <a:pt x="1000" y="619"/>
                  <a:pt x="1014" y="548"/>
                  <a:pt x="1019" y="465"/>
                </a:cubicBezTo>
                <a:cubicBezTo>
                  <a:pt x="921" y="481"/>
                  <a:pt x="835" y="515"/>
                  <a:pt x="761" y="569"/>
                </a:cubicBezTo>
                <a:cubicBezTo>
                  <a:pt x="687" y="623"/>
                  <a:pt x="632" y="689"/>
                  <a:pt x="597" y="768"/>
                </a:cubicBezTo>
                <a:cubicBezTo>
                  <a:pt x="608" y="803"/>
                  <a:pt x="618" y="838"/>
                  <a:pt x="626" y="874"/>
                </a:cubicBezTo>
                <a:cubicBezTo>
                  <a:pt x="634" y="909"/>
                  <a:pt x="641" y="949"/>
                  <a:pt x="645" y="994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456" name=""/>
          <p:cNvPicPr/>
          <p:nvPr/>
        </p:nvPicPr>
        <p:blipFill>
          <a:blip r:embed="rId1"/>
          <a:stretch/>
        </p:blipFill>
        <p:spPr>
          <a:xfrm>
            <a:off x="781200" y="265752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7" name=""/>
          <p:cNvSpPr txBox="1"/>
          <p:nvPr/>
        </p:nvSpPr>
        <p:spPr>
          <a:xfrm>
            <a:off x="1047600" y="1491840"/>
            <a:ext cx="307116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Antigravity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の哲学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933480" y="2577240"/>
            <a:ext cx="239220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02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「重力からの解放」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781200" y="3126960"/>
            <a:ext cx="10389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開発者は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「何を創るか（</a:t>
            </a:r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What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）」に集中すべき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。環境構築、定型作業、ドキュメント、デザイン素材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0" name=""/>
          <p:cNvSpPr/>
          <p:nvPr/>
        </p:nvSpPr>
        <p:spPr>
          <a:xfrm>
            <a:off x="621720" y="3852360"/>
            <a:ext cx="2688480" cy="1067400"/>
          </a:xfrm>
          <a:custGeom>
            <a:avLst/>
            <a:gdLst/>
            <a:ahLst/>
            <a:rect l="0" t="0" r="r" b="b"/>
            <a:pathLst>
              <a:path w="7468" h="2965">
                <a:moveTo>
                  <a:pt x="442" y="676"/>
                </a:moveTo>
                <a:lnTo>
                  <a:pt x="442" y="2131"/>
                </a:lnTo>
                <a:cubicBezTo>
                  <a:pt x="442" y="2173"/>
                  <a:pt x="450" y="2213"/>
                  <a:pt x="466" y="2252"/>
                </a:cubicBezTo>
                <a:cubicBezTo>
                  <a:pt x="482" y="2291"/>
                  <a:pt x="505" y="2326"/>
                  <a:pt x="535" y="2355"/>
                </a:cubicBezTo>
                <a:cubicBezTo>
                  <a:pt x="565" y="2385"/>
                  <a:pt x="599" y="2408"/>
                  <a:pt x="638" y="2424"/>
                </a:cubicBezTo>
                <a:cubicBezTo>
                  <a:pt x="677" y="2440"/>
                  <a:pt x="717" y="2448"/>
                  <a:pt x="760" y="2448"/>
                </a:cubicBezTo>
                <a:lnTo>
                  <a:pt x="6714" y="2448"/>
                </a:lnTo>
                <a:cubicBezTo>
                  <a:pt x="6756" y="2448"/>
                  <a:pt x="6796" y="2440"/>
                  <a:pt x="6835" y="2424"/>
                </a:cubicBezTo>
                <a:cubicBezTo>
                  <a:pt x="6874" y="2408"/>
                  <a:pt x="6908" y="2385"/>
                  <a:pt x="6938" y="2355"/>
                </a:cubicBezTo>
                <a:cubicBezTo>
                  <a:pt x="6968" y="2326"/>
                  <a:pt x="6991" y="2291"/>
                  <a:pt x="7007" y="2252"/>
                </a:cubicBezTo>
                <a:cubicBezTo>
                  <a:pt x="7023" y="2213"/>
                  <a:pt x="7031" y="2173"/>
                  <a:pt x="7031" y="2131"/>
                </a:cubicBezTo>
                <a:lnTo>
                  <a:pt x="7031" y="676"/>
                </a:lnTo>
                <a:cubicBezTo>
                  <a:pt x="7031" y="633"/>
                  <a:pt x="7023" y="593"/>
                  <a:pt x="7007" y="554"/>
                </a:cubicBezTo>
                <a:cubicBezTo>
                  <a:pt x="6991" y="515"/>
                  <a:pt x="6968" y="481"/>
                  <a:pt x="6938" y="451"/>
                </a:cubicBezTo>
                <a:cubicBezTo>
                  <a:pt x="6908" y="421"/>
                  <a:pt x="6874" y="398"/>
                  <a:pt x="6835" y="382"/>
                </a:cubicBezTo>
                <a:cubicBezTo>
                  <a:pt x="6796" y="366"/>
                  <a:pt x="6756" y="358"/>
                  <a:pt x="6714" y="358"/>
                </a:cubicBezTo>
                <a:lnTo>
                  <a:pt x="760" y="358"/>
                </a:lnTo>
                <a:cubicBezTo>
                  <a:pt x="717" y="358"/>
                  <a:pt x="677" y="366"/>
                  <a:pt x="638" y="382"/>
                </a:cubicBezTo>
                <a:cubicBezTo>
                  <a:pt x="599" y="398"/>
                  <a:pt x="565" y="421"/>
                  <a:pt x="535" y="451"/>
                </a:cubicBezTo>
                <a:cubicBezTo>
                  <a:pt x="505" y="481"/>
                  <a:pt x="482" y="515"/>
                  <a:pt x="466" y="554"/>
                </a:cubicBezTo>
                <a:cubicBezTo>
                  <a:pt x="450" y="593"/>
                  <a:pt x="442" y="633"/>
                  <a:pt x="442" y="676"/>
                </a:cubicBezTo>
                <a:moveTo>
                  <a:pt x="0" y="0"/>
                </a:moveTo>
                <a:lnTo>
                  <a:pt x="7468" y="0"/>
                </a:lnTo>
                <a:lnTo>
                  <a:pt x="7468" y="2965"/>
                </a:lnTo>
                <a:lnTo>
                  <a:pt x="0" y="2965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61" name=""/>
          <p:cNvSpPr/>
          <p:nvPr/>
        </p:nvSpPr>
        <p:spPr>
          <a:xfrm>
            <a:off x="790560" y="3990960"/>
            <a:ext cx="2352960" cy="733680"/>
          </a:xfrm>
          <a:custGeom>
            <a:avLst/>
            <a:gdLst/>
            <a:ahLst/>
            <a:rect l="0" t="0" r="r" b="b"/>
            <a:pathLst>
              <a:path w="6536" h="2038">
                <a:moveTo>
                  <a:pt x="0" y="1747"/>
                </a:moveTo>
                <a:lnTo>
                  <a:pt x="0" y="292"/>
                </a:lnTo>
                <a:cubicBezTo>
                  <a:pt x="0" y="272"/>
                  <a:pt x="1" y="254"/>
                  <a:pt x="5" y="235"/>
                </a:cubicBezTo>
                <a:cubicBezTo>
                  <a:pt x="9" y="216"/>
                  <a:pt x="14" y="198"/>
                  <a:pt x="22" y="180"/>
                </a:cubicBezTo>
                <a:cubicBezTo>
                  <a:pt x="29" y="163"/>
                  <a:pt x="38" y="146"/>
                  <a:pt x="49" y="130"/>
                </a:cubicBezTo>
                <a:cubicBezTo>
                  <a:pt x="59" y="113"/>
                  <a:pt x="71" y="98"/>
                  <a:pt x="85" y="85"/>
                </a:cubicBezTo>
                <a:cubicBezTo>
                  <a:pt x="98" y="71"/>
                  <a:pt x="113" y="59"/>
                  <a:pt x="129" y="49"/>
                </a:cubicBezTo>
                <a:cubicBezTo>
                  <a:pt x="145" y="38"/>
                  <a:pt x="162" y="29"/>
                  <a:pt x="179" y="22"/>
                </a:cubicBezTo>
                <a:cubicBezTo>
                  <a:pt x="197" y="14"/>
                  <a:pt x="215" y="9"/>
                  <a:pt x="234" y="5"/>
                </a:cubicBezTo>
                <a:cubicBezTo>
                  <a:pt x="253" y="1"/>
                  <a:pt x="271" y="0"/>
                  <a:pt x="291" y="0"/>
                </a:cubicBezTo>
                <a:lnTo>
                  <a:pt x="6245" y="0"/>
                </a:lnTo>
                <a:cubicBezTo>
                  <a:pt x="6264" y="0"/>
                  <a:pt x="6283" y="1"/>
                  <a:pt x="6301" y="5"/>
                </a:cubicBezTo>
                <a:cubicBezTo>
                  <a:pt x="6320" y="9"/>
                  <a:pt x="6338" y="14"/>
                  <a:pt x="6356" y="22"/>
                </a:cubicBezTo>
                <a:cubicBezTo>
                  <a:pt x="6374" y="29"/>
                  <a:pt x="6391" y="38"/>
                  <a:pt x="6406" y="49"/>
                </a:cubicBezTo>
                <a:cubicBezTo>
                  <a:pt x="6422" y="59"/>
                  <a:pt x="6437" y="71"/>
                  <a:pt x="6451" y="85"/>
                </a:cubicBezTo>
                <a:cubicBezTo>
                  <a:pt x="6464" y="98"/>
                  <a:pt x="6476" y="113"/>
                  <a:pt x="6487" y="130"/>
                </a:cubicBezTo>
                <a:cubicBezTo>
                  <a:pt x="6497" y="146"/>
                  <a:pt x="6506" y="163"/>
                  <a:pt x="6514" y="180"/>
                </a:cubicBezTo>
                <a:cubicBezTo>
                  <a:pt x="6521" y="198"/>
                  <a:pt x="6526" y="216"/>
                  <a:pt x="6530" y="235"/>
                </a:cubicBezTo>
                <a:cubicBezTo>
                  <a:pt x="6534" y="254"/>
                  <a:pt x="6536" y="272"/>
                  <a:pt x="6536" y="292"/>
                </a:cubicBezTo>
                <a:lnTo>
                  <a:pt x="6536" y="1747"/>
                </a:lnTo>
                <a:cubicBezTo>
                  <a:pt x="6536" y="1766"/>
                  <a:pt x="6534" y="1785"/>
                  <a:pt x="6530" y="1804"/>
                </a:cubicBezTo>
                <a:cubicBezTo>
                  <a:pt x="6526" y="1822"/>
                  <a:pt x="6521" y="1841"/>
                  <a:pt x="6514" y="1858"/>
                </a:cubicBezTo>
                <a:cubicBezTo>
                  <a:pt x="6506" y="1876"/>
                  <a:pt x="6497" y="1893"/>
                  <a:pt x="6487" y="1908"/>
                </a:cubicBezTo>
                <a:cubicBezTo>
                  <a:pt x="6476" y="1924"/>
                  <a:pt x="6464" y="1939"/>
                  <a:pt x="6451" y="1953"/>
                </a:cubicBezTo>
                <a:cubicBezTo>
                  <a:pt x="6437" y="1966"/>
                  <a:pt x="6422" y="1978"/>
                  <a:pt x="6406" y="1989"/>
                </a:cubicBezTo>
                <a:cubicBezTo>
                  <a:pt x="6391" y="1999"/>
                  <a:pt x="6374" y="2008"/>
                  <a:pt x="6356" y="2016"/>
                </a:cubicBezTo>
                <a:cubicBezTo>
                  <a:pt x="6338" y="2023"/>
                  <a:pt x="6320" y="2029"/>
                  <a:pt x="6301" y="2032"/>
                </a:cubicBezTo>
                <a:cubicBezTo>
                  <a:pt x="6283" y="2036"/>
                  <a:pt x="6264" y="2038"/>
                  <a:pt x="6245" y="2038"/>
                </a:cubicBezTo>
                <a:lnTo>
                  <a:pt x="291" y="2038"/>
                </a:lnTo>
                <a:cubicBezTo>
                  <a:pt x="271" y="2038"/>
                  <a:pt x="253" y="2036"/>
                  <a:pt x="234" y="2032"/>
                </a:cubicBezTo>
                <a:cubicBezTo>
                  <a:pt x="215" y="2029"/>
                  <a:pt x="197" y="2023"/>
                  <a:pt x="179" y="2016"/>
                </a:cubicBezTo>
                <a:cubicBezTo>
                  <a:pt x="162" y="2008"/>
                  <a:pt x="145" y="1999"/>
                  <a:pt x="129" y="1989"/>
                </a:cubicBezTo>
                <a:cubicBezTo>
                  <a:pt x="113" y="1978"/>
                  <a:pt x="98" y="1966"/>
                  <a:pt x="85" y="1953"/>
                </a:cubicBezTo>
                <a:cubicBezTo>
                  <a:pt x="71" y="1939"/>
                  <a:pt x="59" y="1924"/>
                  <a:pt x="49" y="1908"/>
                </a:cubicBezTo>
                <a:cubicBezTo>
                  <a:pt x="38" y="1893"/>
                  <a:pt x="29" y="1876"/>
                  <a:pt x="22" y="1858"/>
                </a:cubicBezTo>
                <a:cubicBezTo>
                  <a:pt x="14" y="1841"/>
                  <a:pt x="9" y="1822"/>
                  <a:pt x="5" y="1804"/>
                </a:cubicBezTo>
                <a:cubicBezTo>
                  <a:pt x="1" y="1785"/>
                  <a:pt x="0" y="1766"/>
                  <a:pt x="0" y="1747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2" name=""/>
          <p:cNvSpPr/>
          <p:nvPr/>
        </p:nvSpPr>
        <p:spPr>
          <a:xfrm>
            <a:off x="790560" y="3990960"/>
            <a:ext cx="2352960" cy="733680"/>
          </a:xfrm>
          <a:custGeom>
            <a:avLst/>
            <a:gdLst/>
            <a:ahLst/>
            <a:rect l="0" t="0" r="r" b="b"/>
            <a:pathLst>
              <a:path w="6536" h="2038">
                <a:moveTo>
                  <a:pt x="0" y="1747"/>
                </a:moveTo>
                <a:lnTo>
                  <a:pt x="0" y="292"/>
                </a:lnTo>
                <a:cubicBezTo>
                  <a:pt x="0" y="272"/>
                  <a:pt x="1" y="254"/>
                  <a:pt x="5" y="235"/>
                </a:cubicBezTo>
                <a:cubicBezTo>
                  <a:pt x="9" y="216"/>
                  <a:pt x="14" y="198"/>
                  <a:pt x="22" y="180"/>
                </a:cubicBezTo>
                <a:cubicBezTo>
                  <a:pt x="29" y="163"/>
                  <a:pt x="38" y="146"/>
                  <a:pt x="49" y="130"/>
                </a:cubicBezTo>
                <a:cubicBezTo>
                  <a:pt x="59" y="113"/>
                  <a:pt x="71" y="98"/>
                  <a:pt x="85" y="85"/>
                </a:cubicBezTo>
                <a:cubicBezTo>
                  <a:pt x="98" y="71"/>
                  <a:pt x="113" y="59"/>
                  <a:pt x="129" y="49"/>
                </a:cubicBezTo>
                <a:cubicBezTo>
                  <a:pt x="145" y="38"/>
                  <a:pt x="162" y="29"/>
                  <a:pt x="179" y="22"/>
                </a:cubicBezTo>
                <a:cubicBezTo>
                  <a:pt x="197" y="14"/>
                  <a:pt x="215" y="9"/>
                  <a:pt x="234" y="5"/>
                </a:cubicBezTo>
                <a:cubicBezTo>
                  <a:pt x="253" y="1"/>
                  <a:pt x="271" y="0"/>
                  <a:pt x="291" y="0"/>
                </a:cubicBezTo>
                <a:lnTo>
                  <a:pt x="6245" y="0"/>
                </a:lnTo>
                <a:cubicBezTo>
                  <a:pt x="6264" y="0"/>
                  <a:pt x="6283" y="1"/>
                  <a:pt x="6301" y="5"/>
                </a:cubicBezTo>
                <a:cubicBezTo>
                  <a:pt x="6320" y="9"/>
                  <a:pt x="6338" y="14"/>
                  <a:pt x="6356" y="22"/>
                </a:cubicBezTo>
                <a:cubicBezTo>
                  <a:pt x="6374" y="29"/>
                  <a:pt x="6391" y="38"/>
                  <a:pt x="6406" y="49"/>
                </a:cubicBezTo>
                <a:cubicBezTo>
                  <a:pt x="6422" y="59"/>
                  <a:pt x="6437" y="71"/>
                  <a:pt x="6451" y="85"/>
                </a:cubicBezTo>
                <a:cubicBezTo>
                  <a:pt x="6464" y="98"/>
                  <a:pt x="6476" y="113"/>
                  <a:pt x="6487" y="130"/>
                </a:cubicBezTo>
                <a:cubicBezTo>
                  <a:pt x="6497" y="146"/>
                  <a:pt x="6506" y="163"/>
                  <a:pt x="6514" y="180"/>
                </a:cubicBezTo>
                <a:cubicBezTo>
                  <a:pt x="6521" y="198"/>
                  <a:pt x="6526" y="216"/>
                  <a:pt x="6530" y="235"/>
                </a:cubicBezTo>
                <a:cubicBezTo>
                  <a:pt x="6534" y="254"/>
                  <a:pt x="6536" y="272"/>
                  <a:pt x="6536" y="292"/>
                </a:cubicBezTo>
                <a:lnTo>
                  <a:pt x="6536" y="1747"/>
                </a:lnTo>
                <a:cubicBezTo>
                  <a:pt x="6536" y="1766"/>
                  <a:pt x="6534" y="1785"/>
                  <a:pt x="6530" y="1804"/>
                </a:cubicBezTo>
                <a:cubicBezTo>
                  <a:pt x="6526" y="1822"/>
                  <a:pt x="6521" y="1841"/>
                  <a:pt x="6514" y="1858"/>
                </a:cubicBezTo>
                <a:cubicBezTo>
                  <a:pt x="6506" y="1876"/>
                  <a:pt x="6497" y="1893"/>
                  <a:pt x="6487" y="1908"/>
                </a:cubicBezTo>
                <a:cubicBezTo>
                  <a:pt x="6476" y="1924"/>
                  <a:pt x="6464" y="1939"/>
                  <a:pt x="6451" y="1953"/>
                </a:cubicBezTo>
                <a:cubicBezTo>
                  <a:pt x="6437" y="1966"/>
                  <a:pt x="6422" y="1978"/>
                  <a:pt x="6406" y="1989"/>
                </a:cubicBezTo>
                <a:cubicBezTo>
                  <a:pt x="6391" y="1999"/>
                  <a:pt x="6374" y="2008"/>
                  <a:pt x="6356" y="2016"/>
                </a:cubicBezTo>
                <a:cubicBezTo>
                  <a:pt x="6338" y="2023"/>
                  <a:pt x="6320" y="2029"/>
                  <a:pt x="6301" y="2032"/>
                </a:cubicBezTo>
                <a:cubicBezTo>
                  <a:pt x="6283" y="2036"/>
                  <a:pt x="6264" y="2038"/>
                  <a:pt x="6245" y="2038"/>
                </a:cubicBezTo>
                <a:lnTo>
                  <a:pt x="291" y="2038"/>
                </a:lnTo>
                <a:cubicBezTo>
                  <a:pt x="271" y="2038"/>
                  <a:pt x="253" y="2036"/>
                  <a:pt x="234" y="2032"/>
                </a:cubicBezTo>
                <a:cubicBezTo>
                  <a:pt x="215" y="2029"/>
                  <a:pt x="197" y="2023"/>
                  <a:pt x="179" y="2016"/>
                </a:cubicBezTo>
                <a:cubicBezTo>
                  <a:pt x="162" y="2008"/>
                  <a:pt x="145" y="1999"/>
                  <a:pt x="129" y="1989"/>
                </a:cubicBezTo>
                <a:cubicBezTo>
                  <a:pt x="113" y="1978"/>
                  <a:pt x="98" y="1966"/>
                  <a:pt x="85" y="1953"/>
                </a:cubicBezTo>
                <a:cubicBezTo>
                  <a:pt x="71" y="1939"/>
                  <a:pt x="59" y="1924"/>
                  <a:pt x="49" y="1908"/>
                </a:cubicBezTo>
                <a:cubicBezTo>
                  <a:pt x="38" y="1893"/>
                  <a:pt x="29" y="1876"/>
                  <a:pt x="22" y="1858"/>
                </a:cubicBezTo>
                <a:cubicBezTo>
                  <a:pt x="14" y="1841"/>
                  <a:pt x="9" y="1822"/>
                  <a:pt x="5" y="1804"/>
                </a:cubicBezTo>
                <a:cubicBezTo>
                  <a:pt x="1" y="1785"/>
                  <a:pt x="0" y="1766"/>
                  <a:pt x="0" y="1747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3" name=""/>
          <p:cNvSpPr/>
          <p:nvPr/>
        </p:nvSpPr>
        <p:spPr>
          <a:xfrm>
            <a:off x="1001520" y="4163760"/>
            <a:ext cx="302040" cy="302040"/>
          </a:xfrm>
          <a:custGeom>
            <a:avLst/>
            <a:gdLst/>
            <a:ahLst/>
            <a:rect l="0" t="0" r="r" b="b"/>
            <a:pathLst>
              <a:path w="839" h="839">
                <a:moveTo>
                  <a:pt x="324" y="839"/>
                </a:moveTo>
                <a:lnTo>
                  <a:pt x="303" y="707"/>
                </a:lnTo>
                <a:cubicBezTo>
                  <a:pt x="289" y="702"/>
                  <a:pt x="275" y="696"/>
                  <a:pt x="261" y="687"/>
                </a:cubicBezTo>
                <a:cubicBezTo>
                  <a:pt x="246" y="679"/>
                  <a:pt x="233" y="670"/>
                  <a:pt x="222" y="661"/>
                </a:cubicBezTo>
                <a:lnTo>
                  <a:pt x="97" y="718"/>
                </a:lnTo>
                <a:lnTo>
                  <a:pt x="0" y="545"/>
                </a:lnTo>
                <a:lnTo>
                  <a:pt x="113" y="462"/>
                </a:lnTo>
                <a:cubicBezTo>
                  <a:pt x="112" y="456"/>
                  <a:pt x="111" y="449"/>
                  <a:pt x="111" y="441"/>
                </a:cubicBezTo>
                <a:cubicBezTo>
                  <a:pt x="110" y="433"/>
                  <a:pt x="110" y="425"/>
                  <a:pt x="110" y="419"/>
                </a:cubicBezTo>
                <a:cubicBezTo>
                  <a:pt x="110" y="413"/>
                  <a:pt x="110" y="406"/>
                  <a:pt x="111" y="398"/>
                </a:cubicBezTo>
                <a:cubicBezTo>
                  <a:pt x="111" y="390"/>
                  <a:pt x="112" y="382"/>
                  <a:pt x="113" y="376"/>
                </a:cubicBezTo>
                <a:lnTo>
                  <a:pt x="0" y="293"/>
                </a:lnTo>
                <a:lnTo>
                  <a:pt x="97" y="122"/>
                </a:lnTo>
                <a:lnTo>
                  <a:pt x="222" y="178"/>
                </a:lnTo>
                <a:cubicBezTo>
                  <a:pt x="233" y="169"/>
                  <a:pt x="246" y="160"/>
                  <a:pt x="261" y="152"/>
                </a:cubicBezTo>
                <a:cubicBezTo>
                  <a:pt x="275" y="144"/>
                  <a:pt x="289" y="137"/>
                  <a:pt x="303" y="133"/>
                </a:cubicBezTo>
                <a:lnTo>
                  <a:pt x="324" y="0"/>
                </a:lnTo>
                <a:lnTo>
                  <a:pt x="516" y="0"/>
                </a:lnTo>
                <a:lnTo>
                  <a:pt x="537" y="132"/>
                </a:lnTo>
                <a:cubicBezTo>
                  <a:pt x="551" y="137"/>
                  <a:pt x="565" y="144"/>
                  <a:pt x="580" y="152"/>
                </a:cubicBezTo>
                <a:cubicBezTo>
                  <a:pt x="595" y="160"/>
                  <a:pt x="607" y="168"/>
                  <a:pt x="618" y="178"/>
                </a:cubicBezTo>
                <a:lnTo>
                  <a:pt x="741" y="122"/>
                </a:lnTo>
                <a:lnTo>
                  <a:pt x="839" y="293"/>
                </a:lnTo>
                <a:lnTo>
                  <a:pt x="726" y="374"/>
                </a:lnTo>
                <a:cubicBezTo>
                  <a:pt x="727" y="381"/>
                  <a:pt x="728" y="389"/>
                  <a:pt x="728" y="397"/>
                </a:cubicBezTo>
                <a:cubicBezTo>
                  <a:pt x="729" y="405"/>
                  <a:pt x="729" y="412"/>
                  <a:pt x="729" y="419"/>
                </a:cubicBezTo>
                <a:cubicBezTo>
                  <a:pt x="729" y="426"/>
                  <a:pt x="729" y="433"/>
                  <a:pt x="728" y="441"/>
                </a:cubicBezTo>
                <a:cubicBezTo>
                  <a:pt x="728" y="449"/>
                  <a:pt x="727" y="456"/>
                  <a:pt x="726" y="463"/>
                </a:cubicBezTo>
                <a:lnTo>
                  <a:pt x="839" y="545"/>
                </a:lnTo>
                <a:lnTo>
                  <a:pt x="741" y="718"/>
                </a:lnTo>
                <a:lnTo>
                  <a:pt x="618" y="661"/>
                </a:lnTo>
                <a:cubicBezTo>
                  <a:pt x="607" y="670"/>
                  <a:pt x="594" y="679"/>
                  <a:pt x="580" y="688"/>
                </a:cubicBezTo>
                <a:cubicBezTo>
                  <a:pt x="565" y="696"/>
                  <a:pt x="551" y="703"/>
                  <a:pt x="537" y="707"/>
                </a:cubicBezTo>
                <a:lnTo>
                  <a:pt x="516" y="839"/>
                </a:lnTo>
                <a:lnTo>
                  <a:pt x="324" y="839"/>
                </a:lnTo>
                <a:moveTo>
                  <a:pt x="374" y="776"/>
                </a:moveTo>
                <a:lnTo>
                  <a:pt x="466" y="776"/>
                </a:lnTo>
                <a:lnTo>
                  <a:pt x="481" y="659"/>
                </a:lnTo>
                <a:cubicBezTo>
                  <a:pt x="504" y="653"/>
                  <a:pt x="526" y="645"/>
                  <a:pt x="546" y="633"/>
                </a:cubicBezTo>
                <a:cubicBezTo>
                  <a:pt x="567" y="621"/>
                  <a:pt x="585" y="607"/>
                  <a:pt x="602" y="590"/>
                </a:cubicBezTo>
                <a:lnTo>
                  <a:pt x="713" y="638"/>
                </a:lnTo>
                <a:lnTo>
                  <a:pt x="755" y="562"/>
                </a:lnTo>
                <a:lnTo>
                  <a:pt x="657" y="489"/>
                </a:lnTo>
                <a:cubicBezTo>
                  <a:pt x="659" y="477"/>
                  <a:pt x="662" y="466"/>
                  <a:pt x="663" y="454"/>
                </a:cubicBezTo>
                <a:cubicBezTo>
                  <a:pt x="665" y="443"/>
                  <a:pt x="666" y="431"/>
                  <a:pt x="666" y="419"/>
                </a:cubicBezTo>
                <a:cubicBezTo>
                  <a:pt x="666" y="407"/>
                  <a:pt x="665" y="396"/>
                  <a:pt x="664" y="384"/>
                </a:cubicBezTo>
                <a:cubicBezTo>
                  <a:pt x="663" y="373"/>
                  <a:pt x="660" y="361"/>
                  <a:pt x="657" y="349"/>
                </a:cubicBezTo>
                <a:lnTo>
                  <a:pt x="755" y="277"/>
                </a:lnTo>
                <a:lnTo>
                  <a:pt x="713" y="201"/>
                </a:lnTo>
                <a:lnTo>
                  <a:pt x="602" y="249"/>
                </a:lnTo>
                <a:cubicBezTo>
                  <a:pt x="586" y="231"/>
                  <a:pt x="568" y="216"/>
                  <a:pt x="548" y="204"/>
                </a:cubicBezTo>
                <a:cubicBezTo>
                  <a:pt x="527" y="192"/>
                  <a:pt x="505" y="184"/>
                  <a:pt x="481" y="180"/>
                </a:cubicBezTo>
                <a:lnTo>
                  <a:pt x="466" y="63"/>
                </a:lnTo>
                <a:lnTo>
                  <a:pt x="374" y="63"/>
                </a:lnTo>
                <a:lnTo>
                  <a:pt x="359" y="180"/>
                </a:lnTo>
                <a:cubicBezTo>
                  <a:pt x="335" y="185"/>
                  <a:pt x="313" y="194"/>
                  <a:pt x="293" y="205"/>
                </a:cubicBezTo>
                <a:cubicBezTo>
                  <a:pt x="272" y="217"/>
                  <a:pt x="254" y="232"/>
                  <a:pt x="238" y="249"/>
                </a:cubicBezTo>
                <a:lnTo>
                  <a:pt x="126" y="201"/>
                </a:lnTo>
                <a:lnTo>
                  <a:pt x="84" y="277"/>
                </a:lnTo>
                <a:lnTo>
                  <a:pt x="183" y="349"/>
                </a:lnTo>
                <a:cubicBezTo>
                  <a:pt x="180" y="361"/>
                  <a:pt x="178" y="373"/>
                  <a:pt x="176" y="384"/>
                </a:cubicBezTo>
                <a:cubicBezTo>
                  <a:pt x="175" y="396"/>
                  <a:pt x="174" y="407"/>
                  <a:pt x="174" y="419"/>
                </a:cubicBezTo>
                <a:cubicBezTo>
                  <a:pt x="174" y="431"/>
                  <a:pt x="175" y="443"/>
                  <a:pt x="176" y="454"/>
                </a:cubicBezTo>
                <a:cubicBezTo>
                  <a:pt x="178" y="466"/>
                  <a:pt x="180" y="477"/>
                  <a:pt x="183" y="489"/>
                </a:cubicBezTo>
                <a:lnTo>
                  <a:pt x="84" y="562"/>
                </a:lnTo>
                <a:lnTo>
                  <a:pt x="126" y="638"/>
                </a:lnTo>
                <a:lnTo>
                  <a:pt x="238" y="590"/>
                </a:lnTo>
                <a:cubicBezTo>
                  <a:pt x="254" y="607"/>
                  <a:pt x="273" y="621"/>
                  <a:pt x="294" y="633"/>
                </a:cubicBezTo>
                <a:cubicBezTo>
                  <a:pt x="314" y="645"/>
                  <a:pt x="336" y="653"/>
                  <a:pt x="359" y="659"/>
                </a:cubicBezTo>
                <a:lnTo>
                  <a:pt x="374" y="776"/>
                </a:lnTo>
                <a:moveTo>
                  <a:pt x="420" y="555"/>
                </a:moveTo>
                <a:cubicBezTo>
                  <a:pt x="458" y="555"/>
                  <a:pt x="490" y="542"/>
                  <a:pt x="516" y="515"/>
                </a:cubicBezTo>
                <a:cubicBezTo>
                  <a:pt x="543" y="489"/>
                  <a:pt x="556" y="457"/>
                  <a:pt x="556" y="419"/>
                </a:cubicBezTo>
                <a:cubicBezTo>
                  <a:pt x="556" y="381"/>
                  <a:pt x="543" y="349"/>
                  <a:pt x="516" y="323"/>
                </a:cubicBezTo>
                <a:cubicBezTo>
                  <a:pt x="490" y="296"/>
                  <a:pt x="458" y="283"/>
                  <a:pt x="420" y="283"/>
                </a:cubicBezTo>
                <a:cubicBezTo>
                  <a:pt x="382" y="283"/>
                  <a:pt x="350" y="296"/>
                  <a:pt x="324" y="323"/>
                </a:cubicBezTo>
                <a:cubicBezTo>
                  <a:pt x="297" y="349"/>
                  <a:pt x="284" y="381"/>
                  <a:pt x="284" y="419"/>
                </a:cubicBezTo>
                <a:cubicBezTo>
                  <a:pt x="284" y="457"/>
                  <a:pt x="297" y="489"/>
                  <a:pt x="324" y="515"/>
                </a:cubicBezTo>
                <a:cubicBezTo>
                  <a:pt x="350" y="542"/>
                  <a:pt x="382" y="555"/>
                  <a:pt x="420" y="555"/>
                </a:cubicBez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781200" y="3488760"/>
            <a:ext cx="34171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──これらはすべて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に任せる。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5" name=""/>
          <p:cNvSpPr/>
          <p:nvPr/>
        </p:nvSpPr>
        <p:spPr>
          <a:xfrm>
            <a:off x="3090600" y="3852360"/>
            <a:ext cx="2688480" cy="1067400"/>
          </a:xfrm>
          <a:custGeom>
            <a:avLst/>
            <a:gdLst/>
            <a:ahLst/>
            <a:rect l="0" t="0" r="r" b="b"/>
            <a:pathLst>
              <a:path w="7468" h="2965">
                <a:moveTo>
                  <a:pt x="437" y="676"/>
                </a:moveTo>
                <a:lnTo>
                  <a:pt x="437" y="2131"/>
                </a:lnTo>
                <a:cubicBezTo>
                  <a:pt x="437" y="2173"/>
                  <a:pt x="445" y="2213"/>
                  <a:pt x="461" y="2252"/>
                </a:cubicBezTo>
                <a:cubicBezTo>
                  <a:pt x="477" y="2291"/>
                  <a:pt x="500" y="2326"/>
                  <a:pt x="530" y="2355"/>
                </a:cubicBezTo>
                <a:cubicBezTo>
                  <a:pt x="560" y="2385"/>
                  <a:pt x="594" y="2408"/>
                  <a:pt x="633" y="2424"/>
                </a:cubicBezTo>
                <a:cubicBezTo>
                  <a:pt x="672" y="2440"/>
                  <a:pt x="712" y="2448"/>
                  <a:pt x="754" y="2448"/>
                </a:cubicBezTo>
                <a:lnTo>
                  <a:pt x="6708" y="2448"/>
                </a:lnTo>
                <a:cubicBezTo>
                  <a:pt x="6751" y="2448"/>
                  <a:pt x="6791" y="2440"/>
                  <a:pt x="6830" y="2424"/>
                </a:cubicBezTo>
                <a:cubicBezTo>
                  <a:pt x="6869" y="2408"/>
                  <a:pt x="6903" y="2385"/>
                  <a:pt x="6933" y="2355"/>
                </a:cubicBezTo>
                <a:cubicBezTo>
                  <a:pt x="6963" y="2326"/>
                  <a:pt x="6986" y="2291"/>
                  <a:pt x="7002" y="2252"/>
                </a:cubicBezTo>
                <a:cubicBezTo>
                  <a:pt x="7018" y="2213"/>
                  <a:pt x="7026" y="2173"/>
                  <a:pt x="7026" y="2131"/>
                </a:cubicBezTo>
                <a:lnTo>
                  <a:pt x="7026" y="676"/>
                </a:lnTo>
                <a:cubicBezTo>
                  <a:pt x="7026" y="633"/>
                  <a:pt x="7018" y="593"/>
                  <a:pt x="7002" y="554"/>
                </a:cubicBezTo>
                <a:cubicBezTo>
                  <a:pt x="6986" y="515"/>
                  <a:pt x="6963" y="481"/>
                  <a:pt x="6933" y="451"/>
                </a:cubicBezTo>
                <a:cubicBezTo>
                  <a:pt x="6903" y="421"/>
                  <a:pt x="6869" y="398"/>
                  <a:pt x="6830" y="382"/>
                </a:cubicBezTo>
                <a:cubicBezTo>
                  <a:pt x="6791" y="366"/>
                  <a:pt x="6751" y="358"/>
                  <a:pt x="6708" y="358"/>
                </a:cubicBezTo>
                <a:lnTo>
                  <a:pt x="754" y="358"/>
                </a:lnTo>
                <a:cubicBezTo>
                  <a:pt x="712" y="358"/>
                  <a:pt x="672" y="366"/>
                  <a:pt x="633" y="382"/>
                </a:cubicBezTo>
                <a:cubicBezTo>
                  <a:pt x="594" y="398"/>
                  <a:pt x="560" y="421"/>
                  <a:pt x="530" y="451"/>
                </a:cubicBezTo>
                <a:cubicBezTo>
                  <a:pt x="500" y="481"/>
                  <a:pt x="477" y="515"/>
                  <a:pt x="461" y="554"/>
                </a:cubicBezTo>
                <a:cubicBezTo>
                  <a:pt x="445" y="593"/>
                  <a:pt x="437" y="633"/>
                  <a:pt x="437" y="676"/>
                </a:cubicBezTo>
                <a:moveTo>
                  <a:pt x="0" y="0"/>
                </a:moveTo>
                <a:lnTo>
                  <a:pt x="7468" y="0"/>
                </a:lnTo>
                <a:lnTo>
                  <a:pt x="7468" y="2965"/>
                </a:lnTo>
                <a:lnTo>
                  <a:pt x="0" y="2965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66" name=""/>
          <p:cNvSpPr/>
          <p:nvPr/>
        </p:nvSpPr>
        <p:spPr>
          <a:xfrm>
            <a:off x="3257280" y="3990960"/>
            <a:ext cx="2352960" cy="733680"/>
          </a:xfrm>
          <a:custGeom>
            <a:avLst/>
            <a:gdLst/>
            <a:ahLst/>
            <a:rect l="0" t="0" r="r" b="b"/>
            <a:pathLst>
              <a:path w="6536" h="2038">
                <a:moveTo>
                  <a:pt x="0" y="1747"/>
                </a:moveTo>
                <a:lnTo>
                  <a:pt x="0" y="292"/>
                </a:lnTo>
                <a:cubicBezTo>
                  <a:pt x="0" y="272"/>
                  <a:pt x="2" y="254"/>
                  <a:pt x="6" y="235"/>
                </a:cubicBezTo>
                <a:cubicBezTo>
                  <a:pt x="10" y="216"/>
                  <a:pt x="15" y="198"/>
                  <a:pt x="22" y="180"/>
                </a:cubicBezTo>
                <a:cubicBezTo>
                  <a:pt x="30" y="163"/>
                  <a:pt x="39" y="146"/>
                  <a:pt x="49" y="130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8" y="14"/>
                  <a:pt x="216" y="9"/>
                  <a:pt x="235" y="5"/>
                </a:cubicBezTo>
                <a:cubicBezTo>
                  <a:pt x="253" y="1"/>
                  <a:pt x="272" y="0"/>
                  <a:pt x="291" y="0"/>
                </a:cubicBezTo>
                <a:lnTo>
                  <a:pt x="6245" y="0"/>
                </a:lnTo>
                <a:cubicBezTo>
                  <a:pt x="6265" y="0"/>
                  <a:pt x="6283" y="1"/>
                  <a:pt x="6302" y="5"/>
                </a:cubicBezTo>
                <a:cubicBezTo>
                  <a:pt x="6321" y="9"/>
                  <a:pt x="6339" y="14"/>
                  <a:pt x="6357" y="22"/>
                </a:cubicBezTo>
                <a:cubicBezTo>
                  <a:pt x="6374" y="29"/>
                  <a:pt x="6391" y="38"/>
                  <a:pt x="6407" y="49"/>
                </a:cubicBezTo>
                <a:cubicBezTo>
                  <a:pt x="6423" y="59"/>
                  <a:pt x="6438" y="71"/>
                  <a:pt x="6451" y="85"/>
                </a:cubicBezTo>
                <a:cubicBezTo>
                  <a:pt x="6465" y="98"/>
                  <a:pt x="6477" y="113"/>
                  <a:pt x="6487" y="130"/>
                </a:cubicBezTo>
                <a:cubicBezTo>
                  <a:pt x="6498" y="146"/>
                  <a:pt x="6507" y="163"/>
                  <a:pt x="6514" y="180"/>
                </a:cubicBezTo>
                <a:cubicBezTo>
                  <a:pt x="6522" y="198"/>
                  <a:pt x="6527" y="216"/>
                  <a:pt x="6531" y="235"/>
                </a:cubicBezTo>
                <a:cubicBezTo>
                  <a:pt x="6535" y="254"/>
                  <a:pt x="6536" y="272"/>
                  <a:pt x="6536" y="292"/>
                </a:cubicBezTo>
                <a:lnTo>
                  <a:pt x="6536" y="1747"/>
                </a:lnTo>
                <a:cubicBezTo>
                  <a:pt x="6536" y="1766"/>
                  <a:pt x="6535" y="1785"/>
                  <a:pt x="6531" y="1804"/>
                </a:cubicBezTo>
                <a:cubicBezTo>
                  <a:pt x="6527" y="1822"/>
                  <a:pt x="6522" y="1841"/>
                  <a:pt x="6514" y="1858"/>
                </a:cubicBezTo>
                <a:cubicBezTo>
                  <a:pt x="6507" y="1876"/>
                  <a:pt x="6498" y="1893"/>
                  <a:pt x="6487" y="1908"/>
                </a:cubicBezTo>
                <a:cubicBezTo>
                  <a:pt x="6477" y="1924"/>
                  <a:pt x="6465" y="1939"/>
                  <a:pt x="6451" y="1953"/>
                </a:cubicBezTo>
                <a:cubicBezTo>
                  <a:pt x="6438" y="1966"/>
                  <a:pt x="6423" y="1978"/>
                  <a:pt x="6407" y="1989"/>
                </a:cubicBezTo>
                <a:cubicBezTo>
                  <a:pt x="6391" y="1999"/>
                  <a:pt x="6374" y="2008"/>
                  <a:pt x="6357" y="2016"/>
                </a:cubicBezTo>
                <a:cubicBezTo>
                  <a:pt x="6339" y="2023"/>
                  <a:pt x="6321" y="2029"/>
                  <a:pt x="6302" y="2032"/>
                </a:cubicBezTo>
                <a:cubicBezTo>
                  <a:pt x="6283" y="2036"/>
                  <a:pt x="6265" y="2038"/>
                  <a:pt x="6245" y="2038"/>
                </a:cubicBezTo>
                <a:lnTo>
                  <a:pt x="291" y="2038"/>
                </a:lnTo>
                <a:cubicBezTo>
                  <a:pt x="272" y="2038"/>
                  <a:pt x="253" y="2036"/>
                  <a:pt x="235" y="2032"/>
                </a:cubicBezTo>
                <a:cubicBezTo>
                  <a:pt x="216" y="2029"/>
                  <a:pt x="198" y="2023"/>
                  <a:pt x="180" y="2016"/>
                </a:cubicBezTo>
                <a:cubicBezTo>
                  <a:pt x="162" y="2008"/>
                  <a:pt x="145" y="1999"/>
                  <a:pt x="130" y="1989"/>
                </a:cubicBezTo>
                <a:cubicBezTo>
                  <a:pt x="114" y="1978"/>
                  <a:pt x="99" y="1966"/>
                  <a:pt x="85" y="1953"/>
                </a:cubicBezTo>
                <a:cubicBezTo>
                  <a:pt x="72" y="1939"/>
                  <a:pt x="60" y="1924"/>
                  <a:pt x="49" y="1908"/>
                </a:cubicBezTo>
                <a:cubicBezTo>
                  <a:pt x="39" y="1893"/>
                  <a:pt x="30" y="1876"/>
                  <a:pt x="22" y="1858"/>
                </a:cubicBezTo>
                <a:cubicBezTo>
                  <a:pt x="15" y="1841"/>
                  <a:pt x="10" y="1822"/>
                  <a:pt x="6" y="1804"/>
                </a:cubicBezTo>
                <a:cubicBezTo>
                  <a:pt x="2" y="1785"/>
                  <a:pt x="0" y="1766"/>
                  <a:pt x="0" y="1747"/>
                </a:cubicBezTo>
                <a:close/>
              </a:path>
            </a:pathLst>
          </a:custGeom>
          <a:solidFill>
            <a:srgbClr val="F6C6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7" name=""/>
          <p:cNvSpPr/>
          <p:nvPr/>
        </p:nvSpPr>
        <p:spPr>
          <a:xfrm>
            <a:off x="3257280" y="3990960"/>
            <a:ext cx="2352960" cy="733680"/>
          </a:xfrm>
          <a:custGeom>
            <a:avLst/>
            <a:gdLst/>
            <a:ahLst/>
            <a:rect l="0" t="0" r="r" b="b"/>
            <a:pathLst>
              <a:path w="6536" h="2038">
                <a:moveTo>
                  <a:pt x="0" y="1747"/>
                </a:moveTo>
                <a:lnTo>
                  <a:pt x="0" y="292"/>
                </a:lnTo>
                <a:cubicBezTo>
                  <a:pt x="0" y="272"/>
                  <a:pt x="2" y="254"/>
                  <a:pt x="6" y="235"/>
                </a:cubicBezTo>
                <a:cubicBezTo>
                  <a:pt x="10" y="216"/>
                  <a:pt x="15" y="198"/>
                  <a:pt x="22" y="180"/>
                </a:cubicBezTo>
                <a:cubicBezTo>
                  <a:pt x="30" y="163"/>
                  <a:pt x="39" y="146"/>
                  <a:pt x="49" y="130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8" y="14"/>
                  <a:pt x="216" y="9"/>
                  <a:pt x="235" y="5"/>
                </a:cubicBezTo>
                <a:cubicBezTo>
                  <a:pt x="253" y="1"/>
                  <a:pt x="272" y="0"/>
                  <a:pt x="291" y="0"/>
                </a:cubicBezTo>
                <a:lnTo>
                  <a:pt x="6245" y="0"/>
                </a:lnTo>
                <a:cubicBezTo>
                  <a:pt x="6265" y="0"/>
                  <a:pt x="6283" y="1"/>
                  <a:pt x="6302" y="5"/>
                </a:cubicBezTo>
                <a:cubicBezTo>
                  <a:pt x="6321" y="9"/>
                  <a:pt x="6339" y="14"/>
                  <a:pt x="6357" y="22"/>
                </a:cubicBezTo>
                <a:cubicBezTo>
                  <a:pt x="6374" y="29"/>
                  <a:pt x="6391" y="38"/>
                  <a:pt x="6407" y="49"/>
                </a:cubicBezTo>
                <a:cubicBezTo>
                  <a:pt x="6423" y="59"/>
                  <a:pt x="6438" y="71"/>
                  <a:pt x="6451" y="85"/>
                </a:cubicBezTo>
                <a:cubicBezTo>
                  <a:pt x="6465" y="98"/>
                  <a:pt x="6477" y="113"/>
                  <a:pt x="6487" y="130"/>
                </a:cubicBezTo>
                <a:cubicBezTo>
                  <a:pt x="6498" y="146"/>
                  <a:pt x="6507" y="163"/>
                  <a:pt x="6514" y="180"/>
                </a:cubicBezTo>
                <a:cubicBezTo>
                  <a:pt x="6522" y="198"/>
                  <a:pt x="6527" y="216"/>
                  <a:pt x="6531" y="235"/>
                </a:cubicBezTo>
                <a:cubicBezTo>
                  <a:pt x="6535" y="254"/>
                  <a:pt x="6536" y="272"/>
                  <a:pt x="6536" y="292"/>
                </a:cubicBezTo>
                <a:lnTo>
                  <a:pt x="6536" y="1747"/>
                </a:lnTo>
                <a:cubicBezTo>
                  <a:pt x="6536" y="1766"/>
                  <a:pt x="6535" y="1785"/>
                  <a:pt x="6531" y="1804"/>
                </a:cubicBezTo>
                <a:cubicBezTo>
                  <a:pt x="6527" y="1822"/>
                  <a:pt x="6522" y="1841"/>
                  <a:pt x="6514" y="1858"/>
                </a:cubicBezTo>
                <a:cubicBezTo>
                  <a:pt x="6507" y="1876"/>
                  <a:pt x="6498" y="1893"/>
                  <a:pt x="6487" y="1908"/>
                </a:cubicBezTo>
                <a:cubicBezTo>
                  <a:pt x="6477" y="1924"/>
                  <a:pt x="6465" y="1939"/>
                  <a:pt x="6451" y="1953"/>
                </a:cubicBezTo>
                <a:cubicBezTo>
                  <a:pt x="6438" y="1966"/>
                  <a:pt x="6423" y="1978"/>
                  <a:pt x="6407" y="1989"/>
                </a:cubicBezTo>
                <a:cubicBezTo>
                  <a:pt x="6391" y="1999"/>
                  <a:pt x="6374" y="2008"/>
                  <a:pt x="6357" y="2016"/>
                </a:cubicBezTo>
                <a:cubicBezTo>
                  <a:pt x="6339" y="2023"/>
                  <a:pt x="6321" y="2029"/>
                  <a:pt x="6302" y="2032"/>
                </a:cubicBezTo>
                <a:cubicBezTo>
                  <a:pt x="6283" y="2036"/>
                  <a:pt x="6265" y="2038"/>
                  <a:pt x="6245" y="2038"/>
                </a:cubicBezTo>
                <a:lnTo>
                  <a:pt x="291" y="2038"/>
                </a:lnTo>
                <a:cubicBezTo>
                  <a:pt x="272" y="2038"/>
                  <a:pt x="253" y="2036"/>
                  <a:pt x="235" y="2032"/>
                </a:cubicBezTo>
                <a:cubicBezTo>
                  <a:pt x="216" y="2029"/>
                  <a:pt x="198" y="2023"/>
                  <a:pt x="180" y="2016"/>
                </a:cubicBezTo>
                <a:cubicBezTo>
                  <a:pt x="162" y="2008"/>
                  <a:pt x="145" y="1999"/>
                  <a:pt x="130" y="1989"/>
                </a:cubicBezTo>
                <a:cubicBezTo>
                  <a:pt x="114" y="1978"/>
                  <a:pt x="99" y="1966"/>
                  <a:pt x="85" y="1953"/>
                </a:cubicBezTo>
                <a:cubicBezTo>
                  <a:pt x="72" y="1939"/>
                  <a:pt x="60" y="1924"/>
                  <a:pt x="49" y="1908"/>
                </a:cubicBezTo>
                <a:cubicBezTo>
                  <a:pt x="39" y="1893"/>
                  <a:pt x="30" y="1876"/>
                  <a:pt x="22" y="1858"/>
                </a:cubicBezTo>
                <a:cubicBezTo>
                  <a:pt x="15" y="1841"/>
                  <a:pt x="10" y="1822"/>
                  <a:pt x="6" y="1804"/>
                </a:cubicBezTo>
                <a:cubicBezTo>
                  <a:pt x="2" y="1785"/>
                  <a:pt x="0" y="1766"/>
                  <a:pt x="0" y="1747"/>
                </a:cubicBezTo>
                <a:close/>
              </a:path>
            </a:pathLst>
          </a:custGeom>
          <a:noFill/>
          <a:ln w="18720">
            <a:solidFill>
              <a:srgbClr val="F6C6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8" name=""/>
          <p:cNvSpPr/>
          <p:nvPr/>
        </p:nvSpPr>
        <p:spPr>
          <a:xfrm>
            <a:off x="3483720" y="4163760"/>
            <a:ext cx="271800" cy="302040"/>
          </a:xfrm>
          <a:custGeom>
            <a:avLst/>
            <a:gdLst/>
            <a:ahLst/>
            <a:rect l="0" t="0" r="r" b="b"/>
            <a:pathLst>
              <a:path w="755" h="839">
                <a:moveTo>
                  <a:pt x="167" y="839"/>
                </a:moveTo>
                <a:lnTo>
                  <a:pt x="0" y="671"/>
                </a:lnTo>
                <a:lnTo>
                  <a:pt x="167" y="503"/>
                </a:lnTo>
                <a:lnTo>
                  <a:pt x="211" y="549"/>
                </a:lnTo>
                <a:lnTo>
                  <a:pt x="121" y="640"/>
                </a:lnTo>
                <a:lnTo>
                  <a:pt x="608" y="640"/>
                </a:lnTo>
                <a:lnTo>
                  <a:pt x="608" y="471"/>
                </a:lnTo>
                <a:lnTo>
                  <a:pt x="671" y="471"/>
                </a:lnTo>
                <a:lnTo>
                  <a:pt x="671" y="703"/>
                </a:lnTo>
                <a:lnTo>
                  <a:pt x="121" y="703"/>
                </a:lnTo>
                <a:lnTo>
                  <a:pt x="211" y="793"/>
                </a:lnTo>
                <a:lnTo>
                  <a:pt x="167" y="839"/>
                </a:lnTo>
                <a:moveTo>
                  <a:pt x="83" y="367"/>
                </a:moveTo>
                <a:lnTo>
                  <a:pt x="83" y="136"/>
                </a:lnTo>
                <a:lnTo>
                  <a:pt x="633" y="136"/>
                </a:lnTo>
                <a:lnTo>
                  <a:pt x="543" y="46"/>
                </a:lnTo>
                <a:lnTo>
                  <a:pt x="587" y="0"/>
                </a:lnTo>
                <a:lnTo>
                  <a:pt x="755" y="168"/>
                </a:lnTo>
                <a:lnTo>
                  <a:pt x="587" y="335"/>
                </a:lnTo>
                <a:lnTo>
                  <a:pt x="543" y="289"/>
                </a:lnTo>
                <a:lnTo>
                  <a:pt x="633" y="199"/>
                </a:lnTo>
                <a:lnTo>
                  <a:pt x="146" y="199"/>
                </a:lnTo>
                <a:lnTo>
                  <a:pt x="146" y="367"/>
                </a:lnTo>
                <a:lnTo>
                  <a:pt x="83" y="367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1333440" y="4289040"/>
            <a:ext cx="1664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環境構築→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0" name=""/>
          <p:cNvSpPr/>
          <p:nvPr/>
        </p:nvSpPr>
        <p:spPr>
          <a:xfrm>
            <a:off x="5556240" y="3852360"/>
            <a:ext cx="3146040" cy="1067400"/>
          </a:xfrm>
          <a:custGeom>
            <a:avLst/>
            <a:gdLst/>
            <a:ahLst/>
            <a:rect l="0" t="0" r="r" b="b"/>
            <a:pathLst>
              <a:path w="8739" h="2965">
                <a:moveTo>
                  <a:pt x="440" y="676"/>
                </a:moveTo>
                <a:lnTo>
                  <a:pt x="440" y="2131"/>
                </a:lnTo>
                <a:cubicBezTo>
                  <a:pt x="440" y="2173"/>
                  <a:pt x="449" y="2213"/>
                  <a:pt x="465" y="2252"/>
                </a:cubicBezTo>
                <a:cubicBezTo>
                  <a:pt x="481" y="2291"/>
                  <a:pt x="504" y="2326"/>
                  <a:pt x="533" y="2355"/>
                </a:cubicBezTo>
                <a:cubicBezTo>
                  <a:pt x="563" y="2385"/>
                  <a:pt x="598" y="2408"/>
                  <a:pt x="636" y="2424"/>
                </a:cubicBezTo>
                <a:cubicBezTo>
                  <a:pt x="675" y="2440"/>
                  <a:pt x="716" y="2448"/>
                  <a:pt x="758" y="2448"/>
                </a:cubicBezTo>
                <a:lnTo>
                  <a:pt x="7982" y="2448"/>
                </a:lnTo>
                <a:cubicBezTo>
                  <a:pt x="8024" y="2448"/>
                  <a:pt x="8065" y="2440"/>
                  <a:pt x="8104" y="2424"/>
                </a:cubicBezTo>
                <a:cubicBezTo>
                  <a:pt x="8143" y="2408"/>
                  <a:pt x="8177" y="2385"/>
                  <a:pt x="8207" y="2355"/>
                </a:cubicBezTo>
                <a:cubicBezTo>
                  <a:pt x="8236" y="2326"/>
                  <a:pt x="8259" y="2291"/>
                  <a:pt x="8275" y="2252"/>
                </a:cubicBezTo>
                <a:cubicBezTo>
                  <a:pt x="8292" y="2213"/>
                  <a:pt x="8300" y="2173"/>
                  <a:pt x="8300" y="2131"/>
                </a:cubicBezTo>
                <a:lnTo>
                  <a:pt x="8300" y="676"/>
                </a:lnTo>
                <a:cubicBezTo>
                  <a:pt x="8300" y="633"/>
                  <a:pt x="8292" y="593"/>
                  <a:pt x="8275" y="554"/>
                </a:cubicBezTo>
                <a:cubicBezTo>
                  <a:pt x="8259" y="515"/>
                  <a:pt x="8236" y="481"/>
                  <a:pt x="8207" y="451"/>
                </a:cubicBezTo>
                <a:cubicBezTo>
                  <a:pt x="8177" y="421"/>
                  <a:pt x="8143" y="398"/>
                  <a:pt x="8104" y="382"/>
                </a:cubicBezTo>
                <a:cubicBezTo>
                  <a:pt x="8065" y="366"/>
                  <a:pt x="8024" y="358"/>
                  <a:pt x="7982" y="358"/>
                </a:cubicBezTo>
                <a:lnTo>
                  <a:pt x="758" y="358"/>
                </a:lnTo>
                <a:cubicBezTo>
                  <a:pt x="716" y="358"/>
                  <a:pt x="675" y="366"/>
                  <a:pt x="636" y="382"/>
                </a:cubicBezTo>
                <a:cubicBezTo>
                  <a:pt x="598" y="398"/>
                  <a:pt x="563" y="421"/>
                  <a:pt x="533" y="451"/>
                </a:cubicBezTo>
                <a:cubicBezTo>
                  <a:pt x="504" y="481"/>
                  <a:pt x="481" y="515"/>
                  <a:pt x="465" y="554"/>
                </a:cubicBezTo>
                <a:cubicBezTo>
                  <a:pt x="449" y="593"/>
                  <a:pt x="440" y="633"/>
                  <a:pt x="440" y="676"/>
                </a:cubicBezTo>
                <a:moveTo>
                  <a:pt x="0" y="0"/>
                </a:moveTo>
                <a:lnTo>
                  <a:pt x="8739" y="0"/>
                </a:lnTo>
                <a:lnTo>
                  <a:pt x="8739" y="2965"/>
                </a:lnTo>
                <a:lnTo>
                  <a:pt x="0" y="2965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71" name=""/>
          <p:cNvSpPr/>
          <p:nvPr/>
        </p:nvSpPr>
        <p:spPr>
          <a:xfrm>
            <a:off x="5724360" y="3990960"/>
            <a:ext cx="2810160" cy="733680"/>
          </a:xfrm>
          <a:custGeom>
            <a:avLst/>
            <a:gdLst/>
            <a:ahLst/>
            <a:rect l="0" t="0" r="r" b="b"/>
            <a:pathLst>
              <a:path w="7806" h="2038">
                <a:moveTo>
                  <a:pt x="0" y="1747"/>
                </a:moveTo>
                <a:lnTo>
                  <a:pt x="0" y="292"/>
                </a:lnTo>
                <a:cubicBezTo>
                  <a:pt x="0" y="272"/>
                  <a:pt x="2" y="254"/>
                  <a:pt x="6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3"/>
                  <a:pt x="38" y="146"/>
                  <a:pt x="49" y="130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4"/>
                  <a:pt x="215" y="9"/>
                  <a:pt x="234" y="5"/>
                </a:cubicBezTo>
                <a:cubicBezTo>
                  <a:pt x="253" y="1"/>
                  <a:pt x="272" y="0"/>
                  <a:pt x="291" y="0"/>
                </a:cubicBezTo>
                <a:lnTo>
                  <a:pt x="7515" y="0"/>
                </a:lnTo>
                <a:cubicBezTo>
                  <a:pt x="7534" y="0"/>
                  <a:pt x="7553" y="1"/>
                  <a:pt x="7572" y="5"/>
                </a:cubicBezTo>
                <a:cubicBezTo>
                  <a:pt x="7591" y="9"/>
                  <a:pt x="7609" y="14"/>
                  <a:pt x="7626" y="22"/>
                </a:cubicBezTo>
                <a:cubicBezTo>
                  <a:pt x="7644" y="29"/>
                  <a:pt x="7661" y="38"/>
                  <a:pt x="7677" y="49"/>
                </a:cubicBezTo>
                <a:cubicBezTo>
                  <a:pt x="7693" y="59"/>
                  <a:pt x="7707" y="71"/>
                  <a:pt x="7721" y="85"/>
                </a:cubicBezTo>
                <a:cubicBezTo>
                  <a:pt x="7734" y="98"/>
                  <a:pt x="7746" y="113"/>
                  <a:pt x="7757" y="130"/>
                </a:cubicBezTo>
                <a:cubicBezTo>
                  <a:pt x="7768" y="146"/>
                  <a:pt x="7777" y="163"/>
                  <a:pt x="7784" y="180"/>
                </a:cubicBezTo>
                <a:cubicBezTo>
                  <a:pt x="7791" y="198"/>
                  <a:pt x="7797" y="216"/>
                  <a:pt x="7801" y="235"/>
                </a:cubicBezTo>
                <a:cubicBezTo>
                  <a:pt x="7804" y="254"/>
                  <a:pt x="7806" y="272"/>
                  <a:pt x="7806" y="292"/>
                </a:cubicBezTo>
                <a:lnTo>
                  <a:pt x="7806" y="1747"/>
                </a:lnTo>
                <a:cubicBezTo>
                  <a:pt x="7806" y="1766"/>
                  <a:pt x="7804" y="1785"/>
                  <a:pt x="7801" y="1804"/>
                </a:cubicBezTo>
                <a:cubicBezTo>
                  <a:pt x="7797" y="1822"/>
                  <a:pt x="7791" y="1841"/>
                  <a:pt x="7784" y="1858"/>
                </a:cubicBezTo>
                <a:cubicBezTo>
                  <a:pt x="7777" y="1876"/>
                  <a:pt x="7768" y="1893"/>
                  <a:pt x="7757" y="1908"/>
                </a:cubicBezTo>
                <a:cubicBezTo>
                  <a:pt x="7746" y="1924"/>
                  <a:pt x="7734" y="1939"/>
                  <a:pt x="7721" y="1953"/>
                </a:cubicBezTo>
                <a:cubicBezTo>
                  <a:pt x="7707" y="1966"/>
                  <a:pt x="7693" y="1978"/>
                  <a:pt x="7677" y="1989"/>
                </a:cubicBezTo>
                <a:cubicBezTo>
                  <a:pt x="7661" y="1999"/>
                  <a:pt x="7644" y="2008"/>
                  <a:pt x="7626" y="2016"/>
                </a:cubicBezTo>
                <a:cubicBezTo>
                  <a:pt x="7609" y="2023"/>
                  <a:pt x="7591" y="2029"/>
                  <a:pt x="7572" y="2032"/>
                </a:cubicBezTo>
                <a:cubicBezTo>
                  <a:pt x="7553" y="2036"/>
                  <a:pt x="7534" y="2038"/>
                  <a:pt x="7515" y="2038"/>
                </a:cubicBezTo>
                <a:lnTo>
                  <a:pt x="291" y="2038"/>
                </a:lnTo>
                <a:cubicBezTo>
                  <a:pt x="272" y="2038"/>
                  <a:pt x="253" y="2036"/>
                  <a:pt x="234" y="2032"/>
                </a:cubicBezTo>
                <a:cubicBezTo>
                  <a:pt x="215" y="2029"/>
                  <a:pt x="197" y="2023"/>
                  <a:pt x="180" y="2016"/>
                </a:cubicBezTo>
                <a:cubicBezTo>
                  <a:pt x="162" y="2008"/>
                  <a:pt x="145" y="1999"/>
                  <a:pt x="129" y="1989"/>
                </a:cubicBezTo>
                <a:cubicBezTo>
                  <a:pt x="113" y="1978"/>
                  <a:pt x="99" y="1966"/>
                  <a:pt x="85" y="1953"/>
                </a:cubicBezTo>
                <a:cubicBezTo>
                  <a:pt x="72" y="1939"/>
                  <a:pt x="60" y="1924"/>
                  <a:pt x="49" y="1908"/>
                </a:cubicBezTo>
                <a:cubicBezTo>
                  <a:pt x="38" y="1893"/>
                  <a:pt x="29" y="1876"/>
                  <a:pt x="22" y="1858"/>
                </a:cubicBezTo>
                <a:cubicBezTo>
                  <a:pt x="15" y="1841"/>
                  <a:pt x="9" y="1822"/>
                  <a:pt x="6" y="1804"/>
                </a:cubicBezTo>
                <a:cubicBezTo>
                  <a:pt x="2" y="1785"/>
                  <a:pt x="0" y="1766"/>
                  <a:pt x="0" y="1747"/>
                </a:cubicBez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2" name=""/>
          <p:cNvSpPr/>
          <p:nvPr/>
        </p:nvSpPr>
        <p:spPr>
          <a:xfrm>
            <a:off x="5724360" y="3990960"/>
            <a:ext cx="2810160" cy="733680"/>
          </a:xfrm>
          <a:custGeom>
            <a:avLst/>
            <a:gdLst/>
            <a:ahLst/>
            <a:rect l="0" t="0" r="r" b="b"/>
            <a:pathLst>
              <a:path w="7806" h="2038">
                <a:moveTo>
                  <a:pt x="0" y="1747"/>
                </a:moveTo>
                <a:lnTo>
                  <a:pt x="0" y="292"/>
                </a:lnTo>
                <a:cubicBezTo>
                  <a:pt x="0" y="272"/>
                  <a:pt x="2" y="254"/>
                  <a:pt x="6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3"/>
                  <a:pt x="38" y="146"/>
                  <a:pt x="49" y="130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4"/>
                  <a:pt x="215" y="9"/>
                  <a:pt x="234" y="5"/>
                </a:cubicBezTo>
                <a:cubicBezTo>
                  <a:pt x="253" y="1"/>
                  <a:pt x="272" y="0"/>
                  <a:pt x="291" y="0"/>
                </a:cubicBezTo>
                <a:lnTo>
                  <a:pt x="7515" y="0"/>
                </a:lnTo>
                <a:cubicBezTo>
                  <a:pt x="7534" y="0"/>
                  <a:pt x="7553" y="1"/>
                  <a:pt x="7572" y="5"/>
                </a:cubicBezTo>
                <a:cubicBezTo>
                  <a:pt x="7591" y="9"/>
                  <a:pt x="7609" y="14"/>
                  <a:pt x="7626" y="22"/>
                </a:cubicBezTo>
                <a:cubicBezTo>
                  <a:pt x="7644" y="29"/>
                  <a:pt x="7661" y="38"/>
                  <a:pt x="7677" y="49"/>
                </a:cubicBezTo>
                <a:cubicBezTo>
                  <a:pt x="7693" y="59"/>
                  <a:pt x="7707" y="71"/>
                  <a:pt x="7721" y="85"/>
                </a:cubicBezTo>
                <a:cubicBezTo>
                  <a:pt x="7734" y="98"/>
                  <a:pt x="7746" y="113"/>
                  <a:pt x="7757" y="130"/>
                </a:cubicBezTo>
                <a:cubicBezTo>
                  <a:pt x="7768" y="146"/>
                  <a:pt x="7777" y="163"/>
                  <a:pt x="7784" y="180"/>
                </a:cubicBezTo>
                <a:cubicBezTo>
                  <a:pt x="7791" y="198"/>
                  <a:pt x="7797" y="216"/>
                  <a:pt x="7801" y="235"/>
                </a:cubicBezTo>
                <a:cubicBezTo>
                  <a:pt x="7804" y="254"/>
                  <a:pt x="7806" y="272"/>
                  <a:pt x="7806" y="292"/>
                </a:cubicBezTo>
                <a:lnTo>
                  <a:pt x="7806" y="1747"/>
                </a:lnTo>
                <a:cubicBezTo>
                  <a:pt x="7806" y="1766"/>
                  <a:pt x="7804" y="1785"/>
                  <a:pt x="7801" y="1804"/>
                </a:cubicBezTo>
                <a:cubicBezTo>
                  <a:pt x="7797" y="1822"/>
                  <a:pt x="7791" y="1841"/>
                  <a:pt x="7784" y="1858"/>
                </a:cubicBezTo>
                <a:cubicBezTo>
                  <a:pt x="7777" y="1876"/>
                  <a:pt x="7768" y="1893"/>
                  <a:pt x="7757" y="1908"/>
                </a:cubicBezTo>
                <a:cubicBezTo>
                  <a:pt x="7746" y="1924"/>
                  <a:pt x="7734" y="1939"/>
                  <a:pt x="7721" y="1953"/>
                </a:cubicBezTo>
                <a:cubicBezTo>
                  <a:pt x="7707" y="1966"/>
                  <a:pt x="7693" y="1978"/>
                  <a:pt x="7677" y="1989"/>
                </a:cubicBezTo>
                <a:cubicBezTo>
                  <a:pt x="7661" y="1999"/>
                  <a:pt x="7644" y="2008"/>
                  <a:pt x="7626" y="2016"/>
                </a:cubicBezTo>
                <a:cubicBezTo>
                  <a:pt x="7609" y="2023"/>
                  <a:pt x="7591" y="2029"/>
                  <a:pt x="7572" y="2032"/>
                </a:cubicBezTo>
                <a:cubicBezTo>
                  <a:pt x="7553" y="2036"/>
                  <a:pt x="7534" y="2038"/>
                  <a:pt x="7515" y="2038"/>
                </a:cubicBezTo>
                <a:lnTo>
                  <a:pt x="291" y="2038"/>
                </a:lnTo>
                <a:cubicBezTo>
                  <a:pt x="272" y="2038"/>
                  <a:pt x="253" y="2036"/>
                  <a:pt x="234" y="2032"/>
                </a:cubicBezTo>
                <a:cubicBezTo>
                  <a:pt x="215" y="2029"/>
                  <a:pt x="197" y="2023"/>
                  <a:pt x="180" y="2016"/>
                </a:cubicBezTo>
                <a:cubicBezTo>
                  <a:pt x="162" y="2008"/>
                  <a:pt x="145" y="1999"/>
                  <a:pt x="129" y="1989"/>
                </a:cubicBezTo>
                <a:cubicBezTo>
                  <a:pt x="113" y="1978"/>
                  <a:pt x="99" y="1966"/>
                  <a:pt x="85" y="1953"/>
                </a:cubicBezTo>
                <a:cubicBezTo>
                  <a:pt x="72" y="1939"/>
                  <a:pt x="60" y="1924"/>
                  <a:pt x="49" y="1908"/>
                </a:cubicBezTo>
                <a:cubicBezTo>
                  <a:pt x="38" y="1893"/>
                  <a:pt x="29" y="1876"/>
                  <a:pt x="22" y="1858"/>
                </a:cubicBezTo>
                <a:cubicBezTo>
                  <a:pt x="15" y="1841"/>
                  <a:pt x="9" y="1822"/>
                  <a:pt x="6" y="1804"/>
                </a:cubicBezTo>
                <a:cubicBezTo>
                  <a:pt x="2" y="1785"/>
                  <a:pt x="0" y="1766"/>
                  <a:pt x="0" y="1747"/>
                </a:cubicBezTo>
                <a:close/>
              </a:path>
            </a:pathLst>
          </a:custGeom>
          <a:noFill/>
          <a:ln w="18720">
            <a:solidFill>
              <a:srgbClr val="FFE0AC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3" name=""/>
          <p:cNvSpPr/>
          <p:nvPr/>
        </p:nvSpPr>
        <p:spPr>
          <a:xfrm>
            <a:off x="5965560" y="4163760"/>
            <a:ext cx="241920" cy="302040"/>
          </a:xfrm>
          <a:custGeom>
            <a:avLst/>
            <a:gdLst/>
            <a:ahLst/>
            <a:rect l="0" t="0" r="r" b="b"/>
            <a:pathLst>
              <a:path w="672" h="839">
                <a:moveTo>
                  <a:pt x="167" y="661"/>
                </a:moveTo>
                <a:lnTo>
                  <a:pt x="504" y="661"/>
                </a:lnTo>
                <a:lnTo>
                  <a:pt x="504" y="598"/>
                </a:lnTo>
                <a:lnTo>
                  <a:pt x="167" y="598"/>
                </a:lnTo>
                <a:lnTo>
                  <a:pt x="167" y="661"/>
                </a:lnTo>
                <a:moveTo>
                  <a:pt x="167" y="482"/>
                </a:moveTo>
                <a:lnTo>
                  <a:pt x="504" y="482"/>
                </a:lnTo>
                <a:lnTo>
                  <a:pt x="504" y="419"/>
                </a:lnTo>
                <a:lnTo>
                  <a:pt x="167" y="419"/>
                </a:lnTo>
                <a:lnTo>
                  <a:pt x="167" y="482"/>
                </a:lnTo>
                <a:moveTo>
                  <a:pt x="63" y="839"/>
                </a:moveTo>
                <a:cubicBezTo>
                  <a:pt x="46" y="839"/>
                  <a:pt x="32" y="833"/>
                  <a:pt x="19" y="820"/>
                </a:cubicBezTo>
                <a:cubicBezTo>
                  <a:pt x="7" y="808"/>
                  <a:pt x="0" y="793"/>
                  <a:pt x="0" y="776"/>
                </a:cubicBezTo>
                <a:lnTo>
                  <a:pt x="0" y="63"/>
                </a:lnTo>
                <a:cubicBezTo>
                  <a:pt x="0" y="46"/>
                  <a:pt x="7" y="32"/>
                  <a:pt x="19" y="19"/>
                </a:cubicBezTo>
                <a:cubicBezTo>
                  <a:pt x="32" y="6"/>
                  <a:pt x="46" y="0"/>
                  <a:pt x="63" y="0"/>
                </a:cubicBezTo>
                <a:lnTo>
                  <a:pt x="441" y="0"/>
                </a:lnTo>
                <a:lnTo>
                  <a:pt x="672" y="230"/>
                </a:lnTo>
                <a:lnTo>
                  <a:pt x="672" y="776"/>
                </a:lnTo>
                <a:cubicBezTo>
                  <a:pt x="672" y="793"/>
                  <a:pt x="665" y="808"/>
                  <a:pt x="653" y="820"/>
                </a:cubicBezTo>
                <a:cubicBezTo>
                  <a:pt x="640" y="833"/>
                  <a:pt x="625" y="839"/>
                  <a:pt x="609" y="839"/>
                </a:cubicBezTo>
                <a:lnTo>
                  <a:pt x="63" y="839"/>
                </a:lnTo>
                <a:moveTo>
                  <a:pt x="410" y="258"/>
                </a:moveTo>
                <a:lnTo>
                  <a:pt x="410" y="63"/>
                </a:lnTo>
                <a:lnTo>
                  <a:pt x="63" y="63"/>
                </a:lnTo>
                <a:lnTo>
                  <a:pt x="63" y="776"/>
                </a:lnTo>
                <a:lnTo>
                  <a:pt x="609" y="776"/>
                </a:lnTo>
                <a:lnTo>
                  <a:pt x="609" y="258"/>
                </a:lnTo>
                <a:lnTo>
                  <a:pt x="410" y="258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3800160" y="4289040"/>
            <a:ext cx="1664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定型作業→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5" name=""/>
          <p:cNvSpPr/>
          <p:nvPr/>
        </p:nvSpPr>
        <p:spPr>
          <a:xfrm>
            <a:off x="8479440" y="3852360"/>
            <a:ext cx="2688480" cy="1067400"/>
          </a:xfrm>
          <a:custGeom>
            <a:avLst/>
            <a:gdLst/>
            <a:ahLst/>
            <a:rect l="0" t="0" r="r" b="b"/>
            <a:pathLst>
              <a:path w="7468" h="2965">
                <a:moveTo>
                  <a:pt x="443" y="676"/>
                </a:moveTo>
                <a:lnTo>
                  <a:pt x="443" y="2131"/>
                </a:lnTo>
                <a:cubicBezTo>
                  <a:pt x="443" y="2173"/>
                  <a:pt x="451" y="2213"/>
                  <a:pt x="467" y="2252"/>
                </a:cubicBezTo>
                <a:cubicBezTo>
                  <a:pt x="483" y="2291"/>
                  <a:pt x="506" y="2326"/>
                  <a:pt x="536" y="2355"/>
                </a:cubicBezTo>
                <a:cubicBezTo>
                  <a:pt x="566" y="2385"/>
                  <a:pt x="600" y="2408"/>
                  <a:pt x="639" y="2424"/>
                </a:cubicBezTo>
                <a:cubicBezTo>
                  <a:pt x="678" y="2440"/>
                  <a:pt x="719" y="2448"/>
                  <a:pt x="761" y="2448"/>
                </a:cubicBezTo>
                <a:lnTo>
                  <a:pt x="6715" y="2448"/>
                </a:lnTo>
                <a:cubicBezTo>
                  <a:pt x="6757" y="2448"/>
                  <a:pt x="6797" y="2440"/>
                  <a:pt x="6836" y="2424"/>
                </a:cubicBezTo>
                <a:cubicBezTo>
                  <a:pt x="6875" y="2408"/>
                  <a:pt x="6910" y="2385"/>
                  <a:pt x="6939" y="2355"/>
                </a:cubicBezTo>
                <a:cubicBezTo>
                  <a:pt x="6969" y="2326"/>
                  <a:pt x="6992" y="2291"/>
                  <a:pt x="7008" y="2252"/>
                </a:cubicBezTo>
                <a:cubicBezTo>
                  <a:pt x="7024" y="2213"/>
                  <a:pt x="7032" y="2173"/>
                  <a:pt x="7032" y="2131"/>
                </a:cubicBezTo>
                <a:lnTo>
                  <a:pt x="7032" y="676"/>
                </a:lnTo>
                <a:cubicBezTo>
                  <a:pt x="7032" y="633"/>
                  <a:pt x="7024" y="593"/>
                  <a:pt x="7008" y="554"/>
                </a:cubicBezTo>
                <a:cubicBezTo>
                  <a:pt x="6992" y="515"/>
                  <a:pt x="6969" y="481"/>
                  <a:pt x="6939" y="451"/>
                </a:cubicBezTo>
                <a:cubicBezTo>
                  <a:pt x="6910" y="421"/>
                  <a:pt x="6875" y="398"/>
                  <a:pt x="6836" y="382"/>
                </a:cubicBezTo>
                <a:cubicBezTo>
                  <a:pt x="6797" y="366"/>
                  <a:pt x="6757" y="358"/>
                  <a:pt x="6715" y="358"/>
                </a:cubicBezTo>
                <a:lnTo>
                  <a:pt x="761" y="358"/>
                </a:lnTo>
                <a:cubicBezTo>
                  <a:pt x="719" y="358"/>
                  <a:pt x="678" y="366"/>
                  <a:pt x="639" y="382"/>
                </a:cubicBezTo>
                <a:cubicBezTo>
                  <a:pt x="600" y="398"/>
                  <a:pt x="566" y="421"/>
                  <a:pt x="536" y="451"/>
                </a:cubicBezTo>
                <a:cubicBezTo>
                  <a:pt x="506" y="481"/>
                  <a:pt x="483" y="515"/>
                  <a:pt x="467" y="554"/>
                </a:cubicBezTo>
                <a:cubicBezTo>
                  <a:pt x="451" y="593"/>
                  <a:pt x="443" y="633"/>
                  <a:pt x="443" y="676"/>
                </a:cubicBezTo>
                <a:moveTo>
                  <a:pt x="0" y="0"/>
                </a:moveTo>
                <a:lnTo>
                  <a:pt x="7468" y="0"/>
                </a:lnTo>
                <a:lnTo>
                  <a:pt x="7468" y="2965"/>
                </a:lnTo>
                <a:lnTo>
                  <a:pt x="0" y="2965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76" name=""/>
          <p:cNvSpPr/>
          <p:nvPr/>
        </p:nvSpPr>
        <p:spPr>
          <a:xfrm>
            <a:off x="8648640" y="3990960"/>
            <a:ext cx="2352960" cy="733680"/>
          </a:xfrm>
          <a:custGeom>
            <a:avLst/>
            <a:gdLst/>
            <a:ahLst/>
            <a:rect l="0" t="0" r="r" b="b"/>
            <a:pathLst>
              <a:path w="6536" h="2038">
                <a:moveTo>
                  <a:pt x="0" y="1747"/>
                </a:moveTo>
                <a:lnTo>
                  <a:pt x="0" y="292"/>
                </a:lnTo>
                <a:cubicBezTo>
                  <a:pt x="0" y="272"/>
                  <a:pt x="2" y="254"/>
                  <a:pt x="5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3"/>
                  <a:pt x="38" y="146"/>
                  <a:pt x="49" y="130"/>
                </a:cubicBezTo>
                <a:cubicBezTo>
                  <a:pt x="59" y="113"/>
                  <a:pt x="71" y="98"/>
                  <a:pt x="85" y="85"/>
                </a:cubicBezTo>
                <a:cubicBezTo>
                  <a:pt x="98" y="71"/>
                  <a:pt x="113" y="59"/>
                  <a:pt x="129" y="49"/>
                </a:cubicBezTo>
                <a:cubicBezTo>
                  <a:pt x="145" y="38"/>
                  <a:pt x="162" y="29"/>
                  <a:pt x="179" y="22"/>
                </a:cubicBezTo>
                <a:cubicBezTo>
                  <a:pt x="197" y="14"/>
                  <a:pt x="215" y="9"/>
                  <a:pt x="234" y="5"/>
                </a:cubicBezTo>
                <a:cubicBezTo>
                  <a:pt x="253" y="1"/>
                  <a:pt x="272" y="0"/>
                  <a:pt x="291" y="0"/>
                </a:cubicBezTo>
                <a:lnTo>
                  <a:pt x="6245" y="0"/>
                </a:lnTo>
                <a:cubicBezTo>
                  <a:pt x="6264" y="0"/>
                  <a:pt x="6283" y="1"/>
                  <a:pt x="6302" y="5"/>
                </a:cubicBezTo>
                <a:cubicBezTo>
                  <a:pt x="6320" y="9"/>
                  <a:pt x="6339" y="14"/>
                  <a:pt x="6356" y="22"/>
                </a:cubicBezTo>
                <a:cubicBezTo>
                  <a:pt x="6374" y="29"/>
                  <a:pt x="6391" y="38"/>
                  <a:pt x="6407" y="49"/>
                </a:cubicBezTo>
                <a:cubicBezTo>
                  <a:pt x="6422" y="59"/>
                  <a:pt x="6437" y="71"/>
                  <a:pt x="6451" y="85"/>
                </a:cubicBezTo>
                <a:cubicBezTo>
                  <a:pt x="6464" y="98"/>
                  <a:pt x="6476" y="113"/>
                  <a:pt x="6487" y="130"/>
                </a:cubicBezTo>
                <a:cubicBezTo>
                  <a:pt x="6497" y="146"/>
                  <a:pt x="6506" y="163"/>
                  <a:pt x="6514" y="180"/>
                </a:cubicBezTo>
                <a:cubicBezTo>
                  <a:pt x="6521" y="198"/>
                  <a:pt x="6527" y="216"/>
                  <a:pt x="6530" y="235"/>
                </a:cubicBezTo>
                <a:cubicBezTo>
                  <a:pt x="6534" y="254"/>
                  <a:pt x="6536" y="272"/>
                  <a:pt x="6536" y="292"/>
                </a:cubicBezTo>
                <a:lnTo>
                  <a:pt x="6536" y="1747"/>
                </a:lnTo>
                <a:cubicBezTo>
                  <a:pt x="6536" y="1766"/>
                  <a:pt x="6534" y="1785"/>
                  <a:pt x="6530" y="1804"/>
                </a:cubicBezTo>
                <a:cubicBezTo>
                  <a:pt x="6527" y="1822"/>
                  <a:pt x="6521" y="1841"/>
                  <a:pt x="6514" y="1858"/>
                </a:cubicBezTo>
                <a:cubicBezTo>
                  <a:pt x="6506" y="1876"/>
                  <a:pt x="6497" y="1893"/>
                  <a:pt x="6487" y="1908"/>
                </a:cubicBezTo>
                <a:cubicBezTo>
                  <a:pt x="6476" y="1924"/>
                  <a:pt x="6464" y="1939"/>
                  <a:pt x="6451" y="1953"/>
                </a:cubicBezTo>
                <a:cubicBezTo>
                  <a:pt x="6437" y="1966"/>
                  <a:pt x="6422" y="1978"/>
                  <a:pt x="6407" y="1989"/>
                </a:cubicBezTo>
                <a:cubicBezTo>
                  <a:pt x="6391" y="1999"/>
                  <a:pt x="6374" y="2008"/>
                  <a:pt x="6356" y="2016"/>
                </a:cubicBezTo>
                <a:cubicBezTo>
                  <a:pt x="6339" y="2023"/>
                  <a:pt x="6320" y="2029"/>
                  <a:pt x="6302" y="2032"/>
                </a:cubicBezTo>
                <a:cubicBezTo>
                  <a:pt x="6283" y="2036"/>
                  <a:pt x="6264" y="2038"/>
                  <a:pt x="6245" y="2038"/>
                </a:cubicBezTo>
                <a:lnTo>
                  <a:pt x="291" y="2038"/>
                </a:lnTo>
                <a:cubicBezTo>
                  <a:pt x="272" y="2038"/>
                  <a:pt x="253" y="2036"/>
                  <a:pt x="234" y="2032"/>
                </a:cubicBezTo>
                <a:cubicBezTo>
                  <a:pt x="215" y="2029"/>
                  <a:pt x="197" y="2023"/>
                  <a:pt x="179" y="2016"/>
                </a:cubicBezTo>
                <a:cubicBezTo>
                  <a:pt x="162" y="2008"/>
                  <a:pt x="145" y="1999"/>
                  <a:pt x="129" y="1989"/>
                </a:cubicBezTo>
                <a:cubicBezTo>
                  <a:pt x="113" y="1978"/>
                  <a:pt x="98" y="1966"/>
                  <a:pt x="85" y="1953"/>
                </a:cubicBezTo>
                <a:cubicBezTo>
                  <a:pt x="71" y="1939"/>
                  <a:pt x="59" y="1924"/>
                  <a:pt x="49" y="1908"/>
                </a:cubicBezTo>
                <a:cubicBezTo>
                  <a:pt x="38" y="1893"/>
                  <a:pt x="29" y="1876"/>
                  <a:pt x="22" y="1858"/>
                </a:cubicBezTo>
                <a:cubicBezTo>
                  <a:pt x="15" y="1841"/>
                  <a:pt x="9" y="1822"/>
                  <a:pt x="5" y="1804"/>
                </a:cubicBezTo>
                <a:cubicBezTo>
                  <a:pt x="2" y="1785"/>
                  <a:pt x="0" y="1766"/>
                  <a:pt x="0" y="1747"/>
                </a:cubicBezTo>
                <a:close/>
              </a:path>
            </a:pathLst>
          </a:custGeom>
          <a:solidFill>
            <a:srgbClr val="C1E6C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7" name=""/>
          <p:cNvSpPr/>
          <p:nvPr/>
        </p:nvSpPr>
        <p:spPr>
          <a:xfrm>
            <a:off x="8648640" y="3990960"/>
            <a:ext cx="2352960" cy="733680"/>
          </a:xfrm>
          <a:custGeom>
            <a:avLst/>
            <a:gdLst/>
            <a:ahLst/>
            <a:rect l="0" t="0" r="r" b="b"/>
            <a:pathLst>
              <a:path w="6536" h="2038">
                <a:moveTo>
                  <a:pt x="0" y="1747"/>
                </a:moveTo>
                <a:lnTo>
                  <a:pt x="0" y="292"/>
                </a:lnTo>
                <a:cubicBezTo>
                  <a:pt x="0" y="272"/>
                  <a:pt x="2" y="254"/>
                  <a:pt x="5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3"/>
                  <a:pt x="38" y="146"/>
                  <a:pt x="49" y="130"/>
                </a:cubicBezTo>
                <a:cubicBezTo>
                  <a:pt x="59" y="113"/>
                  <a:pt x="71" y="98"/>
                  <a:pt x="85" y="85"/>
                </a:cubicBezTo>
                <a:cubicBezTo>
                  <a:pt x="98" y="71"/>
                  <a:pt x="113" y="59"/>
                  <a:pt x="129" y="49"/>
                </a:cubicBezTo>
                <a:cubicBezTo>
                  <a:pt x="145" y="38"/>
                  <a:pt x="162" y="29"/>
                  <a:pt x="179" y="22"/>
                </a:cubicBezTo>
                <a:cubicBezTo>
                  <a:pt x="197" y="14"/>
                  <a:pt x="215" y="9"/>
                  <a:pt x="234" y="5"/>
                </a:cubicBezTo>
                <a:cubicBezTo>
                  <a:pt x="253" y="1"/>
                  <a:pt x="272" y="0"/>
                  <a:pt x="291" y="0"/>
                </a:cubicBezTo>
                <a:lnTo>
                  <a:pt x="6245" y="0"/>
                </a:lnTo>
                <a:cubicBezTo>
                  <a:pt x="6264" y="0"/>
                  <a:pt x="6283" y="1"/>
                  <a:pt x="6302" y="5"/>
                </a:cubicBezTo>
                <a:cubicBezTo>
                  <a:pt x="6320" y="9"/>
                  <a:pt x="6339" y="14"/>
                  <a:pt x="6356" y="22"/>
                </a:cubicBezTo>
                <a:cubicBezTo>
                  <a:pt x="6374" y="29"/>
                  <a:pt x="6391" y="38"/>
                  <a:pt x="6407" y="49"/>
                </a:cubicBezTo>
                <a:cubicBezTo>
                  <a:pt x="6422" y="59"/>
                  <a:pt x="6437" y="71"/>
                  <a:pt x="6451" y="85"/>
                </a:cubicBezTo>
                <a:cubicBezTo>
                  <a:pt x="6464" y="98"/>
                  <a:pt x="6476" y="113"/>
                  <a:pt x="6487" y="130"/>
                </a:cubicBezTo>
                <a:cubicBezTo>
                  <a:pt x="6497" y="146"/>
                  <a:pt x="6506" y="163"/>
                  <a:pt x="6514" y="180"/>
                </a:cubicBezTo>
                <a:cubicBezTo>
                  <a:pt x="6521" y="198"/>
                  <a:pt x="6527" y="216"/>
                  <a:pt x="6530" y="235"/>
                </a:cubicBezTo>
                <a:cubicBezTo>
                  <a:pt x="6534" y="254"/>
                  <a:pt x="6536" y="272"/>
                  <a:pt x="6536" y="292"/>
                </a:cubicBezTo>
                <a:lnTo>
                  <a:pt x="6536" y="1747"/>
                </a:lnTo>
                <a:cubicBezTo>
                  <a:pt x="6536" y="1766"/>
                  <a:pt x="6534" y="1785"/>
                  <a:pt x="6530" y="1804"/>
                </a:cubicBezTo>
                <a:cubicBezTo>
                  <a:pt x="6527" y="1822"/>
                  <a:pt x="6521" y="1841"/>
                  <a:pt x="6514" y="1858"/>
                </a:cubicBezTo>
                <a:cubicBezTo>
                  <a:pt x="6506" y="1876"/>
                  <a:pt x="6497" y="1893"/>
                  <a:pt x="6487" y="1908"/>
                </a:cubicBezTo>
                <a:cubicBezTo>
                  <a:pt x="6476" y="1924"/>
                  <a:pt x="6464" y="1939"/>
                  <a:pt x="6451" y="1953"/>
                </a:cubicBezTo>
                <a:cubicBezTo>
                  <a:pt x="6437" y="1966"/>
                  <a:pt x="6422" y="1978"/>
                  <a:pt x="6407" y="1989"/>
                </a:cubicBezTo>
                <a:cubicBezTo>
                  <a:pt x="6391" y="1999"/>
                  <a:pt x="6374" y="2008"/>
                  <a:pt x="6356" y="2016"/>
                </a:cubicBezTo>
                <a:cubicBezTo>
                  <a:pt x="6339" y="2023"/>
                  <a:pt x="6320" y="2029"/>
                  <a:pt x="6302" y="2032"/>
                </a:cubicBezTo>
                <a:cubicBezTo>
                  <a:pt x="6283" y="2036"/>
                  <a:pt x="6264" y="2038"/>
                  <a:pt x="6245" y="2038"/>
                </a:cubicBezTo>
                <a:lnTo>
                  <a:pt x="291" y="2038"/>
                </a:lnTo>
                <a:cubicBezTo>
                  <a:pt x="272" y="2038"/>
                  <a:pt x="253" y="2036"/>
                  <a:pt x="234" y="2032"/>
                </a:cubicBezTo>
                <a:cubicBezTo>
                  <a:pt x="215" y="2029"/>
                  <a:pt x="197" y="2023"/>
                  <a:pt x="179" y="2016"/>
                </a:cubicBezTo>
                <a:cubicBezTo>
                  <a:pt x="162" y="2008"/>
                  <a:pt x="145" y="1999"/>
                  <a:pt x="129" y="1989"/>
                </a:cubicBezTo>
                <a:cubicBezTo>
                  <a:pt x="113" y="1978"/>
                  <a:pt x="98" y="1966"/>
                  <a:pt x="85" y="1953"/>
                </a:cubicBezTo>
                <a:cubicBezTo>
                  <a:pt x="71" y="1939"/>
                  <a:pt x="59" y="1924"/>
                  <a:pt x="49" y="1908"/>
                </a:cubicBezTo>
                <a:cubicBezTo>
                  <a:pt x="38" y="1893"/>
                  <a:pt x="29" y="1876"/>
                  <a:pt x="22" y="1858"/>
                </a:cubicBezTo>
                <a:cubicBezTo>
                  <a:pt x="15" y="1841"/>
                  <a:pt x="9" y="1822"/>
                  <a:pt x="5" y="1804"/>
                </a:cubicBezTo>
                <a:cubicBezTo>
                  <a:pt x="2" y="1785"/>
                  <a:pt x="0" y="1766"/>
                  <a:pt x="0" y="1747"/>
                </a:cubicBezTo>
                <a:close/>
              </a:path>
            </a:pathLst>
          </a:custGeom>
          <a:noFill/>
          <a:ln w="18720">
            <a:solidFill>
              <a:srgbClr val="C1E6C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8" name=""/>
          <p:cNvSpPr/>
          <p:nvPr/>
        </p:nvSpPr>
        <p:spPr>
          <a:xfrm>
            <a:off x="8859600" y="4163760"/>
            <a:ext cx="302040" cy="302040"/>
          </a:xfrm>
          <a:custGeom>
            <a:avLst/>
            <a:gdLst/>
            <a:ahLst/>
            <a:rect l="0" t="0" r="r" b="b"/>
            <a:pathLst>
              <a:path w="839" h="839">
                <a:moveTo>
                  <a:pt x="420" y="839"/>
                </a:moveTo>
                <a:cubicBezTo>
                  <a:pt x="363" y="839"/>
                  <a:pt x="309" y="828"/>
                  <a:pt x="258" y="806"/>
                </a:cubicBezTo>
                <a:cubicBezTo>
                  <a:pt x="207" y="784"/>
                  <a:pt x="162" y="754"/>
                  <a:pt x="124" y="716"/>
                </a:cubicBezTo>
                <a:cubicBezTo>
                  <a:pt x="86" y="678"/>
                  <a:pt x="55" y="633"/>
                  <a:pt x="33" y="582"/>
                </a:cubicBezTo>
                <a:cubicBezTo>
                  <a:pt x="11" y="530"/>
                  <a:pt x="0" y="476"/>
                  <a:pt x="0" y="419"/>
                </a:cubicBezTo>
                <a:cubicBezTo>
                  <a:pt x="0" y="360"/>
                  <a:pt x="11" y="305"/>
                  <a:pt x="34" y="254"/>
                </a:cubicBezTo>
                <a:cubicBezTo>
                  <a:pt x="56" y="203"/>
                  <a:pt x="88" y="158"/>
                  <a:pt x="126" y="121"/>
                </a:cubicBezTo>
                <a:cubicBezTo>
                  <a:pt x="165" y="83"/>
                  <a:pt x="210" y="53"/>
                  <a:pt x="262" y="32"/>
                </a:cubicBezTo>
                <a:cubicBezTo>
                  <a:pt x="314" y="11"/>
                  <a:pt x="370" y="0"/>
                  <a:pt x="430" y="0"/>
                </a:cubicBezTo>
                <a:cubicBezTo>
                  <a:pt x="485" y="0"/>
                  <a:pt x="537" y="9"/>
                  <a:pt x="587" y="28"/>
                </a:cubicBezTo>
                <a:cubicBezTo>
                  <a:pt x="636" y="46"/>
                  <a:pt x="680" y="72"/>
                  <a:pt x="717" y="105"/>
                </a:cubicBezTo>
                <a:cubicBezTo>
                  <a:pt x="754" y="138"/>
                  <a:pt x="784" y="177"/>
                  <a:pt x="806" y="222"/>
                </a:cubicBezTo>
                <a:cubicBezTo>
                  <a:pt x="828" y="267"/>
                  <a:pt x="839" y="316"/>
                  <a:pt x="839" y="370"/>
                </a:cubicBezTo>
                <a:cubicBezTo>
                  <a:pt x="839" y="445"/>
                  <a:pt x="817" y="505"/>
                  <a:pt x="773" y="548"/>
                </a:cubicBezTo>
                <a:cubicBezTo>
                  <a:pt x="729" y="593"/>
                  <a:pt x="671" y="615"/>
                  <a:pt x="598" y="615"/>
                </a:cubicBezTo>
                <a:lnTo>
                  <a:pt x="520" y="615"/>
                </a:lnTo>
                <a:cubicBezTo>
                  <a:pt x="507" y="615"/>
                  <a:pt x="496" y="620"/>
                  <a:pt x="487" y="630"/>
                </a:cubicBezTo>
                <a:cubicBezTo>
                  <a:pt x="478" y="639"/>
                  <a:pt x="473" y="650"/>
                  <a:pt x="473" y="662"/>
                </a:cubicBezTo>
                <a:cubicBezTo>
                  <a:pt x="473" y="681"/>
                  <a:pt x="479" y="697"/>
                  <a:pt x="489" y="710"/>
                </a:cubicBezTo>
                <a:cubicBezTo>
                  <a:pt x="499" y="723"/>
                  <a:pt x="504" y="739"/>
                  <a:pt x="504" y="756"/>
                </a:cubicBezTo>
                <a:cubicBezTo>
                  <a:pt x="504" y="783"/>
                  <a:pt x="497" y="803"/>
                  <a:pt x="482" y="818"/>
                </a:cubicBezTo>
                <a:cubicBezTo>
                  <a:pt x="467" y="832"/>
                  <a:pt x="447" y="839"/>
                  <a:pt x="420" y="839"/>
                </a:cubicBezTo>
                <a:moveTo>
                  <a:pt x="213" y="431"/>
                </a:moveTo>
                <a:cubicBezTo>
                  <a:pt x="223" y="420"/>
                  <a:pt x="228" y="408"/>
                  <a:pt x="228" y="394"/>
                </a:cubicBezTo>
                <a:cubicBezTo>
                  <a:pt x="228" y="380"/>
                  <a:pt x="223" y="368"/>
                  <a:pt x="213" y="357"/>
                </a:cubicBezTo>
                <a:cubicBezTo>
                  <a:pt x="202" y="347"/>
                  <a:pt x="190" y="342"/>
                  <a:pt x="176" y="342"/>
                </a:cubicBezTo>
                <a:cubicBezTo>
                  <a:pt x="162" y="342"/>
                  <a:pt x="150" y="347"/>
                  <a:pt x="139" y="357"/>
                </a:cubicBezTo>
                <a:cubicBezTo>
                  <a:pt x="129" y="368"/>
                  <a:pt x="124" y="380"/>
                  <a:pt x="124" y="394"/>
                </a:cubicBezTo>
                <a:cubicBezTo>
                  <a:pt x="124" y="408"/>
                  <a:pt x="129" y="420"/>
                  <a:pt x="139" y="431"/>
                </a:cubicBezTo>
                <a:cubicBezTo>
                  <a:pt x="150" y="441"/>
                  <a:pt x="162" y="446"/>
                  <a:pt x="176" y="446"/>
                </a:cubicBezTo>
                <a:cubicBezTo>
                  <a:pt x="190" y="446"/>
                  <a:pt x="202" y="441"/>
                  <a:pt x="213" y="431"/>
                </a:cubicBezTo>
                <a:moveTo>
                  <a:pt x="345" y="253"/>
                </a:moveTo>
                <a:cubicBezTo>
                  <a:pt x="355" y="242"/>
                  <a:pt x="360" y="230"/>
                  <a:pt x="360" y="216"/>
                </a:cubicBezTo>
                <a:cubicBezTo>
                  <a:pt x="360" y="202"/>
                  <a:pt x="355" y="190"/>
                  <a:pt x="345" y="179"/>
                </a:cubicBezTo>
                <a:cubicBezTo>
                  <a:pt x="334" y="169"/>
                  <a:pt x="322" y="164"/>
                  <a:pt x="308" y="164"/>
                </a:cubicBezTo>
                <a:cubicBezTo>
                  <a:pt x="294" y="164"/>
                  <a:pt x="282" y="169"/>
                  <a:pt x="271" y="179"/>
                </a:cubicBezTo>
                <a:cubicBezTo>
                  <a:pt x="261" y="190"/>
                  <a:pt x="256" y="202"/>
                  <a:pt x="256" y="216"/>
                </a:cubicBezTo>
                <a:cubicBezTo>
                  <a:pt x="256" y="230"/>
                  <a:pt x="261" y="242"/>
                  <a:pt x="271" y="253"/>
                </a:cubicBezTo>
                <a:cubicBezTo>
                  <a:pt x="282" y="263"/>
                  <a:pt x="294" y="268"/>
                  <a:pt x="308" y="268"/>
                </a:cubicBezTo>
                <a:cubicBezTo>
                  <a:pt x="322" y="268"/>
                  <a:pt x="334" y="263"/>
                  <a:pt x="345" y="253"/>
                </a:cubicBezTo>
                <a:moveTo>
                  <a:pt x="569" y="253"/>
                </a:moveTo>
                <a:cubicBezTo>
                  <a:pt x="579" y="242"/>
                  <a:pt x="585" y="230"/>
                  <a:pt x="585" y="216"/>
                </a:cubicBezTo>
                <a:cubicBezTo>
                  <a:pt x="585" y="202"/>
                  <a:pt x="579" y="190"/>
                  <a:pt x="569" y="179"/>
                </a:cubicBezTo>
                <a:cubicBezTo>
                  <a:pt x="558" y="169"/>
                  <a:pt x="546" y="164"/>
                  <a:pt x="532" y="164"/>
                </a:cubicBezTo>
                <a:cubicBezTo>
                  <a:pt x="518" y="164"/>
                  <a:pt x="506" y="169"/>
                  <a:pt x="495" y="179"/>
                </a:cubicBezTo>
                <a:cubicBezTo>
                  <a:pt x="485" y="190"/>
                  <a:pt x="480" y="202"/>
                  <a:pt x="480" y="216"/>
                </a:cubicBezTo>
                <a:cubicBezTo>
                  <a:pt x="480" y="230"/>
                  <a:pt x="485" y="242"/>
                  <a:pt x="495" y="253"/>
                </a:cubicBezTo>
                <a:cubicBezTo>
                  <a:pt x="506" y="263"/>
                  <a:pt x="518" y="268"/>
                  <a:pt x="532" y="268"/>
                </a:cubicBezTo>
                <a:cubicBezTo>
                  <a:pt x="546" y="268"/>
                  <a:pt x="558" y="263"/>
                  <a:pt x="569" y="253"/>
                </a:cubicBezTo>
                <a:moveTo>
                  <a:pt x="706" y="431"/>
                </a:moveTo>
                <a:cubicBezTo>
                  <a:pt x="716" y="420"/>
                  <a:pt x="722" y="408"/>
                  <a:pt x="722" y="394"/>
                </a:cubicBezTo>
                <a:cubicBezTo>
                  <a:pt x="722" y="380"/>
                  <a:pt x="716" y="368"/>
                  <a:pt x="706" y="357"/>
                </a:cubicBezTo>
                <a:cubicBezTo>
                  <a:pt x="696" y="347"/>
                  <a:pt x="683" y="342"/>
                  <a:pt x="669" y="342"/>
                </a:cubicBezTo>
                <a:cubicBezTo>
                  <a:pt x="655" y="342"/>
                  <a:pt x="643" y="347"/>
                  <a:pt x="633" y="357"/>
                </a:cubicBezTo>
                <a:cubicBezTo>
                  <a:pt x="622" y="368"/>
                  <a:pt x="617" y="380"/>
                  <a:pt x="617" y="394"/>
                </a:cubicBezTo>
                <a:cubicBezTo>
                  <a:pt x="617" y="408"/>
                  <a:pt x="622" y="420"/>
                  <a:pt x="633" y="431"/>
                </a:cubicBezTo>
                <a:cubicBezTo>
                  <a:pt x="643" y="441"/>
                  <a:pt x="655" y="446"/>
                  <a:pt x="669" y="446"/>
                </a:cubicBezTo>
                <a:cubicBezTo>
                  <a:pt x="683" y="446"/>
                  <a:pt x="696" y="441"/>
                  <a:pt x="706" y="431"/>
                </a:cubicBezTo>
                <a:moveTo>
                  <a:pt x="420" y="776"/>
                </a:moveTo>
                <a:cubicBezTo>
                  <a:pt x="428" y="776"/>
                  <a:pt x="433" y="775"/>
                  <a:pt x="436" y="771"/>
                </a:cubicBezTo>
                <a:cubicBezTo>
                  <a:pt x="439" y="768"/>
                  <a:pt x="441" y="763"/>
                  <a:pt x="441" y="756"/>
                </a:cubicBezTo>
                <a:cubicBezTo>
                  <a:pt x="441" y="747"/>
                  <a:pt x="436" y="737"/>
                  <a:pt x="426" y="729"/>
                </a:cubicBezTo>
                <a:cubicBezTo>
                  <a:pt x="416" y="721"/>
                  <a:pt x="411" y="702"/>
                  <a:pt x="411" y="674"/>
                </a:cubicBezTo>
                <a:cubicBezTo>
                  <a:pt x="411" y="641"/>
                  <a:pt x="421" y="613"/>
                  <a:pt x="442" y="589"/>
                </a:cubicBezTo>
                <a:cubicBezTo>
                  <a:pt x="463" y="563"/>
                  <a:pt x="490" y="551"/>
                  <a:pt x="522" y="551"/>
                </a:cubicBezTo>
                <a:lnTo>
                  <a:pt x="598" y="551"/>
                </a:lnTo>
                <a:cubicBezTo>
                  <a:pt x="651" y="551"/>
                  <a:pt x="694" y="536"/>
                  <a:pt x="727" y="504"/>
                </a:cubicBezTo>
                <a:cubicBezTo>
                  <a:pt x="760" y="473"/>
                  <a:pt x="776" y="429"/>
                  <a:pt x="776" y="370"/>
                </a:cubicBezTo>
                <a:cubicBezTo>
                  <a:pt x="776" y="278"/>
                  <a:pt x="741" y="204"/>
                  <a:pt x="671" y="147"/>
                </a:cubicBezTo>
                <a:cubicBezTo>
                  <a:pt x="602" y="91"/>
                  <a:pt x="521" y="63"/>
                  <a:pt x="430" y="63"/>
                </a:cubicBezTo>
                <a:cubicBezTo>
                  <a:pt x="328" y="63"/>
                  <a:pt x="241" y="97"/>
                  <a:pt x="170" y="166"/>
                </a:cubicBezTo>
                <a:cubicBezTo>
                  <a:pt x="99" y="235"/>
                  <a:pt x="63" y="319"/>
                  <a:pt x="63" y="419"/>
                </a:cubicBezTo>
                <a:cubicBezTo>
                  <a:pt x="63" y="518"/>
                  <a:pt x="99" y="603"/>
                  <a:pt x="168" y="672"/>
                </a:cubicBezTo>
                <a:cubicBezTo>
                  <a:pt x="238" y="741"/>
                  <a:pt x="322" y="776"/>
                  <a:pt x="420" y="776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6267240" y="4289040"/>
            <a:ext cx="2121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ドキュメント→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9191160" y="4289040"/>
            <a:ext cx="1664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デザイン→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3054240" y="4898520"/>
            <a:ext cx="59616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これが 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Vibe Coding 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の真髄 ― 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"Don't write code, just vibe."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11771280" y="636552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6" name=""/>
          <p:cNvSpPr/>
          <p:nvPr/>
        </p:nvSpPr>
        <p:spPr>
          <a:xfrm>
            <a:off x="571320" y="175248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7" name=""/>
          <p:cNvSpPr/>
          <p:nvPr/>
        </p:nvSpPr>
        <p:spPr>
          <a:xfrm>
            <a:off x="414360" y="1804320"/>
            <a:ext cx="11363400" cy="4105800"/>
          </a:xfrm>
          <a:custGeom>
            <a:avLst/>
            <a:gdLst/>
            <a:ahLst/>
            <a:rect l="0" t="0" r="r" b="b"/>
            <a:pathLst>
              <a:path w="31565" h="11405">
                <a:moveTo>
                  <a:pt x="436" y="676"/>
                </a:moveTo>
                <a:lnTo>
                  <a:pt x="436" y="10572"/>
                </a:lnTo>
                <a:cubicBezTo>
                  <a:pt x="436" y="10615"/>
                  <a:pt x="444" y="10655"/>
                  <a:pt x="460" y="10694"/>
                </a:cubicBezTo>
                <a:cubicBezTo>
                  <a:pt x="476" y="10733"/>
                  <a:pt x="499" y="10767"/>
                  <a:pt x="529" y="10797"/>
                </a:cubicBezTo>
                <a:cubicBezTo>
                  <a:pt x="559" y="10827"/>
                  <a:pt x="593" y="10850"/>
                  <a:pt x="632" y="10866"/>
                </a:cubicBezTo>
                <a:cubicBezTo>
                  <a:pt x="671" y="10882"/>
                  <a:pt x="711" y="10890"/>
                  <a:pt x="753" y="10890"/>
                </a:cubicBezTo>
                <a:lnTo>
                  <a:pt x="30811" y="10890"/>
                </a:lnTo>
                <a:cubicBezTo>
                  <a:pt x="30853" y="10890"/>
                  <a:pt x="30894" y="10882"/>
                  <a:pt x="30933" y="10866"/>
                </a:cubicBezTo>
                <a:cubicBezTo>
                  <a:pt x="30972" y="10850"/>
                  <a:pt x="31006" y="10827"/>
                  <a:pt x="31036" y="10797"/>
                </a:cubicBezTo>
                <a:cubicBezTo>
                  <a:pt x="31065" y="10767"/>
                  <a:pt x="31088" y="10733"/>
                  <a:pt x="31104" y="10694"/>
                </a:cubicBezTo>
                <a:cubicBezTo>
                  <a:pt x="31121" y="10655"/>
                  <a:pt x="31129" y="10615"/>
                  <a:pt x="31129" y="10572"/>
                </a:cubicBezTo>
                <a:lnTo>
                  <a:pt x="31129" y="676"/>
                </a:lnTo>
                <a:cubicBezTo>
                  <a:pt x="31129" y="634"/>
                  <a:pt x="31121" y="593"/>
                  <a:pt x="31104" y="555"/>
                </a:cubicBezTo>
                <a:cubicBezTo>
                  <a:pt x="31088" y="516"/>
                  <a:pt x="31065" y="481"/>
                  <a:pt x="31036" y="452"/>
                </a:cubicBezTo>
                <a:cubicBezTo>
                  <a:pt x="31006" y="422"/>
                  <a:pt x="30972" y="399"/>
                  <a:pt x="30933" y="383"/>
                </a:cubicBezTo>
                <a:cubicBezTo>
                  <a:pt x="30894" y="367"/>
                  <a:pt x="30853" y="359"/>
                  <a:pt x="30811" y="359"/>
                </a:cubicBezTo>
                <a:lnTo>
                  <a:pt x="753" y="359"/>
                </a:lnTo>
                <a:cubicBezTo>
                  <a:pt x="711" y="359"/>
                  <a:pt x="671" y="367"/>
                  <a:pt x="632" y="383"/>
                </a:cubicBezTo>
                <a:cubicBezTo>
                  <a:pt x="593" y="399"/>
                  <a:pt x="559" y="422"/>
                  <a:pt x="529" y="452"/>
                </a:cubicBezTo>
                <a:cubicBezTo>
                  <a:pt x="499" y="481"/>
                  <a:pt x="476" y="516"/>
                  <a:pt x="460" y="555"/>
                </a:cubicBezTo>
                <a:cubicBezTo>
                  <a:pt x="444" y="593"/>
                  <a:pt x="436" y="634"/>
                  <a:pt x="436" y="676"/>
                </a:cubicBezTo>
                <a:moveTo>
                  <a:pt x="0" y="0"/>
                </a:moveTo>
                <a:lnTo>
                  <a:pt x="31565" y="0"/>
                </a:lnTo>
                <a:lnTo>
                  <a:pt x="31565" y="11405"/>
                </a:lnTo>
                <a:lnTo>
                  <a:pt x="0" y="11405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88" name=""/>
          <p:cNvSpPr/>
          <p:nvPr/>
        </p:nvSpPr>
        <p:spPr>
          <a:xfrm>
            <a:off x="580680" y="1942920"/>
            <a:ext cx="11030400" cy="3772080"/>
          </a:xfrm>
          <a:custGeom>
            <a:avLst/>
            <a:gdLst/>
            <a:ahLst/>
            <a:rect l="0" t="0" r="r" b="b"/>
            <a:pathLst>
              <a:path w="30640" h="10478">
                <a:moveTo>
                  <a:pt x="0" y="1018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29"/>
                  <a:pt x="30495" y="38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3"/>
                  <a:pt x="30591" y="129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7"/>
                  <a:pt x="30631" y="216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10186"/>
                </a:lnTo>
                <a:cubicBezTo>
                  <a:pt x="30640" y="10206"/>
                  <a:pt x="30638" y="10224"/>
                  <a:pt x="30635" y="10243"/>
                </a:cubicBezTo>
                <a:cubicBezTo>
                  <a:pt x="30631" y="10262"/>
                  <a:pt x="30625" y="10280"/>
                  <a:pt x="30618" y="10298"/>
                </a:cubicBezTo>
                <a:cubicBezTo>
                  <a:pt x="30611" y="10315"/>
                  <a:pt x="30602" y="10333"/>
                  <a:pt x="30591" y="10349"/>
                </a:cubicBezTo>
                <a:cubicBezTo>
                  <a:pt x="30581" y="10365"/>
                  <a:pt x="30568" y="10380"/>
                  <a:pt x="30555" y="10393"/>
                </a:cubicBezTo>
                <a:cubicBezTo>
                  <a:pt x="30541" y="10407"/>
                  <a:pt x="30527" y="10419"/>
                  <a:pt x="30511" y="10429"/>
                </a:cubicBezTo>
                <a:cubicBezTo>
                  <a:pt x="30495" y="10440"/>
                  <a:pt x="30478" y="10449"/>
                  <a:pt x="30461" y="10456"/>
                </a:cubicBezTo>
                <a:cubicBezTo>
                  <a:pt x="30443" y="10464"/>
                  <a:pt x="30425" y="10469"/>
                  <a:pt x="30406" y="10473"/>
                </a:cubicBezTo>
                <a:cubicBezTo>
                  <a:pt x="30387" y="10477"/>
                  <a:pt x="30368" y="10478"/>
                  <a:pt x="30349" y="10478"/>
                </a:cubicBezTo>
                <a:lnTo>
                  <a:pt x="291" y="10478"/>
                </a:lnTo>
                <a:cubicBezTo>
                  <a:pt x="272" y="10478"/>
                  <a:pt x="253" y="10477"/>
                  <a:pt x="235" y="10473"/>
                </a:cubicBezTo>
                <a:cubicBezTo>
                  <a:pt x="216" y="10469"/>
                  <a:pt x="198" y="10464"/>
                  <a:pt x="180" y="10456"/>
                </a:cubicBezTo>
                <a:cubicBezTo>
                  <a:pt x="162" y="10449"/>
                  <a:pt x="146" y="10440"/>
                  <a:pt x="130" y="10429"/>
                </a:cubicBezTo>
                <a:cubicBezTo>
                  <a:pt x="114" y="10419"/>
                  <a:pt x="99" y="10407"/>
                  <a:pt x="86" y="10393"/>
                </a:cubicBezTo>
                <a:cubicBezTo>
                  <a:pt x="72" y="10380"/>
                  <a:pt x="60" y="10365"/>
                  <a:pt x="50" y="10349"/>
                </a:cubicBezTo>
                <a:cubicBezTo>
                  <a:pt x="39" y="10333"/>
                  <a:pt x="30" y="10315"/>
                  <a:pt x="23" y="10298"/>
                </a:cubicBezTo>
                <a:cubicBezTo>
                  <a:pt x="15" y="10280"/>
                  <a:pt x="10" y="10262"/>
                  <a:pt x="6" y="10243"/>
                </a:cubicBezTo>
                <a:cubicBezTo>
                  <a:pt x="2" y="10224"/>
                  <a:pt x="0" y="10206"/>
                  <a:pt x="0" y="10186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9" name=""/>
          <p:cNvSpPr/>
          <p:nvPr/>
        </p:nvSpPr>
        <p:spPr>
          <a:xfrm>
            <a:off x="580680" y="1942920"/>
            <a:ext cx="11030400" cy="3772080"/>
          </a:xfrm>
          <a:custGeom>
            <a:avLst/>
            <a:gdLst/>
            <a:ahLst/>
            <a:rect l="0" t="0" r="r" b="b"/>
            <a:pathLst>
              <a:path w="30640" h="10478">
                <a:moveTo>
                  <a:pt x="0" y="1018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29"/>
                  <a:pt x="30495" y="38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3"/>
                  <a:pt x="30591" y="129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7"/>
                  <a:pt x="30631" y="216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10186"/>
                </a:lnTo>
                <a:cubicBezTo>
                  <a:pt x="30640" y="10206"/>
                  <a:pt x="30638" y="10224"/>
                  <a:pt x="30635" y="10243"/>
                </a:cubicBezTo>
                <a:cubicBezTo>
                  <a:pt x="30631" y="10262"/>
                  <a:pt x="30625" y="10280"/>
                  <a:pt x="30618" y="10298"/>
                </a:cubicBezTo>
                <a:cubicBezTo>
                  <a:pt x="30611" y="10315"/>
                  <a:pt x="30602" y="10333"/>
                  <a:pt x="30591" y="10349"/>
                </a:cubicBezTo>
                <a:cubicBezTo>
                  <a:pt x="30581" y="10365"/>
                  <a:pt x="30568" y="10380"/>
                  <a:pt x="30555" y="10393"/>
                </a:cubicBezTo>
                <a:cubicBezTo>
                  <a:pt x="30541" y="10407"/>
                  <a:pt x="30527" y="10419"/>
                  <a:pt x="30511" y="10429"/>
                </a:cubicBezTo>
                <a:cubicBezTo>
                  <a:pt x="30495" y="10440"/>
                  <a:pt x="30478" y="10449"/>
                  <a:pt x="30461" y="10456"/>
                </a:cubicBezTo>
                <a:cubicBezTo>
                  <a:pt x="30443" y="10464"/>
                  <a:pt x="30425" y="10469"/>
                  <a:pt x="30406" y="10473"/>
                </a:cubicBezTo>
                <a:cubicBezTo>
                  <a:pt x="30387" y="10477"/>
                  <a:pt x="30368" y="10478"/>
                  <a:pt x="30349" y="10478"/>
                </a:cubicBezTo>
                <a:lnTo>
                  <a:pt x="291" y="10478"/>
                </a:lnTo>
                <a:cubicBezTo>
                  <a:pt x="272" y="10478"/>
                  <a:pt x="253" y="10477"/>
                  <a:pt x="235" y="10473"/>
                </a:cubicBezTo>
                <a:cubicBezTo>
                  <a:pt x="216" y="10469"/>
                  <a:pt x="198" y="10464"/>
                  <a:pt x="180" y="10456"/>
                </a:cubicBezTo>
                <a:cubicBezTo>
                  <a:pt x="162" y="10449"/>
                  <a:pt x="146" y="10440"/>
                  <a:pt x="130" y="10429"/>
                </a:cubicBezTo>
                <a:cubicBezTo>
                  <a:pt x="114" y="10419"/>
                  <a:pt x="99" y="10407"/>
                  <a:pt x="86" y="10393"/>
                </a:cubicBezTo>
                <a:cubicBezTo>
                  <a:pt x="72" y="10380"/>
                  <a:pt x="60" y="10365"/>
                  <a:pt x="50" y="10349"/>
                </a:cubicBezTo>
                <a:cubicBezTo>
                  <a:pt x="39" y="10333"/>
                  <a:pt x="30" y="10315"/>
                  <a:pt x="23" y="10298"/>
                </a:cubicBezTo>
                <a:cubicBezTo>
                  <a:pt x="15" y="10280"/>
                  <a:pt x="10" y="10262"/>
                  <a:pt x="6" y="10243"/>
                </a:cubicBezTo>
                <a:cubicBezTo>
                  <a:pt x="2" y="10224"/>
                  <a:pt x="0" y="10206"/>
                  <a:pt x="0" y="10186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0" name=""/>
          <p:cNvSpPr/>
          <p:nvPr/>
        </p:nvSpPr>
        <p:spPr>
          <a:xfrm>
            <a:off x="610920" y="1192680"/>
            <a:ext cx="397440" cy="357840"/>
          </a:xfrm>
          <a:custGeom>
            <a:avLst/>
            <a:gdLst/>
            <a:ahLst/>
            <a:rect l="0" t="0" r="r" b="b"/>
            <a:pathLst>
              <a:path w="1104" h="994">
                <a:moveTo>
                  <a:pt x="722" y="994"/>
                </a:moveTo>
                <a:lnTo>
                  <a:pt x="722" y="821"/>
                </a:lnTo>
                <a:lnTo>
                  <a:pt x="510" y="821"/>
                </a:lnTo>
                <a:lnTo>
                  <a:pt x="510" y="256"/>
                </a:lnTo>
                <a:lnTo>
                  <a:pt x="382" y="256"/>
                </a:lnTo>
                <a:lnTo>
                  <a:pt x="382" y="435"/>
                </a:lnTo>
                <a:lnTo>
                  <a:pt x="0" y="435"/>
                </a:lnTo>
                <a:lnTo>
                  <a:pt x="0" y="0"/>
                </a:lnTo>
                <a:lnTo>
                  <a:pt x="382" y="0"/>
                </a:lnTo>
                <a:lnTo>
                  <a:pt x="382" y="174"/>
                </a:lnTo>
                <a:lnTo>
                  <a:pt x="722" y="174"/>
                </a:lnTo>
                <a:lnTo>
                  <a:pt x="722" y="0"/>
                </a:lnTo>
                <a:lnTo>
                  <a:pt x="1104" y="0"/>
                </a:lnTo>
                <a:lnTo>
                  <a:pt x="1104" y="435"/>
                </a:lnTo>
                <a:lnTo>
                  <a:pt x="722" y="435"/>
                </a:lnTo>
                <a:lnTo>
                  <a:pt x="722" y="256"/>
                </a:lnTo>
                <a:lnTo>
                  <a:pt x="593" y="256"/>
                </a:lnTo>
                <a:lnTo>
                  <a:pt x="593" y="739"/>
                </a:lnTo>
                <a:lnTo>
                  <a:pt x="722" y="739"/>
                </a:lnTo>
                <a:lnTo>
                  <a:pt x="722" y="560"/>
                </a:lnTo>
                <a:lnTo>
                  <a:pt x="1104" y="560"/>
                </a:lnTo>
                <a:lnTo>
                  <a:pt x="1104" y="994"/>
                </a:lnTo>
                <a:lnTo>
                  <a:pt x="722" y="994"/>
                </a:lnTo>
                <a:moveTo>
                  <a:pt x="805" y="353"/>
                </a:moveTo>
                <a:lnTo>
                  <a:pt x="1020" y="353"/>
                </a:lnTo>
                <a:lnTo>
                  <a:pt x="1020" y="83"/>
                </a:lnTo>
                <a:lnTo>
                  <a:pt x="805" y="83"/>
                </a:lnTo>
                <a:lnTo>
                  <a:pt x="805" y="353"/>
                </a:lnTo>
                <a:moveTo>
                  <a:pt x="805" y="911"/>
                </a:moveTo>
                <a:lnTo>
                  <a:pt x="1020" y="911"/>
                </a:lnTo>
                <a:lnTo>
                  <a:pt x="1020" y="642"/>
                </a:lnTo>
                <a:lnTo>
                  <a:pt x="805" y="642"/>
                </a:lnTo>
                <a:lnTo>
                  <a:pt x="805" y="911"/>
                </a:lnTo>
                <a:moveTo>
                  <a:pt x="83" y="353"/>
                </a:moveTo>
                <a:lnTo>
                  <a:pt x="299" y="353"/>
                </a:lnTo>
                <a:lnTo>
                  <a:pt x="299" y="83"/>
                </a:lnTo>
                <a:lnTo>
                  <a:pt x="83" y="83"/>
                </a:lnTo>
                <a:lnTo>
                  <a:pt x="83" y="353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1047600" y="1282320"/>
            <a:ext cx="425520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Agent-First Architecture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4813200" y="2155320"/>
            <a:ext cx="2591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開発者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が自然言語で指示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3" name=""/>
          <p:cNvSpPr/>
          <p:nvPr/>
        </p:nvSpPr>
        <p:spPr>
          <a:xfrm>
            <a:off x="3302640" y="3026520"/>
            <a:ext cx="271800" cy="271800"/>
          </a:xfrm>
          <a:custGeom>
            <a:avLst/>
            <a:gdLst/>
            <a:ahLst/>
            <a:rect l="0" t="0" r="r" b="b"/>
            <a:pathLst>
              <a:path w="755" h="755">
                <a:moveTo>
                  <a:pt x="409" y="283"/>
                </a:moveTo>
                <a:lnTo>
                  <a:pt x="409" y="0"/>
                </a:lnTo>
                <a:lnTo>
                  <a:pt x="755" y="0"/>
                </a:lnTo>
                <a:lnTo>
                  <a:pt x="755" y="283"/>
                </a:lnTo>
                <a:lnTo>
                  <a:pt x="409" y="283"/>
                </a:lnTo>
                <a:moveTo>
                  <a:pt x="0" y="409"/>
                </a:moveTo>
                <a:lnTo>
                  <a:pt x="0" y="0"/>
                </a:lnTo>
                <a:lnTo>
                  <a:pt x="347" y="0"/>
                </a:lnTo>
                <a:lnTo>
                  <a:pt x="347" y="409"/>
                </a:lnTo>
                <a:lnTo>
                  <a:pt x="0" y="409"/>
                </a:lnTo>
                <a:moveTo>
                  <a:pt x="409" y="755"/>
                </a:moveTo>
                <a:lnTo>
                  <a:pt x="409" y="346"/>
                </a:lnTo>
                <a:lnTo>
                  <a:pt x="755" y="346"/>
                </a:lnTo>
                <a:lnTo>
                  <a:pt x="755" y="755"/>
                </a:lnTo>
                <a:lnTo>
                  <a:pt x="409" y="755"/>
                </a:lnTo>
                <a:moveTo>
                  <a:pt x="0" y="755"/>
                </a:moveTo>
                <a:lnTo>
                  <a:pt x="0" y="472"/>
                </a:lnTo>
                <a:lnTo>
                  <a:pt x="347" y="472"/>
                </a:lnTo>
                <a:lnTo>
                  <a:pt x="347" y="755"/>
                </a:lnTo>
                <a:lnTo>
                  <a:pt x="0" y="755"/>
                </a:lnTo>
                <a:moveTo>
                  <a:pt x="63" y="346"/>
                </a:moveTo>
                <a:lnTo>
                  <a:pt x="284" y="346"/>
                </a:lnTo>
                <a:lnTo>
                  <a:pt x="284" y="62"/>
                </a:lnTo>
                <a:lnTo>
                  <a:pt x="63" y="62"/>
                </a:lnTo>
                <a:lnTo>
                  <a:pt x="63" y="346"/>
                </a:lnTo>
                <a:moveTo>
                  <a:pt x="472" y="692"/>
                </a:moveTo>
                <a:lnTo>
                  <a:pt x="692" y="692"/>
                </a:lnTo>
                <a:lnTo>
                  <a:pt x="692" y="409"/>
                </a:lnTo>
                <a:lnTo>
                  <a:pt x="472" y="409"/>
                </a:lnTo>
                <a:lnTo>
                  <a:pt x="472" y="692"/>
                </a:lnTo>
                <a:moveTo>
                  <a:pt x="472" y="220"/>
                </a:moveTo>
                <a:lnTo>
                  <a:pt x="692" y="220"/>
                </a:lnTo>
                <a:lnTo>
                  <a:pt x="692" y="62"/>
                </a:lnTo>
                <a:lnTo>
                  <a:pt x="472" y="62"/>
                </a:lnTo>
                <a:lnTo>
                  <a:pt x="472" y="220"/>
                </a:lnTo>
                <a:moveTo>
                  <a:pt x="63" y="692"/>
                </a:moveTo>
                <a:lnTo>
                  <a:pt x="284" y="692"/>
                </a:lnTo>
                <a:lnTo>
                  <a:pt x="284" y="535"/>
                </a:lnTo>
                <a:lnTo>
                  <a:pt x="63" y="535"/>
                </a:lnTo>
                <a:lnTo>
                  <a:pt x="63" y="692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5991120" y="2677320"/>
            <a:ext cx="2095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3672000" y="3136320"/>
            <a:ext cx="5246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Manager View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が受け取り、各エージェントへ分配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6" name=""/>
          <p:cNvSpPr/>
          <p:nvPr/>
        </p:nvSpPr>
        <p:spPr>
          <a:xfrm>
            <a:off x="603360" y="3767040"/>
            <a:ext cx="1945080" cy="1076400"/>
          </a:xfrm>
          <a:custGeom>
            <a:avLst/>
            <a:gdLst/>
            <a:ahLst/>
            <a:rect l="0" t="0" r="r" b="b"/>
            <a:pathLst>
              <a:path w="5403" h="2990">
                <a:moveTo>
                  <a:pt x="440" y="674"/>
                </a:moveTo>
                <a:lnTo>
                  <a:pt x="440" y="2156"/>
                </a:lnTo>
                <a:cubicBezTo>
                  <a:pt x="440" y="2198"/>
                  <a:pt x="448" y="2239"/>
                  <a:pt x="464" y="2278"/>
                </a:cubicBezTo>
                <a:cubicBezTo>
                  <a:pt x="480" y="2317"/>
                  <a:pt x="503" y="2351"/>
                  <a:pt x="533" y="2381"/>
                </a:cubicBezTo>
                <a:cubicBezTo>
                  <a:pt x="563" y="2410"/>
                  <a:pt x="597" y="2433"/>
                  <a:pt x="636" y="2449"/>
                </a:cubicBezTo>
                <a:cubicBezTo>
                  <a:pt x="675" y="2466"/>
                  <a:pt x="716" y="2474"/>
                  <a:pt x="758" y="2474"/>
                </a:cubicBezTo>
                <a:lnTo>
                  <a:pt x="4648" y="2474"/>
                </a:lnTo>
                <a:cubicBezTo>
                  <a:pt x="4690" y="2474"/>
                  <a:pt x="4731" y="2466"/>
                  <a:pt x="4770" y="2449"/>
                </a:cubicBezTo>
                <a:cubicBezTo>
                  <a:pt x="4808" y="2433"/>
                  <a:pt x="4843" y="2410"/>
                  <a:pt x="4873" y="2381"/>
                </a:cubicBezTo>
                <a:cubicBezTo>
                  <a:pt x="4902" y="2351"/>
                  <a:pt x="4925" y="2317"/>
                  <a:pt x="4941" y="2278"/>
                </a:cubicBezTo>
                <a:cubicBezTo>
                  <a:pt x="4957" y="2239"/>
                  <a:pt x="4966" y="2198"/>
                  <a:pt x="4966" y="2156"/>
                </a:cubicBezTo>
                <a:lnTo>
                  <a:pt x="4966" y="674"/>
                </a:lnTo>
                <a:cubicBezTo>
                  <a:pt x="4966" y="632"/>
                  <a:pt x="4957" y="592"/>
                  <a:pt x="4941" y="553"/>
                </a:cubicBezTo>
                <a:cubicBezTo>
                  <a:pt x="4925" y="514"/>
                  <a:pt x="4902" y="480"/>
                  <a:pt x="4873" y="450"/>
                </a:cubicBezTo>
                <a:cubicBezTo>
                  <a:pt x="4843" y="420"/>
                  <a:pt x="4808" y="397"/>
                  <a:pt x="4770" y="381"/>
                </a:cubicBezTo>
                <a:cubicBezTo>
                  <a:pt x="4731" y="365"/>
                  <a:pt x="4690" y="357"/>
                  <a:pt x="4648" y="357"/>
                </a:cubicBezTo>
                <a:lnTo>
                  <a:pt x="758" y="357"/>
                </a:lnTo>
                <a:cubicBezTo>
                  <a:pt x="716" y="357"/>
                  <a:pt x="675" y="365"/>
                  <a:pt x="636" y="381"/>
                </a:cubicBezTo>
                <a:cubicBezTo>
                  <a:pt x="597" y="397"/>
                  <a:pt x="563" y="420"/>
                  <a:pt x="533" y="450"/>
                </a:cubicBezTo>
                <a:cubicBezTo>
                  <a:pt x="503" y="480"/>
                  <a:pt x="480" y="514"/>
                  <a:pt x="464" y="553"/>
                </a:cubicBezTo>
                <a:cubicBezTo>
                  <a:pt x="448" y="592"/>
                  <a:pt x="440" y="632"/>
                  <a:pt x="440" y="674"/>
                </a:cubicBezTo>
                <a:moveTo>
                  <a:pt x="0" y="0"/>
                </a:moveTo>
                <a:lnTo>
                  <a:pt x="5403" y="0"/>
                </a:lnTo>
                <a:lnTo>
                  <a:pt x="5403" y="2990"/>
                </a:lnTo>
                <a:lnTo>
                  <a:pt x="0" y="2990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97" name=""/>
          <p:cNvSpPr/>
          <p:nvPr/>
        </p:nvSpPr>
        <p:spPr>
          <a:xfrm>
            <a:off x="771480" y="3904920"/>
            <a:ext cx="1609920" cy="743400"/>
          </a:xfrm>
          <a:custGeom>
            <a:avLst/>
            <a:gdLst/>
            <a:ahLst/>
            <a:rect l="0" t="0" r="r" b="b"/>
            <a:pathLst>
              <a:path w="4472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1" y="253"/>
                  <a:pt x="5" y="235"/>
                </a:cubicBezTo>
                <a:cubicBezTo>
                  <a:pt x="9" y="216"/>
                  <a:pt x="14" y="198"/>
                  <a:pt x="22" y="180"/>
                </a:cubicBezTo>
                <a:cubicBezTo>
                  <a:pt x="29" y="162"/>
                  <a:pt x="38" y="146"/>
                  <a:pt x="49" y="130"/>
                </a:cubicBezTo>
                <a:cubicBezTo>
                  <a:pt x="59" y="114"/>
                  <a:pt x="71" y="99"/>
                  <a:pt x="85" y="86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3" y="30"/>
                  <a:pt x="180" y="23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4" y="2"/>
                  <a:pt x="273" y="0"/>
                  <a:pt x="292" y="0"/>
                </a:cubicBezTo>
                <a:lnTo>
                  <a:pt x="4181" y="0"/>
                </a:lnTo>
                <a:cubicBezTo>
                  <a:pt x="4200" y="0"/>
                  <a:pt x="4219" y="2"/>
                  <a:pt x="4238" y="6"/>
                </a:cubicBezTo>
                <a:cubicBezTo>
                  <a:pt x="4257" y="10"/>
                  <a:pt x="4275" y="15"/>
                  <a:pt x="4292" y="23"/>
                </a:cubicBezTo>
                <a:cubicBezTo>
                  <a:pt x="4310" y="30"/>
                  <a:pt x="4327" y="39"/>
                  <a:pt x="4343" y="49"/>
                </a:cubicBezTo>
                <a:cubicBezTo>
                  <a:pt x="4359" y="60"/>
                  <a:pt x="4373" y="72"/>
                  <a:pt x="4387" y="86"/>
                </a:cubicBezTo>
                <a:cubicBezTo>
                  <a:pt x="4400" y="99"/>
                  <a:pt x="4412" y="114"/>
                  <a:pt x="4423" y="130"/>
                </a:cubicBezTo>
                <a:cubicBezTo>
                  <a:pt x="4434" y="146"/>
                  <a:pt x="4443" y="162"/>
                  <a:pt x="4450" y="180"/>
                </a:cubicBezTo>
                <a:cubicBezTo>
                  <a:pt x="4457" y="198"/>
                  <a:pt x="4463" y="216"/>
                  <a:pt x="4466" y="235"/>
                </a:cubicBezTo>
                <a:cubicBezTo>
                  <a:pt x="4470" y="253"/>
                  <a:pt x="4472" y="272"/>
                  <a:pt x="4472" y="291"/>
                </a:cubicBezTo>
                <a:lnTo>
                  <a:pt x="4472" y="1774"/>
                </a:lnTo>
                <a:cubicBezTo>
                  <a:pt x="4472" y="1793"/>
                  <a:pt x="4470" y="1812"/>
                  <a:pt x="4466" y="1831"/>
                </a:cubicBezTo>
                <a:cubicBezTo>
                  <a:pt x="4463" y="1850"/>
                  <a:pt x="4457" y="1868"/>
                  <a:pt x="4450" y="1885"/>
                </a:cubicBezTo>
                <a:cubicBezTo>
                  <a:pt x="4443" y="1903"/>
                  <a:pt x="4434" y="1920"/>
                  <a:pt x="4423" y="1936"/>
                </a:cubicBezTo>
                <a:cubicBezTo>
                  <a:pt x="4412" y="1952"/>
                  <a:pt x="4400" y="1966"/>
                  <a:pt x="4387" y="1980"/>
                </a:cubicBezTo>
                <a:cubicBezTo>
                  <a:pt x="4373" y="1993"/>
                  <a:pt x="4359" y="2005"/>
                  <a:pt x="4343" y="2016"/>
                </a:cubicBezTo>
                <a:cubicBezTo>
                  <a:pt x="4327" y="2027"/>
                  <a:pt x="4310" y="2036"/>
                  <a:pt x="4292" y="2043"/>
                </a:cubicBezTo>
                <a:cubicBezTo>
                  <a:pt x="4275" y="2050"/>
                  <a:pt x="4257" y="2056"/>
                  <a:pt x="4238" y="2060"/>
                </a:cubicBezTo>
                <a:cubicBezTo>
                  <a:pt x="4219" y="2063"/>
                  <a:pt x="4200" y="2065"/>
                  <a:pt x="4181" y="2065"/>
                </a:cubicBezTo>
                <a:lnTo>
                  <a:pt x="292" y="2065"/>
                </a:lnTo>
                <a:cubicBezTo>
                  <a:pt x="273" y="2065"/>
                  <a:pt x="254" y="2063"/>
                  <a:pt x="235" y="2060"/>
                </a:cubicBezTo>
                <a:cubicBezTo>
                  <a:pt x="216" y="2056"/>
                  <a:pt x="198" y="2050"/>
                  <a:pt x="180" y="2043"/>
                </a:cubicBezTo>
                <a:cubicBezTo>
                  <a:pt x="163" y="2036"/>
                  <a:pt x="146" y="2027"/>
                  <a:pt x="130" y="2016"/>
                </a:cubicBezTo>
                <a:cubicBezTo>
                  <a:pt x="114" y="2005"/>
                  <a:pt x="99" y="1993"/>
                  <a:pt x="85" y="1980"/>
                </a:cubicBezTo>
                <a:cubicBezTo>
                  <a:pt x="71" y="1966"/>
                  <a:pt x="59" y="1952"/>
                  <a:pt x="49" y="1936"/>
                </a:cubicBezTo>
                <a:cubicBezTo>
                  <a:pt x="38" y="1920"/>
                  <a:pt x="29" y="1903"/>
                  <a:pt x="22" y="1886"/>
                </a:cubicBezTo>
                <a:cubicBezTo>
                  <a:pt x="14" y="1868"/>
                  <a:pt x="9" y="1850"/>
                  <a:pt x="5" y="1831"/>
                </a:cubicBezTo>
                <a:cubicBezTo>
                  <a:pt x="1" y="1812"/>
                  <a:pt x="0" y="1793"/>
                  <a:pt x="0" y="1774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8" name=""/>
          <p:cNvSpPr/>
          <p:nvPr/>
        </p:nvSpPr>
        <p:spPr>
          <a:xfrm>
            <a:off x="771480" y="3904920"/>
            <a:ext cx="1609920" cy="743400"/>
          </a:xfrm>
          <a:custGeom>
            <a:avLst/>
            <a:gdLst/>
            <a:ahLst/>
            <a:rect l="0" t="0" r="r" b="b"/>
            <a:pathLst>
              <a:path w="4472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1" y="253"/>
                  <a:pt x="5" y="235"/>
                </a:cubicBezTo>
                <a:cubicBezTo>
                  <a:pt x="9" y="216"/>
                  <a:pt x="14" y="198"/>
                  <a:pt x="22" y="180"/>
                </a:cubicBezTo>
                <a:cubicBezTo>
                  <a:pt x="29" y="162"/>
                  <a:pt x="38" y="146"/>
                  <a:pt x="49" y="130"/>
                </a:cubicBezTo>
                <a:cubicBezTo>
                  <a:pt x="59" y="114"/>
                  <a:pt x="71" y="99"/>
                  <a:pt x="85" y="86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3" y="30"/>
                  <a:pt x="180" y="23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4" y="2"/>
                  <a:pt x="273" y="0"/>
                  <a:pt x="292" y="0"/>
                </a:cubicBezTo>
                <a:lnTo>
                  <a:pt x="4181" y="0"/>
                </a:lnTo>
                <a:cubicBezTo>
                  <a:pt x="4200" y="0"/>
                  <a:pt x="4219" y="2"/>
                  <a:pt x="4238" y="6"/>
                </a:cubicBezTo>
                <a:cubicBezTo>
                  <a:pt x="4257" y="10"/>
                  <a:pt x="4275" y="15"/>
                  <a:pt x="4292" y="23"/>
                </a:cubicBezTo>
                <a:cubicBezTo>
                  <a:pt x="4310" y="30"/>
                  <a:pt x="4327" y="39"/>
                  <a:pt x="4343" y="49"/>
                </a:cubicBezTo>
                <a:cubicBezTo>
                  <a:pt x="4359" y="60"/>
                  <a:pt x="4373" y="72"/>
                  <a:pt x="4387" y="86"/>
                </a:cubicBezTo>
                <a:cubicBezTo>
                  <a:pt x="4400" y="99"/>
                  <a:pt x="4412" y="114"/>
                  <a:pt x="4423" y="130"/>
                </a:cubicBezTo>
                <a:cubicBezTo>
                  <a:pt x="4434" y="146"/>
                  <a:pt x="4443" y="162"/>
                  <a:pt x="4450" y="180"/>
                </a:cubicBezTo>
                <a:cubicBezTo>
                  <a:pt x="4457" y="198"/>
                  <a:pt x="4463" y="216"/>
                  <a:pt x="4466" y="235"/>
                </a:cubicBezTo>
                <a:cubicBezTo>
                  <a:pt x="4470" y="253"/>
                  <a:pt x="4472" y="272"/>
                  <a:pt x="4472" y="291"/>
                </a:cubicBezTo>
                <a:lnTo>
                  <a:pt x="4472" y="1774"/>
                </a:lnTo>
                <a:cubicBezTo>
                  <a:pt x="4472" y="1793"/>
                  <a:pt x="4470" y="1812"/>
                  <a:pt x="4466" y="1831"/>
                </a:cubicBezTo>
                <a:cubicBezTo>
                  <a:pt x="4463" y="1850"/>
                  <a:pt x="4457" y="1868"/>
                  <a:pt x="4450" y="1885"/>
                </a:cubicBezTo>
                <a:cubicBezTo>
                  <a:pt x="4443" y="1903"/>
                  <a:pt x="4434" y="1920"/>
                  <a:pt x="4423" y="1936"/>
                </a:cubicBezTo>
                <a:cubicBezTo>
                  <a:pt x="4412" y="1952"/>
                  <a:pt x="4400" y="1966"/>
                  <a:pt x="4387" y="1980"/>
                </a:cubicBezTo>
                <a:cubicBezTo>
                  <a:pt x="4373" y="1993"/>
                  <a:pt x="4359" y="2005"/>
                  <a:pt x="4343" y="2016"/>
                </a:cubicBezTo>
                <a:cubicBezTo>
                  <a:pt x="4327" y="2027"/>
                  <a:pt x="4310" y="2036"/>
                  <a:pt x="4292" y="2043"/>
                </a:cubicBezTo>
                <a:cubicBezTo>
                  <a:pt x="4275" y="2050"/>
                  <a:pt x="4257" y="2056"/>
                  <a:pt x="4238" y="2060"/>
                </a:cubicBezTo>
                <a:cubicBezTo>
                  <a:pt x="4219" y="2063"/>
                  <a:pt x="4200" y="2065"/>
                  <a:pt x="4181" y="2065"/>
                </a:cubicBezTo>
                <a:lnTo>
                  <a:pt x="292" y="2065"/>
                </a:lnTo>
                <a:cubicBezTo>
                  <a:pt x="273" y="2065"/>
                  <a:pt x="254" y="2063"/>
                  <a:pt x="235" y="2060"/>
                </a:cubicBezTo>
                <a:cubicBezTo>
                  <a:pt x="216" y="2056"/>
                  <a:pt x="198" y="2050"/>
                  <a:pt x="180" y="2043"/>
                </a:cubicBezTo>
                <a:cubicBezTo>
                  <a:pt x="163" y="2036"/>
                  <a:pt x="146" y="2027"/>
                  <a:pt x="130" y="2016"/>
                </a:cubicBezTo>
                <a:cubicBezTo>
                  <a:pt x="114" y="2005"/>
                  <a:pt x="99" y="1993"/>
                  <a:pt x="85" y="1980"/>
                </a:cubicBezTo>
                <a:cubicBezTo>
                  <a:pt x="71" y="1966"/>
                  <a:pt x="59" y="1952"/>
                  <a:pt x="49" y="1936"/>
                </a:cubicBezTo>
                <a:cubicBezTo>
                  <a:pt x="38" y="1920"/>
                  <a:pt x="29" y="1903"/>
                  <a:pt x="22" y="1886"/>
                </a:cubicBezTo>
                <a:cubicBezTo>
                  <a:pt x="14" y="1868"/>
                  <a:pt x="9" y="1850"/>
                  <a:pt x="5" y="1831"/>
                </a:cubicBezTo>
                <a:cubicBezTo>
                  <a:pt x="1" y="1812"/>
                  <a:pt x="0" y="1793"/>
                  <a:pt x="0" y="1774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9" name=""/>
          <p:cNvSpPr/>
          <p:nvPr/>
        </p:nvSpPr>
        <p:spPr>
          <a:xfrm>
            <a:off x="979560" y="4093200"/>
            <a:ext cx="307800" cy="271800"/>
          </a:xfrm>
          <a:custGeom>
            <a:avLst/>
            <a:gdLst/>
            <a:ahLst/>
            <a:rect l="0" t="0" r="r" b="b"/>
            <a:pathLst>
              <a:path w="855" h="755">
                <a:moveTo>
                  <a:pt x="63" y="755"/>
                </a:moveTo>
                <a:cubicBezTo>
                  <a:pt x="46" y="755"/>
                  <a:pt x="31" y="749"/>
                  <a:pt x="19" y="736"/>
                </a:cubicBezTo>
                <a:cubicBezTo>
                  <a:pt x="6" y="724"/>
                  <a:pt x="0" y="709"/>
                  <a:pt x="0" y="692"/>
                </a:cubicBezTo>
                <a:lnTo>
                  <a:pt x="0" y="63"/>
                </a:lnTo>
                <a:cubicBezTo>
                  <a:pt x="0" y="46"/>
                  <a:pt x="6" y="31"/>
                  <a:pt x="19" y="19"/>
                </a:cubicBezTo>
                <a:cubicBezTo>
                  <a:pt x="31" y="6"/>
                  <a:pt x="46" y="0"/>
                  <a:pt x="63" y="0"/>
                </a:cubicBezTo>
                <a:lnTo>
                  <a:pt x="793" y="0"/>
                </a:lnTo>
                <a:cubicBezTo>
                  <a:pt x="809" y="0"/>
                  <a:pt x="824" y="6"/>
                  <a:pt x="836" y="19"/>
                </a:cubicBezTo>
                <a:cubicBezTo>
                  <a:pt x="849" y="31"/>
                  <a:pt x="855" y="46"/>
                  <a:pt x="855" y="63"/>
                </a:cubicBezTo>
                <a:lnTo>
                  <a:pt x="855" y="692"/>
                </a:lnTo>
                <a:cubicBezTo>
                  <a:pt x="855" y="709"/>
                  <a:pt x="849" y="724"/>
                  <a:pt x="836" y="736"/>
                </a:cubicBezTo>
                <a:cubicBezTo>
                  <a:pt x="824" y="749"/>
                  <a:pt x="809" y="755"/>
                  <a:pt x="793" y="755"/>
                </a:cubicBezTo>
                <a:lnTo>
                  <a:pt x="63" y="755"/>
                </a:lnTo>
                <a:moveTo>
                  <a:pt x="63" y="692"/>
                </a:moveTo>
                <a:lnTo>
                  <a:pt x="793" y="692"/>
                </a:lnTo>
                <a:lnTo>
                  <a:pt x="793" y="63"/>
                </a:lnTo>
                <a:lnTo>
                  <a:pt x="63" y="63"/>
                </a:lnTo>
                <a:lnTo>
                  <a:pt x="63" y="692"/>
                </a:lnTo>
                <a:moveTo>
                  <a:pt x="134" y="587"/>
                </a:moveTo>
                <a:lnTo>
                  <a:pt x="344" y="587"/>
                </a:lnTo>
                <a:lnTo>
                  <a:pt x="344" y="504"/>
                </a:lnTo>
                <a:lnTo>
                  <a:pt x="134" y="504"/>
                </a:lnTo>
                <a:lnTo>
                  <a:pt x="134" y="587"/>
                </a:lnTo>
                <a:moveTo>
                  <a:pt x="535" y="504"/>
                </a:moveTo>
                <a:lnTo>
                  <a:pt x="742" y="295"/>
                </a:lnTo>
                <a:lnTo>
                  <a:pt x="683" y="236"/>
                </a:lnTo>
                <a:lnTo>
                  <a:pt x="535" y="385"/>
                </a:lnTo>
                <a:lnTo>
                  <a:pt x="475" y="326"/>
                </a:lnTo>
                <a:lnTo>
                  <a:pt x="417" y="385"/>
                </a:lnTo>
                <a:lnTo>
                  <a:pt x="535" y="504"/>
                </a:lnTo>
                <a:moveTo>
                  <a:pt x="134" y="420"/>
                </a:moveTo>
                <a:lnTo>
                  <a:pt x="344" y="420"/>
                </a:lnTo>
                <a:lnTo>
                  <a:pt x="344" y="336"/>
                </a:lnTo>
                <a:lnTo>
                  <a:pt x="134" y="336"/>
                </a:lnTo>
                <a:lnTo>
                  <a:pt x="134" y="420"/>
                </a:lnTo>
                <a:moveTo>
                  <a:pt x="134" y="251"/>
                </a:moveTo>
                <a:lnTo>
                  <a:pt x="344" y="251"/>
                </a:lnTo>
                <a:lnTo>
                  <a:pt x="344" y="168"/>
                </a:lnTo>
                <a:lnTo>
                  <a:pt x="134" y="168"/>
                </a:lnTo>
                <a:lnTo>
                  <a:pt x="134" y="251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5991120" y="3534480"/>
            <a:ext cx="2095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1" name=""/>
          <p:cNvSpPr/>
          <p:nvPr/>
        </p:nvSpPr>
        <p:spPr>
          <a:xfrm>
            <a:off x="2328480" y="3767040"/>
            <a:ext cx="1743840" cy="1076400"/>
          </a:xfrm>
          <a:custGeom>
            <a:avLst/>
            <a:gdLst/>
            <a:ahLst/>
            <a:rect l="0" t="0" r="r" b="b"/>
            <a:pathLst>
              <a:path w="4844" h="2990">
                <a:moveTo>
                  <a:pt x="437" y="674"/>
                </a:moveTo>
                <a:lnTo>
                  <a:pt x="437" y="2156"/>
                </a:lnTo>
                <a:cubicBezTo>
                  <a:pt x="437" y="2198"/>
                  <a:pt x="445" y="2239"/>
                  <a:pt x="461" y="2278"/>
                </a:cubicBezTo>
                <a:cubicBezTo>
                  <a:pt x="477" y="2317"/>
                  <a:pt x="500" y="2351"/>
                  <a:pt x="530" y="2381"/>
                </a:cubicBezTo>
                <a:cubicBezTo>
                  <a:pt x="560" y="2410"/>
                  <a:pt x="594" y="2433"/>
                  <a:pt x="633" y="2449"/>
                </a:cubicBezTo>
                <a:cubicBezTo>
                  <a:pt x="672" y="2466"/>
                  <a:pt x="713" y="2474"/>
                  <a:pt x="755" y="2474"/>
                </a:cubicBezTo>
                <a:lnTo>
                  <a:pt x="4089" y="2474"/>
                </a:lnTo>
                <a:cubicBezTo>
                  <a:pt x="4131" y="2474"/>
                  <a:pt x="4172" y="2466"/>
                  <a:pt x="4211" y="2449"/>
                </a:cubicBezTo>
                <a:cubicBezTo>
                  <a:pt x="4250" y="2433"/>
                  <a:pt x="4284" y="2410"/>
                  <a:pt x="4314" y="2381"/>
                </a:cubicBezTo>
                <a:cubicBezTo>
                  <a:pt x="4344" y="2351"/>
                  <a:pt x="4367" y="2317"/>
                  <a:pt x="4383" y="2278"/>
                </a:cubicBezTo>
                <a:cubicBezTo>
                  <a:pt x="4399" y="2239"/>
                  <a:pt x="4407" y="2198"/>
                  <a:pt x="4407" y="2156"/>
                </a:cubicBezTo>
                <a:lnTo>
                  <a:pt x="4407" y="674"/>
                </a:lnTo>
                <a:cubicBezTo>
                  <a:pt x="4407" y="632"/>
                  <a:pt x="4399" y="592"/>
                  <a:pt x="4383" y="553"/>
                </a:cubicBezTo>
                <a:cubicBezTo>
                  <a:pt x="4367" y="514"/>
                  <a:pt x="4344" y="480"/>
                  <a:pt x="4314" y="450"/>
                </a:cubicBezTo>
                <a:cubicBezTo>
                  <a:pt x="4284" y="420"/>
                  <a:pt x="4250" y="397"/>
                  <a:pt x="4211" y="381"/>
                </a:cubicBezTo>
                <a:cubicBezTo>
                  <a:pt x="4172" y="365"/>
                  <a:pt x="4131" y="357"/>
                  <a:pt x="4089" y="357"/>
                </a:cubicBezTo>
                <a:lnTo>
                  <a:pt x="755" y="357"/>
                </a:lnTo>
                <a:cubicBezTo>
                  <a:pt x="713" y="357"/>
                  <a:pt x="672" y="365"/>
                  <a:pt x="633" y="381"/>
                </a:cubicBezTo>
                <a:cubicBezTo>
                  <a:pt x="594" y="397"/>
                  <a:pt x="560" y="420"/>
                  <a:pt x="530" y="450"/>
                </a:cubicBezTo>
                <a:cubicBezTo>
                  <a:pt x="500" y="480"/>
                  <a:pt x="477" y="514"/>
                  <a:pt x="461" y="553"/>
                </a:cubicBezTo>
                <a:cubicBezTo>
                  <a:pt x="445" y="592"/>
                  <a:pt x="437" y="632"/>
                  <a:pt x="437" y="674"/>
                </a:cubicBezTo>
                <a:moveTo>
                  <a:pt x="0" y="0"/>
                </a:moveTo>
                <a:lnTo>
                  <a:pt x="4844" y="0"/>
                </a:lnTo>
                <a:lnTo>
                  <a:pt x="4844" y="2990"/>
                </a:lnTo>
                <a:lnTo>
                  <a:pt x="0" y="2990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502" name=""/>
          <p:cNvSpPr/>
          <p:nvPr/>
        </p:nvSpPr>
        <p:spPr>
          <a:xfrm>
            <a:off x="2495520" y="3904920"/>
            <a:ext cx="1409760" cy="743400"/>
          </a:xfrm>
          <a:custGeom>
            <a:avLst/>
            <a:gdLst/>
            <a:ahLst/>
            <a:rect l="0" t="0" r="r" b="b"/>
            <a:pathLst>
              <a:path w="3916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1" y="253"/>
                  <a:pt x="5" y="235"/>
                </a:cubicBezTo>
                <a:cubicBezTo>
                  <a:pt x="9" y="216"/>
                  <a:pt x="14" y="198"/>
                  <a:pt x="22" y="180"/>
                </a:cubicBezTo>
                <a:cubicBezTo>
                  <a:pt x="29" y="162"/>
                  <a:pt x="38" y="146"/>
                  <a:pt x="49" y="130"/>
                </a:cubicBezTo>
                <a:cubicBezTo>
                  <a:pt x="59" y="114"/>
                  <a:pt x="71" y="99"/>
                  <a:pt x="85" y="86"/>
                </a:cubicBezTo>
                <a:cubicBezTo>
                  <a:pt x="98" y="72"/>
                  <a:pt x="113" y="60"/>
                  <a:pt x="129" y="49"/>
                </a:cubicBezTo>
                <a:cubicBezTo>
                  <a:pt x="145" y="39"/>
                  <a:pt x="162" y="30"/>
                  <a:pt x="179" y="23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3625" y="0"/>
                </a:lnTo>
                <a:cubicBezTo>
                  <a:pt x="3644" y="0"/>
                  <a:pt x="3663" y="2"/>
                  <a:pt x="3682" y="6"/>
                </a:cubicBezTo>
                <a:cubicBezTo>
                  <a:pt x="3701" y="10"/>
                  <a:pt x="3719" y="15"/>
                  <a:pt x="3737" y="23"/>
                </a:cubicBezTo>
                <a:cubicBezTo>
                  <a:pt x="3754" y="30"/>
                  <a:pt x="3771" y="39"/>
                  <a:pt x="3787" y="49"/>
                </a:cubicBezTo>
                <a:cubicBezTo>
                  <a:pt x="3803" y="60"/>
                  <a:pt x="3818" y="72"/>
                  <a:pt x="3831" y="86"/>
                </a:cubicBezTo>
                <a:cubicBezTo>
                  <a:pt x="3845" y="99"/>
                  <a:pt x="3857" y="114"/>
                  <a:pt x="3867" y="130"/>
                </a:cubicBezTo>
                <a:cubicBezTo>
                  <a:pt x="3878" y="146"/>
                  <a:pt x="3887" y="162"/>
                  <a:pt x="3894" y="180"/>
                </a:cubicBezTo>
                <a:cubicBezTo>
                  <a:pt x="3902" y="198"/>
                  <a:pt x="3907" y="216"/>
                  <a:pt x="3911" y="235"/>
                </a:cubicBezTo>
                <a:cubicBezTo>
                  <a:pt x="3915" y="253"/>
                  <a:pt x="3916" y="272"/>
                  <a:pt x="3916" y="291"/>
                </a:cubicBezTo>
                <a:lnTo>
                  <a:pt x="3916" y="1774"/>
                </a:lnTo>
                <a:cubicBezTo>
                  <a:pt x="3916" y="1793"/>
                  <a:pt x="3915" y="1812"/>
                  <a:pt x="3911" y="1831"/>
                </a:cubicBezTo>
                <a:cubicBezTo>
                  <a:pt x="3907" y="1850"/>
                  <a:pt x="3902" y="1868"/>
                  <a:pt x="3894" y="1885"/>
                </a:cubicBezTo>
                <a:cubicBezTo>
                  <a:pt x="3887" y="1903"/>
                  <a:pt x="3878" y="1920"/>
                  <a:pt x="3867" y="1936"/>
                </a:cubicBezTo>
                <a:cubicBezTo>
                  <a:pt x="3857" y="1952"/>
                  <a:pt x="3845" y="1966"/>
                  <a:pt x="3831" y="1980"/>
                </a:cubicBezTo>
                <a:cubicBezTo>
                  <a:pt x="3818" y="1993"/>
                  <a:pt x="3803" y="2005"/>
                  <a:pt x="3787" y="2016"/>
                </a:cubicBezTo>
                <a:cubicBezTo>
                  <a:pt x="3771" y="2027"/>
                  <a:pt x="3754" y="2036"/>
                  <a:pt x="3737" y="2043"/>
                </a:cubicBezTo>
                <a:cubicBezTo>
                  <a:pt x="3719" y="2050"/>
                  <a:pt x="3701" y="2056"/>
                  <a:pt x="3682" y="2060"/>
                </a:cubicBezTo>
                <a:cubicBezTo>
                  <a:pt x="3663" y="2063"/>
                  <a:pt x="3644" y="2065"/>
                  <a:pt x="3625" y="2065"/>
                </a:cubicBezTo>
                <a:lnTo>
                  <a:pt x="291" y="2065"/>
                </a:lnTo>
                <a:cubicBezTo>
                  <a:pt x="272" y="2065"/>
                  <a:pt x="253" y="2063"/>
                  <a:pt x="234" y="2060"/>
                </a:cubicBezTo>
                <a:cubicBezTo>
                  <a:pt x="215" y="2056"/>
                  <a:pt x="197" y="2050"/>
                  <a:pt x="179" y="2043"/>
                </a:cubicBezTo>
                <a:cubicBezTo>
                  <a:pt x="162" y="2036"/>
                  <a:pt x="145" y="2027"/>
                  <a:pt x="129" y="2016"/>
                </a:cubicBezTo>
                <a:cubicBezTo>
                  <a:pt x="113" y="2005"/>
                  <a:pt x="98" y="1993"/>
                  <a:pt x="85" y="1980"/>
                </a:cubicBezTo>
                <a:cubicBezTo>
                  <a:pt x="71" y="1966"/>
                  <a:pt x="59" y="1952"/>
                  <a:pt x="49" y="1936"/>
                </a:cubicBezTo>
                <a:cubicBezTo>
                  <a:pt x="38" y="1920"/>
                  <a:pt x="29" y="1903"/>
                  <a:pt x="22" y="1886"/>
                </a:cubicBezTo>
                <a:cubicBezTo>
                  <a:pt x="14" y="1868"/>
                  <a:pt x="9" y="1850"/>
                  <a:pt x="5" y="1831"/>
                </a:cubicBezTo>
                <a:cubicBezTo>
                  <a:pt x="1" y="1812"/>
                  <a:pt x="0" y="1793"/>
                  <a:pt x="0" y="1774"/>
                </a:cubicBezTo>
                <a:close/>
              </a:path>
            </a:pathLst>
          </a:custGeom>
          <a:solidFill>
            <a:srgbClr val="C1E6C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3" name=""/>
          <p:cNvSpPr/>
          <p:nvPr/>
        </p:nvSpPr>
        <p:spPr>
          <a:xfrm>
            <a:off x="2495520" y="3904920"/>
            <a:ext cx="1409760" cy="743400"/>
          </a:xfrm>
          <a:custGeom>
            <a:avLst/>
            <a:gdLst/>
            <a:ahLst/>
            <a:rect l="0" t="0" r="r" b="b"/>
            <a:pathLst>
              <a:path w="3916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1" y="253"/>
                  <a:pt x="5" y="235"/>
                </a:cubicBezTo>
                <a:cubicBezTo>
                  <a:pt x="9" y="216"/>
                  <a:pt x="14" y="198"/>
                  <a:pt x="22" y="180"/>
                </a:cubicBezTo>
                <a:cubicBezTo>
                  <a:pt x="29" y="162"/>
                  <a:pt x="38" y="146"/>
                  <a:pt x="49" y="130"/>
                </a:cubicBezTo>
                <a:cubicBezTo>
                  <a:pt x="59" y="114"/>
                  <a:pt x="71" y="99"/>
                  <a:pt x="85" y="86"/>
                </a:cubicBezTo>
                <a:cubicBezTo>
                  <a:pt x="98" y="72"/>
                  <a:pt x="113" y="60"/>
                  <a:pt x="129" y="49"/>
                </a:cubicBezTo>
                <a:cubicBezTo>
                  <a:pt x="145" y="39"/>
                  <a:pt x="162" y="30"/>
                  <a:pt x="179" y="23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3625" y="0"/>
                </a:lnTo>
                <a:cubicBezTo>
                  <a:pt x="3644" y="0"/>
                  <a:pt x="3663" y="2"/>
                  <a:pt x="3682" y="6"/>
                </a:cubicBezTo>
                <a:cubicBezTo>
                  <a:pt x="3701" y="10"/>
                  <a:pt x="3719" y="15"/>
                  <a:pt x="3737" y="23"/>
                </a:cubicBezTo>
                <a:cubicBezTo>
                  <a:pt x="3754" y="30"/>
                  <a:pt x="3771" y="39"/>
                  <a:pt x="3787" y="49"/>
                </a:cubicBezTo>
                <a:cubicBezTo>
                  <a:pt x="3803" y="60"/>
                  <a:pt x="3818" y="72"/>
                  <a:pt x="3831" y="86"/>
                </a:cubicBezTo>
                <a:cubicBezTo>
                  <a:pt x="3845" y="99"/>
                  <a:pt x="3857" y="114"/>
                  <a:pt x="3867" y="130"/>
                </a:cubicBezTo>
                <a:cubicBezTo>
                  <a:pt x="3878" y="146"/>
                  <a:pt x="3887" y="162"/>
                  <a:pt x="3894" y="180"/>
                </a:cubicBezTo>
                <a:cubicBezTo>
                  <a:pt x="3902" y="198"/>
                  <a:pt x="3907" y="216"/>
                  <a:pt x="3911" y="235"/>
                </a:cubicBezTo>
                <a:cubicBezTo>
                  <a:pt x="3915" y="253"/>
                  <a:pt x="3916" y="272"/>
                  <a:pt x="3916" y="291"/>
                </a:cubicBezTo>
                <a:lnTo>
                  <a:pt x="3916" y="1774"/>
                </a:lnTo>
                <a:cubicBezTo>
                  <a:pt x="3916" y="1793"/>
                  <a:pt x="3915" y="1812"/>
                  <a:pt x="3911" y="1831"/>
                </a:cubicBezTo>
                <a:cubicBezTo>
                  <a:pt x="3907" y="1850"/>
                  <a:pt x="3902" y="1868"/>
                  <a:pt x="3894" y="1885"/>
                </a:cubicBezTo>
                <a:cubicBezTo>
                  <a:pt x="3887" y="1903"/>
                  <a:pt x="3878" y="1920"/>
                  <a:pt x="3867" y="1936"/>
                </a:cubicBezTo>
                <a:cubicBezTo>
                  <a:pt x="3857" y="1952"/>
                  <a:pt x="3845" y="1966"/>
                  <a:pt x="3831" y="1980"/>
                </a:cubicBezTo>
                <a:cubicBezTo>
                  <a:pt x="3818" y="1993"/>
                  <a:pt x="3803" y="2005"/>
                  <a:pt x="3787" y="2016"/>
                </a:cubicBezTo>
                <a:cubicBezTo>
                  <a:pt x="3771" y="2027"/>
                  <a:pt x="3754" y="2036"/>
                  <a:pt x="3737" y="2043"/>
                </a:cubicBezTo>
                <a:cubicBezTo>
                  <a:pt x="3719" y="2050"/>
                  <a:pt x="3701" y="2056"/>
                  <a:pt x="3682" y="2060"/>
                </a:cubicBezTo>
                <a:cubicBezTo>
                  <a:pt x="3663" y="2063"/>
                  <a:pt x="3644" y="2065"/>
                  <a:pt x="3625" y="2065"/>
                </a:cubicBezTo>
                <a:lnTo>
                  <a:pt x="291" y="2065"/>
                </a:lnTo>
                <a:cubicBezTo>
                  <a:pt x="272" y="2065"/>
                  <a:pt x="253" y="2063"/>
                  <a:pt x="234" y="2060"/>
                </a:cubicBezTo>
                <a:cubicBezTo>
                  <a:pt x="215" y="2056"/>
                  <a:pt x="197" y="2050"/>
                  <a:pt x="179" y="2043"/>
                </a:cubicBezTo>
                <a:cubicBezTo>
                  <a:pt x="162" y="2036"/>
                  <a:pt x="145" y="2027"/>
                  <a:pt x="129" y="2016"/>
                </a:cubicBezTo>
                <a:cubicBezTo>
                  <a:pt x="113" y="2005"/>
                  <a:pt x="98" y="1993"/>
                  <a:pt x="85" y="1980"/>
                </a:cubicBezTo>
                <a:cubicBezTo>
                  <a:pt x="71" y="1966"/>
                  <a:pt x="59" y="1952"/>
                  <a:pt x="49" y="1936"/>
                </a:cubicBezTo>
                <a:cubicBezTo>
                  <a:pt x="38" y="1920"/>
                  <a:pt x="29" y="1903"/>
                  <a:pt x="22" y="1886"/>
                </a:cubicBezTo>
                <a:cubicBezTo>
                  <a:pt x="14" y="1868"/>
                  <a:pt x="9" y="1850"/>
                  <a:pt x="5" y="1831"/>
                </a:cubicBezTo>
                <a:cubicBezTo>
                  <a:pt x="1" y="1812"/>
                  <a:pt x="0" y="1793"/>
                  <a:pt x="0" y="1774"/>
                </a:cubicBezTo>
                <a:close/>
              </a:path>
            </a:pathLst>
          </a:custGeom>
          <a:noFill/>
          <a:ln w="18720">
            <a:solidFill>
              <a:srgbClr val="C1E6C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4" name=""/>
          <p:cNvSpPr/>
          <p:nvPr/>
        </p:nvSpPr>
        <p:spPr>
          <a:xfrm>
            <a:off x="2706480" y="4136760"/>
            <a:ext cx="302040" cy="182880"/>
          </a:xfrm>
          <a:custGeom>
            <a:avLst/>
            <a:gdLst/>
            <a:ahLst/>
            <a:rect l="0" t="0" r="r" b="b"/>
            <a:pathLst>
              <a:path w="839" h="508">
                <a:moveTo>
                  <a:pt x="251" y="506"/>
                </a:moveTo>
                <a:lnTo>
                  <a:pt x="0" y="254"/>
                </a:lnTo>
                <a:lnTo>
                  <a:pt x="254" y="0"/>
                </a:lnTo>
                <a:lnTo>
                  <a:pt x="299" y="45"/>
                </a:lnTo>
                <a:lnTo>
                  <a:pt x="90" y="254"/>
                </a:lnTo>
                <a:lnTo>
                  <a:pt x="296" y="461"/>
                </a:lnTo>
                <a:lnTo>
                  <a:pt x="251" y="506"/>
                </a:lnTo>
                <a:moveTo>
                  <a:pt x="585" y="508"/>
                </a:moveTo>
                <a:lnTo>
                  <a:pt x="540" y="463"/>
                </a:lnTo>
                <a:lnTo>
                  <a:pt x="749" y="254"/>
                </a:lnTo>
                <a:lnTo>
                  <a:pt x="543" y="48"/>
                </a:lnTo>
                <a:lnTo>
                  <a:pt x="588" y="3"/>
                </a:lnTo>
                <a:lnTo>
                  <a:pt x="839" y="254"/>
                </a:lnTo>
                <a:lnTo>
                  <a:pt x="585" y="508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1314360" y="4203360"/>
            <a:ext cx="8521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Planner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6" name=""/>
          <p:cNvSpPr/>
          <p:nvPr/>
        </p:nvSpPr>
        <p:spPr>
          <a:xfrm>
            <a:off x="3852360" y="3767040"/>
            <a:ext cx="2048760" cy="1076400"/>
          </a:xfrm>
          <a:custGeom>
            <a:avLst/>
            <a:gdLst/>
            <a:ahLst/>
            <a:rect l="0" t="0" r="r" b="b"/>
            <a:pathLst>
              <a:path w="5691" h="2990">
                <a:moveTo>
                  <a:pt x="437" y="674"/>
                </a:moveTo>
                <a:lnTo>
                  <a:pt x="437" y="2156"/>
                </a:lnTo>
                <a:cubicBezTo>
                  <a:pt x="437" y="2198"/>
                  <a:pt x="446" y="2239"/>
                  <a:pt x="462" y="2278"/>
                </a:cubicBezTo>
                <a:cubicBezTo>
                  <a:pt x="478" y="2317"/>
                  <a:pt x="501" y="2351"/>
                  <a:pt x="530" y="2381"/>
                </a:cubicBezTo>
                <a:cubicBezTo>
                  <a:pt x="560" y="2410"/>
                  <a:pt x="595" y="2433"/>
                  <a:pt x="633" y="2449"/>
                </a:cubicBezTo>
                <a:cubicBezTo>
                  <a:pt x="672" y="2466"/>
                  <a:pt x="713" y="2474"/>
                  <a:pt x="755" y="2474"/>
                </a:cubicBezTo>
                <a:lnTo>
                  <a:pt x="4936" y="2474"/>
                </a:lnTo>
                <a:cubicBezTo>
                  <a:pt x="4978" y="2474"/>
                  <a:pt x="5019" y="2466"/>
                  <a:pt x="5058" y="2449"/>
                </a:cubicBezTo>
                <a:cubicBezTo>
                  <a:pt x="5097" y="2433"/>
                  <a:pt x="5131" y="2410"/>
                  <a:pt x="5161" y="2381"/>
                </a:cubicBezTo>
                <a:cubicBezTo>
                  <a:pt x="5191" y="2351"/>
                  <a:pt x="5214" y="2317"/>
                  <a:pt x="5230" y="2278"/>
                </a:cubicBezTo>
                <a:cubicBezTo>
                  <a:pt x="5246" y="2239"/>
                  <a:pt x="5254" y="2198"/>
                  <a:pt x="5254" y="2156"/>
                </a:cubicBezTo>
                <a:lnTo>
                  <a:pt x="5254" y="674"/>
                </a:lnTo>
                <a:cubicBezTo>
                  <a:pt x="5254" y="632"/>
                  <a:pt x="5246" y="592"/>
                  <a:pt x="5230" y="553"/>
                </a:cubicBezTo>
                <a:cubicBezTo>
                  <a:pt x="5214" y="514"/>
                  <a:pt x="5191" y="480"/>
                  <a:pt x="5161" y="450"/>
                </a:cubicBezTo>
                <a:cubicBezTo>
                  <a:pt x="5131" y="420"/>
                  <a:pt x="5097" y="397"/>
                  <a:pt x="5058" y="381"/>
                </a:cubicBezTo>
                <a:cubicBezTo>
                  <a:pt x="5019" y="365"/>
                  <a:pt x="4978" y="357"/>
                  <a:pt x="4936" y="357"/>
                </a:cubicBezTo>
                <a:lnTo>
                  <a:pt x="755" y="357"/>
                </a:lnTo>
                <a:cubicBezTo>
                  <a:pt x="713" y="357"/>
                  <a:pt x="672" y="365"/>
                  <a:pt x="633" y="381"/>
                </a:cubicBezTo>
                <a:cubicBezTo>
                  <a:pt x="595" y="397"/>
                  <a:pt x="560" y="420"/>
                  <a:pt x="530" y="450"/>
                </a:cubicBezTo>
                <a:cubicBezTo>
                  <a:pt x="501" y="480"/>
                  <a:pt x="478" y="514"/>
                  <a:pt x="462" y="553"/>
                </a:cubicBezTo>
                <a:cubicBezTo>
                  <a:pt x="446" y="592"/>
                  <a:pt x="437" y="632"/>
                  <a:pt x="437" y="674"/>
                </a:cubicBezTo>
                <a:moveTo>
                  <a:pt x="0" y="0"/>
                </a:moveTo>
                <a:lnTo>
                  <a:pt x="5691" y="0"/>
                </a:lnTo>
                <a:lnTo>
                  <a:pt x="5691" y="2990"/>
                </a:lnTo>
                <a:lnTo>
                  <a:pt x="0" y="2990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507" name=""/>
          <p:cNvSpPr/>
          <p:nvPr/>
        </p:nvSpPr>
        <p:spPr>
          <a:xfrm>
            <a:off x="4019400" y="3904920"/>
            <a:ext cx="1714680" cy="743400"/>
          </a:xfrm>
          <a:custGeom>
            <a:avLst/>
            <a:gdLst/>
            <a:ahLst/>
            <a:rect l="0" t="0" r="r" b="b"/>
            <a:pathLst>
              <a:path w="4763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2"/>
                  <a:pt x="38" y="146"/>
                  <a:pt x="49" y="130"/>
                </a:cubicBezTo>
                <a:cubicBezTo>
                  <a:pt x="60" y="114"/>
                  <a:pt x="72" y="99"/>
                  <a:pt x="85" y="86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3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4472" y="0"/>
                </a:lnTo>
                <a:cubicBezTo>
                  <a:pt x="4491" y="0"/>
                  <a:pt x="4510" y="2"/>
                  <a:pt x="4529" y="6"/>
                </a:cubicBezTo>
                <a:cubicBezTo>
                  <a:pt x="4548" y="10"/>
                  <a:pt x="4566" y="15"/>
                  <a:pt x="4584" y="23"/>
                </a:cubicBezTo>
                <a:cubicBezTo>
                  <a:pt x="4601" y="30"/>
                  <a:pt x="4618" y="39"/>
                  <a:pt x="4634" y="49"/>
                </a:cubicBezTo>
                <a:cubicBezTo>
                  <a:pt x="4650" y="60"/>
                  <a:pt x="4665" y="72"/>
                  <a:pt x="4678" y="86"/>
                </a:cubicBezTo>
                <a:cubicBezTo>
                  <a:pt x="4692" y="99"/>
                  <a:pt x="4704" y="114"/>
                  <a:pt x="4714" y="130"/>
                </a:cubicBezTo>
                <a:cubicBezTo>
                  <a:pt x="4725" y="146"/>
                  <a:pt x="4734" y="162"/>
                  <a:pt x="4741" y="180"/>
                </a:cubicBezTo>
                <a:cubicBezTo>
                  <a:pt x="4749" y="198"/>
                  <a:pt x="4754" y="216"/>
                  <a:pt x="4758" y="235"/>
                </a:cubicBezTo>
                <a:cubicBezTo>
                  <a:pt x="4762" y="253"/>
                  <a:pt x="4763" y="272"/>
                  <a:pt x="4763" y="291"/>
                </a:cubicBezTo>
                <a:lnTo>
                  <a:pt x="4763" y="1774"/>
                </a:lnTo>
                <a:cubicBezTo>
                  <a:pt x="4763" y="1793"/>
                  <a:pt x="4762" y="1812"/>
                  <a:pt x="4758" y="1831"/>
                </a:cubicBezTo>
                <a:cubicBezTo>
                  <a:pt x="4754" y="1850"/>
                  <a:pt x="4749" y="1868"/>
                  <a:pt x="4741" y="1885"/>
                </a:cubicBezTo>
                <a:cubicBezTo>
                  <a:pt x="4734" y="1903"/>
                  <a:pt x="4725" y="1920"/>
                  <a:pt x="4714" y="1936"/>
                </a:cubicBezTo>
                <a:cubicBezTo>
                  <a:pt x="4704" y="1952"/>
                  <a:pt x="4692" y="1966"/>
                  <a:pt x="4678" y="1980"/>
                </a:cubicBezTo>
                <a:cubicBezTo>
                  <a:pt x="4665" y="1993"/>
                  <a:pt x="4650" y="2005"/>
                  <a:pt x="4634" y="2016"/>
                </a:cubicBezTo>
                <a:cubicBezTo>
                  <a:pt x="4618" y="2027"/>
                  <a:pt x="4601" y="2036"/>
                  <a:pt x="4584" y="2043"/>
                </a:cubicBezTo>
                <a:cubicBezTo>
                  <a:pt x="4566" y="2050"/>
                  <a:pt x="4548" y="2056"/>
                  <a:pt x="4529" y="2060"/>
                </a:cubicBezTo>
                <a:cubicBezTo>
                  <a:pt x="4510" y="2063"/>
                  <a:pt x="4491" y="2065"/>
                  <a:pt x="4472" y="2065"/>
                </a:cubicBezTo>
                <a:lnTo>
                  <a:pt x="291" y="2065"/>
                </a:lnTo>
                <a:cubicBezTo>
                  <a:pt x="272" y="2065"/>
                  <a:pt x="253" y="2063"/>
                  <a:pt x="234" y="2060"/>
                </a:cubicBezTo>
                <a:cubicBezTo>
                  <a:pt x="215" y="2056"/>
                  <a:pt x="197" y="2050"/>
                  <a:pt x="180" y="2043"/>
                </a:cubicBezTo>
                <a:cubicBezTo>
                  <a:pt x="162" y="2036"/>
                  <a:pt x="145" y="2027"/>
                  <a:pt x="129" y="2016"/>
                </a:cubicBezTo>
                <a:cubicBezTo>
                  <a:pt x="113" y="2005"/>
                  <a:pt x="99" y="1993"/>
                  <a:pt x="85" y="1980"/>
                </a:cubicBezTo>
                <a:cubicBezTo>
                  <a:pt x="72" y="1966"/>
                  <a:pt x="60" y="1952"/>
                  <a:pt x="49" y="1936"/>
                </a:cubicBezTo>
                <a:cubicBezTo>
                  <a:pt x="38" y="1920"/>
                  <a:pt x="29" y="1903"/>
                  <a:pt x="22" y="1886"/>
                </a:cubicBezTo>
                <a:cubicBezTo>
                  <a:pt x="15" y="1868"/>
                  <a:pt x="9" y="1850"/>
                  <a:pt x="6" y="1831"/>
                </a:cubicBezTo>
                <a:cubicBezTo>
                  <a:pt x="2" y="1812"/>
                  <a:pt x="0" y="1793"/>
                  <a:pt x="0" y="1774"/>
                </a:cubicBezTo>
                <a:close/>
              </a:path>
            </a:pathLst>
          </a:custGeom>
          <a:solidFill>
            <a:srgbClr val="F6C6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8" name=""/>
          <p:cNvSpPr/>
          <p:nvPr/>
        </p:nvSpPr>
        <p:spPr>
          <a:xfrm>
            <a:off x="4019400" y="3904920"/>
            <a:ext cx="1714680" cy="743400"/>
          </a:xfrm>
          <a:custGeom>
            <a:avLst/>
            <a:gdLst/>
            <a:ahLst/>
            <a:rect l="0" t="0" r="r" b="b"/>
            <a:pathLst>
              <a:path w="4763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2"/>
                  <a:pt x="38" y="146"/>
                  <a:pt x="49" y="130"/>
                </a:cubicBezTo>
                <a:cubicBezTo>
                  <a:pt x="60" y="114"/>
                  <a:pt x="72" y="99"/>
                  <a:pt x="85" y="86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3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4472" y="0"/>
                </a:lnTo>
                <a:cubicBezTo>
                  <a:pt x="4491" y="0"/>
                  <a:pt x="4510" y="2"/>
                  <a:pt x="4529" y="6"/>
                </a:cubicBezTo>
                <a:cubicBezTo>
                  <a:pt x="4548" y="10"/>
                  <a:pt x="4566" y="15"/>
                  <a:pt x="4584" y="23"/>
                </a:cubicBezTo>
                <a:cubicBezTo>
                  <a:pt x="4601" y="30"/>
                  <a:pt x="4618" y="39"/>
                  <a:pt x="4634" y="49"/>
                </a:cubicBezTo>
                <a:cubicBezTo>
                  <a:pt x="4650" y="60"/>
                  <a:pt x="4665" y="72"/>
                  <a:pt x="4678" y="86"/>
                </a:cubicBezTo>
                <a:cubicBezTo>
                  <a:pt x="4692" y="99"/>
                  <a:pt x="4704" y="114"/>
                  <a:pt x="4714" y="130"/>
                </a:cubicBezTo>
                <a:cubicBezTo>
                  <a:pt x="4725" y="146"/>
                  <a:pt x="4734" y="162"/>
                  <a:pt x="4741" y="180"/>
                </a:cubicBezTo>
                <a:cubicBezTo>
                  <a:pt x="4749" y="198"/>
                  <a:pt x="4754" y="216"/>
                  <a:pt x="4758" y="235"/>
                </a:cubicBezTo>
                <a:cubicBezTo>
                  <a:pt x="4762" y="253"/>
                  <a:pt x="4763" y="272"/>
                  <a:pt x="4763" y="291"/>
                </a:cubicBezTo>
                <a:lnTo>
                  <a:pt x="4763" y="1774"/>
                </a:lnTo>
                <a:cubicBezTo>
                  <a:pt x="4763" y="1793"/>
                  <a:pt x="4762" y="1812"/>
                  <a:pt x="4758" y="1831"/>
                </a:cubicBezTo>
                <a:cubicBezTo>
                  <a:pt x="4754" y="1850"/>
                  <a:pt x="4749" y="1868"/>
                  <a:pt x="4741" y="1885"/>
                </a:cubicBezTo>
                <a:cubicBezTo>
                  <a:pt x="4734" y="1903"/>
                  <a:pt x="4725" y="1920"/>
                  <a:pt x="4714" y="1936"/>
                </a:cubicBezTo>
                <a:cubicBezTo>
                  <a:pt x="4704" y="1952"/>
                  <a:pt x="4692" y="1966"/>
                  <a:pt x="4678" y="1980"/>
                </a:cubicBezTo>
                <a:cubicBezTo>
                  <a:pt x="4665" y="1993"/>
                  <a:pt x="4650" y="2005"/>
                  <a:pt x="4634" y="2016"/>
                </a:cubicBezTo>
                <a:cubicBezTo>
                  <a:pt x="4618" y="2027"/>
                  <a:pt x="4601" y="2036"/>
                  <a:pt x="4584" y="2043"/>
                </a:cubicBezTo>
                <a:cubicBezTo>
                  <a:pt x="4566" y="2050"/>
                  <a:pt x="4548" y="2056"/>
                  <a:pt x="4529" y="2060"/>
                </a:cubicBezTo>
                <a:cubicBezTo>
                  <a:pt x="4510" y="2063"/>
                  <a:pt x="4491" y="2065"/>
                  <a:pt x="4472" y="2065"/>
                </a:cubicBezTo>
                <a:lnTo>
                  <a:pt x="291" y="2065"/>
                </a:lnTo>
                <a:cubicBezTo>
                  <a:pt x="272" y="2065"/>
                  <a:pt x="253" y="2063"/>
                  <a:pt x="234" y="2060"/>
                </a:cubicBezTo>
                <a:cubicBezTo>
                  <a:pt x="215" y="2056"/>
                  <a:pt x="197" y="2050"/>
                  <a:pt x="180" y="2043"/>
                </a:cubicBezTo>
                <a:cubicBezTo>
                  <a:pt x="162" y="2036"/>
                  <a:pt x="145" y="2027"/>
                  <a:pt x="129" y="2016"/>
                </a:cubicBezTo>
                <a:cubicBezTo>
                  <a:pt x="113" y="2005"/>
                  <a:pt x="99" y="1993"/>
                  <a:pt x="85" y="1980"/>
                </a:cubicBezTo>
                <a:cubicBezTo>
                  <a:pt x="72" y="1966"/>
                  <a:pt x="60" y="1952"/>
                  <a:pt x="49" y="1936"/>
                </a:cubicBezTo>
                <a:cubicBezTo>
                  <a:pt x="38" y="1920"/>
                  <a:pt x="29" y="1903"/>
                  <a:pt x="22" y="1886"/>
                </a:cubicBezTo>
                <a:cubicBezTo>
                  <a:pt x="15" y="1868"/>
                  <a:pt x="9" y="1850"/>
                  <a:pt x="6" y="1831"/>
                </a:cubicBezTo>
                <a:cubicBezTo>
                  <a:pt x="2" y="1812"/>
                  <a:pt x="0" y="1793"/>
                  <a:pt x="0" y="1774"/>
                </a:cubicBezTo>
                <a:close/>
              </a:path>
            </a:pathLst>
          </a:custGeom>
          <a:noFill/>
          <a:ln w="18720">
            <a:solidFill>
              <a:srgbClr val="F6C6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9" name=""/>
          <p:cNvSpPr/>
          <p:nvPr/>
        </p:nvSpPr>
        <p:spPr>
          <a:xfrm>
            <a:off x="4234320" y="4093200"/>
            <a:ext cx="282240" cy="272880"/>
          </a:xfrm>
          <a:custGeom>
            <a:avLst/>
            <a:gdLst/>
            <a:ahLst/>
            <a:rect l="0" t="0" r="r" b="b"/>
            <a:pathLst>
              <a:path w="784" h="758">
                <a:moveTo>
                  <a:pt x="131" y="758"/>
                </a:moveTo>
                <a:cubicBezTo>
                  <a:pt x="107" y="758"/>
                  <a:pt x="84" y="754"/>
                  <a:pt x="61" y="746"/>
                </a:cubicBezTo>
                <a:cubicBezTo>
                  <a:pt x="38" y="738"/>
                  <a:pt x="17" y="725"/>
                  <a:pt x="0" y="707"/>
                </a:cubicBezTo>
                <a:cubicBezTo>
                  <a:pt x="24" y="698"/>
                  <a:pt x="42" y="686"/>
                  <a:pt x="52" y="670"/>
                </a:cubicBezTo>
                <a:cubicBezTo>
                  <a:pt x="63" y="654"/>
                  <a:pt x="68" y="632"/>
                  <a:pt x="68" y="605"/>
                </a:cubicBezTo>
                <a:cubicBezTo>
                  <a:pt x="68" y="575"/>
                  <a:pt x="79" y="549"/>
                  <a:pt x="100" y="527"/>
                </a:cubicBezTo>
                <a:cubicBezTo>
                  <a:pt x="122" y="506"/>
                  <a:pt x="148" y="495"/>
                  <a:pt x="178" y="495"/>
                </a:cubicBezTo>
                <a:cubicBezTo>
                  <a:pt x="209" y="495"/>
                  <a:pt x="235" y="506"/>
                  <a:pt x="256" y="527"/>
                </a:cubicBezTo>
                <a:cubicBezTo>
                  <a:pt x="277" y="549"/>
                  <a:pt x="288" y="575"/>
                  <a:pt x="288" y="605"/>
                </a:cubicBezTo>
                <a:cubicBezTo>
                  <a:pt x="288" y="650"/>
                  <a:pt x="273" y="687"/>
                  <a:pt x="242" y="715"/>
                </a:cubicBezTo>
                <a:cubicBezTo>
                  <a:pt x="212" y="744"/>
                  <a:pt x="175" y="758"/>
                  <a:pt x="131" y="758"/>
                </a:cubicBezTo>
                <a:moveTo>
                  <a:pt x="131" y="695"/>
                </a:moveTo>
                <a:cubicBezTo>
                  <a:pt x="155" y="695"/>
                  <a:pt x="177" y="687"/>
                  <a:pt x="196" y="669"/>
                </a:cubicBezTo>
                <a:cubicBezTo>
                  <a:pt x="215" y="652"/>
                  <a:pt x="225" y="630"/>
                  <a:pt x="225" y="605"/>
                </a:cubicBezTo>
                <a:cubicBezTo>
                  <a:pt x="225" y="591"/>
                  <a:pt x="221" y="580"/>
                  <a:pt x="212" y="571"/>
                </a:cubicBezTo>
                <a:cubicBezTo>
                  <a:pt x="203" y="563"/>
                  <a:pt x="192" y="558"/>
                  <a:pt x="178" y="558"/>
                </a:cubicBezTo>
                <a:cubicBezTo>
                  <a:pt x="164" y="558"/>
                  <a:pt x="153" y="563"/>
                  <a:pt x="144" y="571"/>
                </a:cubicBezTo>
                <a:cubicBezTo>
                  <a:pt x="135" y="580"/>
                  <a:pt x="131" y="591"/>
                  <a:pt x="131" y="605"/>
                </a:cubicBezTo>
                <a:cubicBezTo>
                  <a:pt x="131" y="632"/>
                  <a:pt x="128" y="653"/>
                  <a:pt x="122" y="665"/>
                </a:cubicBezTo>
                <a:cubicBezTo>
                  <a:pt x="116" y="678"/>
                  <a:pt x="105" y="686"/>
                  <a:pt x="89" y="689"/>
                </a:cubicBezTo>
                <a:cubicBezTo>
                  <a:pt x="93" y="690"/>
                  <a:pt x="100" y="691"/>
                  <a:pt x="110" y="693"/>
                </a:cubicBezTo>
                <a:cubicBezTo>
                  <a:pt x="120" y="694"/>
                  <a:pt x="127" y="695"/>
                  <a:pt x="131" y="695"/>
                </a:cubicBezTo>
                <a:moveTo>
                  <a:pt x="373" y="510"/>
                </a:moveTo>
                <a:lnTo>
                  <a:pt x="277" y="410"/>
                </a:lnTo>
                <a:lnTo>
                  <a:pt x="672" y="16"/>
                </a:lnTo>
                <a:cubicBezTo>
                  <a:pt x="682" y="6"/>
                  <a:pt x="693" y="1"/>
                  <a:pt x="705" y="0"/>
                </a:cubicBezTo>
                <a:cubicBezTo>
                  <a:pt x="717" y="0"/>
                  <a:pt x="728" y="5"/>
                  <a:pt x="738" y="16"/>
                </a:cubicBezTo>
                <a:lnTo>
                  <a:pt x="769" y="46"/>
                </a:lnTo>
                <a:cubicBezTo>
                  <a:pt x="779" y="57"/>
                  <a:pt x="784" y="68"/>
                  <a:pt x="784" y="80"/>
                </a:cubicBezTo>
                <a:cubicBezTo>
                  <a:pt x="783" y="92"/>
                  <a:pt x="778" y="103"/>
                  <a:pt x="769" y="113"/>
                </a:cubicBezTo>
                <a:lnTo>
                  <a:pt x="373" y="510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3036600" y="4203360"/>
            <a:ext cx="686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Coder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1" name=""/>
          <p:cNvSpPr/>
          <p:nvPr/>
        </p:nvSpPr>
        <p:spPr>
          <a:xfrm>
            <a:off x="5681160" y="3767040"/>
            <a:ext cx="2088360" cy="1076400"/>
          </a:xfrm>
          <a:custGeom>
            <a:avLst/>
            <a:gdLst/>
            <a:ahLst/>
            <a:rect l="0" t="0" r="r" b="b"/>
            <a:pathLst>
              <a:path w="5801" h="2990">
                <a:moveTo>
                  <a:pt x="437" y="674"/>
                </a:moveTo>
                <a:lnTo>
                  <a:pt x="437" y="2156"/>
                </a:lnTo>
                <a:cubicBezTo>
                  <a:pt x="437" y="2198"/>
                  <a:pt x="446" y="2239"/>
                  <a:pt x="462" y="2278"/>
                </a:cubicBezTo>
                <a:cubicBezTo>
                  <a:pt x="478" y="2317"/>
                  <a:pt x="501" y="2351"/>
                  <a:pt x="530" y="2381"/>
                </a:cubicBezTo>
                <a:cubicBezTo>
                  <a:pt x="560" y="2410"/>
                  <a:pt x="595" y="2433"/>
                  <a:pt x="633" y="2449"/>
                </a:cubicBezTo>
                <a:cubicBezTo>
                  <a:pt x="672" y="2466"/>
                  <a:pt x="713" y="2474"/>
                  <a:pt x="755" y="2474"/>
                </a:cubicBezTo>
                <a:lnTo>
                  <a:pt x="5042" y="2474"/>
                </a:lnTo>
                <a:cubicBezTo>
                  <a:pt x="5084" y="2474"/>
                  <a:pt x="5125" y="2466"/>
                  <a:pt x="5164" y="2449"/>
                </a:cubicBezTo>
                <a:cubicBezTo>
                  <a:pt x="5203" y="2433"/>
                  <a:pt x="5237" y="2410"/>
                  <a:pt x="5267" y="2381"/>
                </a:cubicBezTo>
                <a:cubicBezTo>
                  <a:pt x="5296" y="2351"/>
                  <a:pt x="5319" y="2317"/>
                  <a:pt x="5336" y="2278"/>
                </a:cubicBezTo>
                <a:cubicBezTo>
                  <a:pt x="5352" y="2239"/>
                  <a:pt x="5360" y="2198"/>
                  <a:pt x="5360" y="2156"/>
                </a:cubicBezTo>
                <a:lnTo>
                  <a:pt x="5360" y="674"/>
                </a:lnTo>
                <a:cubicBezTo>
                  <a:pt x="5360" y="632"/>
                  <a:pt x="5352" y="592"/>
                  <a:pt x="5336" y="553"/>
                </a:cubicBezTo>
                <a:cubicBezTo>
                  <a:pt x="5319" y="514"/>
                  <a:pt x="5296" y="480"/>
                  <a:pt x="5267" y="450"/>
                </a:cubicBezTo>
                <a:cubicBezTo>
                  <a:pt x="5237" y="420"/>
                  <a:pt x="5203" y="397"/>
                  <a:pt x="5164" y="381"/>
                </a:cubicBezTo>
                <a:cubicBezTo>
                  <a:pt x="5125" y="365"/>
                  <a:pt x="5084" y="357"/>
                  <a:pt x="5042" y="357"/>
                </a:cubicBezTo>
                <a:lnTo>
                  <a:pt x="755" y="357"/>
                </a:lnTo>
                <a:cubicBezTo>
                  <a:pt x="713" y="357"/>
                  <a:pt x="672" y="365"/>
                  <a:pt x="633" y="381"/>
                </a:cubicBezTo>
                <a:cubicBezTo>
                  <a:pt x="595" y="397"/>
                  <a:pt x="560" y="420"/>
                  <a:pt x="530" y="450"/>
                </a:cubicBezTo>
                <a:cubicBezTo>
                  <a:pt x="501" y="480"/>
                  <a:pt x="478" y="514"/>
                  <a:pt x="462" y="553"/>
                </a:cubicBezTo>
                <a:cubicBezTo>
                  <a:pt x="446" y="592"/>
                  <a:pt x="437" y="632"/>
                  <a:pt x="437" y="674"/>
                </a:cubicBezTo>
                <a:moveTo>
                  <a:pt x="0" y="0"/>
                </a:moveTo>
                <a:lnTo>
                  <a:pt x="5801" y="0"/>
                </a:lnTo>
                <a:lnTo>
                  <a:pt x="5801" y="2990"/>
                </a:lnTo>
                <a:lnTo>
                  <a:pt x="0" y="2990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512" name=""/>
          <p:cNvSpPr/>
          <p:nvPr/>
        </p:nvSpPr>
        <p:spPr>
          <a:xfrm>
            <a:off x="5848200" y="3904920"/>
            <a:ext cx="1752840" cy="743400"/>
          </a:xfrm>
          <a:custGeom>
            <a:avLst/>
            <a:gdLst/>
            <a:ahLst/>
            <a:rect l="0" t="0" r="r" b="b"/>
            <a:pathLst>
              <a:path w="4869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2"/>
                  <a:pt x="38" y="146"/>
                  <a:pt x="49" y="130"/>
                </a:cubicBezTo>
                <a:cubicBezTo>
                  <a:pt x="60" y="114"/>
                  <a:pt x="72" y="99"/>
                  <a:pt x="85" y="86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3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4578" y="0"/>
                </a:lnTo>
                <a:cubicBezTo>
                  <a:pt x="4597" y="0"/>
                  <a:pt x="4616" y="2"/>
                  <a:pt x="4635" y="6"/>
                </a:cubicBezTo>
                <a:cubicBezTo>
                  <a:pt x="4654" y="10"/>
                  <a:pt x="4672" y="15"/>
                  <a:pt x="4690" y="23"/>
                </a:cubicBezTo>
                <a:cubicBezTo>
                  <a:pt x="4707" y="30"/>
                  <a:pt x="4724" y="39"/>
                  <a:pt x="4740" y="49"/>
                </a:cubicBezTo>
                <a:cubicBezTo>
                  <a:pt x="4756" y="60"/>
                  <a:pt x="4770" y="72"/>
                  <a:pt x="4784" y="86"/>
                </a:cubicBezTo>
                <a:cubicBezTo>
                  <a:pt x="4798" y="99"/>
                  <a:pt x="4810" y="114"/>
                  <a:pt x="4820" y="130"/>
                </a:cubicBezTo>
                <a:cubicBezTo>
                  <a:pt x="4831" y="146"/>
                  <a:pt x="4840" y="162"/>
                  <a:pt x="4847" y="180"/>
                </a:cubicBezTo>
                <a:cubicBezTo>
                  <a:pt x="4854" y="198"/>
                  <a:pt x="4860" y="216"/>
                  <a:pt x="4864" y="235"/>
                </a:cubicBezTo>
                <a:cubicBezTo>
                  <a:pt x="4867" y="253"/>
                  <a:pt x="4869" y="272"/>
                  <a:pt x="4869" y="291"/>
                </a:cubicBezTo>
                <a:lnTo>
                  <a:pt x="4869" y="1774"/>
                </a:lnTo>
                <a:cubicBezTo>
                  <a:pt x="4869" y="1793"/>
                  <a:pt x="4867" y="1812"/>
                  <a:pt x="4864" y="1831"/>
                </a:cubicBezTo>
                <a:cubicBezTo>
                  <a:pt x="4860" y="1850"/>
                  <a:pt x="4854" y="1868"/>
                  <a:pt x="4847" y="1885"/>
                </a:cubicBezTo>
                <a:cubicBezTo>
                  <a:pt x="4840" y="1903"/>
                  <a:pt x="4831" y="1920"/>
                  <a:pt x="4820" y="1936"/>
                </a:cubicBezTo>
                <a:cubicBezTo>
                  <a:pt x="4810" y="1952"/>
                  <a:pt x="4798" y="1966"/>
                  <a:pt x="4784" y="1980"/>
                </a:cubicBezTo>
                <a:cubicBezTo>
                  <a:pt x="4770" y="1993"/>
                  <a:pt x="4756" y="2005"/>
                  <a:pt x="4740" y="2016"/>
                </a:cubicBezTo>
                <a:cubicBezTo>
                  <a:pt x="4724" y="2027"/>
                  <a:pt x="4707" y="2036"/>
                  <a:pt x="4690" y="2043"/>
                </a:cubicBezTo>
                <a:cubicBezTo>
                  <a:pt x="4672" y="2050"/>
                  <a:pt x="4654" y="2056"/>
                  <a:pt x="4635" y="2060"/>
                </a:cubicBezTo>
                <a:cubicBezTo>
                  <a:pt x="4616" y="2063"/>
                  <a:pt x="4597" y="2065"/>
                  <a:pt x="4578" y="2065"/>
                </a:cubicBezTo>
                <a:lnTo>
                  <a:pt x="291" y="2065"/>
                </a:lnTo>
                <a:cubicBezTo>
                  <a:pt x="272" y="2065"/>
                  <a:pt x="253" y="2063"/>
                  <a:pt x="234" y="2060"/>
                </a:cubicBezTo>
                <a:cubicBezTo>
                  <a:pt x="215" y="2056"/>
                  <a:pt x="197" y="2050"/>
                  <a:pt x="180" y="2043"/>
                </a:cubicBezTo>
                <a:cubicBezTo>
                  <a:pt x="162" y="2036"/>
                  <a:pt x="145" y="2027"/>
                  <a:pt x="129" y="2016"/>
                </a:cubicBezTo>
                <a:cubicBezTo>
                  <a:pt x="113" y="2005"/>
                  <a:pt x="99" y="1993"/>
                  <a:pt x="85" y="1980"/>
                </a:cubicBezTo>
                <a:cubicBezTo>
                  <a:pt x="72" y="1966"/>
                  <a:pt x="60" y="1952"/>
                  <a:pt x="49" y="1936"/>
                </a:cubicBezTo>
                <a:cubicBezTo>
                  <a:pt x="38" y="1920"/>
                  <a:pt x="29" y="1903"/>
                  <a:pt x="22" y="1886"/>
                </a:cubicBezTo>
                <a:cubicBezTo>
                  <a:pt x="15" y="1868"/>
                  <a:pt x="9" y="1850"/>
                  <a:pt x="6" y="1831"/>
                </a:cubicBezTo>
                <a:cubicBezTo>
                  <a:pt x="2" y="1812"/>
                  <a:pt x="0" y="1793"/>
                  <a:pt x="0" y="1774"/>
                </a:cubicBez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3" name=""/>
          <p:cNvSpPr/>
          <p:nvPr/>
        </p:nvSpPr>
        <p:spPr>
          <a:xfrm>
            <a:off x="5848200" y="3904920"/>
            <a:ext cx="1752840" cy="743400"/>
          </a:xfrm>
          <a:custGeom>
            <a:avLst/>
            <a:gdLst/>
            <a:ahLst/>
            <a:rect l="0" t="0" r="r" b="b"/>
            <a:pathLst>
              <a:path w="4869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2"/>
                  <a:pt x="38" y="146"/>
                  <a:pt x="49" y="130"/>
                </a:cubicBezTo>
                <a:cubicBezTo>
                  <a:pt x="60" y="114"/>
                  <a:pt x="72" y="99"/>
                  <a:pt x="85" y="86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3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4578" y="0"/>
                </a:lnTo>
                <a:cubicBezTo>
                  <a:pt x="4597" y="0"/>
                  <a:pt x="4616" y="2"/>
                  <a:pt x="4635" y="6"/>
                </a:cubicBezTo>
                <a:cubicBezTo>
                  <a:pt x="4654" y="10"/>
                  <a:pt x="4672" y="15"/>
                  <a:pt x="4690" y="23"/>
                </a:cubicBezTo>
                <a:cubicBezTo>
                  <a:pt x="4707" y="30"/>
                  <a:pt x="4724" y="39"/>
                  <a:pt x="4740" y="49"/>
                </a:cubicBezTo>
                <a:cubicBezTo>
                  <a:pt x="4756" y="60"/>
                  <a:pt x="4770" y="72"/>
                  <a:pt x="4784" y="86"/>
                </a:cubicBezTo>
                <a:cubicBezTo>
                  <a:pt x="4798" y="99"/>
                  <a:pt x="4810" y="114"/>
                  <a:pt x="4820" y="130"/>
                </a:cubicBezTo>
                <a:cubicBezTo>
                  <a:pt x="4831" y="146"/>
                  <a:pt x="4840" y="162"/>
                  <a:pt x="4847" y="180"/>
                </a:cubicBezTo>
                <a:cubicBezTo>
                  <a:pt x="4854" y="198"/>
                  <a:pt x="4860" y="216"/>
                  <a:pt x="4864" y="235"/>
                </a:cubicBezTo>
                <a:cubicBezTo>
                  <a:pt x="4867" y="253"/>
                  <a:pt x="4869" y="272"/>
                  <a:pt x="4869" y="291"/>
                </a:cubicBezTo>
                <a:lnTo>
                  <a:pt x="4869" y="1774"/>
                </a:lnTo>
                <a:cubicBezTo>
                  <a:pt x="4869" y="1793"/>
                  <a:pt x="4867" y="1812"/>
                  <a:pt x="4864" y="1831"/>
                </a:cubicBezTo>
                <a:cubicBezTo>
                  <a:pt x="4860" y="1850"/>
                  <a:pt x="4854" y="1868"/>
                  <a:pt x="4847" y="1885"/>
                </a:cubicBezTo>
                <a:cubicBezTo>
                  <a:pt x="4840" y="1903"/>
                  <a:pt x="4831" y="1920"/>
                  <a:pt x="4820" y="1936"/>
                </a:cubicBezTo>
                <a:cubicBezTo>
                  <a:pt x="4810" y="1952"/>
                  <a:pt x="4798" y="1966"/>
                  <a:pt x="4784" y="1980"/>
                </a:cubicBezTo>
                <a:cubicBezTo>
                  <a:pt x="4770" y="1993"/>
                  <a:pt x="4756" y="2005"/>
                  <a:pt x="4740" y="2016"/>
                </a:cubicBezTo>
                <a:cubicBezTo>
                  <a:pt x="4724" y="2027"/>
                  <a:pt x="4707" y="2036"/>
                  <a:pt x="4690" y="2043"/>
                </a:cubicBezTo>
                <a:cubicBezTo>
                  <a:pt x="4672" y="2050"/>
                  <a:pt x="4654" y="2056"/>
                  <a:pt x="4635" y="2060"/>
                </a:cubicBezTo>
                <a:cubicBezTo>
                  <a:pt x="4616" y="2063"/>
                  <a:pt x="4597" y="2065"/>
                  <a:pt x="4578" y="2065"/>
                </a:cubicBezTo>
                <a:lnTo>
                  <a:pt x="291" y="2065"/>
                </a:lnTo>
                <a:cubicBezTo>
                  <a:pt x="272" y="2065"/>
                  <a:pt x="253" y="2063"/>
                  <a:pt x="234" y="2060"/>
                </a:cubicBezTo>
                <a:cubicBezTo>
                  <a:pt x="215" y="2056"/>
                  <a:pt x="197" y="2050"/>
                  <a:pt x="180" y="2043"/>
                </a:cubicBezTo>
                <a:cubicBezTo>
                  <a:pt x="162" y="2036"/>
                  <a:pt x="145" y="2027"/>
                  <a:pt x="129" y="2016"/>
                </a:cubicBezTo>
                <a:cubicBezTo>
                  <a:pt x="113" y="2005"/>
                  <a:pt x="99" y="1993"/>
                  <a:pt x="85" y="1980"/>
                </a:cubicBezTo>
                <a:cubicBezTo>
                  <a:pt x="72" y="1966"/>
                  <a:pt x="60" y="1952"/>
                  <a:pt x="49" y="1936"/>
                </a:cubicBezTo>
                <a:cubicBezTo>
                  <a:pt x="38" y="1920"/>
                  <a:pt x="29" y="1903"/>
                  <a:pt x="22" y="1886"/>
                </a:cubicBezTo>
                <a:cubicBezTo>
                  <a:pt x="15" y="1868"/>
                  <a:pt x="9" y="1850"/>
                  <a:pt x="6" y="1831"/>
                </a:cubicBezTo>
                <a:cubicBezTo>
                  <a:pt x="2" y="1812"/>
                  <a:pt x="0" y="1793"/>
                  <a:pt x="0" y="1774"/>
                </a:cubicBezTo>
                <a:close/>
              </a:path>
            </a:pathLst>
          </a:custGeom>
          <a:noFill/>
          <a:ln w="18720">
            <a:solidFill>
              <a:srgbClr val="FFE0AC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4" name=""/>
          <p:cNvSpPr/>
          <p:nvPr/>
        </p:nvSpPr>
        <p:spPr>
          <a:xfrm>
            <a:off x="6059160" y="4078080"/>
            <a:ext cx="302040" cy="302040"/>
          </a:xfrm>
          <a:custGeom>
            <a:avLst/>
            <a:gdLst/>
            <a:ahLst/>
            <a:rect l="0" t="0" r="r" b="b"/>
            <a:pathLst>
              <a:path w="839" h="839">
                <a:moveTo>
                  <a:pt x="168" y="503"/>
                </a:moveTo>
                <a:lnTo>
                  <a:pt x="297" y="503"/>
                </a:lnTo>
                <a:lnTo>
                  <a:pt x="506" y="293"/>
                </a:lnTo>
                <a:cubicBezTo>
                  <a:pt x="513" y="287"/>
                  <a:pt x="517" y="280"/>
                  <a:pt x="520" y="272"/>
                </a:cubicBezTo>
                <a:cubicBezTo>
                  <a:pt x="523" y="264"/>
                  <a:pt x="525" y="256"/>
                  <a:pt x="525" y="248"/>
                </a:cubicBezTo>
                <a:cubicBezTo>
                  <a:pt x="525" y="241"/>
                  <a:pt x="524" y="233"/>
                  <a:pt x="521" y="225"/>
                </a:cubicBezTo>
                <a:cubicBezTo>
                  <a:pt x="518" y="218"/>
                  <a:pt x="514" y="211"/>
                  <a:pt x="507" y="204"/>
                </a:cubicBezTo>
                <a:lnTo>
                  <a:pt x="469" y="165"/>
                </a:lnTo>
                <a:cubicBezTo>
                  <a:pt x="462" y="159"/>
                  <a:pt x="455" y="155"/>
                  <a:pt x="448" y="151"/>
                </a:cubicBezTo>
                <a:cubicBezTo>
                  <a:pt x="440" y="148"/>
                  <a:pt x="432" y="147"/>
                  <a:pt x="423" y="147"/>
                </a:cubicBezTo>
                <a:cubicBezTo>
                  <a:pt x="416" y="147"/>
                  <a:pt x="408" y="148"/>
                  <a:pt x="400" y="151"/>
                </a:cubicBezTo>
                <a:cubicBezTo>
                  <a:pt x="393" y="154"/>
                  <a:pt x="386" y="158"/>
                  <a:pt x="379" y="165"/>
                </a:cubicBezTo>
                <a:lnTo>
                  <a:pt x="168" y="374"/>
                </a:lnTo>
                <a:lnTo>
                  <a:pt x="168" y="503"/>
                </a:lnTo>
                <a:moveTo>
                  <a:pt x="231" y="440"/>
                </a:moveTo>
                <a:lnTo>
                  <a:pt x="231" y="400"/>
                </a:lnTo>
                <a:lnTo>
                  <a:pt x="339" y="294"/>
                </a:lnTo>
                <a:lnTo>
                  <a:pt x="359" y="313"/>
                </a:lnTo>
                <a:lnTo>
                  <a:pt x="377" y="333"/>
                </a:lnTo>
                <a:lnTo>
                  <a:pt x="271" y="440"/>
                </a:lnTo>
                <a:lnTo>
                  <a:pt x="231" y="440"/>
                </a:lnTo>
                <a:moveTo>
                  <a:pt x="359" y="313"/>
                </a:moveTo>
                <a:lnTo>
                  <a:pt x="377" y="333"/>
                </a:lnTo>
                <a:lnTo>
                  <a:pt x="339" y="294"/>
                </a:lnTo>
                <a:lnTo>
                  <a:pt x="359" y="313"/>
                </a:lnTo>
                <a:moveTo>
                  <a:pt x="373" y="503"/>
                </a:moveTo>
                <a:lnTo>
                  <a:pt x="672" y="503"/>
                </a:lnTo>
                <a:lnTo>
                  <a:pt x="672" y="440"/>
                </a:lnTo>
                <a:lnTo>
                  <a:pt x="436" y="440"/>
                </a:lnTo>
                <a:lnTo>
                  <a:pt x="373" y="503"/>
                </a:lnTo>
                <a:moveTo>
                  <a:pt x="0" y="839"/>
                </a:moveTo>
                <a:lnTo>
                  <a:pt x="0" y="63"/>
                </a:lnTo>
                <a:cubicBezTo>
                  <a:pt x="0" y="46"/>
                  <a:pt x="7" y="31"/>
                  <a:pt x="19" y="19"/>
                </a:cubicBezTo>
                <a:cubicBezTo>
                  <a:pt x="32" y="6"/>
                  <a:pt x="46" y="0"/>
                  <a:pt x="63" y="0"/>
                </a:cubicBezTo>
                <a:lnTo>
                  <a:pt x="776" y="0"/>
                </a:lnTo>
                <a:cubicBezTo>
                  <a:pt x="793" y="0"/>
                  <a:pt x="808" y="6"/>
                  <a:pt x="820" y="19"/>
                </a:cubicBezTo>
                <a:cubicBezTo>
                  <a:pt x="833" y="31"/>
                  <a:pt x="839" y="46"/>
                  <a:pt x="839" y="63"/>
                </a:cubicBezTo>
                <a:lnTo>
                  <a:pt x="839" y="608"/>
                </a:lnTo>
                <a:cubicBezTo>
                  <a:pt x="839" y="624"/>
                  <a:pt x="833" y="639"/>
                  <a:pt x="820" y="652"/>
                </a:cubicBezTo>
                <a:cubicBezTo>
                  <a:pt x="808" y="664"/>
                  <a:pt x="793" y="670"/>
                  <a:pt x="776" y="670"/>
                </a:cubicBezTo>
                <a:lnTo>
                  <a:pt x="168" y="670"/>
                </a:lnTo>
                <a:lnTo>
                  <a:pt x="0" y="839"/>
                </a:lnTo>
                <a:moveTo>
                  <a:pt x="141" y="608"/>
                </a:moveTo>
                <a:lnTo>
                  <a:pt x="776" y="608"/>
                </a:lnTo>
                <a:lnTo>
                  <a:pt x="776" y="63"/>
                </a:lnTo>
                <a:lnTo>
                  <a:pt x="63" y="63"/>
                </a:lnTo>
                <a:lnTo>
                  <a:pt x="63" y="691"/>
                </a:lnTo>
                <a:lnTo>
                  <a:pt x="141" y="608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4566960" y="4203360"/>
            <a:ext cx="9792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Designer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6393600" y="4203360"/>
            <a:ext cx="10170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Reviewer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7" name=""/>
          <p:cNvSpPr/>
          <p:nvPr/>
        </p:nvSpPr>
        <p:spPr>
          <a:xfrm>
            <a:off x="4306680" y="5154480"/>
            <a:ext cx="302040" cy="302040"/>
          </a:xfrm>
          <a:custGeom>
            <a:avLst/>
            <a:gdLst/>
            <a:ahLst/>
            <a:rect l="0" t="0" r="r" b="b"/>
            <a:pathLst>
              <a:path w="839" h="839">
                <a:moveTo>
                  <a:pt x="105" y="839"/>
                </a:moveTo>
                <a:cubicBezTo>
                  <a:pt x="88" y="839"/>
                  <a:pt x="73" y="833"/>
                  <a:pt x="60" y="820"/>
                </a:cubicBezTo>
                <a:cubicBezTo>
                  <a:pt x="48" y="808"/>
                  <a:pt x="42" y="793"/>
                  <a:pt x="42" y="776"/>
                </a:cubicBezTo>
                <a:lnTo>
                  <a:pt x="42" y="269"/>
                </a:lnTo>
                <a:cubicBezTo>
                  <a:pt x="30" y="265"/>
                  <a:pt x="20" y="257"/>
                  <a:pt x="12" y="247"/>
                </a:cubicBezTo>
                <a:cubicBezTo>
                  <a:pt x="4" y="236"/>
                  <a:pt x="0" y="223"/>
                  <a:pt x="0" y="209"/>
                </a:cubicBezTo>
                <a:lnTo>
                  <a:pt x="0" y="63"/>
                </a:lnTo>
                <a:cubicBezTo>
                  <a:pt x="0" y="45"/>
                  <a:pt x="6" y="31"/>
                  <a:pt x="19" y="18"/>
                </a:cubicBezTo>
                <a:cubicBezTo>
                  <a:pt x="31" y="6"/>
                  <a:pt x="46" y="0"/>
                  <a:pt x="63" y="0"/>
                </a:cubicBezTo>
                <a:lnTo>
                  <a:pt x="776" y="0"/>
                </a:lnTo>
                <a:cubicBezTo>
                  <a:pt x="793" y="0"/>
                  <a:pt x="808" y="6"/>
                  <a:pt x="820" y="18"/>
                </a:cubicBezTo>
                <a:cubicBezTo>
                  <a:pt x="833" y="31"/>
                  <a:pt x="839" y="45"/>
                  <a:pt x="839" y="63"/>
                </a:cubicBezTo>
                <a:lnTo>
                  <a:pt x="839" y="209"/>
                </a:lnTo>
                <a:cubicBezTo>
                  <a:pt x="839" y="223"/>
                  <a:pt x="835" y="236"/>
                  <a:pt x="827" y="247"/>
                </a:cubicBezTo>
                <a:cubicBezTo>
                  <a:pt x="819" y="257"/>
                  <a:pt x="809" y="265"/>
                  <a:pt x="797" y="269"/>
                </a:cubicBezTo>
                <a:lnTo>
                  <a:pt x="797" y="776"/>
                </a:lnTo>
                <a:cubicBezTo>
                  <a:pt x="797" y="793"/>
                  <a:pt x="791" y="808"/>
                  <a:pt x="779" y="820"/>
                </a:cubicBezTo>
                <a:cubicBezTo>
                  <a:pt x="766" y="833"/>
                  <a:pt x="751" y="839"/>
                  <a:pt x="734" y="839"/>
                </a:cubicBezTo>
                <a:lnTo>
                  <a:pt x="105" y="839"/>
                </a:lnTo>
                <a:moveTo>
                  <a:pt x="105" y="272"/>
                </a:moveTo>
                <a:lnTo>
                  <a:pt x="105" y="776"/>
                </a:lnTo>
                <a:lnTo>
                  <a:pt x="734" y="776"/>
                </a:lnTo>
                <a:lnTo>
                  <a:pt x="734" y="272"/>
                </a:lnTo>
                <a:lnTo>
                  <a:pt x="105" y="272"/>
                </a:lnTo>
                <a:moveTo>
                  <a:pt x="63" y="209"/>
                </a:moveTo>
                <a:lnTo>
                  <a:pt x="776" y="209"/>
                </a:lnTo>
                <a:lnTo>
                  <a:pt x="776" y="63"/>
                </a:lnTo>
                <a:lnTo>
                  <a:pt x="63" y="63"/>
                </a:lnTo>
                <a:lnTo>
                  <a:pt x="63" y="209"/>
                </a:lnTo>
                <a:moveTo>
                  <a:pt x="294" y="483"/>
                </a:moveTo>
                <a:lnTo>
                  <a:pt x="546" y="483"/>
                </a:lnTo>
                <a:lnTo>
                  <a:pt x="546" y="420"/>
                </a:lnTo>
                <a:lnTo>
                  <a:pt x="294" y="420"/>
                </a:lnTo>
                <a:lnTo>
                  <a:pt x="294" y="483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5991120" y="4820400"/>
            <a:ext cx="2095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4689000" y="5279400"/>
            <a:ext cx="32140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Artifacts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（成果物）として統合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11771280" y="636552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4" name=""/>
          <p:cNvSpPr/>
          <p:nvPr/>
        </p:nvSpPr>
        <p:spPr>
          <a:xfrm>
            <a:off x="571320" y="1761840"/>
            <a:ext cx="11049480" cy="29160"/>
          </a:xfrm>
          <a:custGeom>
            <a:avLst/>
            <a:gdLst/>
            <a:ahLst/>
            <a:rect l="0" t="0" r="r" b="b"/>
            <a:pathLst>
              <a:path w="30693" h="81">
                <a:moveTo>
                  <a:pt x="0" y="0"/>
                </a:moveTo>
                <a:lnTo>
                  <a:pt x="30693" y="0"/>
                </a:lnTo>
                <a:lnTo>
                  <a:pt x="3069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5" name=""/>
          <p:cNvSpPr/>
          <p:nvPr/>
        </p:nvSpPr>
        <p:spPr>
          <a:xfrm>
            <a:off x="595080" y="4714560"/>
            <a:ext cx="11025720" cy="1010160"/>
          </a:xfrm>
          <a:custGeom>
            <a:avLst/>
            <a:gdLst/>
            <a:ahLst/>
            <a:rect l="0" t="0" r="r" b="b"/>
            <a:pathLst>
              <a:path w="30627" h="2806">
                <a:moveTo>
                  <a:pt x="0" y="2594"/>
                </a:moveTo>
                <a:lnTo>
                  <a:pt x="0" y="212"/>
                </a:lnTo>
                <a:cubicBezTo>
                  <a:pt x="0" y="198"/>
                  <a:pt x="1" y="184"/>
                  <a:pt x="3" y="171"/>
                </a:cubicBezTo>
                <a:cubicBezTo>
                  <a:pt x="5" y="157"/>
                  <a:pt x="8" y="144"/>
                  <a:pt x="11" y="131"/>
                </a:cubicBezTo>
                <a:cubicBezTo>
                  <a:pt x="15" y="118"/>
                  <a:pt x="19" y="106"/>
                  <a:pt x="25" y="94"/>
                </a:cubicBezTo>
                <a:cubicBezTo>
                  <a:pt x="30" y="83"/>
                  <a:pt x="36" y="72"/>
                  <a:pt x="43" y="62"/>
                </a:cubicBezTo>
                <a:cubicBezTo>
                  <a:pt x="50" y="53"/>
                  <a:pt x="57" y="44"/>
                  <a:pt x="65" y="36"/>
                </a:cubicBezTo>
                <a:cubicBezTo>
                  <a:pt x="73" y="28"/>
                  <a:pt x="81" y="22"/>
                  <a:pt x="90" y="16"/>
                </a:cubicBezTo>
                <a:cubicBezTo>
                  <a:pt x="99" y="11"/>
                  <a:pt x="108" y="7"/>
                  <a:pt x="117" y="4"/>
                </a:cubicBezTo>
                <a:cubicBezTo>
                  <a:pt x="127" y="2"/>
                  <a:pt x="136" y="0"/>
                  <a:pt x="146" y="0"/>
                </a:cubicBezTo>
                <a:lnTo>
                  <a:pt x="30415" y="0"/>
                </a:lnTo>
                <a:cubicBezTo>
                  <a:pt x="30429" y="0"/>
                  <a:pt x="30443" y="2"/>
                  <a:pt x="30456" y="4"/>
                </a:cubicBezTo>
                <a:cubicBezTo>
                  <a:pt x="30470" y="7"/>
                  <a:pt x="30483" y="11"/>
                  <a:pt x="30496" y="16"/>
                </a:cubicBezTo>
                <a:cubicBezTo>
                  <a:pt x="30509" y="22"/>
                  <a:pt x="30521" y="28"/>
                  <a:pt x="30533" y="36"/>
                </a:cubicBezTo>
                <a:cubicBezTo>
                  <a:pt x="30544" y="44"/>
                  <a:pt x="30555" y="53"/>
                  <a:pt x="30565" y="62"/>
                </a:cubicBezTo>
                <a:cubicBezTo>
                  <a:pt x="30574" y="72"/>
                  <a:pt x="30583" y="83"/>
                  <a:pt x="30591" y="94"/>
                </a:cubicBezTo>
                <a:cubicBezTo>
                  <a:pt x="30599" y="106"/>
                  <a:pt x="30605" y="118"/>
                  <a:pt x="30611" y="131"/>
                </a:cubicBezTo>
                <a:cubicBezTo>
                  <a:pt x="30616" y="144"/>
                  <a:pt x="30620" y="157"/>
                  <a:pt x="30623" y="171"/>
                </a:cubicBezTo>
                <a:cubicBezTo>
                  <a:pt x="30625" y="184"/>
                  <a:pt x="30627" y="198"/>
                  <a:pt x="30627" y="212"/>
                </a:cubicBezTo>
                <a:lnTo>
                  <a:pt x="30627" y="2594"/>
                </a:lnTo>
                <a:cubicBezTo>
                  <a:pt x="30627" y="2608"/>
                  <a:pt x="30625" y="2622"/>
                  <a:pt x="30623" y="2636"/>
                </a:cubicBezTo>
                <a:cubicBezTo>
                  <a:pt x="30620" y="2649"/>
                  <a:pt x="30616" y="2662"/>
                  <a:pt x="30611" y="2675"/>
                </a:cubicBezTo>
                <a:cubicBezTo>
                  <a:pt x="30605" y="2688"/>
                  <a:pt x="30599" y="2700"/>
                  <a:pt x="30591" y="2712"/>
                </a:cubicBezTo>
                <a:cubicBezTo>
                  <a:pt x="30583" y="2723"/>
                  <a:pt x="30574" y="2734"/>
                  <a:pt x="30565" y="2744"/>
                </a:cubicBezTo>
                <a:cubicBezTo>
                  <a:pt x="30555" y="2754"/>
                  <a:pt x="30544" y="2763"/>
                  <a:pt x="30533" y="2770"/>
                </a:cubicBezTo>
                <a:cubicBezTo>
                  <a:pt x="30521" y="2778"/>
                  <a:pt x="30509" y="2785"/>
                  <a:pt x="30496" y="2790"/>
                </a:cubicBezTo>
                <a:cubicBezTo>
                  <a:pt x="30483" y="2795"/>
                  <a:pt x="30470" y="2799"/>
                  <a:pt x="30456" y="2802"/>
                </a:cubicBezTo>
                <a:cubicBezTo>
                  <a:pt x="30443" y="2805"/>
                  <a:pt x="30429" y="2806"/>
                  <a:pt x="30415" y="2806"/>
                </a:cubicBezTo>
                <a:lnTo>
                  <a:pt x="146" y="2806"/>
                </a:lnTo>
                <a:cubicBezTo>
                  <a:pt x="136" y="2806"/>
                  <a:pt x="127" y="2805"/>
                  <a:pt x="117" y="2802"/>
                </a:cubicBezTo>
                <a:cubicBezTo>
                  <a:pt x="108" y="2799"/>
                  <a:pt x="99" y="2795"/>
                  <a:pt x="90" y="2790"/>
                </a:cubicBezTo>
                <a:cubicBezTo>
                  <a:pt x="81" y="2785"/>
                  <a:pt x="73" y="2778"/>
                  <a:pt x="65" y="2770"/>
                </a:cubicBezTo>
                <a:cubicBezTo>
                  <a:pt x="57" y="2763"/>
                  <a:pt x="50" y="2754"/>
                  <a:pt x="43" y="2744"/>
                </a:cubicBezTo>
                <a:cubicBezTo>
                  <a:pt x="36" y="2734"/>
                  <a:pt x="30" y="2723"/>
                  <a:pt x="25" y="2712"/>
                </a:cubicBezTo>
                <a:cubicBezTo>
                  <a:pt x="19" y="2700"/>
                  <a:pt x="15" y="2688"/>
                  <a:pt x="11" y="2675"/>
                </a:cubicBezTo>
                <a:cubicBezTo>
                  <a:pt x="8" y="2662"/>
                  <a:pt x="5" y="2649"/>
                  <a:pt x="3" y="2636"/>
                </a:cubicBezTo>
                <a:cubicBezTo>
                  <a:pt x="1" y="2622"/>
                  <a:pt x="0" y="2608"/>
                  <a:pt x="0" y="2594"/>
                </a:cubicBez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6" name=""/>
          <p:cNvSpPr/>
          <p:nvPr/>
        </p:nvSpPr>
        <p:spPr>
          <a:xfrm>
            <a:off x="571320" y="4714560"/>
            <a:ext cx="76680" cy="1010160"/>
          </a:xfrm>
          <a:custGeom>
            <a:avLst/>
            <a:gdLst/>
            <a:ahLst/>
            <a:rect l="0" t="0" r="r" b="b"/>
            <a:pathLst>
              <a:path w="213" h="2806">
                <a:moveTo>
                  <a:pt x="0" y="0"/>
                </a:moveTo>
                <a:lnTo>
                  <a:pt x="213" y="0"/>
                </a:lnTo>
                <a:lnTo>
                  <a:pt x="213" y="2806"/>
                </a:lnTo>
                <a:lnTo>
                  <a:pt x="0" y="2806"/>
                </a:lnTo>
                <a:lnTo>
                  <a:pt x="0" y="0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7" name=""/>
          <p:cNvSpPr/>
          <p:nvPr/>
        </p:nvSpPr>
        <p:spPr>
          <a:xfrm>
            <a:off x="610920" y="1212840"/>
            <a:ext cx="397440" cy="317520"/>
          </a:xfrm>
          <a:custGeom>
            <a:avLst/>
            <a:gdLst/>
            <a:ahLst/>
            <a:rect l="0" t="0" r="r" b="b"/>
            <a:pathLst>
              <a:path w="1104" h="882">
                <a:moveTo>
                  <a:pt x="83" y="882"/>
                </a:moveTo>
                <a:cubicBezTo>
                  <a:pt x="60" y="882"/>
                  <a:pt x="41" y="874"/>
                  <a:pt x="25" y="858"/>
                </a:cubicBezTo>
                <a:cubicBezTo>
                  <a:pt x="8" y="842"/>
                  <a:pt x="0" y="823"/>
                  <a:pt x="0" y="800"/>
                </a:cubicBezTo>
                <a:lnTo>
                  <a:pt x="0" y="82"/>
                </a:lnTo>
                <a:cubicBezTo>
                  <a:pt x="0" y="59"/>
                  <a:pt x="8" y="40"/>
                  <a:pt x="25" y="24"/>
                </a:cubicBezTo>
                <a:cubicBezTo>
                  <a:pt x="41" y="8"/>
                  <a:pt x="60" y="0"/>
                  <a:pt x="83" y="0"/>
                </a:cubicBezTo>
                <a:lnTo>
                  <a:pt x="1020" y="0"/>
                </a:lnTo>
                <a:cubicBezTo>
                  <a:pt x="1043" y="0"/>
                  <a:pt x="1063" y="8"/>
                  <a:pt x="1079" y="24"/>
                </a:cubicBezTo>
                <a:cubicBezTo>
                  <a:pt x="1096" y="40"/>
                  <a:pt x="1104" y="59"/>
                  <a:pt x="1104" y="82"/>
                </a:cubicBezTo>
                <a:lnTo>
                  <a:pt x="1104" y="800"/>
                </a:lnTo>
                <a:cubicBezTo>
                  <a:pt x="1104" y="823"/>
                  <a:pt x="1096" y="842"/>
                  <a:pt x="1079" y="858"/>
                </a:cubicBezTo>
                <a:cubicBezTo>
                  <a:pt x="1063" y="874"/>
                  <a:pt x="1043" y="882"/>
                  <a:pt x="1020" y="882"/>
                </a:cubicBezTo>
                <a:lnTo>
                  <a:pt x="83" y="882"/>
                </a:lnTo>
                <a:moveTo>
                  <a:pt x="831" y="271"/>
                </a:moveTo>
                <a:lnTo>
                  <a:pt x="1020" y="271"/>
                </a:lnTo>
                <a:lnTo>
                  <a:pt x="1020" y="82"/>
                </a:lnTo>
                <a:lnTo>
                  <a:pt x="831" y="82"/>
                </a:lnTo>
                <a:lnTo>
                  <a:pt x="831" y="271"/>
                </a:lnTo>
                <a:moveTo>
                  <a:pt x="831" y="527"/>
                </a:moveTo>
                <a:lnTo>
                  <a:pt x="1020" y="527"/>
                </a:lnTo>
                <a:lnTo>
                  <a:pt x="1020" y="354"/>
                </a:lnTo>
                <a:lnTo>
                  <a:pt x="831" y="354"/>
                </a:lnTo>
                <a:lnTo>
                  <a:pt x="831" y="527"/>
                </a:lnTo>
                <a:moveTo>
                  <a:pt x="83" y="800"/>
                </a:moveTo>
                <a:lnTo>
                  <a:pt x="749" y="800"/>
                </a:lnTo>
                <a:lnTo>
                  <a:pt x="749" y="82"/>
                </a:lnTo>
                <a:lnTo>
                  <a:pt x="83" y="82"/>
                </a:lnTo>
                <a:lnTo>
                  <a:pt x="83" y="800"/>
                </a:lnTo>
                <a:moveTo>
                  <a:pt x="831" y="800"/>
                </a:moveTo>
                <a:lnTo>
                  <a:pt x="1020" y="800"/>
                </a:lnTo>
                <a:lnTo>
                  <a:pt x="1020" y="611"/>
                </a:lnTo>
                <a:lnTo>
                  <a:pt x="831" y="611"/>
                </a:lnTo>
                <a:lnTo>
                  <a:pt x="831" y="800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528" name=""/>
          <p:cNvSpPr/>
          <p:nvPr/>
        </p:nvSpPr>
        <p:spPr>
          <a:xfrm>
            <a:off x="414360" y="1850040"/>
            <a:ext cx="5763960" cy="2938680"/>
          </a:xfrm>
          <a:custGeom>
            <a:avLst/>
            <a:gdLst/>
            <a:ahLst/>
            <a:rect l="0" t="0" r="r" b="b"/>
            <a:pathLst>
              <a:path w="16011" h="8163">
                <a:moveTo>
                  <a:pt x="436" y="681"/>
                </a:moveTo>
                <a:lnTo>
                  <a:pt x="436" y="7323"/>
                </a:lnTo>
                <a:cubicBezTo>
                  <a:pt x="436" y="7365"/>
                  <a:pt x="444" y="7406"/>
                  <a:pt x="460" y="7445"/>
                </a:cubicBezTo>
                <a:cubicBezTo>
                  <a:pt x="476" y="7484"/>
                  <a:pt x="499" y="7518"/>
                  <a:pt x="529" y="7548"/>
                </a:cubicBezTo>
                <a:cubicBezTo>
                  <a:pt x="559" y="7578"/>
                  <a:pt x="593" y="7601"/>
                  <a:pt x="632" y="7617"/>
                </a:cubicBezTo>
                <a:cubicBezTo>
                  <a:pt x="671" y="7633"/>
                  <a:pt x="711" y="7641"/>
                  <a:pt x="753" y="7641"/>
                </a:cubicBezTo>
                <a:lnTo>
                  <a:pt x="15254" y="7641"/>
                </a:lnTo>
                <a:cubicBezTo>
                  <a:pt x="15296" y="7641"/>
                  <a:pt x="15336" y="7633"/>
                  <a:pt x="15375" y="7617"/>
                </a:cubicBezTo>
                <a:cubicBezTo>
                  <a:pt x="15414" y="7601"/>
                  <a:pt x="15448" y="7578"/>
                  <a:pt x="15478" y="7548"/>
                </a:cubicBezTo>
                <a:cubicBezTo>
                  <a:pt x="15508" y="7518"/>
                  <a:pt x="15531" y="7484"/>
                  <a:pt x="15547" y="7445"/>
                </a:cubicBezTo>
                <a:cubicBezTo>
                  <a:pt x="15563" y="7406"/>
                  <a:pt x="15571" y="7365"/>
                  <a:pt x="15571" y="7323"/>
                </a:cubicBezTo>
                <a:lnTo>
                  <a:pt x="15571" y="681"/>
                </a:lnTo>
                <a:cubicBezTo>
                  <a:pt x="15571" y="639"/>
                  <a:pt x="15563" y="599"/>
                  <a:pt x="15547" y="560"/>
                </a:cubicBezTo>
                <a:cubicBezTo>
                  <a:pt x="15531" y="521"/>
                  <a:pt x="15508" y="487"/>
                  <a:pt x="15478" y="457"/>
                </a:cubicBezTo>
                <a:cubicBezTo>
                  <a:pt x="15448" y="427"/>
                  <a:pt x="15414" y="404"/>
                  <a:pt x="15375" y="388"/>
                </a:cubicBezTo>
                <a:cubicBezTo>
                  <a:pt x="15336" y="372"/>
                  <a:pt x="15296" y="364"/>
                  <a:pt x="15254" y="364"/>
                </a:cubicBezTo>
                <a:lnTo>
                  <a:pt x="753" y="364"/>
                </a:lnTo>
                <a:cubicBezTo>
                  <a:pt x="711" y="364"/>
                  <a:pt x="671" y="372"/>
                  <a:pt x="632" y="388"/>
                </a:cubicBezTo>
                <a:cubicBezTo>
                  <a:pt x="593" y="404"/>
                  <a:pt x="559" y="427"/>
                  <a:pt x="529" y="457"/>
                </a:cubicBezTo>
                <a:cubicBezTo>
                  <a:pt x="499" y="487"/>
                  <a:pt x="476" y="521"/>
                  <a:pt x="460" y="560"/>
                </a:cubicBezTo>
                <a:cubicBezTo>
                  <a:pt x="444" y="599"/>
                  <a:pt x="436" y="639"/>
                  <a:pt x="436" y="681"/>
                </a:cubicBezTo>
                <a:moveTo>
                  <a:pt x="0" y="0"/>
                </a:moveTo>
                <a:lnTo>
                  <a:pt x="16011" y="0"/>
                </a:lnTo>
                <a:lnTo>
                  <a:pt x="16011" y="8163"/>
                </a:lnTo>
                <a:lnTo>
                  <a:pt x="0" y="8163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529" name=""/>
          <p:cNvSpPr/>
          <p:nvPr/>
        </p:nvSpPr>
        <p:spPr>
          <a:xfrm>
            <a:off x="580680" y="1990440"/>
            <a:ext cx="5429880" cy="2600640"/>
          </a:xfrm>
          <a:custGeom>
            <a:avLst/>
            <a:gdLst/>
            <a:ahLst/>
            <a:rect l="0" t="0" r="r" b="b"/>
            <a:pathLst>
              <a:path w="15083" h="7224">
                <a:moveTo>
                  <a:pt x="0" y="6933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6"/>
                  <a:pt x="50" y="130"/>
                </a:cubicBezTo>
                <a:cubicBezTo>
                  <a:pt x="60" y="114"/>
                  <a:pt x="72" y="99"/>
                  <a:pt x="86" y="86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6"/>
                </a:cubicBezTo>
                <a:cubicBezTo>
                  <a:pt x="14867" y="10"/>
                  <a:pt x="14885" y="15"/>
                  <a:pt x="14903" y="22"/>
                </a:cubicBezTo>
                <a:cubicBezTo>
                  <a:pt x="14921" y="30"/>
                  <a:pt x="14937" y="39"/>
                  <a:pt x="14953" y="49"/>
                </a:cubicBezTo>
                <a:cubicBezTo>
                  <a:pt x="14969" y="60"/>
                  <a:pt x="14984" y="72"/>
                  <a:pt x="14997" y="86"/>
                </a:cubicBezTo>
                <a:cubicBezTo>
                  <a:pt x="15011" y="99"/>
                  <a:pt x="15023" y="114"/>
                  <a:pt x="15034" y="130"/>
                </a:cubicBezTo>
                <a:cubicBezTo>
                  <a:pt x="15044" y="146"/>
                  <a:pt x="15053" y="162"/>
                  <a:pt x="15061" y="180"/>
                </a:cubicBezTo>
                <a:cubicBezTo>
                  <a:pt x="15068" y="198"/>
                  <a:pt x="15073" y="216"/>
                  <a:pt x="15077" y="235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6933"/>
                </a:lnTo>
                <a:cubicBezTo>
                  <a:pt x="15083" y="6952"/>
                  <a:pt x="15081" y="6971"/>
                  <a:pt x="15077" y="6990"/>
                </a:cubicBezTo>
                <a:cubicBezTo>
                  <a:pt x="15073" y="7009"/>
                  <a:pt x="15068" y="7027"/>
                  <a:pt x="15061" y="7045"/>
                </a:cubicBezTo>
                <a:cubicBezTo>
                  <a:pt x="15053" y="7062"/>
                  <a:pt x="15044" y="7079"/>
                  <a:pt x="15034" y="7095"/>
                </a:cubicBezTo>
                <a:cubicBezTo>
                  <a:pt x="15023" y="7111"/>
                  <a:pt x="15011" y="7126"/>
                  <a:pt x="14997" y="7139"/>
                </a:cubicBezTo>
                <a:cubicBezTo>
                  <a:pt x="14984" y="7153"/>
                  <a:pt x="14969" y="7165"/>
                  <a:pt x="14953" y="7175"/>
                </a:cubicBezTo>
                <a:cubicBezTo>
                  <a:pt x="14937" y="7186"/>
                  <a:pt x="14921" y="7195"/>
                  <a:pt x="14903" y="7202"/>
                </a:cubicBezTo>
                <a:cubicBezTo>
                  <a:pt x="14885" y="7210"/>
                  <a:pt x="14867" y="7215"/>
                  <a:pt x="14848" y="7219"/>
                </a:cubicBezTo>
                <a:cubicBezTo>
                  <a:pt x="14830" y="7223"/>
                  <a:pt x="14811" y="7224"/>
                  <a:pt x="14792" y="7224"/>
                </a:cubicBezTo>
                <a:lnTo>
                  <a:pt x="291" y="7224"/>
                </a:lnTo>
                <a:cubicBezTo>
                  <a:pt x="272" y="7224"/>
                  <a:pt x="253" y="7223"/>
                  <a:pt x="235" y="7219"/>
                </a:cubicBezTo>
                <a:cubicBezTo>
                  <a:pt x="216" y="7215"/>
                  <a:pt x="198" y="7210"/>
                  <a:pt x="180" y="7202"/>
                </a:cubicBezTo>
                <a:cubicBezTo>
                  <a:pt x="162" y="7195"/>
                  <a:pt x="146" y="7186"/>
                  <a:pt x="130" y="7175"/>
                </a:cubicBezTo>
                <a:cubicBezTo>
                  <a:pt x="114" y="7165"/>
                  <a:pt x="99" y="7153"/>
                  <a:pt x="86" y="7139"/>
                </a:cubicBezTo>
                <a:cubicBezTo>
                  <a:pt x="72" y="7126"/>
                  <a:pt x="60" y="7111"/>
                  <a:pt x="50" y="7095"/>
                </a:cubicBezTo>
                <a:cubicBezTo>
                  <a:pt x="39" y="7079"/>
                  <a:pt x="30" y="7062"/>
                  <a:pt x="23" y="7045"/>
                </a:cubicBezTo>
                <a:cubicBezTo>
                  <a:pt x="15" y="7027"/>
                  <a:pt x="10" y="7009"/>
                  <a:pt x="6" y="6990"/>
                </a:cubicBezTo>
                <a:cubicBezTo>
                  <a:pt x="2" y="6971"/>
                  <a:pt x="0" y="6952"/>
                  <a:pt x="0" y="6933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0" name=""/>
          <p:cNvSpPr/>
          <p:nvPr/>
        </p:nvSpPr>
        <p:spPr>
          <a:xfrm>
            <a:off x="580680" y="1990440"/>
            <a:ext cx="5429880" cy="2600640"/>
          </a:xfrm>
          <a:custGeom>
            <a:avLst/>
            <a:gdLst/>
            <a:ahLst/>
            <a:rect l="0" t="0" r="r" b="b"/>
            <a:pathLst>
              <a:path w="15083" h="7224">
                <a:moveTo>
                  <a:pt x="0" y="6933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6"/>
                  <a:pt x="50" y="130"/>
                </a:cubicBezTo>
                <a:cubicBezTo>
                  <a:pt x="60" y="114"/>
                  <a:pt x="72" y="99"/>
                  <a:pt x="86" y="86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6"/>
                </a:cubicBezTo>
                <a:cubicBezTo>
                  <a:pt x="14867" y="10"/>
                  <a:pt x="14885" y="15"/>
                  <a:pt x="14903" y="22"/>
                </a:cubicBezTo>
                <a:cubicBezTo>
                  <a:pt x="14921" y="30"/>
                  <a:pt x="14937" y="39"/>
                  <a:pt x="14953" y="49"/>
                </a:cubicBezTo>
                <a:cubicBezTo>
                  <a:pt x="14969" y="60"/>
                  <a:pt x="14984" y="72"/>
                  <a:pt x="14997" y="86"/>
                </a:cubicBezTo>
                <a:cubicBezTo>
                  <a:pt x="15011" y="99"/>
                  <a:pt x="15023" y="114"/>
                  <a:pt x="15034" y="130"/>
                </a:cubicBezTo>
                <a:cubicBezTo>
                  <a:pt x="15044" y="146"/>
                  <a:pt x="15053" y="162"/>
                  <a:pt x="15061" y="180"/>
                </a:cubicBezTo>
                <a:cubicBezTo>
                  <a:pt x="15068" y="198"/>
                  <a:pt x="15073" y="216"/>
                  <a:pt x="15077" y="235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6933"/>
                </a:lnTo>
                <a:cubicBezTo>
                  <a:pt x="15083" y="6952"/>
                  <a:pt x="15081" y="6971"/>
                  <a:pt x="15077" y="6990"/>
                </a:cubicBezTo>
                <a:cubicBezTo>
                  <a:pt x="15073" y="7009"/>
                  <a:pt x="15068" y="7027"/>
                  <a:pt x="15061" y="7045"/>
                </a:cubicBezTo>
                <a:cubicBezTo>
                  <a:pt x="15053" y="7062"/>
                  <a:pt x="15044" y="7079"/>
                  <a:pt x="15034" y="7095"/>
                </a:cubicBezTo>
                <a:cubicBezTo>
                  <a:pt x="15023" y="7111"/>
                  <a:pt x="15011" y="7126"/>
                  <a:pt x="14997" y="7139"/>
                </a:cubicBezTo>
                <a:cubicBezTo>
                  <a:pt x="14984" y="7153"/>
                  <a:pt x="14969" y="7165"/>
                  <a:pt x="14953" y="7175"/>
                </a:cubicBezTo>
                <a:cubicBezTo>
                  <a:pt x="14937" y="7186"/>
                  <a:pt x="14921" y="7195"/>
                  <a:pt x="14903" y="7202"/>
                </a:cubicBezTo>
                <a:cubicBezTo>
                  <a:pt x="14885" y="7210"/>
                  <a:pt x="14867" y="7215"/>
                  <a:pt x="14848" y="7219"/>
                </a:cubicBezTo>
                <a:cubicBezTo>
                  <a:pt x="14830" y="7223"/>
                  <a:pt x="14811" y="7224"/>
                  <a:pt x="14792" y="7224"/>
                </a:cubicBezTo>
                <a:lnTo>
                  <a:pt x="291" y="7224"/>
                </a:lnTo>
                <a:cubicBezTo>
                  <a:pt x="272" y="7224"/>
                  <a:pt x="253" y="7223"/>
                  <a:pt x="235" y="7219"/>
                </a:cubicBezTo>
                <a:cubicBezTo>
                  <a:pt x="216" y="7215"/>
                  <a:pt x="198" y="7210"/>
                  <a:pt x="180" y="7202"/>
                </a:cubicBezTo>
                <a:cubicBezTo>
                  <a:pt x="162" y="7195"/>
                  <a:pt x="146" y="7186"/>
                  <a:pt x="130" y="7175"/>
                </a:cubicBezTo>
                <a:cubicBezTo>
                  <a:pt x="114" y="7165"/>
                  <a:pt x="99" y="7153"/>
                  <a:pt x="86" y="7139"/>
                </a:cubicBezTo>
                <a:cubicBezTo>
                  <a:pt x="72" y="7126"/>
                  <a:pt x="60" y="7111"/>
                  <a:pt x="50" y="7095"/>
                </a:cubicBezTo>
                <a:cubicBezTo>
                  <a:pt x="39" y="7079"/>
                  <a:pt x="30" y="7062"/>
                  <a:pt x="23" y="7045"/>
                </a:cubicBezTo>
                <a:cubicBezTo>
                  <a:pt x="15" y="7027"/>
                  <a:pt x="10" y="7009"/>
                  <a:pt x="6" y="6990"/>
                </a:cubicBezTo>
                <a:cubicBezTo>
                  <a:pt x="2" y="6971"/>
                  <a:pt x="0" y="6952"/>
                  <a:pt x="0" y="6933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1" name=""/>
          <p:cNvSpPr/>
          <p:nvPr/>
        </p:nvSpPr>
        <p:spPr>
          <a:xfrm>
            <a:off x="792000" y="2429640"/>
            <a:ext cx="302040" cy="234360"/>
          </a:xfrm>
          <a:custGeom>
            <a:avLst/>
            <a:gdLst/>
            <a:ahLst/>
            <a:rect l="0" t="0" r="r" b="b"/>
            <a:pathLst>
              <a:path w="839" h="651">
                <a:moveTo>
                  <a:pt x="563" y="391"/>
                </a:moveTo>
                <a:cubicBezTo>
                  <a:pt x="544" y="372"/>
                  <a:pt x="534" y="348"/>
                  <a:pt x="534" y="321"/>
                </a:cubicBezTo>
                <a:cubicBezTo>
                  <a:pt x="534" y="294"/>
                  <a:pt x="544" y="271"/>
                  <a:pt x="563" y="251"/>
                </a:cubicBezTo>
                <a:cubicBezTo>
                  <a:pt x="582" y="232"/>
                  <a:pt x="605" y="223"/>
                  <a:pt x="633" y="223"/>
                </a:cubicBezTo>
                <a:cubicBezTo>
                  <a:pt x="660" y="223"/>
                  <a:pt x="683" y="232"/>
                  <a:pt x="702" y="251"/>
                </a:cubicBezTo>
                <a:cubicBezTo>
                  <a:pt x="721" y="271"/>
                  <a:pt x="732" y="294"/>
                  <a:pt x="732" y="321"/>
                </a:cubicBezTo>
                <a:cubicBezTo>
                  <a:pt x="732" y="348"/>
                  <a:pt x="721" y="372"/>
                  <a:pt x="702" y="391"/>
                </a:cubicBezTo>
                <a:cubicBezTo>
                  <a:pt x="683" y="410"/>
                  <a:pt x="660" y="420"/>
                  <a:pt x="633" y="420"/>
                </a:cubicBezTo>
                <a:cubicBezTo>
                  <a:pt x="605" y="420"/>
                  <a:pt x="582" y="410"/>
                  <a:pt x="563" y="391"/>
                </a:cubicBezTo>
                <a:moveTo>
                  <a:pt x="427" y="651"/>
                </a:moveTo>
                <a:lnTo>
                  <a:pt x="427" y="598"/>
                </a:lnTo>
                <a:cubicBezTo>
                  <a:pt x="427" y="579"/>
                  <a:pt x="431" y="564"/>
                  <a:pt x="439" y="551"/>
                </a:cubicBezTo>
                <a:cubicBezTo>
                  <a:pt x="446" y="538"/>
                  <a:pt x="457" y="528"/>
                  <a:pt x="471" y="521"/>
                </a:cubicBezTo>
                <a:cubicBezTo>
                  <a:pt x="497" y="508"/>
                  <a:pt x="523" y="498"/>
                  <a:pt x="550" y="492"/>
                </a:cubicBezTo>
                <a:cubicBezTo>
                  <a:pt x="576" y="486"/>
                  <a:pt x="604" y="482"/>
                  <a:pt x="633" y="482"/>
                </a:cubicBezTo>
                <a:cubicBezTo>
                  <a:pt x="661" y="482"/>
                  <a:pt x="689" y="485"/>
                  <a:pt x="715" y="491"/>
                </a:cubicBezTo>
                <a:cubicBezTo>
                  <a:pt x="743" y="497"/>
                  <a:pt x="769" y="507"/>
                  <a:pt x="795" y="521"/>
                </a:cubicBezTo>
                <a:cubicBezTo>
                  <a:pt x="809" y="527"/>
                  <a:pt x="820" y="537"/>
                  <a:pt x="827" y="550"/>
                </a:cubicBezTo>
                <a:cubicBezTo>
                  <a:pt x="835" y="564"/>
                  <a:pt x="839" y="579"/>
                  <a:pt x="839" y="598"/>
                </a:cubicBezTo>
                <a:lnTo>
                  <a:pt x="839" y="651"/>
                </a:lnTo>
                <a:lnTo>
                  <a:pt x="427" y="651"/>
                </a:lnTo>
                <a:moveTo>
                  <a:pt x="222" y="271"/>
                </a:moveTo>
                <a:cubicBezTo>
                  <a:pt x="193" y="242"/>
                  <a:pt x="178" y="204"/>
                  <a:pt x="178" y="158"/>
                </a:cubicBezTo>
                <a:cubicBezTo>
                  <a:pt x="178" y="112"/>
                  <a:pt x="193" y="73"/>
                  <a:pt x="222" y="44"/>
                </a:cubicBezTo>
                <a:cubicBezTo>
                  <a:pt x="251" y="14"/>
                  <a:pt x="289" y="0"/>
                  <a:pt x="335" y="0"/>
                </a:cubicBezTo>
                <a:cubicBezTo>
                  <a:pt x="381" y="0"/>
                  <a:pt x="419" y="14"/>
                  <a:pt x="448" y="44"/>
                </a:cubicBezTo>
                <a:cubicBezTo>
                  <a:pt x="478" y="73"/>
                  <a:pt x="492" y="112"/>
                  <a:pt x="492" y="158"/>
                </a:cubicBezTo>
                <a:cubicBezTo>
                  <a:pt x="492" y="204"/>
                  <a:pt x="478" y="242"/>
                  <a:pt x="448" y="271"/>
                </a:cubicBezTo>
                <a:cubicBezTo>
                  <a:pt x="419" y="300"/>
                  <a:pt x="381" y="315"/>
                  <a:pt x="335" y="315"/>
                </a:cubicBezTo>
                <a:cubicBezTo>
                  <a:pt x="289" y="315"/>
                  <a:pt x="251" y="300"/>
                  <a:pt x="222" y="271"/>
                </a:cubicBezTo>
                <a:moveTo>
                  <a:pt x="0" y="651"/>
                </a:moveTo>
                <a:lnTo>
                  <a:pt x="0" y="553"/>
                </a:lnTo>
                <a:cubicBezTo>
                  <a:pt x="0" y="529"/>
                  <a:pt x="6" y="507"/>
                  <a:pt x="18" y="487"/>
                </a:cubicBezTo>
                <a:cubicBezTo>
                  <a:pt x="30" y="467"/>
                  <a:pt x="47" y="452"/>
                  <a:pt x="71" y="442"/>
                </a:cubicBezTo>
                <a:cubicBezTo>
                  <a:pt x="118" y="421"/>
                  <a:pt x="163" y="405"/>
                  <a:pt x="206" y="394"/>
                </a:cubicBezTo>
                <a:cubicBezTo>
                  <a:pt x="249" y="384"/>
                  <a:pt x="292" y="379"/>
                  <a:pt x="335" y="379"/>
                </a:cubicBezTo>
                <a:cubicBezTo>
                  <a:pt x="357" y="379"/>
                  <a:pt x="377" y="380"/>
                  <a:pt x="395" y="382"/>
                </a:cubicBezTo>
                <a:cubicBezTo>
                  <a:pt x="412" y="384"/>
                  <a:pt x="431" y="387"/>
                  <a:pt x="451" y="391"/>
                </a:cubicBezTo>
                <a:lnTo>
                  <a:pt x="425" y="418"/>
                </a:lnTo>
                <a:lnTo>
                  <a:pt x="398" y="445"/>
                </a:lnTo>
                <a:cubicBezTo>
                  <a:pt x="389" y="443"/>
                  <a:pt x="379" y="442"/>
                  <a:pt x="369" y="442"/>
                </a:cubicBezTo>
                <a:cubicBezTo>
                  <a:pt x="358" y="442"/>
                  <a:pt x="347" y="442"/>
                  <a:pt x="335" y="442"/>
                </a:cubicBezTo>
                <a:cubicBezTo>
                  <a:pt x="295" y="442"/>
                  <a:pt x="257" y="446"/>
                  <a:pt x="219" y="454"/>
                </a:cubicBezTo>
                <a:cubicBezTo>
                  <a:pt x="181" y="462"/>
                  <a:pt x="140" y="476"/>
                  <a:pt x="96" y="498"/>
                </a:cubicBezTo>
                <a:cubicBezTo>
                  <a:pt x="87" y="503"/>
                  <a:pt x="78" y="511"/>
                  <a:pt x="72" y="521"/>
                </a:cubicBezTo>
                <a:cubicBezTo>
                  <a:pt x="66" y="532"/>
                  <a:pt x="63" y="542"/>
                  <a:pt x="63" y="553"/>
                </a:cubicBezTo>
                <a:lnTo>
                  <a:pt x="63" y="588"/>
                </a:lnTo>
                <a:lnTo>
                  <a:pt x="364" y="588"/>
                </a:lnTo>
                <a:lnTo>
                  <a:pt x="364" y="651"/>
                </a:lnTo>
                <a:lnTo>
                  <a:pt x="0" y="651"/>
                </a:lnTo>
                <a:moveTo>
                  <a:pt x="403" y="225"/>
                </a:moveTo>
                <a:cubicBezTo>
                  <a:pt x="420" y="207"/>
                  <a:pt x="429" y="185"/>
                  <a:pt x="429" y="158"/>
                </a:cubicBezTo>
                <a:cubicBezTo>
                  <a:pt x="429" y="131"/>
                  <a:pt x="420" y="108"/>
                  <a:pt x="403" y="90"/>
                </a:cubicBezTo>
                <a:cubicBezTo>
                  <a:pt x="385" y="71"/>
                  <a:pt x="362" y="62"/>
                  <a:pt x="335" y="62"/>
                </a:cubicBezTo>
                <a:cubicBezTo>
                  <a:pt x="308" y="62"/>
                  <a:pt x="285" y="71"/>
                  <a:pt x="268" y="90"/>
                </a:cubicBezTo>
                <a:cubicBezTo>
                  <a:pt x="250" y="108"/>
                  <a:pt x="241" y="131"/>
                  <a:pt x="241" y="158"/>
                </a:cubicBezTo>
                <a:cubicBezTo>
                  <a:pt x="241" y="185"/>
                  <a:pt x="250" y="207"/>
                  <a:pt x="268" y="225"/>
                </a:cubicBezTo>
                <a:cubicBezTo>
                  <a:pt x="285" y="243"/>
                  <a:pt x="308" y="252"/>
                  <a:pt x="335" y="252"/>
                </a:cubicBezTo>
                <a:cubicBezTo>
                  <a:pt x="362" y="252"/>
                  <a:pt x="385" y="243"/>
                  <a:pt x="403" y="225"/>
                </a:cubicBez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1047600" y="1282320"/>
            <a:ext cx="319248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Dual View System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1123920" y="2551680"/>
            <a:ext cx="23821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Agent Manager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（司令塔）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762120" y="2907720"/>
            <a:ext cx="5029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チャット形式で自然言語のタスク依頼ができるイ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762120" y="3269880"/>
            <a:ext cx="5029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ンターフェース。エージェントの動作をリアルタ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762120" y="3631680"/>
            <a:ext cx="47858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イムで監視‧管理し、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Artifacts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（成果物）もここ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7" name=""/>
          <p:cNvSpPr/>
          <p:nvPr/>
        </p:nvSpPr>
        <p:spPr>
          <a:xfrm>
            <a:off x="6013440" y="1850040"/>
            <a:ext cx="5764320" cy="2938680"/>
          </a:xfrm>
          <a:custGeom>
            <a:avLst/>
            <a:gdLst/>
            <a:ahLst/>
            <a:rect l="0" t="0" r="r" b="b"/>
            <a:pathLst>
              <a:path w="16012" h="8163">
                <a:moveTo>
                  <a:pt x="440" y="681"/>
                </a:moveTo>
                <a:lnTo>
                  <a:pt x="440" y="7323"/>
                </a:lnTo>
                <a:cubicBezTo>
                  <a:pt x="440" y="7365"/>
                  <a:pt x="449" y="7406"/>
                  <a:pt x="465" y="7445"/>
                </a:cubicBezTo>
                <a:cubicBezTo>
                  <a:pt x="481" y="7484"/>
                  <a:pt x="504" y="7518"/>
                  <a:pt x="533" y="7548"/>
                </a:cubicBezTo>
                <a:cubicBezTo>
                  <a:pt x="563" y="7578"/>
                  <a:pt x="598" y="7601"/>
                  <a:pt x="636" y="7617"/>
                </a:cubicBezTo>
                <a:cubicBezTo>
                  <a:pt x="675" y="7633"/>
                  <a:pt x="716" y="7641"/>
                  <a:pt x="758" y="7641"/>
                </a:cubicBezTo>
                <a:lnTo>
                  <a:pt x="15258" y="7641"/>
                </a:lnTo>
                <a:cubicBezTo>
                  <a:pt x="15300" y="7641"/>
                  <a:pt x="15341" y="7633"/>
                  <a:pt x="15380" y="7617"/>
                </a:cubicBezTo>
                <a:cubicBezTo>
                  <a:pt x="15419" y="7601"/>
                  <a:pt x="15453" y="7578"/>
                  <a:pt x="15483" y="7548"/>
                </a:cubicBezTo>
                <a:cubicBezTo>
                  <a:pt x="15512" y="7518"/>
                  <a:pt x="15535" y="7484"/>
                  <a:pt x="15551" y="7445"/>
                </a:cubicBezTo>
                <a:cubicBezTo>
                  <a:pt x="15568" y="7406"/>
                  <a:pt x="15576" y="7365"/>
                  <a:pt x="15576" y="7323"/>
                </a:cubicBezTo>
                <a:lnTo>
                  <a:pt x="15576" y="681"/>
                </a:lnTo>
                <a:cubicBezTo>
                  <a:pt x="15576" y="639"/>
                  <a:pt x="15568" y="599"/>
                  <a:pt x="15551" y="560"/>
                </a:cubicBezTo>
                <a:cubicBezTo>
                  <a:pt x="15535" y="521"/>
                  <a:pt x="15512" y="487"/>
                  <a:pt x="15483" y="457"/>
                </a:cubicBezTo>
                <a:cubicBezTo>
                  <a:pt x="15453" y="427"/>
                  <a:pt x="15419" y="404"/>
                  <a:pt x="15380" y="388"/>
                </a:cubicBezTo>
                <a:cubicBezTo>
                  <a:pt x="15341" y="372"/>
                  <a:pt x="15300" y="364"/>
                  <a:pt x="15258" y="364"/>
                </a:cubicBezTo>
                <a:lnTo>
                  <a:pt x="758" y="364"/>
                </a:lnTo>
                <a:cubicBezTo>
                  <a:pt x="716" y="364"/>
                  <a:pt x="675" y="372"/>
                  <a:pt x="636" y="388"/>
                </a:cubicBezTo>
                <a:cubicBezTo>
                  <a:pt x="598" y="404"/>
                  <a:pt x="563" y="427"/>
                  <a:pt x="533" y="457"/>
                </a:cubicBezTo>
                <a:cubicBezTo>
                  <a:pt x="504" y="487"/>
                  <a:pt x="481" y="521"/>
                  <a:pt x="465" y="560"/>
                </a:cubicBezTo>
                <a:cubicBezTo>
                  <a:pt x="449" y="599"/>
                  <a:pt x="440" y="639"/>
                  <a:pt x="440" y="681"/>
                </a:cubicBezTo>
                <a:moveTo>
                  <a:pt x="0" y="0"/>
                </a:moveTo>
                <a:lnTo>
                  <a:pt x="16012" y="0"/>
                </a:lnTo>
                <a:lnTo>
                  <a:pt x="16012" y="8163"/>
                </a:lnTo>
                <a:lnTo>
                  <a:pt x="0" y="8163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538" name=""/>
          <p:cNvSpPr/>
          <p:nvPr/>
        </p:nvSpPr>
        <p:spPr>
          <a:xfrm>
            <a:off x="6181560" y="1990440"/>
            <a:ext cx="5429520" cy="2600640"/>
          </a:xfrm>
          <a:custGeom>
            <a:avLst/>
            <a:gdLst/>
            <a:ahLst/>
            <a:rect l="0" t="0" r="r" b="b"/>
            <a:pathLst>
              <a:path w="15082" h="7224">
                <a:moveTo>
                  <a:pt x="0" y="6933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2"/>
                  <a:pt x="38" y="146"/>
                  <a:pt x="49" y="130"/>
                </a:cubicBezTo>
                <a:cubicBezTo>
                  <a:pt x="60" y="114"/>
                  <a:pt x="72" y="99"/>
                  <a:pt x="85" y="86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10"/>
                  <a:pt x="14885" y="15"/>
                  <a:pt x="14903" y="22"/>
                </a:cubicBezTo>
                <a:cubicBezTo>
                  <a:pt x="14920" y="30"/>
                  <a:pt x="14937" y="39"/>
                  <a:pt x="14953" y="49"/>
                </a:cubicBezTo>
                <a:cubicBezTo>
                  <a:pt x="14969" y="60"/>
                  <a:pt x="14983" y="72"/>
                  <a:pt x="14997" y="86"/>
                </a:cubicBezTo>
                <a:cubicBezTo>
                  <a:pt x="15010" y="99"/>
                  <a:pt x="15023" y="114"/>
                  <a:pt x="15033" y="130"/>
                </a:cubicBezTo>
                <a:cubicBezTo>
                  <a:pt x="15044" y="146"/>
                  <a:pt x="15053" y="162"/>
                  <a:pt x="15060" y="180"/>
                </a:cubicBezTo>
                <a:cubicBezTo>
                  <a:pt x="15067" y="198"/>
                  <a:pt x="15073" y="216"/>
                  <a:pt x="15077" y="235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6933"/>
                </a:lnTo>
                <a:cubicBezTo>
                  <a:pt x="15082" y="6952"/>
                  <a:pt x="15080" y="6971"/>
                  <a:pt x="15077" y="6990"/>
                </a:cubicBezTo>
                <a:cubicBezTo>
                  <a:pt x="15073" y="7009"/>
                  <a:pt x="15067" y="7027"/>
                  <a:pt x="15060" y="7045"/>
                </a:cubicBezTo>
                <a:cubicBezTo>
                  <a:pt x="15053" y="7062"/>
                  <a:pt x="15044" y="7079"/>
                  <a:pt x="15033" y="7095"/>
                </a:cubicBezTo>
                <a:cubicBezTo>
                  <a:pt x="15023" y="7111"/>
                  <a:pt x="15010" y="7126"/>
                  <a:pt x="14997" y="7139"/>
                </a:cubicBezTo>
                <a:cubicBezTo>
                  <a:pt x="14983" y="7153"/>
                  <a:pt x="14969" y="7165"/>
                  <a:pt x="14953" y="7175"/>
                </a:cubicBezTo>
                <a:cubicBezTo>
                  <a:pt x="14937" y="7186"/>
                  <a:pt x="14920" y="7195"/>
                  <a:pt x="14903" y="7202"/>
                </a:cubicBezTo>
                <a:cubicBezTo>
                  <a:pt x="14885" y="7210"/>
                  <a:pt x="14867" y="7215"/>
                  <a:pt x="14848" y="7219"/>
                </a:cubicBezTo>
                <a:cubicBezTo>
                  <a:pt x="14829" y="7223"/>
                  <a:pt x="14810" y="7224"/>
                  <a:pt x="14791" y="7224"/>
                </a:cubicBezTo>
                <a:lnTo>
                  <a:pt x="291" y="7224"/>
                </a:lnTo>
                <a:cubicBezTo>
                  <a:pt x="272" y="7224"/>
                  <a:pt x="253" y="7223"/>
                  <a:pt x="234" y="7219"/>
                </a:cubicBezTo>
                <a:cubicBezTo>
                  <a:pt x="215" y="7215"/>
                  <a:pt x="197" y="7210"/>
                  <a:pt x="180" y="7202"/>
                </a:cubicBezTo>
                <a:cubicBezTo>
                  <a:pt x="162" y="7195"/>
                  <a:pt x="145" y="7186"/>
                  <a:pt x="129" y="7175"/>
                </a:cubicBezTo>
                <a:cubicBezTo>
                  <a:pt x="113" y="7165"/>
                  <a:pt x="99" y="7153"/>
                  <a:pt x="85" y="7139"/>
                </a:cubicBezTo>
                <a:cubicBezTo>
                  <a:pt x="72" y="7126"/>
                  <a:pt x="60" y="7111"/>
                  <a:pt x="49" y="7095"/>
                </a:cubicBezTo>
                <a:cubicBezTo>
                  <a:pt x="38" y="7079"/>
                  <a:pt x="29" y="7062"/>
                  <a:pt x="22" y="7045"/>
                </a:cubicBezTo>
                <a:cubicBezTo>
                  <a:pt x="15" y="7027"/>
                  <a:pt x="9" y="7009"/>
                  <a:pt x="6" y="6990"/>
                </a:cubicBezTo>
                <a:cubicBezTo>
                  <a:pt x="2" y="6971"/>
                  <a:pt x="0" y="6952"/>
                  <a:pt x="0" y="6933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9" name=""/>
          <p:cNvSpPr/>
          <p:nvPr/>
        </p:nvSpPr>
        <p:spPr>
          <a:xfrm>
            <a:off x="6181560" y="1990440"/>
            <a:ext cx="5429520" cy="2600640"/>
          </a:xfrm>
          <a:custGeom>
            <a:avLst/>
            <a:gdLst/>
            <a:ahLst/>
            <a:rect l="0" t="0" r="r" b="b"/>
            <a:pathLst>
              <a:path w="15082" h="7224">
                <a:moveTo>
                  <a:pt x="0" y="6933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2"/>
                  <a:pt x="38" y="146"/>
                  <a:pt x="49" y="130"/>
                </a:cubicBezTo>
                <a:cubicBezTo>
                  <a:pt x="60" y="114"/>
                  <a:pt x="72" y="99"/>
                  <a:pt x="85" y="86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10"/>
                  <a:pt x="14885" y="15"/>
                  <a:pt x="14903" y="22"/>
                </a:cubicBezTo>
                <a:cubicBezTo>
                  <a:pt x="14920" y="30"/>
                  <a:pt x="14937" y="39"/>
                  <a:pt x="14953" y="49"/>
                </a:cubicBezTo>
                <a:cubicBezTo>
                  <a:pt x="14969" y="60"/>
                  <a:pt x="14983" y="72"/>
                  <a:pt x="14997" y="86"/>
                </a:cubicBezTo>
                <a:cubicBezTo>
                  <a:pt x="15010" y="99"/>
                  <a:pt x="15023" y="114"/>
                  <a:pt x="15033" y="130"/>
                </a:cubicBezTo>
                <a:cubicBezTo>
                  <a:pt x="15044" y="146"/>
                  <a:pt x="15053" y="162"/>
                  <a:pt x="15060" y="180"/>
                </a:cubicBezTo>
                <a:cubicBezTo>
                  <a:pt x="15067" y="198"/>
                  <a:pt x="15073" y="216"/>
                  <a:pt x="15077" y="235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6933"/>
                </a:lnTo>
                <a:cubicBezTo>
                  <a:pt x="15082" y="6952"/>
                  <a:pt x="15080" y="6971"/>
                  <a:pt x="15077" y="6990"/>
                </a:cubicBezTo>
                <a:cubicBezTo>
                  <a:pt x="15073" y="7009"/>
                  <a:pt x="15067" y="7027"/>
                  <a:pt x="15060" y="7045"/>
                </a:cubicBezTo>
                <a:cubicBezTo>
                  <a:pt x="15053" y="7062"/>
                  <a:pt x="15044" y="7079"/>
                  <a:pt x="15033" y="7095"/>
                </a:cubicBezTo>
                <a:cubicBezTo>
                  <a:pt x="15023" y="7111"/>
                  <a:pt x="15010" y="7126"/>
                  <a:pt x="14997" y="7139"/>
                </a:cubicBezTo>
                <a:cubicBezTo>
                  <a:pt x="14983" y="7153"/>
                  <a:pt x="14969" y="7165"/>
                  <a:pt x="14953" y="7175"/>
                </a:cubicBezTo>
                <a:cubicBezTo>
                  <a:pt x="14937" y="7186"/>
                  <a:pt x="14920" y="7195"/>
                  <a:pt x="14903" y="7202"/>
                </a:cubicBezTo>
                <a:cubicBezTo>
                  <a:pt x="14885" y="7210"/>
                  <a:pt x="14867" y="7215"/>
                  <a:pt x="14848" y="7219"/>
                </a:cubicBezTo>
                <a:cubicBezTo>
                  <a:pt x="14829" y="7223"/>
                  <a:pt x="14810" y="7224"/>
                  <a:pt x="14791" y="7224"/>
                </a:cubicBezTo>
                <a:lnTo>
                  <a:pt x="291" y="7224"/>
                </a:lnTo>
                <a:cubicBezTo>
                  <a:pt x="272" y="7224"/>
                  <a:pt x="253" y="7223"/>
                  <a:pt x="234" y="7219"/>
                </a:cubicBezTo>
                <a:cubicBezTo>
                  <a:pt x="215" y="7215"/>
                  <a:pt x="197" y="7210"/>
                  <a:pt x="180" y="7202"/>
                </a:cubicBezTo>
                <a:cubicBezTo>
                  <a:pt x="162" y="7195"/>
                  <a:pt x="145" y="7186"/>
                  <a:pt x="129" y="7175"/>
                </a:cubicBezTo>
                <a:cubicBezTo>
                  <a:pt x="113" y="7165"/>
                  <a:pt x="99" y="7153"/>
                  <a:pt x="85" y="7139"/>
                </a:cubicBezTo>
                <a:cubicBezTo>
                  <a:pt x="72" y="7126"/>
                  <a:pt x="60" y="7111"/>
                  <a:pt x="49" y="7095"/>
                </a:cubicBezTo>
                <a:cubicBezTo>
                  <a:pt x="38" y="7079"/>
                  <a:pt x="29" y="7062"/>
                  <a:pt x="22" y="7045"/>
                </a:cubicBezTo>
                <a:cubicBezTo>
                  <a:pt x="15" y="7027"/>
                  <a:pt x="9" y="7009"/>
                  <a:pt x="6" y="6990"/>
                </a:cubicBezTo>
                <a:cubicBezTo>
                  <a:pt x="2" y="6971"/>
                  <a:pt x="0" y="6952"/>
                  <a:pt x="0" y="6933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0" name=""/>
          <p:cNvSpPr/>
          <p:nvPr/>
        </p:nvSpPr>
        <p:spPr>
          <a:xfrm>
            <a:off x="6392520" y="2422440"/>
            <a:ext cx="302040" cy="241560"/>
          </a:xfrm>
          <a:custGeom>
            <a:avLst/>
            <a:gdLst/>
            <a:ahLst/>
            <a:rect l="0" t="0" r="r" b="b"/>
            <a:pathLst>
              <a:path w="839" h="671">
                <a:moveTo>
                  <a:pt x="63" y="671"/>
                </a:moveTo>
                <a:cubicBezTo>
                  <a:pt x="47" y="671"/>
                  <a:pt x="32" y="665"/>
                  <a:pt x="19" y="652"/>
                </a:cubicBezTo>
                <a:cubicBezTo>
                  <a:pt x="7" y="640"/>
                  <a:pt x="0" y="625"/>
                  <a:pt x="0" y="608"/>
                </a:cubicBezTo>
                <a:lnTo>
                  <a:pt x="0" y="63"/>
                </a:lnTo>
                <a:cubicBezTo>
                  <a:pt x="0" y="46"/>
                  <a:pt x="7" y="31"/>
                  <a:pt x="19" y="19"/>
                </a:cubicBezTo>
                <a:cubicBezTo>
                  <a:pt x="32" y="6"/>
                  <a:pt x="47" y="0"/>
                  <a:pt x="63" y="0"/>
                </a:cubicBezTo>
                <a:lnTo>
                  <a:pt x="776" y="0"/>
                </a:lnTo>
                <a:cubicBezTo>
                  <a:pt x="793" y="0"/>
                  <a:pt x="808" y="6"/>
                  <a:pt x="820" y="19"/>
                </a:cubicBezTo>
                <a:cubicBezTo>
                  <a:pt x="833" y="31"/>
                  <a:pt x="839" y="46"/>
                  <a:pt x="839" y="63"/>
                </a:cubicBezTo>
                <a:lnTo>
                  <a:pt x="839" y="608"/>
                </a:lnTo>
                <a:cubicBezTo>
                  <a:pt x="839" y="625"/>
                  <a:pt x="833" y="640"/>
                  <a:pt x="820" y="652"/>
                </a:cubicBezTo>
                <a:cubicBezTo>
                  <a:pt x="808" y="665"/>
                  <a:pt x="793" y="671"/>
                  <a:pt x="776" y="671"/>
                </a:cubicBezTo>
                <a:lnTo>
                  <a:pt x="63" y="671"/>
                </a:lnTo>
                <a:moveTo>
                  <a:pt x="63" y="608"/>
                </a:moveTo>
                <a:lnTo>
                  <a:pt x="776" y="608"/>
                </a:lnTo>
                <a:lnTo>
                  <a:pt x="776" y="151"/>
                </a:lnTo>
                <a:lnTo>
                  <a:pt x="63" y="151"/>
                </a:lnTo>
                <a:lnTo>
                  <a:pt x="63" y="608"/>
                </a:lnTo>
                <a:moveTo>
                  <a:pt x="231" y="533"/>
                </a:moveTo>
                <a:lnTo>
                  <a:pt x="187" y="489"/>
                </a:lnTo>
                <a:lnTo>
                  <a:pt x="296" y="380"/>
                </a:lnTo>
                <a:lnTo>
                  <a:pt x="186" y="270"/>
                </a:lnTo>
                <a:lnTo>
                  <a:pt x="231" y="226"/>
                </a:lnTo>
                <a:lnTo>
                  <a:pt x="385" y="380"/>
                </a:lnTo>
                <a:lnTo>
                  <a:pt x="231" y="533"/>
                </a:lnTo>
                <a:moveTo>
                  <a:pt x="431" y="537"/>
                </a:moveTo>
                <a:lnTo>
                  <a:pt x="431" y="474"/>
                </a:lnTo>
                <a:lnTo>
                  <a:pt x="661" y="474"/>
                </a:lnTo>
                <a:lnTo>
                  <a:pt x="661" y="537"/>
                </a:lnTo>
                <a:lnTo>
                  <a:pt x="431" y="537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762120" y="4003200"/>
            <a:ext cx="1829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で確認できます。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6724800" y="2551680"/>
            <a:ext cx="20433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Editor View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（作業場）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3" name=""/>
          <p:cNvSpPr/>
          <p:nvPr/>
        </p:nvSpPr>
        <p:spPr>
          <a:xfrm>
            <a:off x="9038880" y="2923920"/>
            <a:ext cx="629280" cy="257760"/>
          </a:xfrm>
          <a:custGeom>
            <a:avLst/>
            <a:gdLst/>
            <a:ahLst/>
            <a:rect l="0" t="0" r="r" b="b"/>
            <a:pathLst>
              <a:path w="1748" h="716">
                <a:moveTo>
                  <a:pt x="0" y="557"/>
                </a:moveTo>
                <a:lnTo>
                  <a:pt x="0" y="160"/>
                </a:lnTo>
                <a:cubicBezTo>
                  <a:pt x="0" y="150"/>
                  <a:pt x="1" y="139"/>
                  <a:pt x="4" y="129"/>
                </a:cubicBezTo>
                <a:cubicBezTo>
                  <a:pt x="6" y="119"/>
                  <a:pt x="9" y="109"/>
                  <a:pt x="13" y="99"/>
                </a:cubicBezTo>
                <a:cubicBezTo>
                  <a:pt x="17" y="90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589" y="0"/>
                </a:lnTo>
                <a:cubicBezTo>
                  <a:pt x="1599" y="0"/>
                  <a:pt x="1610" y="1"/>
                  <a:pt x="1620" y="3"/>
                </a:cubicBezTo>
                <a:cubicBezTo>
                  <a:pt x="1630" y="5"/>
                  <a:pt x="1640" y="8"/>
                  <a:pt x="1650" y="12"/>
                </a:cubicBezTo>
                <a:cubicBezTo>
                  <a:pt x="1659" y="16"/>
                  <a:pt x="1668" y="21"/>
                  <a:pt x="1677" y="27"/>
                </a:cubicBezTo>
                <a:cubicBezTo>
                  <a:pt x="1686" y="33"/>
                  <a:pt x="1694" y="39"/>
                  <a:pt x="1701" y="47"/>
                </a:cubicBezTo>
                <a:cubicBezTo>
                  <a:pt x="1709" y="54"/>
                  <a:pt x="1715" y="62"/>
                  <a:pt x="1721" y="71"/>
                </a:cubicBezTo>
                <a:cubicBezTo>
                  <a:pt x="1727" y="79"/>
                  <a:pt x="1732" y="90"/>
                  <a:pt x="1736" y="99"/>
                </a:cubicBezTo>
                <a:cubicBezTo>
                  <a:pt x="1740" y="109"/>
                  <a:pt x="1743" y="119"/>
                  <a:pt x="1745" y="129"/>
                </a:cubicBezTo>
                <a:cubicBezTo>
                  <a:pt x="1747" y="139"/>
                  <a:pt x="1748" y="150"/>
                  <a:pt x="1748" y="160"/>
                </a:cubicBezTo>
                <a:lnTo>
                  <a:pt x="1748" y="557"/>
                </a:lnTo>
                <a:cubicBezTo>
                  <a:pt x="1748" y="567"/>
                  <a:pt x="1747" y="578"/>
                  <a:pt x="1745" y="588"/>
                </a:cubicBezTo>
                <a:cubicBezTo>
                  <a:pt x="1743" y="598"/>
                  <a:pt x="1740" y="608"/>
                  <a:pt x="1736" y="618"/>
                </a:cubicBezTo>
                <a:cubicBezTo>
                  <a:pt x="1732" y="627"/>
                  <a:pt x="1727" y="636"/>
                  <a:pt x="1721" y="645"/>
                </a:cubicBezTo>
                <a:cubicBezTo>
                  <a:pt x="1715" y="654"/>
                  <a:pt x="1709" y="662"/>
                  <a:pt x="1701" y="669"/>
                </a:cubicBezTo>
                <a:cubicBezTo>
                  <a:pt x="1694" y="676"/>
                  <a:pt x="1686" y="683"/>
                  <a:pt x="1677" y="689"/>
                </a:cubicBezTo>
                <a:cubicBezTo>
                  <a:pt x="1668" y="695"/>
                  <a:pt x="1659" y="700"/>
                  <a:pt x="1650" y="703"/>
                </a:cubicBezTo>
                <a:cubicBezTo>
                  <a:pt x="1640" y="707"/>
                  <a:pt x="1630" y="710"/>
                  <a:pt x="1620" y="713"/>
                </a:cubicBezTo>
                <a:cubicBezTo>
                  <a:pt x="1610" y="715"/>
                  <a:pt x="1599" y="716"/>
                  <a:pt x="1589" y="716"/>
                </a:cubicBezTo>
                <a:lnTo>
                  <a:pt x="159" y="716"/>
                </a:lnTo>
                <a:cubicBezTo>
                  <a:pt x="149" y="716"/>
                  <a:pt x="138" y="715"/>
                  <a:pt x="128" y="713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700"/>
                  <a:pt x="80" y="695"/>
                  <a:pt x="71" y="689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40" y="662"/>
                  <a:pt x="33" y="654"/>
                  <a:pt x="27" y="645"/>
                </a:cubicBezTo>
                <a:cubicBezTo>
                  <a:pt x="21" y="636"/>
                  <a:pt x="17" y="627"/>
                  <a:pt x="13" y="618"/>
                </a:cubicBezTo>
                <a:cubicBezTo>
                  <a:pt x="9" y="608"/>
                  <a:pt x="6" y="598"/>
                  <a:pt x="4" y="588"/>
                </a:cubicBezTo>
                <a:cubicBezTo>
                  <a:pt x="1" y="578"/>
                  <a:pt x="0" y="567"/>
                  <a:pt x="0" y="557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6362640" y="2907720"/>
            <a:ext cx="27446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VS Code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互換のエディタ。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9094320" y="2971800"/>
            <a:ext cx="513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Cmd+I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9665640" y="2907720"/>
            <a:ext cx="1359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で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Command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7" name=""/>
          <p:cNvSpPr/>
          <p:nvPr/>
        </p:nvSpPr>
        <p:spPr>
          <a:xfrm>
            <a:off x="8534160" y="3286080"/>
            <a:ext cx="419400" cy="257400"/>
          </a:xfrm>
          <a:custGeom>
            <a:avLst/>
            <a:gdLst/>
            <a:ahLst/>
            <a:rect l="0" t="0" r="r" b="b"/>
            <a:pathLst>
              <a:path w="1165" h="715">
                <a:moveTo>
                  <a:pt x="0" y="55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60" y="0"/>
                </a:cubicBezTo>
                <a:lnTo>
                  <a:pt x="1007" y="0"/>
                </a:lnTo>
                <a:cubicBezTo>
                  <a:pt x="1017" y="0"/>
                  <a:pt x="1027" y="1"/>
                  <a:pt x="1038" y="3"/>
                </a:cubicBezTo>
                <a:cubicBezTo>
                  <a:pt x="1048" y="5"/>
                  <a:pt x="1058" y="8"/>
                  <a:pt x="1067" y="12"/>
                </a:cubicBezTo>
                <a:cubicBezTo>
                  <a:pt x="1077" y="16"/>
                  <a:pt x="1086" y="21"/>
                  <a:pt x="1095" y="26"/>
                </a:cubicBezTo>
                <a:cubicBezTo>
                  <a:pt x="1103" y="32"/>
                  <a:pt x="1111" y="39"/>
                  <a:pt x="1119" y="46"/>
                </a:cubicBezTo>
                <a:cubicBezTo>
                  <a:pt x="1126" y="53"/>
                  <a:pt x="1133" y="62"/>
                  <a:pt x="1139" y="70"/>
                </a:cubicBezTo>
                <a:cubicBezTo>
                  <a:pt x="1144" y="79"/>
                  <a:pt x="1149" y="88"/>
                  <a:pt x="1153" y="98"/>
                </a:cubicBezTo>
                <a:cubicBezTo>
                  <a:pt x="1157" y="107"/>
                  <a:pt x="1160" y="117"/>
                  <a:pt x="1162" y="127"/>
                </a:cubicBezTo>
                <a:cubicBezTo>
                  <a:pt x="1164" y="138"/>
                  <a:pt x="1165" y="148"/>
                  <a:pt x="1165" y="158"/>
                </a:cubicBezTo>
                <a:lnTo>
                  <a:pt x="1165" y="556"/>
                </a:lnTo>
                <a:cubicBezTo>
                  <a:pt x="1165" y="567"/>
                  <a:pt x="1164" y="577"/>
                  <a:pt x="1162" y="587"/>
                </a:cubicBezTo>
                <a:cubicBezTo>
                  <a:pt x="1160" y="597"/>
                  <a:pt x="1157" y="607"/>
                  <a:pt x="1153" y="617"/>
                </a:cubicBezTo>
                <a:cubicBezTo>
                  <a:pt x="1149" y="627"/>
                  <a:pt x="1144" y="636"/>
                  <a:pt x="1139" y="644"/>
                </a:cubicBezTo>
                <a:cubicBezTo>
                  <a:pt x="1133" y="653"/>
                  <a:pt x="1126" y="661"/>
                  <a:pt x="1119" y="669"/>
                </a:cubicBezTo>
                <a:cubicBezTo>
                  <a:pt x="1111" y="676"/>
                  <a:pt x="1103" y="682"/>
                  <a:pt x="1095" y="688"/>
                </a:cubicBezTo>
                <a:cubicBezTo>
                  <a:pt x="1086" y="694"/>
                  <a:pt x="1077" y="699"/>
                  <a:pt x="1067" y="703"/>
                </a:cubicBezTo>
                <a:cubicBezTo>
                  <a:pt x="1058" y="707"/>
                  <a:pt x="1048" y="710"/>
                  <a:pt x="1038" y="712"/>
                </a:cubicBezTo>
                <a:cubicBezTo>
                  <a:pt x="1027" y="714"/>
                  <a:pt x="1017" y="715"/>
                  <a:pt x="1007" y="715"/>
                </a:cubicBezTo>
                <a:lnTo>
                  <a:pt x="160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79" y="694"/>
                  <a:pt x="71" y="688"/>
                </a:cubicBezTo>
                <a:cubicBezTo>
                  <a:pt x="62" y="682"/>
                  <a:pt x="54" y="676"/>
                  <a:pt x="47" y="669"/>
                </a:cubicBezTo>
                <a:cubicBezTo>
                  <a:pt x="39" y="661"/>
                  <a:pt x="33" y="653"/>
                  <a:pt x="27" y="644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7"/>
                  <a:pt x="5" y="597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6362640" y="3269880"/>
            <a:ext cx="228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（自然言語で指示）、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8591400" y="3333960"/>
            <a:ext cx="3081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Tab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8957520" y="3269880"/>
            <a:ext cx="23000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で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Supercomplete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（コ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6362640" y="3631680"/>
            <a:ext cx="4788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ード補完）。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機能が組み込まれたエディタで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2" name=""/>
          <p:cNvSpPr/>
          <p:nvPr/>
        </p:nvSpPr>
        <p:spPr>
          <a:xfrm>
            <a:off x="820080" y="4833720"/>
            <a:ext cx="226800" cy="308520"/>
          </a:xfrm>
          <a:custGeom>
            <a:avLst/>
            <a:gdLst/>
            <a:ahLst/>
            <a:rect l="0" t="0" r="r" b="b"/>
            <a:pathLst>
              <a:path w="630" h="857">
                <a:moveTo>
                  <a:pt x="254" y="832"/>
                </a:moveTo>
                <a:cubicBezTo>
                  <a:pt x="238" y="816"/>
                  <a:pt x="230" y="795"/>
                  <a:pt x="230" y="772"/>
                </a:cubicBezTo>
                <a:lnTo>
                  <a:pt x="399" y="772"/>
                </a:lnTo>
                <a:cubicBezTo>
                  <a:pt x="399" y="795"/>
                  <a:pt x="391" y="816"/>
                  <a:pt x="375" y="832"/>
                </a:cubicBezTo>
                <a:cubicBezTo>
                  <a:pt x="358" y="848"/>
                  <a:pt x="338" y="857"/>
                  <a:pt x="314" y="857"/>
                </a:cubicBezTo>
                <a:cubicBezTo>
                  <a:pt x="291" y="857"/>
                  <a:pt x="271" y="848"/>
                  <a:pt x="254" y="832"/>
                </a:cubicBezTo>
                <a:moveTo>
                  <a:pt x="145" y="707"/>
                </a:moveTo>
                <a:lnTo>
                  <a:pt x="145" y="643"/>
                </a:lnTo>
                <a:lnTo>
                  <a:pt x="484" y="643"/>
                </a:lnTo>
                <a:lnTo>
                  <a:pt x="484" y="707"/>
                </a:lnTo>
                <a:lnTo>
                  <a:pt x="145" y="707"/>
                </a:lnTo>
                <a:moveTo>
                  <a:pt x="150" y="579"/>
                </a:moveTo>
                <a:cubicBezTo>
                  <a:pt x="104" y="549"/>
                  <a:pt x="67" y="512"/>
                  <a:pt x="41" y="467"/>
                </a:cubicBezTo>
                <a:cubicBezTo>
                  <a:pt x="14" y="421"/>
                  <a:pt x="0" y="371"/>
                  <a:pt x="0" y="314"/>
                </a:cubicBezTo>
                <a:cubicBezTo>
                  <a:pt x="0" y="229"/>
                  <a:pt x="31" y="155"/>
                  <a:pt x="93" y="93"/>
                </a:cubicBezTo>
                <a:cubicBezTo>
                  <a:pt x="156" y="31"/>
                  <a:pt x="229" y="0"/>
                  <a:pt x="314" y="0"/>
                </a:cubicBezTo>
                <a:cubicBezTo>
                  <a:pt x="400" y="0"/>
                  <a:pt x="473" y="31"/>
                  <a:pt x="535" y="93"/>
                </a:cubicBezTo>
                <a:cubicBezTo>
                  <a:pt x="599" y="155"/>
                  <a:pt x="630" y="229"/>
                  <a:pt x="630" y="314"/>
                </a:cubicBezTo>
                <a:cubicBezTo>
                  <a:pt x="630" y="371"/>
                  <a:pt x="616" y="421"/>
                  <a:pt x="590" y="467"/>
                </a:cubicBezTo>
                <a:cubicBezTo>
                  <a:pt x="563" y="512"/>
                  <a:pt x="526" y="549"/>
                  <a:pt x="479" y="579"/>
                </a:cubicBezTo>
                <a:lnTo>
                  <a:pt x="150" y="579"/>
                </a:lnTo>
                <a:moveTo>
                  <a:pt x="173" y="516"/>
                </a:moveTo>
                <a:lnTo>
                  <a:pt x="457" y="516"/>
                </a:lnTo>
                <a:cubicBezTo>
                  <a:pt x="490" y="494"/>
                  <a:pt x="517" y="465"/>
                  <a:pt x="536" y="429"/>
                </a:cubicBezTo>
                <a:cubicBezTo>
                  <a:pt x="557" y="394"/>
                  <a:pt x="567" y="355"/>
                  <a:pt x="567" y="314"/>
                </a:cubicBezTo>
                <a:cubicBezTo>
                  <a:pt x="567" y="245"/>
                  <a:pt x="541" y="186"/>
                  <a:pt x="492" y="137"/>
                </a:cubicBezTo>
                <a:cubicBezTo>
                  <a:pt x="443" y="87"/>
                  <a:pt x="384" y="63"/>
                  <a:pt x="314" y="63"/>
                </a:cubicBezTo>
                <a:cubicBezTo>
                  <a:pt x="245" y="63"/>
                  <a:pt x="186" y="87"/>
                  <a:pt x="137" y="137"/>
                </a:cubicBezTo>
                <a:cubicBezTo>
                  <a:pt x="88" y="186"/>
                  <a:pt x="63" y="245"/>
                  <a:pt x="63" y="314"/>
                </a:cubicBezTo>
                <a:cubicBezTo>
                  <a:pt x="63" y="355"/>
                  <a:pt x="73" y="394"/>
                  <a:pt x="92" y="429"/>
                </a:cubicBezTo>
                <a:cubicBezTo>
                  <a:pt x="112" y="465"/>
                  <a:pt x="139" y="494"/>
                  <a:pt x="173" y="516"/>
                </a:cubicBez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3" name=""/>
          <p:cNvSpPr/>
          <p:nvPr/>
        </p:nvSpPr>
        <p:spPr>
          <a:xfrm>
            <a:off x="1161720" y="4981320"/>
            <a:ext cx="629280" cy="257760"/>
          </a:xfrm>
          <a:custGeom>
            <a:avLst/>
            <a:gdLst/>
            <a:ahLst/>
            <a:rect l="0" t="0" r="r" b="b"/>
            <a:pathLst>
              <a:path w="1748" h="716">
                <a:moveTo>
                  <a:pt x="0" y="557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6" y="119"/>
                  <a:pt x="9" y="109"/>
                  <a:pt x="13" y="99"/>
                </a:cubicBezTo>
                <a:cubicBezTo>
                  <a:pt x="16" y="90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589" y="0"/>
                </a:lnTo>
                <a:cubicBezTo>
                  <a:pt x="1599" y="0"/>
                  <a:pt x="1610" y="1"/>
                  <a:pt x="1620" y="3"/>
                </a:cubicBezTo>
                <a:cubicBezTo>
                  <a:pt x="1630" y="5"/>
                  <a:pt x="1640" y="8"/>
                  <a:pt x="1650" y="12"/>
                </a:cubicBezTo>
                <a:cubicBezTo>
                  <a:pt x="1659" y="16"/>
                  <a:pt x="1668" y="21"/>
                  <a:pt x="1677" y="27"/>
                </a:cubicBezTo>
                <a:cubicBezTo>
                  <a:pt x="1686" y="33"/>
                  <a:pt x="1694" y="39"/>
                  <a:pt x="1701" y="47"/>
                </a:cubicBezTo>
                <a:cubicBezTo>
                  <a:pt x="1709" y="54"/>
                  <a:pt x="1715" y="62"/>
                  <a:pt x="1721" y="71"/>
                </a:cubicBezTo>
                <a:cubicBezTo>
                  <a:pt x="1727" y="79"/>
                  <a:pt x="1732" y="90"/>
                  <a:pt x="1736" y="99"/>
                </a:cubicBezTo>
                <a:cubicBezTo>
                  <a:pt x="1740" y="109"/>
                  <a:pt x="1743" y="119"/>
                  <a:pt x="1745" y="129"/>
                </a:cubicBezTo>
                <a:cubicBezTo>
                  <a:pt x="1747" y="139"/>
                  <a:pt x="1748" y="150"/>
                  <a:pt x="1748" y="160"/>
                </a:cubicBezTo>
                <a:lnTo>
                  <a:pt x="1748" y="557"/>
                </a:lnTo>
                <a:cubicBezTo>
                  <a:pt x="1748" y="567"/>
                  <a:pt x="1747" y="578"/>
                  <a:pt x="1745" y="588"/>
                </a:cubicBezTo>
                <a:cubicBezTo>
                  <a:pt x="1743" y="598"/>
                  <a:pt x="1740" y="608"/>
                  <a:pt x="1736" y="618"/>
                </a:cubicBezTo>
                <a:cubicBezTo>
                  <a:pt x="1732" y="627"/>
                  <a:pt x="1727" y="636"/>
                  <a:pt x="1721" y="645"/>
                </a:cubicBezTo>
                <a:cubicBezTo>
                  <a:pt x="1715" y="654"/>
                  <a:pt x="1709" y="662"/>
                  <a:pt x="1701" y="669"/>
                </a:cubicBezTo>
                <a:cubicBezTo>
                  <a:pt x="1694" y="676"/>
                  <a:pt x="1686" y="683"/>
                  <a:pt x="1677" y="689"/>
                </a:cubicBezTo>
                <a:cubicBezTo>
                  <a:pt x="1668" y="695"/>
                  <a:pt x="1659" y="700"/>
                  <a:pt x="1650" y="703"/>
                </a:cubicBezTo>
                <a:cubicBezTo>
                  <a:pt x="1640" y="707"/>
                  <a:pt x="1630" y="710"/>
                  <a:pt x="1620" y="713"/>
                </a:cubicBezTo>
                <a:cubicBezTo>
                  <a:pt x="1610" y="715"/>
                  <a:pt x="1599" y="716"/>
                  <a:pt x="1589" y="716"/>
                </a:cubicBezTo>
                <a:lnTo>
                  <a:pt x="159" y="716"/>
                </a:lnTo>
                <a:cubicBezTo>
                  <a:pt x="149" y="716"/>
                  <a:pt x="138" y="715"/>
                  <a:pt x="128" y="713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700"/>
                  <a:pt x="80" y="695"/>
                  <a:pt x="71" y="689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40" y="662"/>
                  <a:pt x="33" y="654"/>
                  <a:pt x="27" y="645"/>
                </a:cubicBezTo>
                <a:cubicBezTo>
                  <a:pt x="21" y="636"/>
                  <a:pt x="16" y="627"/>
                  <a:pt x="13" y="618"/>
                </a:cubicBezTo>
                <a:cubicBezTo>
                  <a:pt x="9" y="608"/>
                  <a:pt x="6" y="598"/>
                  <a:pt x="3" y="588"/>
                </a:cubicBezTo>
                <a:cubicBezTo>
                  <a:pt x="1" y="578"/>
                  <a:pt x="0" y="567"/>
                  <a:pt x="0" y="557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6362640" y="4003200"/>
            <a:ext cx="457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1223640" y="5029200"/>
            <a:ext cx="513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5070A0"/>
                </a:solidFill>
                <a:effectLst/>
                <a:uFillTx/>
                <a:latin typeface="JetBrainsMonoRoman"/>
                <a:ea typeface="JetBrainsMonoRoman"/>
              </a:rPr>
              <a:t>Cmd+E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1794960" y="4965120"/>
            <a:ext cx="60620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 で </a:t>
            </a:r>
            <a:r>
              <a:rPr lang="en-US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Agent Manager ↔ Editor </a:t>
            </a:r>
            <a:r>
              <a:rPr lang="ja-JP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を素早く切り替えできます。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752400" y="5315040"/>
            <a:ext cx="229320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8060A8"/>
                </a:solidFill>
                <a:effectLst/>
                <a:uFillTx/>
                <a:latin typeface="AppleColorEmoji"/>
                <a:ea typeface="AppleColorEmoji"/>
              </a:rPr>
              <a:t>💡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981000" y="5336640"/>
            <a:ext cx="90450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 Inbox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（受信トレイ）</a:t>
            </a:r>
            <a:r>
              <a:rPr lang="en-US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 で過去の会話や複数の並行タスクをいつでも管理‧再開可能です。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3" name=""/>
          <p:cNvSpPr/>
          <p:nvPr/>
        </p:nvSpPr>
        <p:spPr>
          <a:xfrm>
            <a:off x="571320" y="100944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4" name=""/>
          <p:cNvSpPr/>
          <p:nvPr/>
        </p:nvSpPr>
        <p:spPr>
          <a:xfrm>
            <a:off x="414360" y="1468800"/>
            <a:ext cx="11363400" cy="2624760"/>
          </a:xfrm>
          <a:custGeom>
            <a:avLst/>
            <a:gdLst/>
            <a:ahLst/>
            <a:rect l="0" t="0" r="r" b="b"/>
            <a:pathLst>
              <a:path w="31565" h="7291">
                <a:moveTo>
                  <a:pt x="436" y="629"/>
                </a:moveTo>
                <a:lnTo>
                  <a:pt x="436" y="6503"/>
                </a:lnTo>
                <a:cubicBezTo>
                  <a:pt x="436" y="6538"/>
                  <a:pt x="443" y="6572"/>
                  <a:pt x="456" y="6604"/>
                </a:cubicBezTo>
                <a:cubicBezTo>
                  <a:pt x="470" y="6636"/>
                  <a:pt x="489" y="6665"/>
                  <a:pt x="513" y="6690"/>
                </a:cubicBezTo>
                <a:cubicBezTo>
                  <a:pt x="538" y="6715"/>
                  <a:pt x="567" y="6734"/>
                  <a:pt x="599" y="6747"/>
                </a:cubicBezTo>
                <a:cubicBezTo>
                  <a:pt x="632" y="6761"/>
                  <a:pt x="665" y="6767"/>
                  <a:pt x="701" y="6767"/>
                </a:cubicBezTo>
                <a:lnTo>
                  <a:pt x="30864" y="6767"/>
                </a:lnTo>
                <a:cubicBezTo>
                  <a:pt x="30899" y="6767"/>
                  <a:pt x="30933" y="6761"/>
                  <a:pt x="30965" y="6747"/>
                </a:cubicBezTo>
                <a:cubicBezTo>
                  <a:pt x="30998" y="6734"/>
                  <a:pt x="31026" y="6715"/>
                  <a:pt x="31051" y="6690"/>
                </a:cubicBezTo>
                <a:cubicBezTo>
                  <a:pt x="31076" y="6665"/>
                  <a:pt x="31095" y="6636"/>
                  <a:pt x="31109" y="6604"/>
                </a:cubicBezTo>
                <a:cubicBezTo>
                  <a:pt x="31122" y="6572"/>
                  <a:pt x="31129" y="6538"/>
                  <a:pt x="31129" y="6503"/>
                </a:cubicBezTo>
                <a:lnTo>
                  <a:pt x="31129" y="629"/>
                </a:lnTo>
                <a:cubicBezTo>
                  <a:pt x="31129" y="594"/>
                  <a:pt x="31122" y="560"/>
                  <a:pt x="31109" y="528"/>
                </a:cubicBezTo>
                <a:cubicBezTo>
                  <a:pt x="31095" y="495"/>
                  <a:pt x="31076" y="467"/>
                  <a:pt x="31051" y="442"/>
                </a:cubicBezTo>
                <a:cubicBezTo>
                  <a:pt x="31026" y="417"/>
                  <a:pt x="30998" y="398"/>
                  <a:pt x="30965" y="385"/>
                </a:cubicBezTo>
                <a:cubicBezTo>
                  <a:pt x="30933" y="371"/>
                  <a:pt x="30899" y="364"/>
                  <a:pt x="30864" y="364"/>
                </a:cubicBezTo>
                <a:lnTo>
                  <a:pt x="701" y="364"/>
                </a:lnTo>
                <a:cubicBezTo>
                  <a:pt x="665" y="364"/>
                  <a:pt x="632" y="371"/>
                  <a:pt x="599" y="385"/>
                </a:cubicBezTo>
                <a:cubicBezTo>
                  <a:pt x="567" y="398"/>
                  <a:pt x="538" y="417"/>
                  <a:pt x="513" y="442"/>
                </a:cubicBezTo>
                <a:cubicBezTo>
                  <a:pt x="489" y="467"/>
                  <a:pt x="470" y="495"/>
                  <a:pt x="456" y="528"/>
                </a:cubicBezTo>
                <a:cubicBezTo>
                  <a:pt x="443" y="560"/>
                  <a:pt x="436" y="594"/>
                  <a:pt x="436" y="629"/>
                </a:cubicBezTo>
                <a:moveTo>
                  <a:pt x="0" y="0"/>
                </a:moveTo>
                <a:lnTo>
                  <a:pt x="31565" y="0"/>
                </a:lnTo>
                <a:lnTo>
                  <a:pt x="31565" y="7291"/>
                </a:lnTo>
                <a:lnTo>
                  <a:pt x="0" y="7291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565" name=""/>
          <p:cNvSpPr/>
          <p:nvPr/>
        </p:nvSpPr>
        <p:spPr>
          <a:xfrm>
            <a:off x="580680" y="1599840"/>
            <a:ext cx="5515560" cy="400680"/>
          </a:xfrm>
          <a:custGeom>
            <a:avLst/>
            <a:gdLst/>
            <a:ahLst/>
            <a:rect l="0" t="0" r="r" b="b"/>
            <a:pathLst>
              <a:path w="15321" h="1113">
                <a:moveTo>
                  <a:pt x="51" y="78"/>
                </a:moveTo>
                <a:cubicBezTo>
                  <a:pt x="76" y="53"/>
                  <a:pt x="105" y="34"/>
                  <a:pt x="137" y="21"/>
                </a:cubicBezTo>
                <a:cubicBezTo>
                  <a:pt x="170" y="7"/>
                  <a:pt x="203" y="1"/>
                  <a:pt x="239" y="0"/>
                </a:cubicBezTo>
                <a:lnTo>
                  <a:pt x="15321" y="0"/>
                </a:lnTo>
                <a:lnTo>
                  <a:pt x="15321" y="1113"/>
                </a:lnTo>
                <a:lnTo>
                  <a:pt x="0" y="1113"/>
                </a:lnTo>
                <a:lnTo>
                  <a:pt x="0" y="150"/>
                </a:lnTo>
                <a:cubicBezTo>
                  <a:pt x="13" y="123"/>
                  <a:pt x="30" y="99"/>
                  <a:pt x="51" y="7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6" name=""/>
          <p:cNvSpPr/>
          <p:nvPr/>
        </p:nvSpPr>
        <p:spPr>
          <a:xfrm>
            <a:off x="6095880" y="1599840"/>
            <a:ext cx="5524920" cy="400680"/>
          </a:xfrm>
          <a:custGeom>
            <a:avLst/>
            <a:gdLst/>
            <a:ahLst/>
            <a:rect l="0" t="0" r="r" b="b"/>
            <a:pathLst>
              <a:path w="15347" h="1113">
                <a:moveTo>
                  <a:pt x="15183" y="21"/>
                </a:moveTo>
                <a:cubicBezTo>
                  <a:pt x="15216" y="34"/>
                  <a:pt x="15244" y="53"/>
                  <a:pt x="15269" y="78"/>
                </a:cubicBezTo>
                <a:cubicBezTo>
                  <a:pt x="15294" y="103"/>
                  <a:pt x="15313" y="131"/>
                  <a:pt x="15327" y="164"/>
                </a:cubicBezTo>
                <a:cubicBezTo>
                  <a:pt x="15340" y="196"/>
                  <a:pt x="15347" y="230"/>
                  <a:pt x="15347" y="265"/>
                </a:cubicBezTo>
                <a:lnTo>
                  <a:pt x="15347" y="1113"/>
                </a:lnTo>
                <a:lnTo>
                  <a:pt x="0" y="1113"/>
                </a:lnTo>
                <a:lnTo>
                  <a:pt x="0" y="0"/>
                </a:lnTo>
                <a:lnTo>
                  <a:pt x="15082" y="0"/>
                </a:lnTo>
                <a:cubicBezTo>
                  <a:pt x="15117" y="1"/>
                  <a:pt x="15151" y="7"/>
                  <a:pt x="15183" y="2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7" name=""/>
          <p:cNvSpPr/>
          <p:nvPr/>
        </p:nvSpPr>
        <p:spPr>
          <a:xfrm>
            <a:off x="580680" y="1599840"/>
            <a:ext cx="5515560" cy="400680"/>
          </a:xfrm>
          <a:custGeom>
            <a:avLst/>
            <a:gdLst/>
            <a:ahLst/>
            <a:rect l="0" t="0" r="r" b="b"/>
            <a:pathLst>
              <a:path w="15321" h="1113">
                <a:moveTo>
                  <a:pt x="51" y="78"/>
                </a:moveTo>
                <a:cubicBezTo>
                  <a:pt x="76" y="53"/>
                  <a:pt x="105" y="34"/>
                  <a:pt x="137" y="21"/>
                </a:cubicBezTo>
                <a:cubicBezTo>
                  <a:pt x="170" y="7"/>
                  <a:pt x="203" y="1"/>
                  <a:pt x="239" y="0"/>
                </a:cubicBezTo>
                <a:lnTo>
                  <a:pt x="15321" y="0"/>
                </a:lnTo>
                <a:lnTo>
                  <a:pt x="15321" y="1113"/>
                </a:lnTo>
                <a:lnTo>
                  <a:pt x="0" y="1113"/>
                </a:lnTo>
                <a:lnTo>
                  <a:pt x="0" y="150"/>
                </a:lnTo>
                <a:cubicBezTo>
                  <a:pt x="13" y="123"/>
                  <a:pt x="30" y="99"/>
                  <a:pt x="51" y="78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8" name=""/>
          <p:cNvSpPr/>
          <p:nvPr/>
        </p:nvSpPr>
        <p:spPr>
          <a:xfrm>
            <a:off x="6095880" y="1599840"/>
            <a:ext cx="5524920" cy="400680"/>
          </a:xfrm>
          <a:custGeom>
            <a:avLst/>
            <a:gdLst/>
            <a:ahLst/>
            <a:rect l="0" t="0" r="r" b="b"/>
            <a:pathLst>
              <a:path w="15347" h="1113">
                <a:moveTo>
                  <a:pt x="15183" y="21"/>
                </a:moveTo>
                <a:cubicBezTo>
                  <a:pt x="15216" y="34"/>
                  <a:pt x="15244" y="53"/>
                  <a:pt x="15269" y="78"/>
                </a:cubicBezTo>
                <a:cubicBezTo>
                  <a:pt x="15294" y="103"/>
                  <a:pt x="15313" y="131"/>
                  <a:pt x="15327" y="164"/>
                </a:cubicBezTo>
                <a:cubicBezTo>
                  <a:pt x="15340" y="196"/>
                  <a:pt x="15347" y="230"/>
                  <a:pt x="15347" y="265"/>
                </a:cubicBezTo>
                <a:lnTo>
                  <a:pt x="15347" y="1113"/>
                </a:lnTo>
                <a:lnTo>
                  <a:pt x="0" y="1113"/>
                </a:lnTo>
                <a:lnTo>
                  <a:pt x="0" y="0"/>
                </a:lnTo>
                <a:lnTo>
                  <a:pt x="15082" y="0"/>
                </a:lnTo>
                <a:cubicBezTo>
                  <a:pt x="15117" y="1"/>
                  <a:pt x="15151" y="7"/>
                  <a:pt x="15183" y="2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9" name=""/>
          <p:cNvSpPr/>
          <p:nvPr/>
        </p:nvSpPr>
        <p:spPr>
          <a:xfrm>
            <a:off x="580680" y="2000160"/>
            <a:ext cx="5515560" cy="381240"/>
          </a:xfrm>
          <a:custGeom>
            <a:avLst/>
            <a:gdLst/>
            <a:ahLst/>
            <a:rect l="0" t="0" r="r" b="b"/>
            <a:pathLst>
              <a:path w="15321" h="1059">
                <a:moveTo>
                  <a:pt x="0" y="0"/>
                </a:moveTo>
                <a:lnTo>
                  <a:pt x="15321" y="0"/>
                </a:lnTo>
                <a:lnTo>
                  <a:pt x="1532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0" name=""/>
          <p:cNvSpPr/>
          <p:nvPr/>
        </p:nvSpPr>
        <p:spPr>
          <a:xfrm>
            <a:off x="6095880" y="2000160"/>
            <a:ext cx="5524920" cy="381240"/>
          </a:xfrm>
          <a:custGeom>
            <a:avLst/>
            <a:gdLst/>
            <a:ahLst/>
            <a:rect l="0" t="0" r="r" b="b"/>
            <a:pathLst>
              <a:path w="15347" h="1059">
                <a:moveTo>
                  <a:pt x="15347" y="1059"/>
                </a:moveTo>
                <a:lnTo>
                  <a:pt x="0" y="1059"/>
                </a:lnTo>
                <a:lnTo>
                  <a:pt x="0" y="0"/>
                </a:lnTo>
                <a:lnTo>
                  <a:pt x="15347" y="0"/>
                </a:lnTo>
                <a:lnTo>
                  <a:pt x="15347" y="105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1" name=""/>
          <p:cNvSpPr/>
          <p:nvPr/>
        </p:nvSpPr>
        <p:spPr>
          <a:xfrm>
            <a:off x="580680" y="2000160"/>
            <a:ext cx="5515560" cy="381240"/>
          </a:xfrm>
          <a:custGeom>
            <a:avLst/>
            <a:gdLst/>
            <a:ahLst/>
            <a:rect l="0" t="0" r="r" b="b"/>
            <a:pathLst>
              <a:path w="15321" h="1059">
                <a:moveTo>
                  <a:pt x="0" y="0"/>
                </a:moveTo>
                <a:lnTo>
                  <a:pt x="15321" y="0"/>
                </a:lnTo>
                <a:lnTo>
                  <a:pt x="1532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2" name=""/>
          <p:cNvSpPr/>
          <p:nvPr/>
        </p:nvSpPr>
        <p:spPr>
          <a:xfrm>
            <a:off x="6095880" y="2000160"/>
            <a:ext cx="5524920" cy="381240"/>
          </a:xfrm>
          <a:custGeom>
            <a:avLst/>
            <a:gdLst/>
            <a:ahLst/>
            <a:rect l="0" t="0" r="r" b="b"/>
            <a:pathLst>
              <a:path w="15347" h="1059">
                <a:moveTo>
                  <a:pt x="15347" y="1059"/>
                </a:moveTo>
                <a:lnTo>
                  <a:pt x="0" y="1059"/>
                </a:lnTo>
                <a:lnTo>
                  <a:pt x="0" y="0"/>
                </a:lnTo>
                <a:lnTo>
                  <a:pt x="15347" y="0"/>
                </a:lnTo>
                <a:lnTo>
                  <a:pt x="15347" y="1059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3" name=""/>
          <p:cNvSpPr/>
          <p:nvPr/>
        </p:nvSpPr>
        <p:spPr>
          <a:xfrm>
            <a:off x="580680" y="2381040"/>
            <a:ext cx="5515560" cy="381240"/>
          </a:xfrm>
          <a:custGeom>
            <a:avLst/>
            <a:gdLst/>
            <a:ahLst/>
            <a:rect l="0" t="0" r="r" b="b"/>
            <a:pathLst>
              <a:path w="15321" h="1059">
                <a:moveTo>
                  <a:pt x="0" y="0"/>
                </a:moveTo>
                <a:lnTo>
                  <a:pt x="15321" y="0"/>
                </a:lnTo>
                <a:lnTo>
                  <a:pt x="1532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4" name=""/>
          <p:cNvSpPr/>
          <p:nvPr/>
        </p:nvSpPr>
        <p:spPr>
          <a:xfrm>
            <a:off x="6095880" y="2381040"/>
            <a:ext cx="5524920" cy="381240"/>
          </a:xfrm>
          <a:custGeom>
            <a:avLst/>
            <a:gdLst/>
            <a:ahLst/>
            <a:rect l="0" t="0" r="r" b="b"/>
            <a:pathLst>
              <a:path w="15347" h="1059">
                <a:moveTo>
                  <a:pt x="15347" y="1059"/>
                </a:moveTo>
                <a:lnTo>
                  <a:pt x="0" y="1059"/>
                </a:lnTo>
                <a:lnTo>
                  <a:pt x="0" y="0"/>
                </a:lnTo>
                <a:lnTo>
                  <a:pt x="15347" y="0"/>
                </a:lnTo>
                <a:lnTo>
                  <a:pt x="15347" y="1059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5" name=""/>
          <p:cNvSpPr/>
          <p:nvPr/>
        </p:nvSpPr>
        <p:spPr>
          <a:xfrm>
            <a:off x="580680" y="2381040"/>
            <a:ext cx="5515560" cy="381240"/>
          </a:xfrm>
          <a:custGeom>
            <a:avLst/>
            <a:gdLst/>
            <a:ahLst/>
            <a:rect l="0" t="0" r="r" b="b"/>
            <a:pathLst>
              <a:path w="15321" h="1059">
                <a:moveTo>
                  <a:pt x="0" y="0"/>
                </a:moveTo>
                <a:lnTo>
                  <a:pt x="15321" y="0"/>
                </a:lnTo>
                <a:lnTo>
                  <a:pt x="1532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6" name=""/>
          <p:cNvSpPr/>
          <p:nvPr/>
        </p:nvSpPr>
        <p:spPr>
          <a:xfrm>
            <a:off x="6095880" y="2381040"/>
            <a:ext cx="5524920" cy="381240"/>
          </a:xfrm>
          <a:custGeom>
            <a:avLst/>
            <a:gdLst/>
            <a:ahLst/>
            <a:rect l="0" t="0" r="r" b="b"/>
            <a:pathLst>
              <a:path w="15347" h="1059">
                <a:moveTo>
                  <a:pt x="15347" y="1059"/>
                </a:moveTo>
                <a:lnTo>
                  <a:pt x="0" y="1059"/>
                </a:lnTo>
                <a:lnTo>
                  <a:pt x="0" y="0"/>
                </a:lnTo>
                <a:lnTo>
                  <a:pt x="15347" y="0"/>
                </a:lnTo>
                <a:lnTo>
                  <a:pt x="15347" y="1059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7" name=""/>
          <p:cNvSpPr/>
          <p:nvPr/>
        </p:nvSpPr>
        <p:spPr>
          <a:xfrm>
            <a:off x="580680" y="2761920"/>
            <a:ext cx="5515560" cy="381600"/>
          </a:xfrm>
          <a:custGeom>
            <a:avLst/>
            <a:gdLst/>
            <a:ahLst/>
            <a:rect l="0" t="0" r="r" b="b"/>
            <a:pathLst>
              <a:path w="15321" h="1060">
                <a:moveTo>
                  <a:pt x="0" y="0"/>
                </a:moveTo>
                <a:lnTo>
                  <a:pt x="15321" y="0"/>
                </a:lnTo>
                <a:lnTo>
                  <a:pt x="15321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8" name=""/>
          <p:cNvSpPr/>
          <p:nvPr/>
        </p:nvSpPr>
        <p:spPr>
          <a:xfrm>
            <a:off x="6095880" y="2761920"/>
            <a:ext cx="5524920" cy="381600"/>
          </a:xfrm>
          <a:custGeom>
            <a:avLst/>
            <a:gdLst/>
            <a:ahLst/>
            <a:rect l="0" t="0" r="r" b="b"/>
            <a:pathLst>
              <a:path w="15347" h="1060">
                <a:moveTo>
                  <a:pt x="15347" y="1060"/>
                </a:moveTo>
                <a:lnTo>
                  <a:pt x="0" y="1060"/>
                </a:lnTo>
                <a:lnTo>
                  <a:pt x="0" y="0"/>
                </a:lnTo>
                <a:lnTo>
                  <a:pt x="15347" y="0"/>
                </a:lnTo>
                <a:lnTo>
                  <a:pt x="15347" y="106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9" name=""/>
          <p:cNvSpPr/>
          <p:nvPr/>
        </p:nvSpPr>
        <p:spPr>
          <a:xfrm>
            <a:off x="580680" y="2761920"/>
            <a:ext cx="5515560" cy="381600"/>
          </a:xfrm>
          <a:custGeom>
            <a:avLst/>
            <a:gdLst/>
            <a:ahLst/>
            <a:rect l="0" t="0" r="r" b="b"/>
            <a:pathLst>
              <a:path w="15321" h="1060">
                <a:moveTo>
                  <a:pt x="0" y="0"/>
                </a:moveTo>
                <a:lnTo>
                  <a:pt x="15321" y="0"/>
                </a:lnTo>
                <a:lnTo>
                  <a:pt x="15321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0" name=""/>
          <p:cNvSpPr/>
          <p:nvPr/>
        </p:nvSpPr>
        <p:spPr>
          <a:xfrm>
            <a:off x="6095880" y="2761920"/>
            <a:ext cx="5524920" cy="381600"/>
          </a:xfrm>
          <a:custGeom>
            <a:avLst/>
            <a:gdLst/>
            <a:ahLst/>
            <a:rect l="0" t="0" r="r" b="b"/>
            <a:pathLst>
              <a:path w="15347" h="1060">
                <a:moveTo>
                  <a:pt x="15347" y="1060"/>
                </a:moveTo>
                <a:lnTo>
                  <a:pt x="0" y="1060"/>
                </a:lnTo>
                <a:lnTo>
                  <a:pt x="0" y="0"/>
                </a:lnTo>
                <a:lnTo>
                  <a:pt x="15347" y="0"/>
                </a:lnTo>
                <a:lnTo>
                  <a:pt x="15347" y="106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1" name=""/>
          <p:cNvSpPr/>
          <p:nvPr/>
        </p:nvSpPr>
        <p:spPr>
          <a:xfrm>
            <a:off x="580680" y="3143160"/>
            <a:ext cx="5515560" cy="390960"/>
          </a:xfrm>
          <a:custGeom>
            <a:avLst/>
            <a:gdLst/>
            <a:ahLst/>
            <a:rect l="0" t="0" r="r" b="b"/>
            <a:pathLst>
              <a:path w="15321" h="1086">
                <a:moveTo>
                  <a:pt x="0" y="0"/>
                </a:moveTo>
                <a:lnTo>
                  <a:pt x="15321" y="0"/>
                </a:lnTo>
                <a:lnTo>
                  <a:pt x="15321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2" name=""/>
          <p:cNvSpPr/>
          <p:nvPr/>
        </p:nvSpPr>
        <p:spPr>
          <a:xfrm>
            <a:off x="6095880" y="3143160"/>
            <a:ext cx="5524920" cy="390960"/>
          </a:xfrm>
          <a:custGeom>
            <a:avLst/>
            <a:gdLst/>
            <a:ahLst/>
            <a:rect l="0" t="0" r="r" b="b"/>
            <a:pathLst>
              <a:path w="15347" h="1086">
                <a:moveTo>
                  <a:pt x="15347" y="1086"/>
                </a:moveTo>
                <a:lnTo>
                  <a:pt x="0" y="1086"/>
                </a:lnTo>
                <a:lnTo>
                  <a:pt x="0" y="0"/>
                </a:lnTo>
                <a:lnTo>
                  <a:pt x="15347" y="0"/>
                </a:lnTo>
                <a:lnTo>
                  <a:pt x="15347" y="1086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3" name=""/>
          <p:cNvSpPr/>
          <p:nvPr/>
        </p:nvSpPr>
        <p:spPr>
          <a:xfrm>
            <a:off x="580680" y="3143160"/>
            <a:ext cx="5515560" cy="390960"/>
          </a:xfrm>
          <a:custGeom>
            <a:avLst/>
            <a:gdLst/>
            <a:ahLst/>
            <a:rect l="0" t="0" r="r" b="b"/>
            <a:pathLst>
              <a:path w="15321" h="1086">
                <a:moveTo>
                  <a:pt x="0" y="0"/>
                </a:moveTo>
                <a:lnTo>
                  <a:pt x="15321" y="0"/>
                </a:lnTo>
                <a:lnTo>
                  <a:pt x="15321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4" name=""/>
          <p:cNvSpPr/>
          <p:nvPr/>
        </p:nvSpPr>
        <p:spPr>
          <a:xfrm>
            <a:off x="6095880" y="3143160"/>
            <a:ext cx="5524920" cy="390960"/>
          </a:xfrm>
          <a:custGeom>
            <a:avLst/>
            <a:gdLst/>
            <a:ahLst/>
            <a:rect l="0" t="0" r="r" b="b"/>
            <a:pathLst>
              <a:path w="15347" h="1086">
                <a:moveTo>
                  <a:pt x="15347" y="1086"/>
                </a:moveTo>
                <a:lnTo>
                  <a:pt x="0" y="1086"/>
                </a:lnTo>
                <a:lnTo>
                  <a:pt x="0" y="0"/>
                </a:lnTo>
                <a:lnTo>
                  <a:pt x="15347" y="0"/>
                </a:lnTo>
                <a:lnTo>
                  <a:pt x="15347" y="1086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5" name=""/>
          <p:cNvSpPr/>
          <p:nvPr/>
        </p:nvSpPr>
        <p:spPr>
          <a:xfrm>
            <a:off x="580680" y="3533760"/>
            <a:ext cx="5515560" cy="371520"/>
          </a:xfrm>
          <a:custGeom>
            <a:avLst/>
            <a:gdLst/>
            <a:ahLst/>
            <a:rect l="0" t="0" r="r" b="b"/>
            <a:pathLst>
              <a:path w="15321" h="1032">
                <a:moveTo>
                  <a:pt x="239" y="1032"/>
                </a:moveTo>
                <a:cubicBezTo>
                  <a:pt x="203" y="1032"/>
                  <a:pt x="170" y="1026"/>
                  <a:pt x="137" y="1012"/>
                </a:cubicBezTo>
                <a:cubicBezTo>
                  <a:pt x="105" y="998"/>
                  <a:pt x="76" y="979"/>
                  <a:pt x="51" y="954"/>
                </a:cubicBezTo>
                <a:cubicBezTo>
                  <a:pt x="30" y="933"/>
                  <a:pt x="13" y="909"/>
                  <a:pt x="0" y="882"/>
                </a:cubicBezTo>
                <a:lnTo>
                  <a:pt x="0" y="0"/>
                </a:lnTo>
                <a:lnTo>
                  <a:pt x="15321" y="0"/>
                </a:lnTo>
                <a:lnTo>
                  <a:pt x="15321" y="1032"/>
                </a:lnTo>
                <a:lnTo>
                  <a:pt x="239" y="103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6" name=""/>
          <p:cNvSpPr/>
          <p:nvPr/>
        </p:nvSpPr>
        <p:spPr>
          <a:xfrm>
            <a:off x="6095880" y="3533760"/>
            <a:ext cx="5524920" cy="371520"/>
          </a:xfrm>
          <a:custGeom>
            <a:avLst/>
            <a:gdLst/>
            <a:ahLst/>
            <a:rect l="0" t="0" r="r" b="b"/>
            <a:pathLst>
              <a:path w="15347" h="1032">
                <a:moveTo>
                  <a:pt x="15347" y="767"/>
                </a:moveTo>
                <a:cubicBezTo>
                  <a:pt x="15347" y="802"/>
                  <a:pt x="15340" y="836"/>
                  <a:pt x="15327" y="868"/>
                </a:cubicBezTo>
                <a:cubicBezTo>
                  <a:pt x="15313" y="900"/>
                  <a:pt x="15294" y="929"/>
                  <a:pt x="15269" y="954"/>
                </a:cubicBezTo>
                <a:cubicBezTo>
                  <a:pt x="15244" y="979"/>
                  <a:pt x="15216" y="998"/>
                  <a:pt x="15183" y="1012"/>
                </a:cubicBezTo>
                <a:cubicBezTo>
                  <a:pt x="15151" y="1026"/>
                  <a:pt x="15117" y="1032"/>
                  <a:pt x="15082" y="1032"/>
                </a:cubicBezTo>
                <a:lnTo>
                  <a:pt x="0" y="1032"/>
                </a:lnTo>
                <a:lnTo>
                  <a:pt x="0" y="0"/>
                </a:lnTo>
                <a:lnTo>
                  <a:pt x="15347" y="0"/>
                </a:lnTo>
                <a:lnTo>
                  <a:pt x="15347" y="7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7" name=""/>
          <p:cNvSpPr/>
          <p:nvPr/>
        </p:nvSpPr>
        <p:spPr>
          <a:xfrm>
            <a:off x="580680" y="3533760"/>
            <a:ext cx="5515560" cy="371520"/>
          </a:xfrm>
          <a:custGeom>
            <a:avLst/>
            <a:gdLst/>
            <a:ahLst/>
            <a:rect l="0" t="0" r="r" b="b"/>
            <a:pathLst>
              <a:path w="15321" h="1032">
                <a:moveTo>
                  <a:pt x="239" y="1032"/>
                </a:moveTo>
                <a:cubicBezTo>
                  <a:pt x="203" y="1032"/>
                  <a:pt x="170" y="1026"/>
                  <a:pt x="137" y="1012"/>
                </a:cubicBezTo>
                <a:cubicBezTo>
                  <a:pt x="105" y="998"/>
                  <a:pt x="76" y="979"/>
                  <a:pt x="51" y="954"/>
                </a:cubicBezTo>
                <a:cubicBezTo>
                  <a:pt x="30" y="933"/>
                  <a:pt x="13" y="909"/>
                  <a:pt x="0" y="882"/>
                </a:cubicBezTo>
                <a:lnTo>
                  <a:pt x="0" y="0"/>
                </a:lnTo>
                <a:lnTo>
                  <a:pt x="15321" y="0"/>
                </a:lnTo>
                <a:lnTo>
                  <a:pt x="15321" y="1032"/>
                </a:lnTo>
                <a:lnTo>
                  <a:pt x="239" y="1032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8" name=""/>
          <p:cNvSpPr/>
          <p:nvPr/>
        </p:nvSpPr>
        <p:spPr>
          <a:xfrm>
            <a:off x="6095880" y="3533760"/>
            <a:ext cx="5524920" cy="371520"/>
          </a:xfrm>
          <a:custGeom>
            <a:avLst/>
            <a:gdLst/>
            <a:ahLst/>
            <a:rect l="0" t="0" r="r" b="b"/>
            <a:pathLst>
              <a:path w="15347" h="1032">
                <a:moveTo>
                  <a:pt x="15347" y="767"/>
                </a:moveTo>
                <a:cubicBezTo>
                  <a:pt x="15347" y="802"/>
                  <a:pt x="15340" y="836"/>
                  <a:pt x="15327" y="868"/>
                </a:cubicBezTo>
                <a:cubicBezTo>
                  <a:pt x="15313" y="900"/>
                  <a:pt x="15294" y="929"/>
                  <a:pt x="15269" y="954"/>
                </a:cubicBezTo>
                <a:cubicBezTo>
                  <a:pt x="15244" y="979"/>
                  <a:pt x="15216" y="998"/>
                  <a:pt x="15183" y="1012"/>
                </a:cubicBezTo>
                <a:cubicBezTo>
                  <a:pt x="15151" y="1026"/>
                  <a:pt x="15117" y="1032"/>
                  <a:pt x="15082" y="1032"/>
                </a:cubicBezTo>
                <a:lnTo>
                  <a:pt x="0" y="1032"/>
                </a:lnTo>
                <a:lnTo>
                  <a:pt x="0" y="0"/>
                </a:lnTo>
                <a:lnTo>
                  <a:pt x="15347" y="0"/>
                </a:lnTo>
                <a:lnTo>
                  <a:pt x="15347" y="767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9" name=""/>
          <p:cNvSpPr/>
          <p:nvPr/>
        </p:nvSpPr>
        <p:spPr>
          <a:xfrm>
            <a:off x="571320" y="1653840"/>
            <a:ext cx="9720" cy="346680"/>
          </a:xfrm>
          <a:custGeom>
            <a:avLst/>
            <a:gdLst/>
            <a:ahLst/>
            <a:rect l="0" t="0" r="r" b="b"/>
            <a:pathLst>
              <a:path w="27" h="963">
                <a:moveTo>
                  <a:pt x="21" y="14"/>
                </a:moveTo>
                <a:cubicBezTo>
                  <a:pt x="23" y="9"/>
                  <a:pt x="25" y="4"/>
                  <a:pt x="27" y="0"/>
                </a:cubicBezTo>
                <a:lnTo>
                  <a:pt x="27" y="963"/>
                </a:lnTo>
                <a:lnTo>
                  <a:pt x="0" y="963"/>
                </a:lnTo>
                <a:lnTo>
                  <a:pt x="0" y="115"/>
                </a:lnTo>
                <a:cubicBezTo>
                  <a:pt x="0" y="80"/>
                  <a:pt x="7" y="46"/>
                  <a:pt x="21" y="14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0" name=""/>
          <p:cNvSpPr/>
          <p:nvPr/>
        </p:nvSpPr>
        <p:spPr>
          <a:xfrm>
            <a:off x="624960" y="1599840"/>
            <a:ext cx="5480640" cy="10080"/>
          </a:xfrm>
          <a:custGeom>
            <a:avLst/>
            <a:gdLst/>
            <a:ahLst/>
            <a:rect l="0" t="0" r="r" b="b"/>
            <a:pathLst>
              <a:path w="15224" h="28">
                <a:moveTo>
                  <a:pt x="14" y="22"/>
                </a:moveTo>
                <a:cubicBezTo>
                  <a:pt x="47" y="7"/>
                  <a:pt x="80" y="1"/>
                  <a:pt x="116" y="0"/>
                </a:cubicBezTo>
                <a:lnTo>
                  <a:pt x="15224" y="0"/>
                </a:lnTo>
                <a:lnTo>
                  <a:pt x="15224" y="28"/>
                </a:lnTo>
                <a:lnTo>
                  <a:pt x="0" y="28"/>
                </a:lnTo>
                <a:cubicBezTo>
                  <a:pt x="5" y="26"/>
                  <a:pt x="10" y="24"/>
                  <a:pt x="14" y="22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1" name=""/>
          <p:cNvSpPr/>
          <p:nvPr/>
        </p:nvSpPr>
        <p:spPr>
          <a:xfrm>
            <a:off x="6095880" y="1599840"/>
            <a:ext cx="9720" cy="400680"/>
          </a:xfrm>
          <a:custGeom>
            <a:avLst/>
            <a:gdLst/>
            <a:ahLst/>
            <a:rect l="0" t="0" r="r" b="b"/>
            <a:pathLst>
              <a:path w="27" h="1113">
                <a:moveTo>
                  <a:pt x="0" y="0"/>
                </a:moveTo>
                <a:lnTo>
                  <a:pt x="27" y="0"/>
                </a:lnTo>
                <a:lnTo>
                  <a:pt x="27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2" name=""/>
          <p:cNvSpPr/>
          <p:nvPr/>
        </p:nvSpPr>
        <p:spPr>
          <a:xfrm>
            <a:off x="6105240" y="1599840"/>
            <a:ext cx="5461560" cy="10080"/>
          </a:xfrm>
          <a:custGeom>
            <a:avLst/>
            <a:gdLst/>
            <a:ahLst/>
            <a:rect l="0" t="0" r="r" b="b"/>
            <a:pathLst>
              <a:path w="15171" h="28">
                <a:moveTo>
                  <a:pt x="15157" y="22"/>
                </a:moveTo>
                <a:cubicBezTo>
                  <a:pt x="15162" y="24"/>
                  <a:pt x="15167" y="26"/>
                  <a:pt x="15171" y="28"/>
                </a:cubicBezTo>
                <a:lnTo>
                  <a:pt x="0" y="28"/>
                </a:lnTo>
                <a:lnTo>
                  <a:pt x="0" y="0"/>
                </a:lnTo>
                <a:lnTo>
                  <a:pt x="15056" y="0"/>
                </a:lnTo>
                <a:cubicBezTo>
                  <a:pt x="15091" y="1"/>
                  <a:pt x="15125" y="7"/>
                  <a:pt x="15157" y="22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3" name=""/>
          <p:cNvSpPr/>
          <p:nvPr/>
        </p:nvSpPr>
        <p:spPr>
          <a:xfrm>
            <a:off x="11610720" y="1653840"/>
            <a:ext cx="10440" cy="346680"/>
          </a:xfrm>
          <a:custGeom>
            <a:avLst/>
            <a:gdLst/>
            <a:ahLst/>
            <a:rect l="0" t="0" r="r" b="b"/>
            <a:pathLst>
              <a:path w="29" h="963">
                <a:moveTo>
                  <a:pt x="8" y="14"/>
                </a:moveTo>
                <a:cubicBezTo>
                  <a:pt x="21" y="46"/>
                  <a:pt x="29" y="80"/>
                  <a:pt x="29" y="115"/>
                </a:cubicBezTo>
                <a:lnTo>
                  <a:pt x="29" y="963"/>
                </a:lnTo>
                <a:lnTo>
                  <a:pt x="0" y="963"/>
                </a:lnTo>
                <a:lnTo>
                  <a:pt x="0" y="0"/>
                </a:lnTo>
                <a:cubicBezTo>
                  <a:pt x="3" y="4"/>
                  <a:pt x="6" y="9"/>
                  <a:pt x="8" y="14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4" name=""/>
          <p:cNvSpPr/>
          <p:nvPr/>
        </p:nvSpPr>
        <p:spPr>
          <a:xfrm>
            <a:off x="571320" y="1990440"/>
            <a:ext cx="5534280" cy="10080"/>
          </a:xfrm>
          <a:custGeom>
            <a:avLst/>
            <a:gdLst/>
            <a:ahLst/>
            <a:rect l="0" t="0" r="r" b="b"/>
            <a:pathLst>
              <a:path w="15373" h="28">
                <a:moveTo>
                  <a:pt x="0" y="0"/>
                </a:moveTo>
                <a:lnTo>
                  <a:pt x="15373" y="0"/>
                </a:lnTo>
                <a:lnTo>
                  <a:pt x="153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5" name=""/>
          <p:cNvSpPr/>
          <p:nvPr/>
        </p:nvSpPr>
        <p:spPr>
          <a:xfrm>
            <a:off x="6105240" y="1990440"/>
            <a:ext cx="5515560" cy="10080"/>
          </a:xfrm>
          <a:custGeom>
            <a:avLst/>
            <a:gdLst/>
            <a:ahLst/>
            <a:rect l="0" t="0" r="r" b="b"/>
            <a:pathLst>
              <a:path w="15321" h="28">
                <a:moveTo>
                  <a:pt x="15321" y="28"/>
                </a:moveTo>
                <a:lnTo>
                  <a:pt x="0" y="28"/>
                </a:lnTo>
                <a:lnTo>
                  <a:pt x="0" y="0"/>
                </a:lnTo>
                <a:lnTo>
                  <a:pt x="15321" y="0"/>
                </a:lnTo>
                <a:lnTo>
                  <a:pt x="15321" y="28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6" name=""/>
          <p:cNvSpPr/>
          <p:nvPr/>
        </p:nvSpPr>
        <p:spPr>
          <a:xfrm>
            <a:off x="571320" y="20001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7" name=""/>
          <p:cNvSpPr/>
          <p:nvPr/>
        </p:nvSpPr>
        <p:spPr>
          <a:xfrm>
            <a:off x="6095880" y="20001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8" name=""/>
          <p:cNvSpPr/>
          <p:nvPr/>
        </p:nvSpPr>
        <p:spPr>
          <a:xfrm>
            <a:off x="11610720" y="2000160"/>
            <a:ext cx="10440" cy="381240"/>
          </a:xfrm>
          <a:custGeom>
            <a:avLst/>
            <a:gdLst/>
            <a:ahLst/>
            <a:rect l="0" t="0" r="r" b="b"/>
            <a:pathLst>
              <a:path w="29" h="1059">
                <a:moveTo>
                  <a:pt x="29" y="1059"/>
                </a:moveTo>
                <a:lnTo>
                  <a:pt x="0" y="1059"/>
                </a:lnTo>
                <a:lnTo>
                  <a:pt x="0" y="0"/>
                </a:lnTo>
                <a:lnTo>
                  <a:pt x="29" y="0"/>
                </a:lnTo>
                <a:lnTo>
                  <a:pt x="29" y="1059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9" name=""/>
          <p:cNvSpPr/>
          <p:nvPr/>
        </p:nvSpPr>
        <p:spPr>
          <a:xfrm>
            <a:off x="571320" y="238104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0" name=""/>
          <p:cNvSpPr/>
          <p:nvPr/>
        </p:nvSpPr>
        <p:spPr>
          <a:xfrm>
            <a:off x="571320" y="2371680"/>
            <a:ext cx="5534280" cy="9720"/>
          </a:xfrm>
          <a:custGeom>
            <a:avLst/>
            <a:gdLst/>
            <a:ahLst/>
            <a:rect l="0" t="0" r="r" b="b"/>
            <a:pathLst>
              <a:path w="15373" h="27">
                <a:moveTo>
                  <a:pt x="0" y="0"/>
                </a:moveTo>
                <a:lnTo>
                  <a:pt x="15373" y="0"/>
                </a:lnTo>
                <a:lnTo>
                  <a:pt x="153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1" name=""/>
          <p:cNvSpPr/>
          <p:nvPr/>
        </p:nvSpPr>
        <p:spPr>
          <a:xfrm>
            <a:off x="6095880" y="238104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2" name=""/>
          <p:cNvSpPr/>
          <p:nvPr/>
        </p:nvSpPr>
        <p:spPr>
          <a:xfrm>
            <a:off x="6105240" y="2371680"/>
            <a:ext cx="5515560" cy="9720"/>
          </a:xfrm>
          <a:custGeom>
            <a:avLst/>
            <a:gdLst/>
            <a:ahLst/>
            <a:rect l="0" t="0" r="r" b="b"/>
            <a:pathLst>
              <a:path w="15321" h="27">
                <a:moveTo>
                  <a:pt x="15321" y="27"/>
                </a:moveTo>
                <a:lnTo>
                  <a:pt x="0" y="27"/>
                </a:lnTo>
                <a:lnTo>
                  <a:pt x="0" y="0"/>
                </a:lnTo>
                <a:lnTo>
                  <a:pt x="15321" y="0"/>
                </a:lnTo>
                <a:lnTo>
                  <a:pt x="15321" y="27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3" name=""/>
          <p:cNvSpPr/>
          <p:nvPr/>
        </p:nvSpPr>
        <p:spPr>
          <a:xfrm>
            <a:off x="11610720" y="2381040"/>
            <a:ext cx="10440" cy="390960"/>
          </a:xfrm>
          <a:custGeom>
            <a:avLst/>
            <a:gdLst/>
            <a:ahLst/>
            <a:rect l="0" t="0" r="r" b="b"/>
            <a:pathLst>
              <a:path w="29" h="1086">
                <a:moveTo>
                  <a:pt x="29" y="1086"/>
                </a:moveTo>
                <a:lnTo>
                  <a:pt x="0" y="1086"/>
                </a:lnTo>
                <a:lnTo>
                  <a:pt x="0" y="0"/>
                </a:lnTo>
                <a:lnTo>
                  <a:pt x="29" y="0"/>
                </a:lnTo>
                <a:lnTo>
                  <a:pt x="29" y="1086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4" name=""/>
          <p:cNvSpPr/>
          <p:nvPr/>
        </p:nvSpPr>
        <p:spPr>
          <a:xfrm>
            <a:off x="571320" y="27716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5" name=""/>
          <p:cNvSpPr/>
          <p:nvPr/>
        </p:nvSpPr>
        <p:spPr>
          <a:xfrm>
            <a:off x="571320" y="2761920"/>
            <a:ext cx="5534280" cy="10080"/>
          </a:xfrm>
          <a:custGeom>
            <a:avLst/>
            <a:gdLst/>
            <a:ahLst/>
            <a:rect l="0" t="0" r="r" b="b"/>
            <a:pathLst>
              <a:path w="15373" h="28">
                <a:moveTo>
                  <a:pt x="0" y="0"/>
                </a:moveTo>
                <a:lnTo>
                  <a:pt x="15373" y="0"/>
                </a:lnTo>
                <a:lnTo>
                  <a:pt x="153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6" name=""/>
          <p:cNvSpPr/>
          <p:nvPr/>
        </p:nvSpPr>
        <p:spPr>
          <a:xfrm>
            <a:off x="6095880" y="27716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7" name=""/>
          <p:cNvSpPr/>
          <p:nvPr/>
        </p:nvSpPr>
        <p:spPr>
          <a:xfrm>
            <a:off x="6105240" y="2761920"/>
            <a:ext cx="5515560" cy="10080"/>
          </a:xfrm>
          <a:custGeom>
            <a:avLst/>
            <a:gdLst/>
            <a:ahLst/>
            <a:rect l="0" t="0" r="r" b="b"/>
            <a:pathLst>
              <a:path w="15321" h="28">
                <a:moveTo>
                  <a:pt x="15321" y="28"/>
                </a:moveTo>
                <a:lnTo>
                  <a:pt x="0" y="28"/>
                </a:lnTo>
                <a:lnTo>
                  <a:pt x="0" y="0"/>
                </a:lnTo>
                <a:lnTo>
                  <a:pt x="15321" y="0"/>
                </a:lnTo>
                <a:lnTo>
                  <a:pt x="15321" y="28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8" name=""/>
          <p:cNvSpPr/>
          <p:nvPr/>
        </p:nvSpPr>
        <p:spPr>
          <a:xfrm>
            <a:off x="11610720" y="2771640"/>
            <a:ext cx="10440" cy="381240"/>
          </a:xfrm>
          <a:custGeom>
            <a:avLst/>
            <a:gdLst/>
            <a:ahLst/>
            <a:rect l="0" t="0" r="r" b="b"/>
            <a:pathLst>
              <a:path w="29" h="1059">
                <a:moveTo>
                  <a:pt x="29" y="1059"/>
                </a:moveTo>
                <a:lnTo>
                  <a:pt x="0" y="1059"/>
                </a:lnTo>
                <a:lnTo>
                  <a:pt x="0" y="0"/>
                </a:lnTo>
                <a:lnTo>
                  <a:pt x="29" y="0"/>
                </a:lnTo>
                <a:lnTo>
                  <a:pt x="29" y="1059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9" name=""/>
          <p:cNvSpPr/>
          <p:nvPr/>
        </p:nvSpPr>
        <p:spPr>
          <a:xfrm>
            <a:off x="571320" y="31525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0" name=""/>
          <p:cNvSpPr/>
          <p:nvPr/>
        </p:nvSpPr>
        <p:spPr>
          <a:xfrm>
            <a:off x="571320" y="3143160"/>
            <a:ext cx="5534280" cy="9720"/>
          </a:xfrm>
          <a:custGeom>
            <a:avLst/>
            <a:gdLst/>
            <a:ahLst/>
            <a:rect l="0" t="0" r="r" b="b"/>
            <a:pathLst>
              <a:path w="15373" h="27">
                <a:moveTo>
                  <a:pt x="0" y="0"/>
                </a:moveTo>
                <a:lnTo>
                  <a:pt x="15373" y="0"/>
                </a:lnTo>
                <a:lnTo>
                  <a:pt x="153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1" name=""/>
          <p:cNvSpPr/>
          <p:nvPr/>
        </p:nvSpPr>
        <p:spPr>
          <a:xfrm>
            <a:off x="6095880" y="31525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2" name=""/>
          <p:cNvSpPr/>
          <p:nvPr/>
        </p:nvSpPr>
        <p:spPr>
          <a:xfrm>
            <a:off x="6105240" y="3143160"/>
            <a:ext cx="5515560" cy="9720"/>
          </a:xfrm>
          <a:custGeom>
            <a:avLst/>
            <a:gdLst/>
            <a:ahLst/>
            <a:rect l="0" t="0" r="r" b="b"/>
            <a:pathLst>
              <a:path w="15321" h="27">
                <a:moveTo>
                  <a:pt x="15321" y="27"/>
                </a:moveTo>
                <a:lnTo>
                  <a:pt x="0" y="27"/>
                </a:lnTo>
                <a:lnTo>
                  <a:pt x="0" y="0"/>
                </a:lnTo>
                <a:lnTo>
                  <a:pt x="15321" y="0"/>
                </a:lnTo>
                <a:lnTo>
                  <a:pt x="15321" y="27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3" name=""/>
          <p:cNvSpPr/>
          <p:nvPr/>
        </p:nvSpPr>
        <p:spPr>
          <a:xfrm>
            <a:off x="11610720" y="3152520"/>
            <a:ext cx="10440" cy="381600"/>
          </a:xfrm>
          <a:custGeom>
            <a:avLst/>
            <a:gdLst/>
            <a:ahLst/>
            <a:rect l="0" t="0" r="r" b="b"/>
            <a:pathLst>
              <a:path w="29" h="1060">
                <a:moveTo>
                  <a:pt x="29" y="1060"/>
                </a:moveTo>
                <a:lnTo>
                  <a:pt x="0" y="1060"/>
                </a:lnTo>
                <a:lnTo>
                  <a:pt x="0" y="0"/>
                </a:lnTo>
                <a:lnTo>
                  <a:pt x="29" y="0"/>
                </a:lnTo>
                <a:lnTo>
                  <a:pt x="29" y="106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4" name=""/>
          <p:cNvSpPr/>
          <p:nvPr/>
        </p:nvSpPr>
        <p:spPr>
          <a:xfrm>
            <a:off x="571320" y="3533760"/>
            <a:ext cx="9720" cy="317880"/>
          </a:xfrm>
          <a:custGeom>
            <a:avLst/>
            <a:gdLst/>
            <a:ahLst/>
            <a:rect l="0" t="0" r="r" b="b"/>
            <a:pathLst>
              <a:path w="27" h="883">
                <a:moveTo>
                  <a:pt x="21" y="869"/>
                </a:moveTo>
                <a:cubicBezTo>
                  <a:pt x="7" y="837"/>
                  <a:pt x="0" y="803"/>
                  <a:pt x="0" y="768"/>
                </a:cubicBezTo>
                <a:lnTo>
                  <a:pt x="0" y="0"/>
                </a:lnTo>
                <a:lnTo>
                  <a:pt x="27" y="0"/>
                </a:lnTo>
                <a:lnTo>
                  <a:pt x="27" y="883"/>
                </a:lnTo>
                <a:cubicBezTo>
                  <a:pt x="25" y="879"/>
                  <a:pt x="23" y="874"/>
                  <a:pt x="21" y="869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5" name=""/>
          <p:cNvSpPr/>
          <p:nvPr/>
        </p:nvSpPr>
        <p:spPr>
          <a:xfrm>
            <a:off x="571320" y="3524040"/>
            <a:ext cx="5534280" cy="10080"/>
          </a:xfrm>
          <a:custGeom>
            <a:avLst/>
            <a:gdLst/>
            <a:ahLst/>
            <a:rect l="0" t="0" r="r" b="b"/>
            <a:pathLst>
              <a:path w="15373" h="28">
                <a:moveTo>
                  <a:pt x="0" y="0"/>
                </a:moveTo>
                <a:lnTo>
                  <a:pt x="15373" y="0"/>
                </a:lnTo>
                <a:lnTo>
                  <a:pt x="153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6" name=""/>
          <p:cNvSpPr/>
          <p:nvPr/>
        </p:nvSpPr>
        <p:spPr>
          <a:xfrm>
            <a:off x="6095880" y="353376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1032"/>
                </a:moveTo>
                <a:lnTo>
                  <a:pt x="0" y="0"/>
                </a:ln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7" name=""/>
          <p:cNvSpPr/>
          <p:nvPr/>
        </p:nvSpPr>
        <p:spPr>
          <a:xfrm>
            <a:off x="6105240" y="3524040"/>
            <a:ext cx="5515560" cy="10080"/>
          </a:xfrm>
          <a:custGeom>
            <a:avLst/>
            <a:gdLst/>
            <a:ahLst/>
            <a:rect l="0" t="0" r="r" b="b"/>
            <a:pathLst>
              <a:path w="15321" h="28">
                <a:moveTo>
                  <a:pt x="15321" y="28"/>
                </a:moveTo>
                <a:lnTo>
                  <a:pt x="0" y="28"/>
                </a:lnTo>
                <a:lnTo>
                  <a:pt x="0" y="0"/>
                </a:lnTo>
                <a:lnTo>
                  <a:pt x="15321" y="0"/>
                </a:lnTo>
                <a:lnTo>
                  <a:pt x="15321" y="28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8" name=""/>
          <p:cNvSpPr/>
          <p:nvPr/>
        </p:nvSpPr>
        <p:spPr>
          <a:xfrm>
            <a:off x="11610720" y="3533760"/>
            <a:ext cx="10440" cy="317880"/>
          </a:xfrm>
          <a:custGeom>
            <a:avLst/>
            <a:gdLst/>
            <a:ahLst/>
            <a:rect l="0" t="0" r="r" b="b"/>
            <a:pathLst>
              <a:path w="29" h="883">
                <a:moveTo>
                  <a:pt x="29" y="768"/>
                </a:moveTo>
                <a:cubicBezTo>
                  <a:pt x="29" y="803"/>
                  <a:pt x="21" y="837"/>
                  <a:pt x="8" y="869"/>
                </a:cubicBezTo>
                <a:cubicBezTo>
                  <a:pt x="6" y="874"/>
                  <a:pt x="3" y="879"/>
                  <a:pt x="0" y="883"/>
                </a:cubicBezTo>
                <a:lnTo>
                  <a:pt x="0" y="0"/>
                </a:lnTo>
                <a:lnTo>
                  <a:pt x="29" y="0"/>
                </a:lnTo>
                <a:lnTo>
                  <a:pt x="29" y="768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9" name=""/>
          <p:cNvSpPr/>
          <p:nvPr/>
        </p:nvSpPr>
        <p:spPr>
          <a:xfrm>
            <a:off x="414360" y="4337280"/>
            <a:ext cx="11363400" cy="1868760"/>
          </a:xfrm>
          <a:custGeom>
            <a:avLst/>
            <a:gdLst/>
            <a:ahLst/>
            <a:rect l="0" t="0" r="r" b="b"/>
            <a:pathLst>
              <a:path w="31565" h="5191">
                <a:moveTo>
                  <a:pt x="436" y="625"/>
                </a:moveTo>
                <a:lnTo>
                  <a:pt x="436" y="4410"/>
                </a:lnTo>
                <a:cubicBezTo>
                  <a:pt x="436" y="4445"/>
                  <a:pt x="443" y="4478"/>
                  <a:pt x="456" y="4511"/>
                </a:cubicBezTo>
                <a:cubicBezTo>
                  <a:pt x="470" y="4543"/>
                  <a:pt x="489" y="4572"/>
                  <a:pt x="513" y="4597"/>
                </a:cubicBezTo>
                <a:cubicBezTo>
                  <a:pt x="538" y="4621"/>
                  <a:pt x="567" y="4641"/>
                  <a:pt x="599" y="4654"/>
                </a:cubicBezTo>
                <a:cubicBezTo>
                  <a:pt x="632" y="4667"/>
                  <a:pt x="665" y="4674"/>
                  <a:pt x="701" y="4674"/>
                </a:cubicBezTo>
                <a:lnTo>
                  <a:pt x="30864" y="4674"/>
                </a:lnTo>
                <a:cubicBezTo>
                  <a:pt x="30899" y="4674"/>
                  <a:pt x="30933" y="4667"/>
                  <a:pt x="30965" y="4654"/>
                </a:cubicBezTo>
                <a:cubicBezTo>
                  <a:pt x="30998" y="4641"/>
                  <a:pt x="31026" y="4621"/>
                  <a:pt x="31051" y="4597"/>
                </a:cubicBezTo>
                <a:cubicBezTo>
                  <a:pt x="31076" y="4572"/>
                  <a:pt x="31095" y="4543"/>
                  <a:pt x="31109" y="4511"/>
                </a:cubicBezTo>
                <a:cubicBezTo>
                  <a:pt x="31122" y="4478"/>
                  <a:pt x="31129" y="4445"/>
                  <a:pt x="31129" y="4410"/>
                </a:cubicBezTo>
                <a:lnTo>
                  <a:pt x="31129" y="625"/>
                </a:lnTo>
                <a:cubicBezTo>
                  <a:pt x="31129" y="590"/>
                  <a:pt x="31122" y="556"/>
                  <a:pt x="31109" y="524"/>
                </a:cubicBezTo>
                <a:cubicBezTo>
                  <a:pt x="31095" y="491"/>
                  <a:pt x="31076" y="463"/>
                  <a:pt x="31051" y="438"/>
                </a:cubicBezTo>
                <a:cubicBezTo>
                  <a:pt x="31026" y="413"/>
                  <a:pt x="30998" y="394"/>
                  <a:pt x="30965" y="381"/>
                </a:cubicBezTo>
                <a:cubicBezTo>
                  <a:pt x="30933" y="367"/>
                  <a:pt x="30899" y="360"/>
                  <a:pt x="30864" y="360"/>
                </a:cubicBezTo>
                <a:lnTo>
                  <a:pt x="701" y="360"/>
                </a:lnTo>
                <a:cubicBezTo>
                  <a:pt x="665" y="360"/>
                  <a:pt x="632" y="367"/>
                  <a:pt x="599" y="381"/>
                </a:cubicBezTo>
                <a:cubicBezTo>
                  <a:pt x="567" y="394"/>
                  <a:pt x="538" y="413"/>
                  <a:pt x="513" y="438"/>
                </a:cubicBezTo>
                <a:cubicBezTo>
                  <a:pt x="489" y="463"/>
                  <a:pt x="470" y="491"/>
                  <a:pt x="456" y="524"/>
                </a:cubicBezTo>
                <a:cubicBezTo>
                  <a:pt x="443" y="556"/>
                  <a:pt x="436" y="590"/>
                  <a:pt x="436" y="625"/>
                </a:cubicBezTo>
                <a:moveTo>
                  <a:pt x="0" y="0"/>
                </a:moveTo>
                <a:lnTo>
                  <a:pt x="31565" y="0"/>
                </a:lnTo>
                <a:lnTo>
                  <a:pt x="31565" y="5191"/>
                </a:lnTo>
                <a:lnTo>
                  <a:pt x="0" y="5191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20" name=""/>
          <p:cNvSpPr/>
          <p:nvPr/>
        </p:nvSpPr>
        <p:spPr>
          <a:xfrm>
            <a:off x="580680" y="4476600"/>
            <a:ext cx="5515560" cy="400320"/>
          </a:xfrm>
          <a:custGeom>
            <a:avLst/>
            <a:gdLst/>
            <a:ahLst/>
            <a:rect l="0" t="0" r="r" b="b"/>
            <a:pathLst>
              <a:path w="15321" h="1112">
                <a:moveTo>
                  <a:pt x="51" y="51"/>
                </a:moveTo>
                <a:cubicBezTo>
                  <a:pt x="73" y="30"/>
                  <a:pt x="97" y="13"/>
                  <a:pt x="123" y="0"/>
                </a:cubicBezTo>
                <a:lnTo>
                  <a:pt x="15321" y="0"/>
                </a:lnTo>
                <a:lnTo>
                  <a:pt x="15321" y="1112"/>
                </a:lnTo>
                <a:lnTo>
                  <a:pt x="0" y="1112"/>
                </a:lnTo>
                <a:lnTo>
                  <a:pt x="0" y="123"/>
                </a:lnTo>
                <a:cubicBezTo>
                  <a:pt x="13" y="96"/>
                  <a:pt x="30" y="72"/>
                  <a:pt x="51" y="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1" name=""/>
          <p:cNvSpPr/>
          <p:nvPr/>
        </p:nvSpPr>
        <p:spPr>
          <a:xfrm>
            <a:off x="6095880" y="4476600"/>
            <a:ext cx="5524920" cy="400320"/>
          </a:xfrm>
          <a:custGeom>
            <a:avLst/>
            <a:gdLst/>
            <a:ahLst/>
            <a:rect l="0" t="0" r="r" b="b"/>
            <a:pathLst>
              <a:path w="15347" h="1112">
                <a:moveTo>
                  <a:pt x="15269" y="51"/>
                </a:moveTo>
                <a:cubicBezTo>
                  <a:pt x="15294" y="76"/>
                  <a:pt x="15313" y="104"/>
                  <a:pt x="15327" y="137"/>
                </a:cubicBezTo>
                <a:cubicBezTo>
                  <a:pt x="15340" y="169"/>
                  <a:pt x="15347" y="203"/>
                  <a:pt x="15347" y="238"/>
                </a:cubicBezTo>
                <a:lnTo>
                  <a:pt x="15347" y="1112"/>
                </a:lnTo>
                <a:lnTo>
                  <a:pt x="0" y="1112"/>
                </a:lnTo>
                <a:lnTo>
                  <a:pt x="0" y="0"/>
                </a:lnTo>
                <a:lnTo>
                  <a:pt x="15197" y="0"/>
                </a:lnTo>
                <a:cubicBezTo>
                  <a:pt x="15224" y="13"/>
                  <a:pt x="15248" y="30"/>
                  <a:pt x="15269" y="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2" name=""/>
          <p:cNvSpPr/>
          <p:nvPr/>
        </p:nvSpPr>
        <p:spPr>
          <a:xfrm>
            <a:off x="580680" y="4476600"/>
            <a:ext cx="5515560" cy="400320"/>
          </a:xfrm>
          <a:custGeom>
            <a:avLst/>
            <a:gdLst/>
            <a:ahLst/>
            <a:rect l="0" t="0" r="r" b="b"/>
            <a:pathLst>
              <a:path w="15321" h="1112">
                <a:moveTo>
                  <a:pt x="51" y="51"/>
                </a:moveTo>
                <a:cubicBezTo>
                  <a:pt x="73" y="30"/>
                  <a:pt x="97" y="13"/>
                  <a:pt x="123" y="0"/>
                </a:cubicBezTo>
                <a:lnTo>
                  <a:pt x="15321" y="0"/>
                </a:lnTo>
                <a:lnTo>
                  <a:pt x="15321" y="1112"/>
                </a:lnTo>
                <a:lnTo>
                  <a:pt x="0" y="1112"/>
                </a:lnTo>
                <a:lnTo>
                  <a:pt x="0" y="123"/>
                </a:lnTo>
                <a:cubicBezTo>
                  <a:pt x="13" y="96"/>
                  <a:pt x="30" y="72"/>
                  <a:pt x="51" y="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3" name=""/>
          <p:cNvSpPr/>
          <p:nvPr/>
        </p:nvSpPr>
        <p:spPr>
          <a:xfrm>
            <a:off x="6095880" y="4476600"/>
            <a:ext cx="5524920" cy="400320"/>
          </a:xfrm>
          <a:custGeom>
            <a:avLst/>
            <a:gdLst/>
            <a:ahLst/>
            <a:rect l="0" t="0" r="r" b="b"/>
            <a:pathLst>
              <a:path w="15347" h="1112">
                <a:moveTo>
                  <a:pt x="15269" y="51"/>
                </a:moveTo>
                <a:cubicBezTo>
                  <a:pt x="15294" y="76"/>
                  <a:pt x="15313" y="104"/>
                  <a:pt x="15327" y="137"/>
                </a:cubicBezTo>
                <a:cubicBezTo>
                  <a:pt x="15340" y="169"/>
                  <a:pt x="15347" y="203"/>
                  <a:pt x="15347" y="238"/>
                </a:cubicBezTo>
                <a:lnTo>
                  <a:pt x="15347" y="1112"/>
                </a:lnTo>
                <a:lnTo>
                  <a:pt x="0" y="1112"/>
                </a:lnTo>
                <a:lnTo>
                  <a:pt x="0" y="0"/>
                </a:lnTo>
                <a:lnTo>
                  <a:pt x="15197" y="0"/>
                </a:lnTo>
                <a:cubicBezTo>
                  <a:pt x="15224" y="13"/>
                  <a:pt x="15248" y="30"/>
                  <a:pt x="15269" y="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4" name=""/>
          <p:cNvSpPr/>
          <p:nvPr/>
        </p:nvSpPr>
        <p:spPr>
          <a:xfrm>
            <a:off x="580680" y="4876560"/>
            <a:ext cx="5515560" cy="381240"/>
          </a:xfrm>
          <a:custGeom>
            <a:avLst/>
            <a:gdLst/>
            <a:ahLst/>
            <a:rect l="0" t="0" r="r" b="b"/>
            <a:pathLst>
              <a:path w="15321" h="1059">
                <a:moveTo>
                  <a:pt x="0" y="0"/>
                </a:moveTo>
                <a:lnTo>
                  <a:pt x="15321" y="0"/>
                </a:lnTo>
                <a:lnTo>
                  <a:pt x="1532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5" name=""/>
          <p:cNvSpPr/>
          <p:nvPr/>
        </p:nvSpPr>
        <p:spPr>
          <a:xfrm>
            <a:off x="6095880" y="4876560"/>
            <a:ext cx="5524920" cy="381240"/>
          </a:xfrm>
          <a:custGeom>
            <a:avLst/>
            <a:gdLst/>
            <a:ahLst/>
            <a:rect l="0" t="0" r="r" b="b"/>
            <a:pathLst>
              <a:path w="15347" h="1059">
                <a:moveTo>
                  <a:pt x="15347" y="1059"/>
                </a:moveTo>
                <a:lnTo>
                  <a:pt x="0" y="1059"/>
                </a:lnTo>
                <a:lnTo>
                  <a:pt x="0" y="0"/>
                </a:lnTo>
                <a:lnTo>
                  <a:pt x="15347" y="0"/>
                </a:lnTo>
                <a:lnTo>
                  <a:pt x="15347" y="105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6" name=""/>
          <p:cNvSpPr/>
          <p:nvPr/>
        </p:nvSpPr>
        <p:spPr>
          <a:xfrm>
            <a:off x="580680" y="4876560"/>
            <a:ext cx="5515560" cy="381240"/>
          </a:xfrm>
          <a:custGeom>
            <a:avLst/>
            <a:gdLst/>
            <a:ahLst/>
            <a:rect l="0" t="0" r="r" b="b"/>
            <a:pathLst>
              <a:path w="15321" h="1059">
                <a:moveTo>
                  <a:pt x="0" y="0"/>
                </a:moveTo>
                <a:lnTo>
                  <a:pt x="15321" y="0"/>
                </a:lnTo>
                <a:lnTo>
                  <a:pt x="1532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7" name=""/>
          <p:cNvSpPr/>
          <p:nvPr/>
        </p:nvSpPr>
        <p:spPr>
          <a:xfrm>
            <a:off x="6095880" y="4876560"/>
            <a:ext cx="5524920" cy="381240"/>
          </a:xfrm>
          <a:custGeom>
            <a:avLst/>
            <a:gdLst/>
            <a:ahLst/>
            <a:rect l="0" t="0" r="r" b="b"/>
            <a:pathLst>
              <a:path w="15347" h="1059">
                <a:moveTo>
                  <a:pt x="15347" y="1059"/>
                </a:moveTo>
                <a:lnTo>
                  <a:pt x="0" y="1059"/>
                </a:lnTo>
                <a:lnTo>
                  <a:pt x="0" y="0"/>
                </a:lnTo>
                <a:lnTo>
                  <a:pt x="15347" y="0"/>
                </a:lnTo>
                <a:lnTo>
                  <a:pt x="15347" y="1059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8" name=""/>
          <p:cNvSpPr/>
          <p:nvPr/>
        </p:nvSpPr>
        <p:spPr>
          <a:xfrm>
            <a:off x="580680" y="5257440"/>
            <a:ext cx="5515560" cy="381600"/>
          </a:xfrm>
          <a:custGeom>
            <a:avLst/>
            <a:gdLst/>
            <a:ahLst/>
            <a:rect l="0" t="0" r="r" b="b"/>
            <a:pathLst>
              <a:path w="15321" h="1060">
                <a:moveTo>
                  <a:pt x="0" y="0"/>
                </a:moveTo>
                <a:lnTo>
                  <a:pt x="15321" y="0"/>
                </a:lnTo>
                <a:lnTo>
                  <a:pt x="15321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9" name=""/>
          <p:cNvSpPr/>
          <p:nvPr/>
        </p:nvSpPr>
        <p:spPr>
          <a:xfrm>
            <a:off x="6095880" y="5257440"/>
            <a:ext cx="5524920" cy="381600"/>
          </a:xfrm>
          <a:custGeom>
            <a:avLst/>
            <a:gdLst/>
            <a:ahLst/>
            <a:rect l="0" t="0" r="r" b="b"/>
            <a:pathLst>
              <a:path w="15347" h="1060">
                <a:moveTo>
                  <a:pt x="15347" y="1060"/>
                </a:moveTo>
                <a:lnTo>
                  <a:pt x="0" y="1060"/>
                </a:lnTo>
                <a:lnTo>
                  <a:pt x="0" y="0"/>
                </a:lnTo>
                <a:lnTo>
                  <a:pt x="15347" y="0"/>
                </a:lnTo>
                <a:lnTo>
                  <a:pt x="15347" y="106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0" name=""/>
          <p:cNvSpPr/>
          <p:nvPr/>
        </p:nvSpPr>
        <p:spPr>
          <a:xfrm>
            <a:off x="580680" y="5257440"/>
            <a:ext cx="5515560" cy="381600"/>
          </a:xfrm>
          <a:custGeom>
            <a:avLst/>
            <a:gdLst/>
            <a:ahLst/>
            <a:rect l="0" t="0" r="r" b="b"/>
            <a:pathLst>
              <a:path w="15321" h="1060">
                <a:moveTo>
                  <a:pt x="0" y="0"/>
                </a:moveTo>
                <a:lnTo>
                  <a:pt x="15321" y="0"/>
                </a:lnTo>
                <a:lnTo>
                  <a:pt x="15321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1" name=""/>
          <p:cNvSpPr/>
          <p:nvPr/>
        </p:nvSpPr>
        <p:spPr>
          <a:xfrm>
            <a:off x="6095880" y="5257440"/>
            <a:ext cx="5524920" cy="381600"/>
          </a:xfrm>
          <a:custGeom>
            <a:avLst/>
            <a:gdLst/>
            <a:ahLst/>
            <a:rect l="0" t="0" r="r" b="b"/>
            <a:pathLst>
              <a:path w="15347" h="1060">
                <a:moveTo>
                  <a:pt x="15347" y="1060"/>
                </a:moveTo>
                <a:lnTo>
                  <a:pt x="0" y="1060"/>
                </a:lnTo>
                <a:lnTo>
                  <a:pt x="0" y="0"/>
                </a:lnTo>
                <a:lnTo>
                  <a:pt x="15347" y="0"/>
                </a:lnTo>
                <a:lnTo>
                  <a:pt x="15347" y="106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2" name=""/>
          <p:cNvSpPr/>
          <p:nvPr/>
        </p:nvSpPr>
        <p:spPr>
          <a:xfrm>
            <a:off x="580680" y="5638680"/>
            <a:ext cx="5515560" cy="381240"/>
          </a:xfrm>
          <a:custGeom>
            <a:avLst/>
            <a:gdLst/>
            <a:ahLst/>
            <a:rect l="0" t="0" r="r" b="b"/>
            <a:pathLst>
              <a:path w="15321" h="1059">
                <a:moveTo>
                  <a:pt x="239" y="1059"/>
                </a:moveTo>
                <a:cubicBezTo>
                  <a:pt x="203" y="1059"/>
                  <a:pt x="170" y="1052"/>
                  <a:pt x="137" y="1039"/>
                </a:cubicBezTo>
                <a:cubicBezTo>
                  <a:pt x="105" y="1026"/>
                  <a:pt x="76" y="1006"/>
                  <a:pt x="51" y="982"/>
                </a:cubicBezTo>
                <a:cubicBezTo>
                  <a:pt x="30" y="961"/>
                  <a:pt x="13" y="937"/>
                  <a:pt x="0" y="910"/>
                </a:cubicBezTo>
                <a:lnTo>
                  <a:pt x="0" y="0"/>
                </a:lnTo>
                <a:lnTo>
                  <a:pt x="15321" y="0"/>
                </a:lnTo>
                <a:lnTo>
                  <a:pt x="15321" y="1059"/>
                </a:lnTo>
                <a:lnTo>
                  <a:pt x="239" y="105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3" name=""/>
          <p:cNvSpPr/>
          <p:nvPr/>
        </p:nvSpPr>
        <p:spPr>
          <a:xfrm>
            <a:off x="6095880" y="5638680"/>
            <a:ext cx="5524920" cy="381240"/>
          </a:xfrm>
          <a:custGeom>
            <a:avLst/>
            <a:gdLst/>
            <a:ahLst/>
            <a:rect l="0" t="0" r="r" b="b"/>
            <a:pathLst>
              <a:path w="15347" h="1059">
                <a:moveTo>
                  <a:pt x="15347" y="795"/>
                </a:moveTo>
                <a:cubicBezTo>
                  <a:pt x="15347" y="830"/>
                  <a:pt x="15340" y="863"/>
                  <a:pt x="15327" y="896"/>
                </a:cubicBezTo>
                <a:cubicBezTo>
                  <a:pt x="15313" y="928"/>
                  <a:pt x="15294" y="957"/>
                  <a:pt x="15269" y="982"/>
                </a:cubicBezTo>
                <a:cubicBezTo>
                  <a:pt x="15244" y="1006"/>
                  <a:pt x="15216" y="1026"/>
                  <a:pt x="15183" y="1039"/>
                </a:cubicBezTo>
                <a:cubicBezTo>
                  <a:pt x="15151" y="1052"/>
                  <a:pt x="15117" y="1059"/>
                  <a:pt x="15082" y="1059"/>
                </a:cubicBezTo>
                <a:lnTo>
                  <a:pt x="0" y="1059"/>
                </a:lnTo>
                <a:lnTo>
                  <a:pt x="0" y="0"/>
                </a:lnTo>
                <a:lnTo>
                  <a:pt x="15347" y="0"/>
                </a:lnTo>
                <a:lnTo>
                  <a:pt x="15347" y="79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4" name=""/>
          <p:cNvSpPr/>
          <p:nvPr/>
        </p:nvSpPr>
        <p:spPr>
          <a:xfrm>
            <a:off x="580680" y="5638680"/>
            <a:ext cx="5515560" cy="381240"/>
          </a:xfrm>
          <a:custGeom>
            <a:avLst/>
            <a:gdLst/>
            <a:ahLst/>
            <a:rect l="0" t="0" r="r" b="b"/>
            <a:pathLst>
              <a:path w="15321" h="1059">
                <a:moveTo>
                  <a:pt x="239" y="1059"/>
                </a:moveTo>
                <a:cubicBezTo>
                  <a:pt x="203" y="1059"/>
                  <a:pt x="170" y="1052"/>
                  <a:pt x="137" y="1039"/>
                </a:cubicBezTo>
                <a:cubicBezTo>
                  <a:pt x="105" y="1026"/>
                  <a:pt x="76" y="1006"/>
                  <a:pt x="51" y="982"/>
                </a:cubicBezTo>
                <a:cubicBezTo>
                  <a:pt x="30" y="961"/>
                  <a:pt x="13" y="937"/>
                  <a:pt x="0" y="910"/>
                </a:cubicBezTo>
                <a:lnTo>
                  <a:pt x="0" y="0"/>
                </a:lnTo>
                <a:lnTo>
                  <a:pt x="15321" y="0"/>
                </a:lnTo>
                <a:lnTo>
                  <a:pt x="15321" y="1059"/>
                </a:lnTo>
                <a:lnTo>
                  <a:pt x="239" y="1059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5" name=""/>
          <p:cNvSpPr/>
          <p:nvPr/>
        </p:nvSpPr>
        <p:spPr>
          <a:xfrm>
            <a:off x="6095880" y="5638680"/>
            <a:ext cx="5524920" cy="381240"/>
          </a:xfrm>
          <a:custGeom>
            <a:avLst/>
            <a:gdLst/>
            <a:ahLst/>
            <a:rect l="0" t="0" r="r" b="b"/>
            <a:pathLst>
              <a:path w="15347" h="1059">
                <a:moveTo>
                  <a:pt x="15347" y="795"/>
                </a:moveTo>
                <a:cubicBezTo>
                  <a:pt x="15347" y="830"/>
                  <a:pt x="15340" y="863"/>
                  <a:pt x="15327" y="896"/>
                </a:cubicBezTo>
                <a:cubicBezTo>
                  <a:pt x="15313" y="928"/>
                  <a:pt x="15294" y="957"/>
                  <a:pt x="15269" y="982"/>
                </a:cubicBezTo>
                <a:cubicBezTo>
                  <a:pt x="15244" y="1006"/>
                  <a:pt x="15216" y="1026"/>
                  <a:pt x="15183" y="1039"/>
                </a:cubicBezTo>
                <a:cubicBezTo>
                  <a:pt x="15151" y="1052"/>
                  <a:pt x="15117" y="1059"/>
                  <a:pt x="15082" y="1059"/>
                </a:cubicBezTo>
                <a:lnTo>
                  <a:pt x="0" y="1059"/>
                </a:lnTo>
                <a:lnTo>
                  <a:pt x="0" y="0"/>
                </a:lnTo>
                <a:lnTo>
                  <a:pt x="15347" y="0"/>
                </a:lnTo>
                <a:lnTo>
                  <a:pt x="15347" y="795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6" name=""/>
          <p:cNvSpPr/>
          <p:nvPr/>
        </p:nvSpPr>
        <p:spPr>
          <a:xfrm>
            <a:off x="571320" y="4520880"/>
            <a:ext cx="9720" cy="356040"/>
          </a:xfrm>
          <a:custGeom>
            <a:avLst/>
            <a:gdLst/>
            <a:ahLst/>
            <a:rect l="0" t="0" r="r" b="b"/>
            <a:pathLst>
              <a:path w="27" h="989">
                <a:moveTo>
                  <a:pt x="21" y="14"/>
                </a:moveTo>
                <a:cubicBezTo>
                  <a:pt x="23" y="9"/>
                  <a:pt x="25" y="4"/>
                  <a:pt x="27" y="0"/>
                </a:cubicBezTo>
                <a:lnTo>
                  <a:pt x="27" y="989"/>
                </a:lnTo>
                <a:lnTo>
                  <a:pt x="0" y="989"/>
                </a:lnTo>
                <a:lnTo>
                  <a:pt x="0" y="115"/>
                </a:lnTo>
                <a:cubicBezTo>
                  <a:pt x="0" y="80"/>
                  <a:pt x="7" y="46"/>
                  <a:pt x="21" y="14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7" name=""/>
          <p:cNvSpPr/>
          <p:nvPr/>
        </p:nvSpPr>
        <p:spPr>
          <a:xfrm>
            <a:off x="624960" y="4466880"/>
            <a:ext cx="5480640" cy="10080"/>
          </a:xfrm>
          <a:custGeom>
            <a:avLst/>
            <a:gdLst/>
            <a:ahLst/>
            <a:rect l="0" t="0" r="r" b="b"/>
            <a:pathLst>
              <a:path w="15224" h="28">
                <a:moveTo>
                  <a:pt x="14" y="22"/>
                </a:moveTo>
                <a:cubicBezTo>
                  <a:pt x="47" y="8"/>
                  <a:pt x="80" y="0"/>
                  <a:pt x="116" y="0"/>
                </a:cubicBezTo>
                <a:lnTo>
                  <a:pt x="15224" y="0"/>
                </a:lnTo>
                <a:lnTo>
                  <a:pt x="15224" y="28"/>
                </a:lnTo>
                <a:lnTo>
                  <a:pt x="0" y="28"/>
                </a:lnTo>
                <a:cubicBezTo>
                  <a:pt x="5" y="26"/>
                  <a:pt x="10" y="24"/>
                  <a:pt x="14" y="22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8" name=""/>
          <p:cNvSpPr/>
          <p:nvPr/>
        </p:nvSpPr>
        <p:spPr>
          <a:xfrm>
            <a:off x="6095880" y="446688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9" name=""/>
          <p:cNvSpPr/>
          <p:nvPr/>
        </p:nvSpPr>
        <p:spPr>
          <a:xfrm>
            <a:off x="6105240" y="4466880"/>
            <a:ext cx="5461560" cy="10080"/>
          </a:xfrm>
          <a:custGeom>
            <a:avLst/>
            <a:gdLst/>
            <a:ahLst/>
            <a:rect l="0" t="0" r="r" b="b"/>
            <a:pathLst>
              <a:path w="15171" h="28">
                <a:moveTo>
                  <a:pt x="15157" y="22"/>
                </a:moveTo>
                <a:cubicBezTo>
                  <a:pt x="15162" y="24"/>
                  <a:pt x="15167" y="26"/>
                  <a:pt x="15171" y="28"/>
                </a:cubicBezTo>
                <a:lnTo>
                  <a:pt x="0" y="28"/>
                </a:lnTo>
                <a:lnTo>
                  <a:pt x="0" y="0"/>
                </a:lnTo>
                <a:lnTo>
                  <a:pt x="15056" y="0"/>
                </a:lnTo>
                <a:cubicBezTo>
                  <a:pt x="15091" y="0"/>
                  <a:pt x="15125" y="8"/>
                  <a:pt x="15157" y="22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0" name=""/>
          <p:cNvSpPr/>
          <p:nvPr/>
        </p:nvSpPr>
        <p:spPr>
          <a:xfrm>
            <a:off x="11610720" y="4520880"/>
            <a:ext cx="10440" cy="356040"/>
          </a:xfrm>
          <a:custGeom>
            <a:avLst/>
            <a:gdLst/>
            <a:ahLst/>
            <a:rect l="0" t="0" r="r" b="b"/>
            <a:pathLst>
              <a:path w="29" h="989">
                <a:moveTo>
                  <a:pt x="8" y="14"/>
                </a:moveTo>
                <a:cubicBezTo>
                  <a:pt x="21" y="46"/>
                  <a:pt x="29" y="80"/>
                  <a:pt x="29" y="115"/>
                </a:cubicBezTo>
                <a:lnTo>
                  <a:pt x="29" y="989"/>
                </a:lnTo>
                <a:lnTo>
                  <a:pt x="0" y="989"/>
                </a:lnTo>
                <a:lnTo>
                  <a:pt x="0" y="0"/>
                </a:lnTo>
                <a:cubicBezTo>
                  <a:pt x="3" y="4"/>
                  <a:pt x="6" y="9"/>
                  <a:pt x="8" y="14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1" name=""/>
          <p:cNvSpPr/>
          <p:nvPr/>
        </p:nvSpPr>
        <p:spPr>
          <a:xfrm>
            <a:off x="571320" y="4867200"/>
            <a:ext cx="5534280" cy="9720"/>
          </a:xfrm>
          <a:custGeom>
            <a:avLst/>
            <a:gdLst/>
            <a:ahLst/>
            <a:rect l="0" t="0" r="r" b="b"/>
            <a:pathLst>
              <a:path w="15373" h="27">
                <a:moveTo>
                  <a:pt x="0" y="0"/>
                </a:moveTo>
                <a:lnTo>
                  <a:pt x="15373" y="0"/>
                </a:lnTo>
                <a:lnTo>
                  <a:pt x="153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2" name=""/>
          <p:cNvSpPr/>
          <p:nvPr/>
        </p:nvSpPr>
        <p:spPr>
          <a:xfrm>
            <a:off x="6105240" y="4867200"/>
            <a:ext cx="5515560" cy="9720"/>
          </a:xfrm>
          <a:custGeom>
            <a:avLst/>
            <a:gdLst/>
            <a:ahLst/>
            <a:rect l="0" t="0" r="r" b="b"/>
            <a:pathLst>
              <a:path w="15321" h="27">
                <a:moveTo>
                  <a:pt x="15321" y="27"/>
                </a:moveTo>
                <a:lnTo>
                  <a:pt x="0" y="27"/>
                </a:lnTo>
                <a:lnTo>
                  <a:pt x="0" y="0"/>
                </a:lnTo>
                <a:lnTo>
                  <a:pt x="15321" y="0"/>
                </a:lnTo>
                <a:lnTo>
                  <a:pt x="15321" y="27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3" name=""/>
          <p:cNvSpPr/>
          <p:nvPr/>
        </p:nvSpPr>
        <p:spPr>
          <a:xfrm>
            <a:off x="571320" y="48765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4" name=""/>
          <p:cNvSpPr/>
          <p:nvPr/>
        </p:nvSpPr>
        <p:spPr>
          <a:xfrm>
            <a:off x="6095880" y="48765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5" name=""/>
          <p:cNvSpPr/>
          <p:nvPr/>
        </p:nvSpPr>
        <p:spPr>
          <a:xfrm>
            <a:off x="11610720" y="4876560"/>
            <a:ext cx="10440" cy="381240"/>
          </a:xfrm>
          <a:custGeom>
            <a:avLst/>
            <a:gdLst/>
            <a:ahLst/>
            <a:rect l="0" t="0" r="r" b="b"/>
            <a:pathLst>
              <a:path w="29" h="1059">
                <a:moveTo>
                  <a:pt x="29" y="1059"/>
                </a:moveTo>
                <a:lnTo>
                  <a:pt x="0" y="1059"/>
                </a:lnTo>
                <a:lnTo>
                  <a:pt x="0" y="0"/>
                </a:lnTo>
                <a:lnTo>
                  <a:pt x="29" y="0"/>
                </a:lnTo>
                <a:lnTo>
                  <a:pt x="29" y="1059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6" name=""/>
          <p:cNvSpPr/>
          <p:nvPr/>
        </p:nvSpPr>
        <p:spPr>
          <a:xfrm>
            <a:off x="571320" y="52574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7" name=""/>
          <p:cNvSpPr/>
          <p:nvPr/>
        </p:nvSpPr>
        <p:spPr>
          <a:xfrm>
            <a:off x="571320" y="5248080"/>
            <a:ext cx="5534280" cy="9720"/>
          </a:xfrm>
          <a:custGeom>
            <a:avLst/>
            <a:gdLst/>
            <a:ahLst/>
            <a:rect l="0" t="0" r="r" b="b"/>
            <a:pathLst>
              <a:path w="15373" h="27">
                <a:moveTo>
                  <a:pt x="0" y="0"/>
                </a:moveTo>
                <a:lnTo>
                  <a:pt x="15373" y="0"/>
                </a:lnTo>
                <a:lnTo>
                  <a:pt x="153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8" name=""/>
          <p:cNvSpPr/>
          <p:nvPr/>
        </p:nvSpPr>
        <p:spPr>
          <a:xfrm>
            <a:off x="6095880" y="52574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9" name=""/>
          <p:cNvSpPr/>
          <p:nvPr/>
        </p:nvSpPr>
        <p:spPr>
          <a:xfrm>
            <a:off x="6105240" y="5248080"/>
            <a:ext cx="5515560" cy="9720"/>
          </a:xfrm>
          <a:custGeom>
            <a:avLst/>
            <a:gdLst/>
            <a:ahLst/>
            <a:rect l="0" t="0" r="r" b="b"/>
            <a:pathLst>
              <a:path w="15321" h="27">
                <a:moveTo>
                  <a:pt x="15321" y="27"/>
                </a:moveTo>
                <a:lnTo>
                  <a:pt x="0" y="27"/>
                </a:lnTo>
                <a:lnTo>
                  <a:pt x="0" y="0"/>
                </a:lnTo>
                <a:lnTo>
                  <a:pt x="15321" y="0"/>
                </a:lnTo>
                <a:lnTo>
                  <a:pt x="15321" y="27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0" name=""/>
          <p:cNvSpPr/>
          <p:nvPr/>
        </p:nvSpPr>
        <p:spPr>
          <a:xfrm>
            <a:off x="11610720" y="5257440"/>
            <a:ext cx="10440" cy="381600"/>
          </a:xfrm>
          <a:custGeom>
            <a:avLst/>
            <a:gdLst/>
            <a:ahLst/>
            <a:rect l="0" t="0" r="r" b="b"/>
            <a:pathLst>
              <a:path w="29" h="1060">
                <a:moveTo>
                  <a:pt x="29" y="1060"/>
                </a:moveTo>
                <a:lnTo>
                  <a:pt x="0" y="1060"/>
                </a:lnTo>
                <a:lnTo>
                  <a:pt x="0" y="0"/>
                </a:lnTo>
                <a:lnTo>
                  <a:pt x="29" y="0"/>
                </a:lnTo>
                <a:lnTo>
                  <a:pt x="29" y="106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1" name=""/>
          <p:cNvSpPr/>
          <p:nvPr/>
        </p:nvSpPr>
        <p:spPr>
          <a:xfrm>
            <a:off x="571320" y="5638680"/>
            <a:ext cx="9720" cy="327600"/>
          </a:xfrm>
          <a:custGeom>
            <a:avLst/>
            <a:gdLst/>
            <a:ahLst/>
            <a:rect l="0" t="0" r="r" b="b"/>
            <a:pathLst>
              <a:path w="27" h="910">
                <a:moveTo>
                  <a:pt x="21" y="896"/>
                </a:moveTo>
                <a:cubicBezTo>
                  <a:pt x="7" y="863"/>
                  <a:pt x="0" y="830"/>
                  <a:pt x="0" y="795"/>
                </a:cubicBezTo>
                <a:lnTo>
                  <a:pt x="0" y="0"/>
                </a:lnTo>
                <a:lnTo>
                  <a:pt x="27" y="0"/>
                </a:lnTo>
                <a:lnTo>
                  <a:pt x="27" y="910"/>
                </a:lnTo>
                <a:cubicBezTo>
                  <a:pt x="25" y="905"/>
                  <a:pt x="23" y="901"/>
                  <a:pt x="21" y="896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2" name=""/>
          <p:cNvSpPr/>
          <p:nvPr/>
        </p:nvSpPr>
        <p:spPr>
          <a:xfrm>
            <a:off x="571320" y="5628960"/>
            <a:ext cx="5534280" cy="10080"/>
          </a:xfrm>
          <a:custGeom>
            <a:avLst/>
            <a:gdLst/>
            <a:ahLst/>
            <a:rect l="0" t="0" r="r" b="b"/>
            <a:pathLst>
              <a:path w="15373" h="28">
                <a:moveTo>
                  <a:pt x="0" y="0"/>
                </a:moveTo>
                <a:lnTo>
                  <a:pt x="15373" y="0"/>
                </a:lnTo>
                <a:lnTo>
                  <a:pt x="153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3" name=""/>
          <p:cNvSpPr/>
          <p:nvPr/>
        </p:nvSpPr>
        <p:spPr>
          <a:xfrm>
            <a:off x="6095880" y="5638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1059"/>
                </a:moveTo>
                <a:lnTo>
                  <a:pt x="0" y="0"/>
                </a:ln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4" name=""/>
          <p:cNvSpPr/>
          <p:nvPr/>
        </p:nvSpPr>
        <p:spPr>
          <a:xfrm>
            <a:off x="6105240" y="5628960"/>
            <a:ext cx="5515560" cy="10080"/>
          </a:xfrm>
          <a:custGeom>
            <a:avLst/>
            <a:gdLst/>
            <a:ahLst/>
            <a:rect l="0" t="0" r="r" b="b"/>
            <a:pathLst>
              <a:path w="15321" h="28">
                <a:moveTo>
                  <a:pt x="15321" y="28"/>
                </a:moveTo>
                <a:lnTo>
                  <a:pt x="0" y="28"/>
                </a:lnTo>
                <a:lnTo>
                  <a:pt x="0" y="0"/>
                </a:lnTo>
                <a:lnTo>
                  <a:pt x="15321" y="0"/>
                </a:lnTo>
                <a:lnTo>
                  <a:pt x="15321" y="28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5" name=""/>
          <p:cNvSpPr/>
          <p:nvPr/>
        </p:nvSpPr>
        <p:spPr>
          <a:xfrm>
            <a:off x="11610720" y="5638680"/>
            <a:ext cx="10440" cy="327600"/>
          </a:xfrm>
          <a:custGeom>
            <a:avLst/>
            <a:gdLst/>
            <a:ahLst/>
            <a:rect l="0" t="0" r="r" b="b"/>
            <a:pathLst>
              <a:path w="29" h="910">
                <a:moveTo>
                  <a:pt x="29" y="795"/>
                </a:moveTo>
                <a:cubicBezTo>
                  <a:pt x="29" y="830"/>
                  <a:pt x="21" y="863"/>
                  <a:pt x="8" y="896"/>
                </a:cubicBezTo>
                <a:cubicBezTo>
                  <a:pt x="6" y="901"/>
                  <a:pt x="3" y="905"/>
                  <a:pt x="0" y="910"/>
                </a:cubicBezTo>
                <a:lnTo>
                  <a:pt x="0" y="0"/>
                </a:lnTo>
                <a:lnTo>
                  <a:pt x="29" y="0"/>
                </a:lnTo>
                <a:lnTo>
                  <a:pt x="29" y="795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6" name=""/>
          <p:cNvSpPr/>
          <p:nvPr/>
        </p:nvSpPr>
        <p:spPr>
          <a:xfrm>
            <a:off x="595080" y="6114960"/>
            <a:ext cx="11025720" cy="743040"/>
          </a:xfrm>
          <a:custGeom>
            <a:avLst/>
            <a:gdLst/>
            <a:ahLst/>
            <a:rect l="0" t="0" r="r" b="b"/>
            <a:pathLst>
              <a:path w="30627" h="2064">
                <a:moveTo>
                  <a:pt x="0" y="2064"/>
                </a:moveTo>
                <a:lnTo>
                  <a:pt x="0" y="211"/>
                </a:lnTo>
                <a:cubicBezTo>
                  <a:pt x="0" y="198"/>
                  <a:pt x="1" y="184"/>
                  <a:pt x="3" y="170"/>
                </a:cubicBezTo>
                <a:cubicBezTo>
                  <a:pt x="5" y="156"/>
                  <a:pt x="8" y="143"/>
                  <a:pt x="11" y="130"/>
                </a:cubicBezTo>
                <a:cubicBezTo>
                  <a:pt x="15" y="118"/>
                  <a:pt x="19" y="105"/>
                  <a:pt x="25" y="94"/>
                </a:cubicBezTo>
                <a:cubicBezTo>
                  <a:pt x="30" y="82"/>
                  <a:pt x="36" y="72"/>
                  <a:pt x="43" y="62"/>
                </a:cubicBezTo>
                <a:cubicBezTo>
                  <a:pt x="50" y="52"/>
                  <a:pt x="57" y="43"/>
                  <a:pt x="65" y="35"/>
                </a:cubicBezTo>
                <a:cubicBezTo>
                  <a:pt x="73" y="28"/>
                  <a:pt x="81" y="21"/>
                  <a:pt x="90" y="16"/>
                </a:cubicBezTo>
                <a:cubicBezTo>
                  <a:pt x="99" y="11"/>
                  <a:pt x="108" y="7"/>
                  <a:pt x="117" y="4"/>
                </a:cubicBezTo>
                <a:cubicBezTo>
                  <a:pt x="127" y="1"/>
                  <a:pt x="136" y="0"/>
                  <a:pt x="146" y="0"/>
                </a:cubicBezTo>
                <a:lnTo>
                  <a:pt x="30415" y="0"/>
                </a:lnTo>
                <a:cubicBezTo>
                  <a:pt x="30429" y="0"/>
                  <a:pt x="30443" y="1"/>
                  <a:pt x="30456" y="4"/>
                </a:cubicBezTo>
                <a:cubicBezTo>
                  <a:pt x="30470" y="7"/>
                  <a:pt x="30483" y="11"/>
                  <a:pt x="30496" y="16"/>
                </a:cubicBezTo>
                <a:cubicBezTo>
                  <a:pt x="30509" y="21"/>
                  <a:pt x="30521" y="28"/>
                  <a:pt x="30533" y="35"/>
                </a:cubicBezTo>
                <a:cubicBezTo>
                  <a:pt x="30544" y="43"/>
                  <a:pt x="30555" y="52"/>
                  <a:pt x="30565" y="62"/>
                </a:cubicBezTo>
                <a:cubicBezTo>
                  <a:pt x="30574" y="72"/>
                  <a:pt x="30583" y="82"/>
                  <a:pt x="30591" y="94"/>
                </a:cubicBezTo>
                <a:cubicBezTo>
                  <a:pt x="30599" y="105"/>
                  <a:pt x="30605" y="118"/>
                  <a:pt x="30611" y="130"/>
                </a:cubicBezTo>
                <a:cubicBezTo>
                  <a:pt x="30616" y="143"/>
                  <a:pt x="30620" y="156"/>
                  <a:pt x="30623" y="170"/>
                </a:cubicBezTo>
                <a:cubicBezTo>
                  <a:pt x="30625" y="184"/>
                  <a:pt x="30627" y="198"/>
                  <a:pt x="30627" y="211"/>
                </a:cubicBezTo>
                <a:lnTo>
                  <a:pt x="30627" y="2064"/>
                </a:lnTo>
                <a:lnTo>
                  <a:pt x="0" y="2064"/>
                </a:ln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7" name=""/>
          <p:cNvSpPr/>
          <p:nvPr/>
        </p:nvSpPr>
        <p:spPr>
          <a:xfrm>
            <a:off x="571320" y="6114960"/>
            <a:ext cx="76680" cy="1695600"/>
          </a:xfrm>
          <a:custGeom>
            <a:avLst/>
            <a:gdLst/>
            <a:ahLst/>
            <a:rect l="0" t="0" r="r" b="b"/>
            <a:pathLst>
              <a:path w="213" h="4710">
                <a:moveTo>
                  <a:pt x="0" y="0"/>
                </a:moveTo>
                <a:lnTo>
                  <a:pt x="213" y="0"/>
                </a:lnTo>
                <a:lnTo>
                  <a:pt x="213" y="4710"/>
                </a:lnTo>
                <a:lnTo>
                  <a:pt x="0" y="4710"/>
                </a:lnTo>
                <a:lnTo>
                  <a:pt x="0" y="0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8" name=""/>
          <p:cNvSpPr/>
          <p:nvPr/>
        </p:nvSpPr>
        <p:spPr>
          <a:xfrm>
            <a:off x="630720" y="400680"/>
            <a:ext cx="357840" cy="397080"/>
          </a:xfrm>
          <a:custGeom>
            <a:avLst/>
            <a:gdLst/>
            <a:ahLst/>
            <a:rect l="0" t="0" r="r" b="b"/>
            <a:pathLst>
              <a:path w="994" h="1103">
                <a:moveTo>
                  <a:pt x="119" y="985"/>
                </a:moveTo>
                <a:cubicBezTo>
                  <a:pt x="81" y="941"/>
                  <a:pt x="52" y="891"/>
                  <a:pt x="31" y="837"/>
                </a:cubicBezTo>
                <a:cubicBezTo>
                  <a:pt x="11" y="782"/>
                  <a:pt x="0" y="724"/>
                  <a:pt x="0" y="662"/>
                </a:cubicBezTo>
                <a:cubicBezTo>
                  <a:pt x="0" y="524"/>
                  <a:pt x="49" y="407"/>
                  <a:pt x="145" y="311"/>
                </a:cubicBezTo>
                <a:cubicBezTo>
                  <a:pt x="242" y="215"/>
                  <a:pt x="359" y="167"/>
                  <a:pt x="496" y="167"/>
                </a:cubicBezTo>
                <a:cubicBezTo>
                  <a:pt x="506" y="167"/>
                  <a:pt x="515" y="167"/>
                  <a:pt x="525" y="167"/>
                </a:cubicBezTo>
                <a:cubicBezTo>
                  <a:pt x="534" y="168"/>
                  <a:pt x="543" y="169"/>
                  <a:pt x="550" y="169"/>
                </a:cubicBezTo>
                <a:lnTo>
                  <a:pt x="439" y="58"/>
                </a:lnTo>
                <a:lnTo>
                  <a:pt x="496" y="0"/>
                </a:lnTo>
                <a:lnTo>
                  <a:pt x="717" y="220"/>
                </a:lnTo>
                <a:lnTo>
                  <a:pt x="496" y="441"/>
                </a:lnTo>
                <a:lnTo>
                  <a:pt x="437" y="382"/>
                </a:lnTo>
                <a:lnTo>
                  <a:pt x="564" y="255"/>
                </a:lnTo>
                <a:cubicBezTo>
                  <a:pt x="554" y="253"/>
                  <a:pt x="542" y="252"/>
                  <a:pt x="528" y="251"/>
                </a:cubicBezTo>
                <a:cubicBezTo>
                  <a:pt x="514" y="250"/>
                  <a:pt x="504" y="249"/>
                  <a:pt x="496" y="249"/>
                </a:cubicBezTo>
                <a:cubicBezTo>
                  <a:pt x="382" y="249"/>
                  <a:pt x="284" y="289"/>
                  <a:pt x="204" y="369"/>
                </a:cubicBezTo>
                <a:cubicBezTo>
                  <a:pt x="123" y="449"/>
                  <a:pt x="83" y="548"/>
                  <a:pt x="83" y="662"/>
                </a:cubicBezTo>
                <a:cubicBezTo>
                  <a:pt x="83" y="709"/>
                  <a:pt x="91" y="756"/>
                  <a:pt x="106" y="803"/>
                </a:cubicBezTo>
                <a:cubicBezTo>
                  <a:pt x="122" y="850"/>
                  <a:pt x="146" y="891"/>
                  <a:pt x="178" y="926"/>
                </a:cubicBezTo>
                <a:lnTo>
                  <a:pt x="119" y="985"/>
                </a:lnTo>
                <a:moveTo>
                  <a:pt x="444" y="979"/>
                </a:moveTo>
                <a:cubicBezTo>
                  <a:pt x="444" y="960"/>
                  <a:pt x="437" y="940"/>
                  <a:pt x="423" y="920"/>
                </a:cubicBezTo>
                <a:cubicBezTo>
                  <a:pt x="410" y="900"/>
                  <a:pt x="395" y="879"/>
                  <a:pt x="379" y="858"/>
                </a:cubicBezTo>
                <a:cubicBezTo>
                  <a:pt x="363" y="837"/>
                  <a:pt x="348" y="815"/>
                  <a:pt x="334" y="791"/>
                </a:cubicBezTo>
                <a:cubicBezTo>
                  <a:pt x="320" y="768"/>
                  <a:pt x="313" y="743"/>
                  <a:pt x="313" y="718"/>
                </a:cubicBezTo>
                <a:cubicBezTo>
                  <a:pt x="313" y="667"/>
                  <a:pt x="331" y="624"/>
                  <a:pt x="367" y="588"/>
                </a:cubicBezTo>
                <a:cubicBezTo>
                  <a:pt x="403" y="552"/>
                  <a:pt x="446" y="533"/>
                  <a:pt x="496" y="533"/>
                </a:cubicBezTo>
                <a:cubicBezTo>
                  <a:pt x="547" y="533"/>
                  <a:pt x="590" y="552"/>
                  <a:pt x="626" y="588"/>
                </a:cubicBezTo>
                <a:cubicBezTo>
                  <a:pt x="662" y="624"/>
                  <a:pt x="680" y="667"/>
                  <a:pt x="680" y="718"/>
                </a:cubicBezTo>
                <a:cubicBezTo>
                  <a:pt x="680" y="743"/>
                  <a:pt x="673" y="768"/>
                  <a:pt x="659" y="791"/>
                </a:cubicBezTo>
                <a:cubicBezTo>
                  <a:pt x="645" y="815"/>
                  <a:pt x="630" y="837"/>
                  <a:pt x="614" y="858"/>
                </a:cubicBezTo>
                <a:cubicBezTo>
                  <a:pt x="598" y="879"/>
                  <a:pt x="583" y="900"/>
                  <a:pt x="569" y="920"/>
                </a:cubicBezTo>
                <a:cubicBezTo>
                  <a:pt x="556" y="940"/>
                  <a:pt x="549" y="960"/>
                  <a:pt x="549" y="979"/>
                </a:cubicBezTo>
                <a:lnTo>
                  <a:pt x="444" y="979"/>
                </a:lnTo>
                <a:moveTo>
                  <a:pt x="441" y="1103"/>
                </a:moveTo>
                <a:lnTo>
                  <a:pt x="441" y="1034"/>
                </a:lnTo>
                <a:lnTo>
                  <a:pt x="552" y="1034"/>
                </a:lnTo>
                <a:lnTo>
                  <a:pt x="552" y="1103"/>
                </a:lnTo>
                <a:lnTo>
                  <a:pt x="441" y="1103"/>
                </a:lnTo>
                <a:moveTo>
                  <a:pt x="875" y="985"/>
                </a:moveTo>
                <a:lnTo>
                  <a:pt x="817" y="927"/>
                </a:lnTo>
                <a:cubicBezTo>
                  <a:pt x="845" y="894"/>
                  <a:pt x="867" y="855"/>
                  <a:pt x="885" y="810"/>
                </a:cubicBezTo>
                <a:cubicBezTo>
                  <a:pt x="902" y="765"/>
                  <a:pt x="911" y="716"/>
                  <a:pt x="911" y="662"/>
                </a:cubicBezTo>
                <a:cubicBezTo>
                  <a:pt x="911" y="602"/>
                  <a:pt x="898" y="544"/>
                  <a:pt x="873" y="488"/>
                </a:cubicBezTo>
                <a:cubicBezTo>
                  <a:pt x="848" y="434"/>
                  <a:pt x="810" y="386"/>
                  <a:pt x="759" y="344"/>
                </a:cubicBezTo>
                <a:lnTo>
                  <a:pt x="820" y="284"/>
                </a:lnTo>
                <a:cubicBezTo>
                  <a:pt x="873" y="330"/>
                  <a:pt x="915" y="385"/>
                  <a:pt x="947" y="450"/>
                </a:cubicBezTo>
                <a:cubicBezTo>
                  <a:pt x="978" y="515"/>
                  <a:pt x="994" y="586"/>
                  <a:pt x="994" y="662"/>
                </a:cubicBezTo>
                <a:cubicBezTo>
                  <a:pt x="994" y="724"/>
                  <a:pt x="983" y="782"/>
                  <a:pt x="963" y="837"/>
                </a:cubicBezTo>
                <a:cubicBezTo>
                  <a:pt x="942" y="891"/>
                  <a:pt x="913" y="941"/>
                  <a:pt x="875" y="985"/>
                </a:cubicBez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9" name=""/>
          <p:cNvSpPr/>
          <p:nvPr/>
        </p:nvSpPr>
        <p:spPr>
          <a:xfrm>
            <a:off x="686160" y="1425600"/>
            <a:ext cx="62640" cy="39240"/>
          </a:xfrm>
          <a:custGeom>
            <a:avLst/>
            <a:gdLst/>
            <a:ahLst/>
            <a:rect l="0" t="0" r="r" b="b"/>
            <a:pathLst>
              <a:path w="174" h="109">
                <a:moveTo>
                  <a:pt x="174" y="30"/>
                </a:moveTo>
                <a:cubicBezTo>
                  <a:pt x="174" y="34"/>
                  <a:pt x="173" y="39"/>
                  <a:pt x="172" y="44"/>
                </a:cubicBezTo>
                <a:cubicBezTo>
                  <a:pt x="164" y="76"/>
                  <a:pt x="130" y="112"/>
                  <a:pt x="80" y="109"/>
                </a:cubicBezTo>
                <a:cubicBezTo>
                  <a:pt x="36" y="106"/>
                  <a:pt x="0" y="84"/>
                  <a:pt x="0" y="55"/>
                </a:cubicBezTo>
                <a:cubicBezTo>
                  <a:pt x="0" y="24"/>
                  <a:pt x="36" y="0"/>
                  <a:pt x="80" y="0"/>
                </a:cubicBezTo>
                <a:cubicBezTo>
                  <a:pt x="125" y="0"/>
                  <a:pt x="174" y="0"/>
                  <a:pt x="174" y="30"/>
                </a:cubicBezTo>
                <a:close/>
              </a:path>
            </a:pathLst>
          </a:custGeom>
          <a:solidFill>
            <a:srgbClr val="EA59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60" name=""/>
          <p:cNvSpPr/>
          <p:nvPr/>
        </p:nvSpPr>
        <p:spPr>
          <a:xfrm>
            <a:off x="668160" y="1427400"/>
            <a:ext cx="79920" cy="24840"/>
          </a:xfrm>
          <a:custGeom>
            <a:avLst/>
            <a:gdLst/>
            <a:ahLst/>
            <a:rect l="0" t="0" r="r" b="b"/>
            <a:pathLst>
              <a:path w="222" h="69">
                <a:moveTo>
                  <a:pt x="131" y="0"/>
                </a:moveTo>
                <a:cubicBezTo>
                  <a:pt x="107" y="0"/>
                  <a:pt x="53" y="6"/>
                  <a:pt x="40" y="6"/>
                </a:cubicBezTo>
                <a:cubicBezTo>
                  <a:pt x="17" y="6"/>
                  <a:pt x="0" y="21"/>
                  <a:pt x="0" y="38"/>
                </a:cubicBezTo>
                <a:cubicBezTo>
                  <a:pt x="0" y="46"/>
                  <a:pt x="4" y="54"/>
                  <a:pt x="10" y="59"/>
                </a:cubicBezTo>
                <a:cubicBezTo>
                  <a:pt x="10" y="59"/>
                  <a:pt x="26" y="74"/>
                  <a:pt x="53" y="67"/>
                </a:cubicBezTo>
                <a:cubicBezTo>
                  <a:pt x="65" y="64"/>
                  <a:pt x="83" y="41"/>
                  <a:pt x="117" y="37"/>
                </a:cubicBezTo>
                <a:cubicBezTo>
                  <a:pt x="133" y="35"/>
                  <a:pt x="165" y="48"/>
                  <a:pt x="219" y="48"/>
                </a:cubicBezTo>
                <a:cubicBezTo>
                  <a:pt x="222" y="43"/>
                  <a:pt x="222" y="40"/>
                  <a:pt x="222" y="40"/>
                </a:cubicBezTo>
                <a:cubicBezTo>
                  <a:pt x="222" y="9"/>
                  <a:pt x="175" y="0"/>
                  <a:pt x="131" y="0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61" name=""/>
          <p:cNvSpPr/>
          <p:nvPr/>
        </p:nvSpPr>
        <p:spPr>
          <a:xfrm>
            <a:off x="593280" y="1315800"/>
            <a:ext cx="183600" cy="131040"/>
          </a:xfrm>
          <a:custGeom>
            <a:avLst/>
            <a:gdLst/>
            <a:ahLst/>
            <a:rect l="0" t="0" r="r" b="b"/>
            <a:pathLst>
              <a:path w="510" h="364">
                <a:moveTo>
                  <a:pt x="429" y="350"/>
                </a:moveTo>
                <a:cubicBezTo>
                  <a:pt x="429" y="350"/>
                  <a:pt x="461" y="343"/>
                  <a:pt x="481" y="317"/>
                </a:cubicBezTo>
                <a:cubicBezTo>
                  <a:pt x="505" y="287"/>
                  <a:pt x="501" y="254"/>
                  <a:pt x="501" y="254"/>
                </a:cubicBezTo>
                <a:cubicBezTo>
                  <a:pt x="525" y="210"/>
                  <a:pt x="494" y="168"/>
                  <a:pt x="494" y="168"/>
                </a:cubicBezTo>
                <a:cubicBezTo>
                  <a:pt x="491" y="121"/>
                  <a:pt x="462" y="101"/>
                  <a:pt x="462" y="101"/>
                </a:cubicBezTo>
                <a:cubicBezTo>
                  <a:pt x="444" y="57"/>
                  <a:pt x="402" y="45"/>
                  <a:pt x="402" y="45"/>
                </a:cubicBezTo>
                <a:cubicBezTo>
                  <a:pt x="370" y="7"/>
                  <a:pt x="312" y="8"/>
                  <a:pt x="312" y="8"/>
                </a:cubicBezTo>
                <a:cubicBezTo>
                  <a:pt x="312" y="8"/>
                  <a:pt x="258" y="-11"/>
                  <a:pt x="184" y="11"/>
                </a:cubicBezTo>
                <a:cubicBezTo>
                  <a:pt x="172" y="15"/>
                  <a:pt x="130" y="23"/>
                  <a:pt x="100" y="41"/>
                </a:cubicBezTo>
                <a:cubicBezTo>
                  <a:pt x="5" y="99"/>
                  <a:pt x="-2" y="191"/>
                  <a:pt x="0" y="205"/>
                </a:cubicBezTo>
                <a:cubicBezTo>
                  <a:pt x="7" y="287"/>
                  <a:pt x="64" y="302"/>
                  <a:pt x="101" y="311"/>
                </a:cubicBezTo>
                <a:cubicBezTo>
                  <a:pt x="110" y="334"/>
                  <a:pt x="142" y="377"/>
                  <a:pt x="199" y="361"/>
                </a:cubicBezTo>
                <a:cubicBezTo>
                  <a:pt x="269" y="349"/>
                  <a:pt x="298" y="328"/>
                  <a:pt x="315" y="328"/>
                </a:cubicBezTo>
                <a:cubicBezTo>
                  <a:pt x="332" y="328"/>
                  <a:pt x="380" y="346"/>
                  <a:pt x="429" y="350"/>
                </a:cubicBezTo>
                <a:close/>
              </a:path>
            </a:pathLst>
          </a:custGeom>
          <a:solidFill>
            <a:srgbClr val="F4ABB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2" name=""/>
          <p:cNvSpPr/>
          <p:nvPr/>
        </p:nvSpPr>
        <p:spPr>
          <a:xfrm>
            <a:off x="603720" y="1328040"/>
            <a:ext cx="159480" cy="102600"/>
          </a:xfrm>
          <a:custGeom>
            <a:avLst/>
            <a:gdLst/>
            <a:ahLst/>
            <a:rect l="0" t="0" r="r" b="b"/>
            <a:pathLst>
              <a:path w="443" h="285">
                <a:moveTo>
                  <a:pt x="225" y="184"/>
                </a:moveTo>
                <a:cubicBezTo>
                  <a:pt x="259" y="165"/>
                  <a:pt x="277" y="167"/>
                  <a:pt x="294" y="169"/>
                </a:cubicBezTo>
                <a:cubicBezTo>
                  <a:pt x="299" y="169"/>
                  <a:pt x="304" y="170"/>
                  <a:pt x="310" y="170"/>
                </a:cubicBezTo>
                <a:cubicBezTo>
                  <a:pt x="339" y="169"/>
                  <a:pt x="363" y="157"/>
                  <a:pt x="373" y="144"/>
                </a:cubicBezTo>
                <a:cubicBezTo>
                  <a:pt x="376" y="141"/>
                  <a:pt x="375" y="136"/>
                  <a:pt x="372" y="133"/>
                </a:cubicBezTo>
                <a:cubicBezTo>
                  <a:pt x="369" y="131"/>
                  <a:pt x="365" y="131"/>
                  <a:pt x="362" y="134"/>
                </a:cubicBezTo>
                <a:cubicBezTo>
                  <a:pt x="354" y="143"/>
                  <a:pt x="334" y="154"/>
                  <a:pt x="310" y="155"/>
                </a:cubicBezTo>
                <a:cubicBezTo>
                  <a:pt x="304" y="155"/>
                  <a:pt x="300" y="154"/>
                  <a:pt x="295" y="154"/>
                </a:cubicBezTo>
                <a:cubicBezTo>
                  <a:pt x="278" y="152"/>
                  <a:pt x="256" y="150"/>
                  <a:pt x="218" y="171"/>
                </a:cubicBezTo>
                <a:cubicBezTo>
                  <a:pt x="208" y="176"/>
                  <a:pt x="194" y="178"/>
                  <a:pt x="180" y="180"/>
                </a:cubicBezTo>
                <a:cubicBezTo>
                  <a:pt x="148" y="132"/>
                  <a:pt x="167" y="91"/>
                  <a:pt x="173" y="82"/>
                </a:cubicBezTo>
                <a:lnTo>
                  <a:pt x="174" y="82"/>
                </a:lnTo>
                <a:cubicBezTo>
                  <a:pt x="180" y="82"/>
                  <a:pt x="186" y="81"/>
                  <a:pt x="191" y="78"/>
                </a:cubicBezTo>
                <a:cubicBezTo>
                  <a:pt x="195" y="76"/>
                  <a:pt x="196" y="71"/>
                  <a:pt x="194" y="68"/>
                </a:cubicBezTo>
                <a:cubicBezTo>
                  <a:pt x="192" y="64"/>
                  <a:pt x="188" y="63"/>
                  <a:pt x="184" y="65"/>
                </a:cubicBezTo>
                <a:cubicBezTo>
                  <a:pt x="175" y="70"/>
                  <a:pt x="162" y="67"/>
                  <a:pt x="157" y="58"/>
                </a:cubicBezTo>
                <a:cubicBezTo>
                  <a:pt x="154" y="54"/>
                  <a:pt x="150" y="53"/>
                  <a:pt x="146" y="56"/>
                </a:cubicBezTo>
                <a:cubicBezTo>
                  <a:pt x="143" y="58"/>
                  <a:pt x="142" y="62"/>
                  <a:pt x="144" y="66"/>
                </a:cubicBezTo>
                <a:cubicBezTo>
                  <a:pt x="148" y="71"/>
                  <a:pt x="153" y="75"/>
                  <a:pt x="158" y="78"/>
                </a:cubicBezTo>
                <a:cubicBezTo>
                  <a:pt x="150" y="94"/>
                  <a:pt x="136" y="135"/>
                  <a:pt x="164" y="181"/>
                </a:cubicBezTo>
                <a:cubicBezTo>
                  <a:pt x="144" y="183"/>
                  <a:pt x="125" y="186"/>
                  <a:pt x="109" y="196"/>
                </a:cubicBezTo>
                <a:cubicBezTo>
                  <a:pt x="100" y="202"/>
                  <a:pt x="89" y="211"/>
                  <a:pt x="82" y="222"/>
                </a:cubicBezTo>
                <a:cubicBezTo>
                  <a:pt x="73" y="221"/>
                  <a:pt x="39" y="212"/>
                  <a:pt x="33" y="175"/>
                </a:cubicBezTo>
                <a:cubicBezTo>
                  <a:pt x="36" y="172"/>
                  <a:pt x="39" y="168"/>
                  <a:pt x="41" y="163"/>
                </a:cubicBezTo>
                <a:cubicBezTo>
                  <a:pt x="43" y="160"/>
                  <a:pt x="41" y="155"/>
                  <a:pt x="37" y="154"/>
                </a:cubicBezTo>
                <a:cubicBezTo>
                  <a:pt x="33" y="152"/>
                  <a:pt x="29" y="154"/>
                  <a:pt x="28" y="158"/>
                </a:cubicBezTo>
                <a:cubicBezTo>
                  <a:pt x="26" y="161"/>
                  <a:pt x="24" y="164"/>
                  <a:pt x="21" y="165"/>
                </a:cubicBezTo>
                <a:cubicBezTo>
                  <a:pt x="18" y="166"/>
                  <a:pt x="15" y="165"/>
                  <a:pt x="11" y="164"/>
                </a:cubicBezTo>
                <a:cubicBezTo>
                  <a:pt x="8" y="162"/>
                  <a:pt x="3" y="163"/>
                  <a:pt x="1" y="167"/>
                </a:cubicBezTo>
                <a:cubicBezTo>
                  <a:pt x="-1" y="170"/>
                  <a:pt x="1" y="175"/>
                  <a:pt x="4" y="177"/>
                </a:cubicBezTo>
                <a:cubicBezTo>
                  <a:pt x="8" y="179"/>
                  <a:pt x="13" y="180"/>
                  <a:pt x="17" y="180"/>
                </a:cubicBezTo>
                <a:cubicBezTo>
                  <a:pt x="18" y="180"/>
                  <a:pt x="18" y="180"/>
                  <a:pt x="19" y="180"/>
                </a:cubicBezTo>
                <a:cubicBezTo>
                  <a:pt x="26" y="215"/>
                  <a:pt x="54" y="231"/>
                  <a:pt x="74" y="236"/>
                </a:cubicBezTo>
                <a:cubicBezTo>
                  <a:pt x="71" y="241"/>
                  <a:pt x="70" y="247"/>
                  <a:pt x="69" y="253"/>
                </a:cubicBezTo>
                <a:cubicBezTo>
                  <a:pt x="69" y="257"/>
                  <a:pt x="72" y="261"/>
                  <a:pt x="76" y="261"/>
                </a:cubicBezTo>
                <a:cubicBezTo>
                  <a:pt x="80" y="261"/>
                  <a:pt x="83" y="258"/>
                  <a:pt x="84" y="254"/>
                </a:cubicBezTo>
                <a:cubicBezTo>
                  <a:pt x="85" y="237"/>
                  <a:pt x="102" y="218"/>
                  <a:pt x="117" y="208"/>
                </a:cubicBezTo>
                <a:cubicBezTo>
                  <a:pt x="132" y="199"/>
                  <a:pt x="152" y="197"/>
                  <a:pt x="172" y="195"/>
                </a:cubicBezTo>
                <a:cubicBezTo>
                  <a:pt x="192" y="193"/>
                  <a:pt x="210" y="192"/>
                  <a:pt x="225" y="184"/>
                </a:cubicBezTo>
                <a:moveTo>
                  <a:pt x="415" y="162"/>
                </a:moveTo>
                <a:cubicBezTo>
                  <a:pt x="413" y="165"/>
                  <a:pt x="414" y="170"/>
                  <a:pt x="418" y="172"/>
                </a:cubicBezTo>
                <a:cubicBezTo>
                  <a:pt x="419" y="172"/>
                  <a:pt x="420" y="173"/>
                  <a:pt x="421" y="173"/>
                </a:cubicBezTo>
                <a:cubicBezTo>
                  <a:pt x="424" y="173"/>
                  <a:pt x="426" y="171"/>
                  <a:pt x="428" y="169"/>
                </a:cubicBezTo>
                <a:cubicBezTo>
                  <a:pt x="428" y="168"/>
                  <a:pt x="455" y="117"/>
                  <a:pt x="405" y="83"/>
                </a:cubicBezTo>
                <a:cubicBezTo>
                  <a:pt x="401" y="81"/>
                  <a:pt x="397" y="82"/>
                  <a:pt x="394" y="85"/>
                </a:cubicBezTo>
                <a:cubicBezTo>
                  <a:pt x="392" y="89"/>
                  <a:pt x="393" y="93"/>
                  <a:pt x="396" y="96"/>
                </a:cubicBezTo>
                <a:cubicBezTo>
                  <a:pt x="435" y="122"/>
                  <a:pt x="416" y="160"/>
                  <a:pt x="415" y="162"/>
                </a:cubicBezTo>
                <a:moveTo>
                  <a:pt x="115" y="39"/>
                </a:moveTo>
                <a:cubicBezTo>
                  <a:pt x="136" y="9"/>
                  <a:pt x="166" y="20"/>
                  <a:pt x="167" y="20"/>
                </a:cubicBezTo>
                <a:cubicBezTo>
                  <a:pt x="171" y="21"/>
                  <a:pt x="175" y="20"/>
                  <a:pt x="177" y="16"/>
                </a:cubicBezTo>
                <a:cubicBezTo>
                  <a:pt x="178" y="12"/>
                  <a:pt x="176" y="8"/>
                  <a:pt x="172" y="6"/>
                </a:cubicBezTo>
                <a:cubicBezTo>
                  <a:pt x="158" y="1"/>
                  <a:pt x="126" y="-1"/>
                  <a:pt x="103" y="31"/>
                </a:cubicBezTo>
                <a:cubicBezTo>
                  <a:pt x="101" y="34"/>
                  <a:pt x="101" y="38"/>
                  <a:pt x="105" y="41"/>
                </a:cubicBezTo>
                <a:cubicBezTo>
                  <a:pt x="106" y="42"/>
                  <a:pt x="108" y="42"/>
                  <a:pt x="109" y="42"/>
                </a:cubicBezTo>
                <a:cubicBezTo>
                  <a:pt x="111" y="42"/>
                  <a:pt x="114" y="41"/>
                  <a:pt x="115" y="39"/>
                </a:cubicBezTo>
                <a:moveTo>
                  <a:pt x="301" y="14"/>
                </a:moveTo>
                <a:cubicBezTo>
                  <a:pt x="335" y="12"/>
                  <a:pt x="350" y="35"/>
                  <a:pt x="350" y="37"/>
                </a:cubicBezTo>
                <a:cubicBezTo>
                  <a:pt x="352" y="39"/>
                  <a:pt x="354" y="40"/>
                  <a:pt x="357" y="40"/>
                </a:cubicBezTo>
                <a:cubicBezTo>
                  <a:pt x="358" y="40"/>
                  <a:pt x="359" y="40"/>
                  <a:pt x="361" y="39"/>
                </a:cubicBezTo>
                <a:cubicBezTo>
                  <a:pt x="364" y="37"/>
                  <a:pt x="365" y="33"/>
                  <a:pt x="363" y="29"/>
                </a:cubicBezTo>
                <a:cubicBezTo>
                  <a:pt x="362" y="28"/>
                  <a:pt x="343" y="-3"/>
                  <a:pt x="300" y="0"/>
                </a:cubicBezTo>
                <a:cubicBezTo>
                  <a:pt x="296" y="0"/>
                  <a:pt x="293" y="4"/>
                  <a:pt x="293" y="8"/>
                </a:cubicBezTo>
                <a:cubicBezTo>
                  <a:pt x="294" y="12"/>
                  <a:pt x="297" y="15"/>
                  <a:pt x="301" y="14"/>
                </a:cubicBezTo>
                <a:moveTo>
                  <a:pt x="437" y="230"/>
                </a:moveTo>
                <a:cubicBezTo>
                  <a:pt x="433" y="230"/>
                  <a:pt x="429" y="233"/>
                  <a:pt x="429" y="237"/>
                </a:cubicBezTo>
                <a:cubicBezTo>
                  <a:pt x="429" y="237"/>
                  <a:pt x="426" y="262"/>
                  <a:pt x="401" y="271"/>
                </a:cubicBezTo>
                <a:cubicBezTo>
                  <a:pt x="397" y="272"/>
                  <a:pt x="395" y="276"/>
                  <a:pt x="396" y="280"/>
                </a:cubicBezTo>
                <a:cubicBezTo>
                  <a:pt x="397" y="283"/>
                  <a:pt x="400" y="285"/>
                  <a:pt x="403" y="285"/>
                </a:cubicBezTo>
                <a:cubicBezTo>
                  <a:pt x="404" y="285"/>
                  <a:pt x="405" y="285"/>
                  <a:pt x="405" y="285"/>
                </a:cubicBezTo>
                <a:cubicBezTo>
                  <a:pt x="440" y="273"/>
                  <a:pt x="443" y="240"/>
                  <a:pt x="443" y="238"/>
                </a:cubicBezTo>
                <a:cubicBezTo>
                  <a:pt x="444" y="234"/>
                  <a:pt x="441" y="230"/>
                  <a:pt x="437" y="230"/>
                </a:cubicBezTo>
                <a:close/>
              </a:path>
            </a:pathLst>
          </a:custGeom>
          <a:solidFill>
            <a:srgbClr val="EA59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63" name=""/>
          <p:cNvSpPr/>
          <p:nvPr/>
        </p:nvSpPr>
        <p:spPr>
          <a:xfrm>
            <a:off x="627120" y="1329480"/>
            <a:ext cx="120600" cy="99720"/>
          </a:xfrm>
          <a:custGeom>
            <a:avLst/>
            <a:gdLst/>
            <a:ahLst/>
            <a:rect l="0" t="0" r="r" b="b"/>
            <a:pathLst>
              <a:path w="335" h="277">
                <a:moveTo>
                  <a:pt x="5" y="155"/>
                </a:moveTo>
                <a:cubicBezTo>
                  <a:pt x="4" y="159"/>
                  <a:pt x="6" y="163"/>
                  <a:pt x="10" y="164"/>
                </a:cubicBezTo>
                <a:cubicBezTo>
                  <a:pt x="11" y="164"/>
                  <a:pt x="11" y="164"/>
                  <a:pt x="12" y="164"/>
                </a:cubicBezTo>
                <a:cubicBezTo>
                  <a:pt x="15" y="164"/>
                  <a:pt x="18" y="162"/>
                  <a:pt x="19" y="159"/>
                </a:cubicBezTo>
                <a:cubicBezTo>
                  <a:pt x="22" y="148"/>
                  <a:pt x="33" y="141"/>
                  <a:pt x="43" y="144"/>
                </a:cubicBezTo>
                <a:cubicBezTo>
                  <a:pt x="47" y="144"/>
                  <a:pt x="51" y="142"/>
                  <a:pt x="52" y="138"/>
                </a:cubicBezTo>
                <a:cubicBezTo>
                  <a:pt x="53" y="134"/>
                  <a:pt x="50" y="130"/>
                  <a:pt x="46" y="129"/>
                </a:cubicBezTo>
                <a:cubicBezTo>
                  <a:pt x="40" y="128"/>
                  <a:pt x="34" y="129"/>
                  <a:pt x="28" y="131"/>
                </a:cubicBezTo>
                <a:cubicBezTo>
                  <a:pt x="11" y="101"/>
                  <a:pt x="14" y="72"/>
                  <a:pt x="14" y="72"/>
                </a:cubicBezTo>
                <a:cubicBezTo>
                  <a:pt x="15" y="68"/>
                  <a:pt x="12" y="64"/>
                  <a:pt x="8" y="64"/>
                </a:cubicBezTo>
                <a:cubicBezTo>
                  <a:pt x="4" y="63"/>
                  <a:pt x="0" y="66"/>
                  <a:pt x="0" y="70"/>
                </a:cubicBezTo>
                <a:cubicBezTo>
                  <a:pt x="0" y="71"/>
                  <a:pt x="-4" y="104"/>
                  <a:pt x="15" y="138"/>
                </a:cubicBezTo>
                <a:cubicBezTo>
                  <a:pt x="10" y="142"/>
                  <a:pt x="7" y="148"/>
                  <a:pt x="5" y="155"/>
                </a:cubicBezTo>
                <a:moveTo>
                  <a:pt x="170" y="118"/>
                </a:moveTo>
                <a:cubicBezTo>
                  <a:pt x="176" y="113"/>
                  <a:pt x="186" y="113"/>
                  <a:pt x="192" y="119"/>
                </a:cubicBezTo>
                <a:cubicBezTo>
                  <a:pt x="193" y="120"/>
                  <a:pt x="195" y="121"/>
                  <a:pt x="197" y="121"/>
                </a:cubicBezTo>
                <a:cubicBezTo>
                  <a:pt x="199" y="121"/>
                  <a:pt x="201" y="120"/>
                  <a:pt x="202" y="118"/>
                </a:cubicBezTo>
                <a:cubicBezTo>
                  <a:pt x="205" y="116"/>
                  <a:pt x="205" y="111"/>
                  <a:pt x="202" y="108"/>
                </a:cubicBezTo>
                <a:cubicBezTo>
                  <a:pt x="198" y="105"/>
                  <a:pt x="194" y="103"/>
                  <a:pt x="190" y="101"/>
                </a:cubicBezTo>
                <a:cubicBezTo>
                  <a:pt x="194" y="86"/>
                  <a:pt x="193" y="80"/>
                  <a:pt x="189" y="67"/>
                </a:cubicBezTo>
                <a:cubicBezTo>
                  <a:pt x="188" y="65"/>
                  <a:pt x="187" y="63"/>
                  <a:pt x="186" y="60"/>
                </a:cubicBezTo>
                <a:lnTo>
                  <a:pt x="186" y="58"/>
                </a:lnTo>
                <a:cubicBezTo>
                  <a:pt x="181" y="41"/>
                  <a:pt x="177" y="29"/>
                  <a:pt x="187" y="11"/>
                </a:cubicBezTo>
                <a:cubicBezTo>
                  <a:pt x="189" y="8"/>
                  <a:pt x="188" y="4"/>
                  <a:pt x="185" y="1"/>
                </a:cubicBezTo>
                <a:cubicBezTo>
                  <a:pt x="181" y="-1"/>
                  <a:pt x="177" y="0"/>
                  <a:pt x="175" y="4"/>
                </a:cubicBezTo>
                <a:cubicBezTo>
                  <a:pt x="161" y="27"/>
                  <a:pt x="166" y="44"/>
                  <a:pt x="172" y="63"/>
                </a:cubicBezTo>
                <a:lnTo>
                  <a:pt x="172" y="64"/>
                </a:lnTo>
                <a:cubicBezTo>
                  <a:pt x="173" y="67"/>
                  <a:pt x="174" y="70"/>
                  <a:pt x="175" y="72"/>
                </a:cubicBezTo>
                <a:cubicBezTo>
                  <a:pt x="178" y="83"/>
                  <a:pt x="179" y="87"/>
                  <a:pt x="175" y="100"/>
                </a:cubicBezTo>
                <a:cubicBezTo>
                  <a:pt x="170" y="101"/>
                  <a:pt x="164" y="104"/>
                  <a:pt x="160" y="108"/>
                </a:cubicBezTo>
                <a:cubicBezTo>
                  <a:pt x="157" y="110"/>
                  <a:pt x="157" y="115"/>
                  <a:pt x="160" y="118"/>
                </a:cubicBezTo>
                <a:cubicBezTo>
                  <a:pt x="163" y="121"/>
                  <a:pt x="167" y="121"/>
                  <a:pt x="170" y="118"/>
                </a:cubicBezTo>
                <a:moveTo>
                  <a:pt x="264" y="75"/>
                </a:moveTo>
                <a:cubicBezTo>
                  <a:pt x="268" y="75"/>
                  <a:pt x="272" y="74"/>
                  <a:pt x="276" y="72"/>
                </a:cubicBezTo>
                <a:cubicBezTo>
                  <a:pt x="280" y="70"/>
                  <a:pt x="282" y="66"/>
                  <a:pt x="280" y="62"/>
                </a:cubicBezTo>
                <a:cubicBezTo>
                  <a:pt x="278" y="58"/>
                  <a:pt x="274" y="57"/>
                  <a:pt x="270" y="58"/>
                </a:cubicBezTo>
                <a:cubicBezTo>
                  <a:pt x="263" y="62"/>
                  <a:pt x="254" y="59"/>
                  <a:pt x="250" y="52"/>
                </a:cubicBezTo>
                <a:cubicBezTo>
                  <a:pt x="248" y="48"/>
                  <a:pt x="243" y="47"/>
                  <a:pt x="240" y="49"/>
                </a:cubicBezTo>
                <a:cubicBezTo>
                  <a:pt x="236" y="51"/>
                  <a:pt x="235" y="55"/>
                  <a:pt x="237" y="59"/>
                </a:cubicBezTo>
                <a:cubicBezTo>
                  <a:pt x="240" y="64"/>
                  <a:pt x="243" y="68"/>
                  <a:pt x="248" y="70"/>
                </a:cubicBezTo>
                <a:cubicBezTo>
                  <a:pt x="240" y="89"/>
                  <a:pt x="245" y="110"/>
                  <a:pt x="248" y="121"/>
                </a:cubicBezTo>
                <a:cubicBezTo>
                  <a:pt x="249" y="124"/>
                  <a:pt x="252" y="126"/>
                  <a:pt x="255" y="126"/>
                </a:cubicBezTo>
                <a:cubicBezTo>
                  <a:pt x="256" y="126"/>
                  <a:pt x="257" y="125"/>
                  <a:pt x="258" y="125"/>
                </a:cubicBezTo>
                <a:cubicBezTo>
                  <a:pt x="261" y="124"/>
                  <a:pt x="264" y="120"/>
                  <a:pt x="262" y="116"/>
                </a:cubicBezTo>
                <a:cubicBezTo>
                  <a:pt x="260" y="109"/>
                  <a:pt x="255" y="90"/>
                  <a:pt x="262" y="74"/>
                </a:cubicBezTo>
                <a:cubicBezTo>
                  <a:pt x="263" y="74"/>
                  <a:pt x="263" y="75"/>
                  <a:pt x="264" y="75"/>
                </a:cubicBezTo>
                <a:moveTo>
                  <a:pt x="334" y="213"/>
                </a:moveTo>
                <a:cubicBezTo>
                  <a:pt x="334" y="209"/>
                  <a:pt x="331" y="206"/>
                  <a:pt x="326" y="206"/>
                </a:cubicBezTo>
                <a:cubicBezTo>
                  <a:pt x="312" y="207"/>
                  <a:pt x="299" y="196"/>
                  <a:pt x="298" y="181"/>
                </a:cubicBezTo>
                <a:cubicBezTo>
                  <a:pt x="298" y="177"/>
                  <a:pt x="294" y="174"/>
                  <a:pt x="290" y="174"/>
                </a:cubicBezTo>
                <a:cubicBezTo>
                  <a:pt x="286" y="175"/>
                  <a:pt x="283" y="178"/>
                  <a:pt x="283" y="182"/>
                </a:cubicBezTo>
                <a:cubicBezTo>
                  <a:pt x="284" y="191"/>
                  <a:pt x="287" y="199"/>
                  <a:pt x="292" y="205"/>
                </a:cubicBezTo>
                <a:cubicBezTo>
                  <a:pt x="280" y="219"/>
                  <a:pt x="265" y="223"/>
                  <a:pt x="256" y="224"/>
                </a:cubicBezTo>
                <a:cubicBezTo>
                  <a:pt x="249" y="225"/>
                  <a:pt x="242" y="224"/>
                  <a:pt x="234" y="223"/>
                </a:cubicBezTo>
                <a:cubicBezTo>
                  <a:pt x="227" y="222"/>
                  <a:pt x="219" y="221"/>
                  <a:pt x="209" y="222"/>
                </a:cubicBezTo>
                <a:cubicBezTo>
                  <a:pt x="209" y="218"/>
                  <a:pt x="208" y="211"/>
                  <a:pt x="205" y="206"/>
                </a:cubicBezTo>
                <a:cubicBezTo>
                  <a:pt x="203" y="203"/>
                  <a:pt x="198" y="202"/>
                  <a:pt x="195" y="204"/>
                </a:cubicBezTo>
                <a:cubicBezTo>
                  <a:pt x="191" y="206"/>
                  <a:pt x="190" y="211"/>
                  <a:pt x="192" y="214"/>
                </a:cubicBezTo>
                <a:cubicBezTo>
                  <a:pt x="194" y="217"/>
                  <a:pt x="195" y="222"/>
                  <a:pt x="195" y="225"/>
                </a:cubicBezTo>
                <a:cubicBezTo>
                  <a:pt x="187" y="227"/>
                  <a:pt x="181" y="231"/>
                  <a:pt x="175" y="235"/>
                </a:cubicBezTo>
                <a:cubicBezTo>
                  <a:pt x="165" y="242"/>
                  <a:pt x="156" y="247"/>
                  <a:pt x="144" y="244"/>
                </a:cubicBezTo>
                <a:cubicBezTo>
                  <a:pt x="133" y="242"/>
                  <a:pt x="122" y="241"/>
                  <a:pt x="113" y="243"/>
                </a:cubicBezTo>
                <a:cubicBezTo>
                  <a:pt x="111" y="239"/>
                  <a:pt x="109" y="235"/>
                  <a:pt x="105" y="231"/>
                </a:cubicBezTo>
                <a:cubicBezTo>
                  <a:pt x="102" y="228"/>
                  <a:pt x="98" y="229"/>
                  <a:pt x="95" y="232"/>
                </a:cubicBezTo>
                <a:cubicBezTo>
                  <a:pt x="91" y="234"/>
                  <a:pt x="91" y="239"/>
                  <a:pt x="95" y="242"/>
                </a:cubicBezTo>
                <a:cubicBezTo>
                  <a:pt x="96" y="243"/>
                  <a:pt x="97" y="245"/>
                  <a:pt x="98" y="247"/>
                </a:cubicBezTo>
                <a:cubicBezTo>
                  <a:pt x="81" y="253"/>
                  <a:pt x="73" y="264"/>
                  <a:pt x="72" y="265"/>
                </a:cubicBezTo>
                <a:cubicBezTo>
                  <a:pt x="70" y="268"/>
                  <a:pt x="71" y="273"/>
                  <a:pt x="74" y="275"/>
                </a:cubicBezTo>
                <a:cubicBezTo>
                  <a:pt x="75" y="276"/>
                  <a:pt x="77" y="277"/>
                  <a:pt x="78" y="277"/>
                </a:cubicBezTo>
                <a:cubicBezTo>
                  <a:pt x="81" y="277"/>
                  <a:pt x="83" y="275"/>
                  <a:pt x="84" y="274"/>
                </a:cubicBezTo>
                <a:cubicBezTo>
                  <a:pt x="84" y="273"/>
                  <a:pt x="92" y="263"/>
                  <a:pt x="109" y="258"/>
                </a:cubicBezTo>
                <a:cubicBezTo>
                  <a:pt x="118" y="256"/>
                  <a:pt x="129" y="256"/>
                  <a:pt x="141" y="259"/>
                </a:cubicBezTo>
                <a:cubicBezTo>
                  <a:pt x="144" y="260"/>
                  <a:pt x="147" y="260"/>
                  <a:pt x="150" y="260"/>
                </a:cubicBezTo>
                <a:cubicBezTo>
                  <a:pt x="151" y="263"/>
                  <a:pt x="152" y="267"/>
                  <a:pt x="152" y="268"/>
                </a:cubicBezTo>
                <a:cubicBezTo>
                  <a:pt x="152" y="272"/>
                  <a:pt x="155" y="275"/>
                  <a:pt x="159" y="275"/>
                </a:cubicBezTo>
                <a:lnTo>
                  <a:pt x="160" y="275"/>
                </a:lnTo>
                <a:cubicBezTo>
                  <a:pt x="164" y="275"/>
                  <a:pt x="167" y="272"/>
                  <a:pt x="167" y="267"/>
                </a:cubicBezTo>
                <a:cubicBezTo>
                  <a:pt x="167" y="267"/>
                  <a:pt x="166" y="262"/>
                  <a:pt x="165" y="257"/>
                </a:cubicBezTo>
                <a:cubicBezTo>
                  <a:pt x="172" y="255"/>
                  <a:pt x="177" y="251"/>
                  <a:pt x="183" y="247"/>
                </a:cubicBezTo>
                <a:cubicBezTo>
                  <a:pt x="191" y="242"/>
                  <a:pt x="199" y="237"/>
                  <a:pt x="210" y="236"/>
                </a:cubicBezTo>
                <a:cubicBezTo>
                  <a:pt x="218" y="236"/>
                  <a:pt x="226" y="237"/>
                  <a:pt x="233" y="238"/>
                </a:cubicBezTo>
                <a:cubicBezTo>
                  <a:pt x="240" y="239"/>
                  <a:pt x="246" y="239"/>
                  <a:pt x="254" y="239"/>
                </a:cubicBezTo>
                <a:cubicBezTo>
                  <a:pt x="255" y="242"/>
                  <a:pt x="255" y="247"/>
                  <a:pt x="255" y="249"/>
                </a:cubicBezTo>
                <a:cubicBezTo>
                  <a:pt x="254" y="253"/>
                  <a:pt x="257" y="257"/>
                  <a:pt x="261" y="257"/>
                </a:cubicBezTo>
                <a:cubicBezTo>
                  <a:pt x="262" y="257"/>
                  <a:pt x="262" y="257"/>
                  <a:pt x="262" y="257"/>
                </a:cubicBezTo>
                <a:cubicBezTo>
                  <a:pt x="266" y="257"/>
                  <a:pt x="269" y="255"/>
                  <a:pt x="270" y="251"/>
                </a:cubicBezTo>
                <a:cubicBezTo>
                  <a:pt x="270" y="250"/>
                  <a:pt x="270" y="243"/>
                  <a:pt x="269" y="237"/>
                </a:cubicBezTo>
                <a:cubicBezTo>
                  <a:pt x="279" y="234"/>
                  <a:pt x="292" y="228"/>
                  <a:pt x="303" y="215"/>
                </a:cubicBezTo>
                <a:cubicBezTo>
                  <a:pt x="309" y="219"/>
                  <a:pt x="317" y="221"/>
                  <a:pt x="325" y="221"/>
                </a:cubicBezTo>
                <a:cubicBezTo>
                  <a:pt x="326" y="221"/>
                  <a:pt x="327" y="221"/>
                  <a:pt x="327" y="221"/>
                </a:cubicBezTo>
                <a:cubicBezTo>
                  <a:pt x="332" y="221"/>
                  <a:pt x="335" y="217"/>
                  <a:pt x="334" y="213"/>
                </a:cubicBezTo>
                <a:close/>
              </a:path>
            </a:pathLst>
          </a:custGeom>
          <a:solidFill>
            <a:srgbClr val="EA59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1047600" y="529560"/>
            <a:ext cx="359172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Multi-Model Support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790560" y="1294560"/>
            <a:ext cx="21506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推論モデル（選択可能）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704880" y="1721160"/>
            <a:ext cx="512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モデル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6224760" y="172116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特徴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704880" y="2111040"/>
            <a:ext cx="1823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Gemini 3 Pro</a:t>
            </a:r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(High/Low)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6224760" y="2111040"/>
            <a:ext cx="23504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Google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最新。総合力‧論理的思考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704880" y="2491920"/>
            <a:ext cx="1149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Gemini 3 Flash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6224760" y="2491920"/>
            <a:ext cx="11314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高速レスポンス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704880" y="2882520"/>
            <a:ext cx="1401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Claude Sonnet 4.5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6224760" y="2882520"/>
            <a:ext cx="15066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文脈理解‧自然な文章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704880" y="3263400"/>
            <a:ext cx="1266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Claude Opus 4.5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6224760" y="3263400"/>
            <a:ext cx="19036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高精度（</a:t>
            </a:r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Thinking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モード）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704880" y="3644280"/>
            <a:ext cx="7279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GPT-OSS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7" name=""/>
          <p:cNvSpPr/>
          <p:nvPr/>
        </p:nvSpPr>
        <p:spPr>
          <a:xfrm>
            <a:off x="590400" y="4178880"/>
            <a:ext cx="190800" cy="163800"/>
          </a:xfrm>
          <a:custGeom>
            <a:avLst/>
            <a:gdLst/>
            <a:ahLst/>
            <a:rect l="0" t="0" r="r" b="b"/>
            <a:pathLst>
              <a:path w="530" h="455">
                <a:moveTo>
                  <a:pt x="265" y="0"/>
                </a:moveTo>
                <a:cubicBezTo>
                  <a:pt x="118" y="0"/>
                  <a:pt x="0" y="102"/>
                  <a:pt x="0" y="227"/>
                </a:cubicBezTo>
                <a:cubicBezTo>
                  <a:pt x="0" y="242"/>
                  <a:pt x="2" y="258"/>
                  <a:pt x="5" y="273"/>
                </a:cubicBezTo>
                <a:cubicBezTo>
                  <a:pt x="31" y="318"/>
                  <a:pt x="50" y="289"/>
                  <a:pt x="132" y="248"/>
                </a:cubicBezTo>
                <a:cubicBezTo>
                  <a:pt x="217" y="206"/>
                  <a:pt x="132" y="307"/>
                  <a:pt x="103" y="365"/>
                </a:cubicBezTo>
                <a:cubicBezTo>
                  <a:pt x="94" y="383"/>
                  <a:pt x="99" y="400"/>
                  <a:pt x="111" y="412"/>
                </a:cubicBezTo>
                <a:cubicBezTo>
                  <a:pt x="154" y="439"/>
                  <a:pt x="207" y="455"/>
                  <a:pt x="265" y="455"/>
                </a:cubicBezTo>
                <a:cubicBezTo>
                  <a:pt x="412" y="455"/>
                  <a:pt x="530" y="352"/>
                  <a:pt x="530" y="227"/>
                </a:cubicBezTo>
                <a:cubicBezTo>
                  <a:pt x="530" y="102"/>
                  <a:pt x="412" y="0"/>
                  <a:pt x="265" y="0"/>
                </a:cubicBezTo>
                <a:moveTo>
                  <a:pt x="307" y="359"/>
                </a:moveTo>
                <a:cubicBezTo>
                  <a:pt x="302" y="379"/>
                  <a:pt x="271" y="388"/>
                  <a:pt x="240" y="378"/>
                </a:cubicBezTo>
                <a:cubicBezTo>
                  <a:pt x="207" y="369"/>
                  <a:pt x="186" y="345"/>
                  <a:pt x="192" y="326"/>
                </a:cubicBezTo>
                <a:cubicBezTo>
                  <a:pt x="198" y="306"/>
                  <a:pt x="229" y="297"/>
                  <a:pt x="261" y="307"/>
                </a:cubicBezTo>
                <a:cubicBezTo>
                  <a:pt x="292" y="316"/>
                  <a:pt x="313" y="340"/>
                  <a:pt x="307" y="359"/>
                </a:cubicBezTo>
                <a:close/>
              </a:path>
            </a:pathLst>
          </a:custGeom>
          <a:solidFill>
            <a:srgbClr val="D99E8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8" name=""/>
          <p:cNvSpPr/>
          <p:nvPr/>
        </p:nvSpPr>
        <p:spPr>
          <a:xfrm>
            <a:off x="627480" y="4204440"/>
            <a:ext cx="32040" cy="32400"/>
          </a:xfrm>
          <a:custGeom>
            <a:avLst/>
            <a:gdLst/>
            <a:ahLst/>
            <a:rect l="0" t="0" r="r" b="b"/>
            <a:pathLst>
              <a:path w="89" h="90">
                <a:moveTo>
                  <a:pt x="89" y="44"/>
                </a:moveTo>
                <a:cubicBezTo>
                  <a:pt x="89" y="50"/>
                  <a:pt x="88" y="56"/>
                  <a:pt x="86" y="61"/>
                </a:cubicBezTo>
                <a:cubicBezTo>
                  <a:pt x="83" y="67"/>
                  <a:pt x="80" y="73"/>
                  <a:pt x="76" y="77"/>
                </a:cubicBezTo>
                <a:cubicBezTo>
                  <a:pt x="72" y="81"/>
                  <a:pt x="67" y="84"/>
                  <a:pt x="62" y="86"/>
                </a:cubicBezTo>
                <a:cubicBezTo>
                  <a:pt x="55" y="88"/>
                  <a:pt x="50" y="90"/>
                  <a:pt x="44" y="90"/>
                </a:cubicBezTo>
                <a:cubicBezTo>
                  <a:pt x="38" y="90"/>
                  <a:pt x="32" y="88"/>
                  <a:pt x="27" y="86"/>
                </a:cubicBezTo>
                <a:cubicBezTo>
                  <a:pt x="22" y="84"/>
                  <a:pt x="17" y="81"/>
                  <a:pt x="13" y="77"/>
                </a:cubicBezTo>
                <a:cubicBezTo>
                  <a:pt x="9" y="73"/>
                  <a:pt x="5" y="67"/>
                  <a:pt x="3" y="61"/>
                </a:cubicBezTo>
                <a:cubicBezTo>
                  <a:pt x="1" y="56"/>
                  <a:pt x="0" y="50"/>
                  <a:pt x="0" y="44"/>
                </a:cubicBezTo>
                <a:cubicBezTo>
                  <a:pt x="0" y="39"/>
                  <a:pt x="1" y="33"/>
                  <a:pt x="3" y="28"/>
                </a:cubicBezTo>
                <a:cubicBezTo>
                  <a:pt x="5" y="22"/>
                  <a:pt x="9" y="17"/>
                  <a:pt x="13" y="13"/>
                </a:cubicBezTo>
                <a:cubicBezTo>
                  <a:pt x="17" y="9"/>
                  <a:pt x="22" y="6"/>
                  <a:pt x="27" y="4"/>
                </a:cubicBezTo>
                <a:cubicBezTo>
                  <a:pt x="32" y="2"/>
                  <a:pt x="38" y="0"/>
                  <a:pt x="44" y="0"/>
                </a:cubicBezTo>
                <a:cubicBezTo>
                  <a:pt x="50" y="0"/>
                  <a:pt x="55" y="2"/>
                  <a:pt x="62" y="4"/>
                </a:cubicBezTo>
                <a:cubicBezTo>
                  <a:pt x="67" y="6"/>
                  <a:pt x="72" y="9"/>
                  <a:pt x="76" y="13"/>
                </a:cubicBezTo>
                <a:cubicBezTo>
                  <a:pt x="80" y="17"/>
                  <a:pt x="83" y="22"/>
                  <a:pt x="86" y="28"/>
                </a:cubicBezTo>
                <a:cubicBezTo>
                  <a:pt x="88" y="33"/>
                  <a:pt x="89" y="39"/>
                  <a:pt x="89" y="44"/>
                </a:cubicBezTo>
                <a:close/>
              </a:path>
            </a:pathLst>
          </a:custGeom>
          <a:solidFill>
            <a:srgbClr val="5C91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79" name=""/>
          <p:cNvSpPr/>
          <p:nvPr/>
        </p:nvSpPr>
        <p:spPr>
          <a:xfrm>
            <a:off x="680400" y="4194000"/>
            <a:ext cx="32040" cy="32040"/>
          </a:xfrm>
          <a:custGeom>
            <a:avLst/>
            <a:gdLst/>
            <a:ahLst/>
            <a:rect l="0" t="0" r="r" b="b"/>
            <a:pathLst>
              <a:path w="89" h="89">
                <a:moveTo>
                  <a:pt x="89" y="45"/>
                </a:moveTo>
                <a:cubicBezTo>
                  <a:pt x="89" y="51"/>
                  <a:pt x="88" y="57"/>
                  <a:pt x="86" y="62"/>
                </a:cubicBezTo>
                <a:cubicBezTo>
                  <a:pt x="83" y="67"/>
                  <a:pt x="80" y="72"/>
                  <a:pt x="76" y="76"/>
                </a:cubicBezTo>
                <a:cubicBezTo>
                  <a:pt x="72" y="80"/>
                  <a:pt x="67" y="84"/>
                  <a:pt x="62" y="86"/>
                </a:cubicBezTo>
                <a:cubicBezTo>
                  <a:pt x="56" y="88"/>
                  <a:pt x="51" y="89"/>
                  <a:pt x="45" y="89"/>
                </a:cubicBezTo>
                <a:cubicBezTo>
                  <a:pt x="39" y="89"/>
                  <a:pt x="33" y="88"/>
                  <a:pt x="28" y="86"/>
                </a:cubicBezTo>
                <a:cubicBezTo>
                  <a:pt x="23" y="84"/>
                  <a:pt x="18" y="80"/>
                  <a:pt x="14" y="76"/>
                </a:cubicBezTo>
                <a:cubicBezTo>
                  <a:pt x="10" y="72"/>
                  <a:pt x="6" y="67"/>
                  <a:pt x="4" y="62"/>
                </a:cubicBezTo>
                <a:cubicBezTo>
                  <a:pt x="1" y="57"/>
                  <a:pt x="0" y="51"/>
                  <a:pt x="0" y="45"/>
                </a:cubicBezTo>
                <a:cubicBezTo>
                  <a:pt x="0" y="39"/>
                  <a:pt x="1" y="34"/>
                  <a:pt x="4" y="28"/>
                </a:cubicBezTo>
                <a:cubicBezTo>
                  <a:pt x="6" y="23"/>
                  <a:pt x="10" y="18"/>
                  <a:pt x="14" y="14"/>
                </a:cubicBezTo>
                <a:cubicBezTo>
                  <a:pt x="18" y="9"/>
                  <a:pt x="23" y="6"/>
                  <a:pt x="28" y="3"/>
                </a:cubicBezTo>
                <a:cubicBezTo>
                  <a:pt x="33" y="1"/>
                  <a:pt x="39" y="0"/>
                  <a:pt x="45" y="0"/>
                </a:cubicBezTo>
                <a:cubicBezTo>
                  <a:pt x="51" y="0"/>
                  <a:pt x="56" y="1"/>
                  <a:pt x="62" y="3"/>
                </a:cubicBezTo>
                <a:cubicBezTo>
                  <a:pt x="67" y="6"/>
                  <a:pt x="72" y="9"/>
                  <a:pt x="76" y="14"/>
                </a:cubicBezTo>
                <a:cubicBezTo>
                  <a:pt x="80" y="18"/>
                  <a:pt x="83" y="23"/>
                  <a:pt x="86" y="28"/>
                </a:cubicBezTo>
                <a:cubicBezTo>
                  <a:pt x="88" y="34"/>
                  <a:pt x="89" y="39"/>
                  <a:pt x="89" y="45"/>
                </a:cubicBezTo>
                <a:close/>
              </a:path>
            </a:pathLst>
          </a:custGeom>
          <a:solidFill>
            <a:srgbClr val="2266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80" name=""/>
          <p:cNvSpPr/>
          <p:nvPr/>
        </p:nvSpPr>
        <p:spPr>
          <a:xfrm>
            <a:off x="727920" y="4225680"/>
            <a:ext cx="32040" cy="32040"/>
          </a:xfrm>
          <a:custGeom>
            <a:avLst/>
            <a:gdLst/>
            <a:ahLst/>
            <a:rect l="0" t="0" r="r" b="b"/>
            <a:pathLst>
              <a:path w="89" h="89">
                <a:moveTo>
                  <a:pt x="89" y="45"/>
                </a:moveTo>
                <a:cubicBezTo>
                  <a:pt x="89" y="51"/>
                  <a:pt x="88" y="57"/>
                  <a:pt x="86" y="62"/>
                </a:cubicBezTo>
                <a:cubicBezTo>
                  <a:pt x="84" y="68"/>
                  <a:pt x="81" y="72"/>
                  <a:pt x="76" y="76"/>
                </a:cubicBezTo>
                <a:cubicBezTo>
                  <a:pt x="72" y="81"/>
                  <a:pt x="67" y="84"/>
                  <a:pt x="62" y="86"/>
                </a:cubicBezTo>
                <a:cubicBezTo>
                  <a:pt x="57" y="88"/>
                  <a:pt x="51" y="89"/>
                  <a:pt x="44" y="89"/>
                </a:cubicBezTo>
                <a:cubicBezTo>
                  <a:pt x="38" y="89"/>
                  <a:pt x="33" y="88"/>
                  <a:pt x="27" y="86"/>
                </a:cubicBezTo>
                <a:cubicBezTo>
                  <a:pt x="22" y="84"/>
                  <a:pt x="17" y="81"/>
                  <a:pt x="13" y="76"/>
                </a:cubicBezTo>
                <a:cubicBezTo>
                  <a:pt x="9" y="72"/>
                  <a:pt x="6" y="68"/>
                  <a:pt x="3" y="62"/>
                </a:cubicBezTo>
                <a:cubicBezTo>
                  <a:pt x="1" y="57"/>
                  <a:pt x="0" y="51"/>
                  <a:pt x="0" y="45"/>
                </a:cubicBezTo>
                <a:cubicBezTo>
                  <a:pt x="0" y="39"/>
                  <a:pt x="1" y="34"/>
                  <a:pt x="3" y="28"/>
                </a:cubicBezTo>
                <a:cubicBezTo>
                  <a:pt x="6" y="23"/>
                  <a:pt x="9" y="18"/>
                  <a:pt x="13" y="14"/>
                </a:cubicBezTo>
                <a:cubicBezTo>
                  <a:pt x="17" y="9"/>
                  <a:pt x="22" y="6"/>
                  <a:pt x="27" y="4"/>
                </a:cubicBezTo>
                <a:cubicBezTo>
                  <a:pt x="33" y="1"/>
                  <a:pt x="38" y="0"/>
                  <a:pt x="44" y="0"/>
                </a:cubicBezTo>
                <a:cubicBezTo>
                  <a:pt x="51" y="0"/>
                  <a:pt x="57" y="1"/>
                  <a:pt x="62" y="4"/>
                </a:cubicBezTo>
                <a:cubicBezTo>
                  <a:pt x="67" y="6"/>
                  <a:pt x="72" y="9"/>
                  <a:pt x="76" y="14"/>
                </a:cubicBezTo>
                <a:cubicBezTo>
                  <a:pt x="81" y="18"/>
                  <a:pt x="84" y="23"/>
                  <a:pt x="86" y="28"/>
                </a:cubicBezTo>
                <a:cubicBezTo>
                  <a:pt x="88" y="34"/>
                  <a:pt x="89" y="39"/>
                  <a:pt x="89" y="45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81" name=""/>
          <p:cNvSpPr/>
          <p:nvPr/>
        </p:nvSpPr>
        <p:spPr>
          <a:xfrm>
            <a:off x="722520" y="4273200"/>
            <a:ext cx="32400" cy="32400"/>
          </a:xfrm>
          <a:custGeom>
            <a:avLst/>
            <a:gdLst/>
            <a:ahLst/>
            <a:rect l="0" t="0" r="r" b="b"/>
            <a:pathLst>
              <a:path w="90" h="90">
                <a:moveTo>
                  <a:pt x="90" y="45"/>
                </a:moveTo>
                <a:cubicBezTo>
                  <a:pt x="90" y="50"/>
                  <a:pt x="88" y="57"/>
                  <a:pt x="86" y="62"/>
                </a:cubicBezTo>
                <a:cubicBezTo>
                  <a:pt x="84" y="68"/>
                  <a:pt x="81" y="73"/>
                  <a:pt x="77" y="77"/>
                </a:cubicBezTo>
                <a:cubicBezTo>
                  <a:pt x="73" y="81"/>
                  <a:pt x="68" y="84"/>
                  <a:pt x="62" y="86"/>
                </a:cubicBezTo>
                <a:cubicBezTo>
                  <a:pt x="56" y="89"/>
                  <a:pt x="50" y="90"/>
                  <a:pt x="44" y="90"/>
                </a:cubicBezTo>
                <a:cubicBezTo>
                  <a:pt x="39" y="90"/>
                  <a:pt x="33" y="89"/>
                  <a:pt x="28" y="86"/>
                </a:cubicBezTo>
                <a:cubicBezTo>
                  <a:pt x="22" y="84"/>
                  <a:pt x="17" y="81"/>
                  <a:pt x="13" y="77"/>
                </a:cubicBezTo>
                <a:cubicBezTo>
                  <a:pt x="9" y="73"/>
                  <a:pt x="6" y="68"/>
                  <a:pt x="4" y="62"/>
                </a:cubicBezTo>
                <a:cubicBezTo>
                  <a:pt x="2" y="57"/>
                  <a:pt x="0" y="50"/>
                  <a:pt x="0" y="45"/>
                </a:cubicBezTo>
                <a:cubicBezTo>
                  <a:pt x="0" y="39"/>
                  <a:pt x="2" y="33"/>
                  <a:pt x="4" y="28"/>
                </a:cubicBezTo>
                <a:cubicBezTo>
                  <a:pt x="6" y="22"/>
                  <a:pt x="9" y="18"/>
                  <a:pt x="13" y="13"/>
                </a:cubicBezTo>
                <a:cubicBezTo>
                  <a:pt x="17" y="9"/>
                  <a:pt x="22" y="6"/>
                  <a:pt x="28" y="4"/>
                </a:cubicBezTo>
                <a:cubicBezTo>
                  <a:pt x="33" y="2"/>
                  <a:pt x="39" y="0"/>
                  <a:pt x="44" y="0"/>
                </a:cubicBezTo>
                <a:cubicBezTo>
                  <a:pt x="50" y="0"/>
                  <a:pt x="56" y="2"/>
                  <a:pt x="62" y="4"/>
                </a:cubicBezTo>
                <a:cubicBezTo>
                  <a:pt x="68" y="6"/>
                  <a:pt x="73" y="9"/>
                  <a:pt x="77" y="13"/>
                </a:cubicBezTo>
                <a:cubicBezTo>
                  <a:pt x="81" y="18"/>
                  <a:pt x="84" y="22"/>
                  <a:pt x="86" y="28"/>
                </a:cubicBezTo>
                <a:cubicBezTo>
                  <a:pt x="88" y="33"/>
                  <a:pt x="90" y="39"/>
                  <a:pt x="90" y="45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6224760" y="3644280"/>
            <a:ext cx="871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OpenAI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互換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790560" y="4161600"/>
            <a:ext cx="32936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バックグラウンドモデル（自動選択）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704880" y="4588200"/>
            <a:ext cx="512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モデル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6224760" y="458820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役割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704880" y="4987440"/>
            <a:ext cx="13471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Nano Banana Pro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6224760" y="4987440"/>
            <a:ext cx="1829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画像生成‧</a:t>
            </a:r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UI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モックアップ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704880" y="5368320"/>
            <a:ext cx="22629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Gemini 2.5 Pro UI Checkpoint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6224760" y="5368320"/>
            <a:ext cx="2622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Browser Subagent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（ブラウザ操作）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704880" y="5749560"/>
            <a:ext cx="1284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Gemini 2.5 Flash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1" name=""/>
          <p:cNvSpPr/>
          <p:nvPr/>
        </p:nvSpPr>
        <p:spPr>
          <a:xfrm>
            <a:off x="806040" y="6457320"/>
            <a:ext cx="178920" cy="243720"/>
          </a:xfrm>
          <a:custGeom>
            <a:avLst/>
            <a:gdLst/>
            <a:ahLst/>
            <a:rect l="0" t="0" r="r" b="b"/>
            <a:pathLst>
              <a:path w="497" h="677">
                <a:moveTo>
                  <a:pt x="200" y="658"/>
                </a:moveTo>
                <a:cubicBezTo>
                  <a:pt x="187" y="645"/>
                  <a:pt x="181" y="629"/>
                  <a:pt x="181" y="609"/>
                </a:cubicBezTo>
                <a:lnTo>
                  <a:pt x="315" y="609"/>
                </a:lnTo>
                <a:cubicBezTo>
                  <a:pt x="315" y="629"/>
                  <a:pt x="308" y="645"/>
                  <a:pt x="295" y="658"/>
                </a:cubicBezTo>
                <a:cubicBezTo>
                  <a:pt x="282" y="670"/>
                  <a:pt x="266" y="677"/>
                  <a:pt x="248" y="677"/>
                </a:cubicBezTo>
                <a:cubicBezTo>
                  <a:pt x="229" y="677"/>
                  <a:pt x="213" y="670"/>
                  <a:pt x="200" y="658"/>
                </a:cubicBezTo>
                <a:moveTo>
                  <a:pt x="114" y="558"/>
                </a:moveTo>
                <a:lnTo>
                  <a:pt x="114" y="508"/>
                </a:lnTo>
                <a:lnTo>
                  <a:pt x="382" y="508"/>
                </a:lnTo>
                <a:lnTo>
                  <a:pt x="382" y="558"/>
                </a:lnTo>
                <a:lnTo>
                  <a:pt x="114" y="558"/>
                </a:lnTo>
                <a:moveTo>
                  <a:pt x="118" y="458"/>
                </a:moveTo>
                <a:cubicBezTo>
                  <a:pt x="81" y="434"/>
                  <a:pt x="53" y="404"/>
                  <a:pt x="31" y="369"/>
                </a:cubicBezTo>
                <a:cubicBezTo>
                  <a:pt x="10" y="333"/>
                  <a:pt x="0" y="293"/>
                  <a:pt x="0" y="248"/>
                </a:cubicBezTo>
                <a:cubicBezTo>
                  <a:pt x="0" y="181"/>
                  <a:pt x="24" y="123"/>
                  <a:pt x="73" y="74"/>
                </a:cubicBezTo>
                <a:cubicBezTo>
                  <a:pt x="122" y="25"/>
                  <a:pt x="180" y="0"/>
                  <a:pt x="248" y="0"/>
                </a:cubicBezTo>
                <a:cubicBezTo>
                  <a:pt x="315" y="0"/>
                  <a:pt x="373" y="25"/>
                  <a:pt x="422" y="74"/>
                </a:cubicBezTo>
                <a:cubicBezTo>
                  <a:pt x="471" y="123"/>
                  <a:pt x="497" y="181"/>
                  <a:pt x="497" y="248"/>
                </a:cubicBezTo>
                <a:cubicBezTo>
                  <a:pt x="497" y="293"/>
                  <a:pt x="485" y="333"/>
                  <a:pt x="464" y="369"/>
                </a:cubicBezTo>
                <a:cubicBezTo>
                  <a:pt x="443" y="404"/>
                  <a:pt x="414" y="434"/>
                  <a:pt x="377" y="458"/>
                </a:cubicBezTo>
                <a:lnTo>
                  <a:pt x="118" y="458"/>
                </a:lnTo>
                <a:moveTo>
                  <a:pt x="136" y="408"/>
                </a:moveTo>
                <a:lnTo>
                  <a:pt x="360" y="408"/>
                </a:lnTo>
                <a:cubicBezTo>
                  <a:pt x="386" y="390"/>
                  <a:pt x="407" y="368"/>
                  <a:pt x="423" y="339"/>
                </a:cubicBezTo>
                <a:cubicBezTo>
                  <a:pt x="438" y="311"/>
                  <a:pt x="446" y="281"/>
                  <a:pt x="446" y="248"/>
                </a:cubicBezTo>
                <a:cubicBezTo>
                  <a:pt x="446" y="194"/>
                  <a:pt x="427" y="147"/>
                  <a:pt x="388" y="108"/>
                </a:cubicBezTo>
                <a:cubicBezTo>
                  <a:pt x="349" y="69"/>
                  <a:pt x="302" y="50"/>
                  <a:pt x="248" y="50"/>
                </a:cubicBezTo>
                <a:cubicBezTo>
                  <a:pt x="193" y="50"/>
                  <a:pt x="146" y="69"/>
                  <a:pt x="107" y="108"/>
                </a:cubicBezTo>
                <a:cubicBezTo>
                  <a:pt x="69" y="147"/>
                  <a:pt x="49" y="194"/>
                  <a:pt x="49" y="248"/>
                </a:cubicBezTo>
                <a:cubicBezTo>
                  <a:pt x="49" y="281"/>
                  <a:pt x="57" y="311"/>
                  <a:pt x="72" y="339"/>
                </a:cubicBezTo>
                <a:cubicBezTo>
                  <a:pt x="88" y="368"/>
                  <a:pt x="109" y="390"/>
                  <a:pt x="136" y="408"/>
                </a:cubicBez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6224760" y="5749560"/>
            <a:ext cx="2637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チェックポイント‧コンテキスト要約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1038240" y="6552360"/>
            <a:ext cx="27432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 実行モード（</a:t>
            </a:r>
            <a:r>
              <a:rPr lang="en-US" sz="15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Planning / Fast</a:t>
            </a:r>
            <a:r>
              <a:rPr lang="ja-JP" sz="15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8" name=""/>
          <p:cNvSpPr/>
          <p:nvPr/>
        </p:nvSpPr>
        <p:spPr>
          <a:xfrm>
            <a:off x="571320" y="192384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9" name=""/>
          <p:cNvSpPr/>
          <p:nvPr/>
        </p:nvSpPr>
        <p:spPr>
          <a:xfrm>
            <a:off x="580680" y="2114280"/>
            <a:ext cx="11030400" cy="3439080"/>
          </a:xfrm>
          <a:custGeom>
            <a:avLst/>
            <a:gdLst/>
            <a:ahLst/>
            <a:rect l="0" t="0" r="r" b="b"/>
            <a:pathLst>
              <a:path w="30640" h="9553">
                <a:moveTo>
                  <a:pt x="0" y="9262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5"/>
                  <a:pt x="50" y="130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10"/>
                  <a:pt x="30443" y="15"/>
                  <a:pt x="30461" y="22"/>
                </a:cubicBezTo>
                <a:cubicBezTo>
                  <a:pt x="30478" y="30"/>
                  <a:pt x="30495" y="39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4"/>
                  <a:pt x="30591" y="130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8"/>
                  <a:pt x="30631" y="216"/>
                  <a:pt x="30635" y="235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9262"/>
                </a:lnTo>
                <a:cubicBezTo>
                  <a:pt x="30640" y="9281"/>
                  <a:pt x="30638" y="9300"/>
                  <a:pt x="30635" y="9318"/>
                </a:cubicBezTo>
                <a:cubicBezTo>
                  <a:pt x="30631" y="9337"/>
                  <a:pt x="30625" y="9355"/>
                  <a:pt x="30618" y="9373"/>
                </a:cubicBezTo>
                <a:cubicBezTo>
                  <a:pt x="30611" y="9391"/>
                  <a:pt x="30602" y="9407"/>
                  <a:pt x="30591" y="9423"/>
                </a:cubicBezTo>
                <a:cubicBezTo>
                  <a:pt x="30581" y="9439"/>
                  <a:pt x="30568" y="9454"/>
                  <a:pt x="30555" y="9467"/>
                </a:cubicBezTo>
                <a:cubicBezTo>
                  <a:pt x="30541" y="9481"/>
                  <a:pt x="30527" y="9493"/>
                  <a:pt x="30511" y="9504"/>
                </a:cubicBezTo>
                <a:cubicBezTo>
                  <a:pt x="30495" y="9514"/>
                  <a:pt x="30478" y="9523"/>
                  <a:pt x="30461" y="9531"/>
                </a:cubicBezTo>
                <a:cubicBezTo>
                  <a:pt x="30443" y="9538"/>
                  <a:pt x="30425" y="9543"/>
                  <a:pt x="30406" y="9547"/>
                </a:cubicBezTo>
                <a:cubicBezTo>
                  <a:pt x="30387" y="9551"/>
                  <a:pt x="30368" y="9553"/>
                  <a:pt x="30349" y="9553"/>
                </a:cubicBezTo>
                <a:lnTo>
                  <a:pt x="291" y="9553"/>
                </a:lnTo>
                <a:cubicBezTo>
                  <a:pt x="272" y="9553"/>
                  <a:pt x="253" y="9551"/>
                  <a:pt x="235" y="9547"/>
                </a:cubicBezTo>
                <a:cubicBezTo>
                  <a:pt x="216" y="9543"/>
                  <a:pt x="198" y="9538"/>
                  <a:pt x="180" y="9531"/>
                </a:cubicBezTo>
                <a:cubicBezTo>
                  <a:pt x="162" y="9523"/>
                  <a:pt x="146" y="9514"/>
                  <a:pt x="130" y="9504"/>
                </a:cubicBezTo>
                <a:cubicBezTo>
                  <a:pt x="114" y="9493"/>
                  <a:pt x="99" y="9481"/>
                  <a:pt x="86" y="9467"/>
                </a:cubicBezTo>
                <a:cubicBezTo>
                  <a:pt x="72" y="9454"/>
                  <a:pt x="60" y="9439"/>
                  <a:pt x="50" y="9423"/>
                </a:cubicBezTo>
                <a:cubicBezTo>
                  <a:pt x="39" y="9407"/>
                  <a:pt x="30" y="9391"/>
                  <a:pt x="23" y="9373"/>
                </a:cubicBezTo>
                <a:cubicBezTo>
                  <a:pt x="15" y="9355"/>
                  <a:pt x="10" y="9337"/>
                  <a:pt x="6" y="9318"/>
                </a:cubicBezTo>
                <a:cubicBezTo>
                  <a:pt x="2" y="9300"/>
                  <a:pt x="0" y="9281"/>
                  <a:pt x="0" y="9262"/>
                </a:cubicBezTo>
                <a:close/>
              </a:path>
            </a:pathLst>
          </a:custGeom>
          <a:solidFill>
            <a:srgbClr val="D5C6E0">
              <a:alpha val="1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0" name=""/>
          <p:cNvSpPr/>
          <p:nvPr/>
        </p:nvSpPr>
        <p:spPr>
          <a:xfrm>
            <a:off x="580680" y="2114280"/>
            <a:ext cx="11030400" cy="3439080"/>
          </a:xfrm>
          <a:custGeom>
            <a:avLst/>
            <a:gdLst/>
            <a:ahLst/>
            <a:rect l="0" t="0" r="r" b="b"/>
            <a:pathLst>
              <a:path w="30640" h="9553">
                <a:moveTo>
                  <a:pt x="0" y="9262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5"/>
                  <a:pt x="50" y="130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10"/>
                  <a:pt x="30443" y="15"/>
                  <a:pt x="30461" y="22"/>
                </a:cubicBezTo>
                <a:cubicBezTo>
                  <a:pt x="30478" y="30"/>
                  <a:pt x="30495" y="39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4"/>
                  <a:pt x="30591" y="130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8"/>
                  <a:pt x="30631" y="216"/>
                  <a:pt x="30635" y="235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9262"/>
                </a:lnTo>
                <a:cubicBezTo>
                  <a:pt x="30640" y="9281"/>
                  <a:pt x="30638" y="9300"/>
                  <a:pt x="30635" y="9318"/>
                </a:cubicBezTo>
                <a:cubicBezTo>
                  <a:pt x="30631" y="9337"/>
                  <a:pt x="30625" y="9355"/>
                  <a:pt x="30618" y="9373"/>
                </a:cubicBezTo>
                <a:cubicBezTo>
                  <a:pt x="30611" y="9391"/>
                  <a:pt x="30602" y="9407"/>
                  <a:pt x="30591" y="9423"/>
                </a:cubicBezTo>
                <a:cubicBezTo>
                  <a:pt x="30581" y="9439"/>
                  <a:pt x="30568" y="9454"/>
                  <a:pt x="30555" y="9467"/>
                </a:cubicBezTo>
                <a:cubicBezTo>
                  <a:pt x="30541" y="9481"/>
                  <a:pt x="30527" y="9493"/>
                  <a:pt x="30511" y="9504"/>
                </a:cubicBezTo>
                <a:cubicBezTo>
                  <a:pt x="30495" y="9514"/>
                  <a:pt x="30478" y="9523"/>
                  <a:pt x="30461" y="9531"/>
                </a:cubicBezTo>
                <a:cubicBezTo>
                  <a:pt x="30443" y="9538"/>
                  <a:pt x="30425" y="9543"/>
                  <a:pt x="30406" y="9547"/>
                </a:cubicBezTo>
                <a:cubicBezTo>
                  <a:pt x="30387" y="9551"/>
                  <a:pt x="30368" y="9553"/>
                  <a:pt x="30349" y="9553"/>
                </a:cubicBezTo>
                <a:lnTo>
                  <a:pt x="291" y="9553"/>
                </a:lnTo>
                <a:cubicBezTo>
                  <a:pt x="272" y="9553"/>
                  <a:pt x="253" y="9551"/>
                  <a:pt x="235" y="9547"/>
                </a:cubicBezTo>
                <a:cubicBezTo>
                  <a:pt x="216" y="9543"/>
                  <a:pt x="198" y="9538"/>
                  <a:pt x="180" y="9531"/>
                </a:cubicBezTo>
                <a:cubicBezTo>
                  <a:pt x="162" y="9523"/>
                  <a:pt x="146" y="9514"/>
                  <a:pt x="130" y="9504"/>
                </a:cubicBezTo>
                <a:cubicBezTo>
                  <a:pt x="114" y="9493"/>
                  <a:pt x="99" y="9481"/>
                  <a:pt x="86" y="9467"/>
                </a:cubicBezTo>
                <a:cubicBezTo>
                  <a:pt x="72" y="9454"/>
                  <a:pt x="60" y="9439"/>
                  <a:pt x="50" y="9423"/>
                </a:cubicBezTo>
                <a:cubicBezTo>
                  <a:pt x="39" y="9407"/>
                  <a:pt x="30" y="9391"/>
                  <a:pt x="23" y="9373"/>
                </a:cubicBezTo>
                <a:cubicBezTo>
                  <a:pt x="15" y="9355"/>
                  <a:pt x="10" y="9337"/>
                  <a:pt x="6" y="9318"/>
                </a:cubicBezTo>
                <a:cubicBezTo>
                  <a:pt x="2" y="9300"/>
                  <a:pt x="0" y="9281"/>
                  <a:pt x="0" y="9262"/>
                </a:cubicBezTo>
                <a:close/>
              </a:path>
            </a:pathLst>
          </a:custGeom>
          <a:noFill/>
          <a:ln w="18720">
            <a:solidFill>
              <a:srgbClr val="D0C0E4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1" name=""/>
          <p:cNvSpPr/>
          <p:nvPr/>
        </p:nvSpPr>
        <p:spPr>
          <a:xfrm>
            <a:off x="566640" y="2825280"/>
            <a:ext cx="11058480" cy="942120"/>
          </a:xfrm>
          <a:custGeom>
            <a:avLst/>
            <a:gdLst/>
            <a:ahLst/>
            <a:rect l="0" t="0" r="r" b="b"/>
            <a:pathLst>
              <a:path w="30718" h="2617">
                <a:moveTo>
                  <a:pt x="622" y="803"/>
                </a:moveTo>
                <a:lnTo>
                  <a:pt x="622" y="1598"/>
                </a:lnTo>
                <a:cubicBezTo>
                  <a:pt x="622" y="1637"/>
                  <a:pt x="629" y="1674"/>
                  <a:pt x="644" y="1710"/>
                </a:cubicBezTo>
                <a:cubicBezTo>
                  <a:pt x="658" y="1745"/>
                  <a:pt x="679" y="1777"/>
                  <a:pt x="707" y="1804"/>
                </a:cubicBezTo>
                <a:cubicBezTo>
                  <a:pt x="734" y="1831"/>
                  <a:pt x="766" y="1852"/>
                  <a:pt x="801" y="1867"/>
                </a:cubicBezTo>
                <a:cubicBezTo>
                  <a:pt x="837" y="1882"/>
                  <a:pt x="874" y="1889"/>
                  <a:pt x="913" y="1889"/>
                </a:cubicBezTo>
                <a:lnTo>
                  <a:pt x="29806" y="1889"/>
                </a:lnTo>
                <a:cubicBezTo>
                  <a:pt x="29845" y="1889"/>
                  <a:pt x="29882" y="1882"/>
                  <a:pt x="29917" y="1867"/>
                </a:cubicBezTo>
                <a:cubicBezTo>
                  <a:pt x="29953" y="1852"/>
                  <a:pt x="29985" y="1831"/>
                  <a:pt x="30012" y="1804"/>
                </a:cubicBezTo>
                <a:cubicBezTo>
                  <a:pt x="30039" y="1777"/>
                  <a:pt x="30060" y="1745"/>
                  <a:pt x="30075" y="1710"/>
                </a:cubicBezTo>
                <a:cubicBezTo>
                  <a:pt x="30090" y="1674"/>
                  <a:pt x="30097" y="1637"/>
                  <a:pt x="30097" y="1598"/>
                </a:cubicBezTo>
                <a:lnTo>
                  <a:pt x="30097" y="803"/>
                </a:lnTo>
                <a:cubicBezTo>
                  <a:pt x="30097" y="765"/>
                  <a:pt x="30090" y="728"/>
                  <a:pt x="30075" y="692"/>
                </a:cubicBezTo>
                <a:cubicBezTo>
                  <a:pt x="30060" y="656"/>
                  <a:pt x="30039" y="625"/>
                  <a:pt x="30012" y="598"/>
                </a:cubicBezTo>
                <a:cubicBezTo>
                  <a:pt x="29985" y="570"/>
                  <a:pt x="29953" y="549"/>
                  <a:pt x="29917" y="534"/>
                </a:cubicBezTo>
                <a:cubicBezTo>
                  <a:pt x="29882" y="520"/>
                  <a:pt x="29845" y="512"/>
                  <a:pt x="29806" y="512"/>
                </a:cubicBezTo>
                <a:lnTo>
                  <a:pt x="913" y="512"/>
                </a:lnTo>
                <a:cubicBezTo>
                  <a:pt x="874" y="512"/>
                  <a:pt x="837" y="520"/>
                  <a:pt x="801" y="534"/>
                </a:cubicBezTo>
                <a:cubicBezTo>
                  <a:pt x="766" y="549"/>
                  <a:pt x="734" y="570"/>
                  <a:pt x="707" y="598"/>
                </a:cubicBezTo>
                <a:cubicBezTo>
                  <a:pt x="679" y="625"/>
                  <a:pt x="658" y="656"/>
                  <a:pt x="644" y="692"/>
                </a:cubicBezTo>
                <a:cubicBezTo>
                  <a:pt x="629" y="728"/>
                  <a:pt x="622" y="765"/>
                  <a:pt x="622" y="803"/>
                </a:cubicBezTo>
                <a:moveTo>
                  <a:pt x="0" y="0"/>
                </a:moveTo>
                <a:lnTo>
                  <a:pt x="30718" y="0"/>
                </a:lnTo>
                <a:lnTo>
                  <a:pt x="30718" y="2617"/>
                </a:lnTo>
                <a:lnTo>
                  <a:pt x="0" y="2617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02" name=""/>
          <p:cNvSpPr/>
          <p:nvPr/>
        </p:nvSpPr>
        <p:spPr>
          <a:xfrm>
            <a:off x="785520" y="3004920"/>
            <a:ext cx="10620720" cy="505080"/>
          </a:xfrm>
          <a:custGeom>
            <a:avLst/>
            <a:gdLst/>
            <a:ahLst/>
            <a:rect l="0" t="0" r="r" b="b"/>
            <a:pathLst>
              <a:path w="29502" h="1403">
                <a:moveTo>
                  <a:pt x="0" y="1099"/>
                </a:moveTo>
                <a:lnTo>
                  <a:pt x="0" y="304"/>
                </a:lnTo>
                <a:cubicBezTo>
                  <a:pt x="0" y="284"/>
                  <a:pt x="2" y="265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69"/>
                  <a:pt x="40" y="152"/>
                  <a:pt x="52" y="135"/>
                </a:cubicBezTo>
                <a:cubicBezTo>
                  <a:pt x="63" y="119"/>
                  <a:pt x="75" y="103"/>
                  <a:pt x="89" y="89"/>
                </a:cubicBezTo>
                <a:cubicBezTo>
                  <a:pt x="104" y="75"/>
                  <a:pt x="119" y="62"/>
                  <a:pt x="136" y="51"/>
                </a:cubicBezTo>
                <a:cubicBezTo>
                  <a:pt x="152" y="40"/>
                  <a:pt x="170" y="31"/>
                  <a:pt x="188" y="23"/>
                </a:cubicBezTo>
                <a:cubicBezTo>
                  <a:pt x="207" y="16"/>
                  <a:pt x="226" y="10"/>
                  <a:pt x="245" y="6"/>
                </a:cubicBezTo>
                <a:cubicBezTo>
                  <a:pt x="265" y="2"/>
                  <a:pt x="285" y="0"/>
                  <a:pt x="305" y="0"/>
                </a:cubicBezTo>
                <a:lnTo>
                  <a:pt x="29198" y="0"/>
                </a:lnTo>
                <a:cubicBezTo>
                  <a:pt x="29218" y="0"/>
                  <a:pt x="29238" y="2"/>
                  <a:pt x="29257" y="6"/>
                </a:cubicBezTo>
                <a:cubicBezTo>
                  <a:pt x="29277" y="10"/>
                  <a:pt x="29296" y="16"/>
                  <a:pt x="29315" y="23"/>
                </a:cubicBezTo>
                <a:cubicBezTo>
                  <a:pt x="29333" y="31"/>
                  <a:pt x="29351" y="40"/>
                  <a:pt x="29367" y="51"/>
                </a:cubicBezTo>
                <a:cubicBezTo>
                  <a:pt x="29384" y="62"/>
                  <a:pt x="29399" y="75"/>
                  <a:pt x="29413" y="89"/>
                </a:cubicBezTo>
                <a:cubicBezTo>
                  <a:pt x="29427" y="103"/>
                  <a:pt x="29440" y="119"/>
                  <a:pt x="29451" y="135"/>
                </a:cubicBezTo>
                <a:cubicBezTo>
                  <a:pt x="29462" y="152"/>
                  <a:pt x="29472" y="169"/>
                  <a:pt x="29479" y="188"/>
                </a:cubicBezTo>
                <a:cubicBezTo>
                  <a:pt x="29487" y="206"/>
                  <a:pt x="29493" y="225"/>
                  <a:pt x="29497" y="245"/>
                </a:cubicBezTo>
                <a:cubicBezTo>
                  <a:pt x="29500" y="265"/>
                  <a:pt x="29502" y="284"/>
                  <a:pt x="29502" y="304"/>
                </a:cubicBezTo>
                <a:lnTo>
                  <a:pt x="29502" y="1099"/>
                </a:lnTo>
                <a:cubicBezTo>
                  <a:pt x="29502" y="1119"/>
                  <a:pt x="29500" y="1139"/>
                  <a:pt x="29497" y="1158"/>
                </a:cubicBezTo>
                <a:cubicBezTo>
                  <a:pt x="29493" y="1178"/>
                  <a:pt x="29487" y="1197"/>
                  <a:pt x="29479" y="1216"/>
                </a:cubicBezTo>
                <a:cubicBezTo>
                  <a:pt x="29472" y="1234"/>
                  <a:pt x="29462" y="1252"/>
                  <a:pt x="29451" y="1268"/>
                </a:cubicBezTo>
                <a:cubicBezTo>
                  <a:pt x="29440" y="1285"/>
                  <a:pt x="29427" y="1300"/>
                  <a:pt x="29413" y="1314"/>
                </a:cubicBezTo>
                <a:cubicBezTo>
                  <a:pt x="29399" y="1328"/>
                  <a:pt x="29384" y="1341"/>
                  <a:pt x="29367" y="1352"/>
                </a:cubicBezTo>
                <a:cubicBezTo>
                  <a:pt x="29351" y="1363"/>
                  <a:pt x="29333" y="1373"/>
                  <a:pt x="29315" y="1380"/>
                </a:cubicBezTo>
                <a:cubicBezTo>
                  <a:pt x="29296" y="1388"/>
                  <a:pt x="29277" y="1394"/>
                  <a:pt x="29257" y="1398"/>
                </a:cubicBezTo>
                <a:cubicBezTo>
                  <a:pt x="29238" y="1401"/>
                  <a:pt x="29218" y="1403"/>
                  <a:pt x="29198" y="1403"/>
                </a:cubicBezTo>
                <a:lnTo>
                  <a:pt x="305" y="1403"/>
                </a:lnTo>
                <a:cubicBezTo>
                  <a:pt x="285" y="1403"/>
                  <a:pt x="265" y="1401"/>
                  <a:pt x="245" y="1398"/>
                </a:cubicBezTo>
                <a:cubicBezTo>
                  <a:pt x="226" y="1394"/>
                  <a:pt x="207" y="1388"/>
                  <a:pt x="188" y="1380"/>
                </a:cubicBezTo>
                <a:cubicBezTo>
                  <a:pt x="170" y="1373"/>
                  <a:pt x="152" y="1363"/>
                  <a:pt x="136" y="1352"/>
                </a:cubicBezTo>
                <a:cubicBezTo>
                  <a:pt x="119" y="1341"/>
                  <a:pt x="104" y="1328"/>
                  <a:pt x="89" y="1314"/>
                </a:cubicBezTo>
                <a:cubicBezTo>
                  <a:pt x="75" y="1300"/>
                  <a:pt x="63" y="1285"/>
                  <a:pt x="52" y="1268"/>
                </a:cubicBezTo>
                <a:cubicBezTo>
                  <a:pt x="40" y="1252"/>
                  <a:pt x="31" y="1234"/>
                  <a:pt x="23" y="1216"/>
                </a:cubicBezTo>
                <a:cubicBezTo>
                  <a:pt x="16" y="1197"/>
                  <a:pt x="10" y="1178"/>
                  <a:pt x="6" y="1158"/>
                </a:cubicBezTo>
                <a:cubicBezTo>
                  <a:pt x="2" y="1139"/>
                  <a:pt x="0" y="1119"/>
                  <a:pt x="0" y="1099"/>
                </a:cubicBezTo>
                <a:close/>
              </a:path>
            </a:pathLst>
          </a:custGeom>
          <a:solidFill>
            <a:srgbClr val="2D2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03" name=""/>
          <p:cNvSpPr/>
          <p:nvPr/>
        </p:nvSpPr>
        <p:spPr>
          <a:xfrm>
            <a:off x="785520" y="3004920"/>
            <a:ext cx="10620720" cy="505080"/>
          </a:xfrm>
          <a:custGeom>
            <a:avLst/>
            <a:gdLst/>
            <a:ahLst/>
            <a:rect l="0" t="0" r="r" b="b"/>
            <a:pathLst>
              <a:path w="29502" h="1403">
                <a:moveTo>
                  <a:pt x="0" y="1099"/>
                </a:moveTo>
                <a:lnTo>
                  <a:pt x="0" y="304"/>
                </a:lnTo>
                <a:cubicBezTo>
                  <a:pt x="0" y="284"/>
                  <a:pt x="2" y="265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69"/>
                  <a:pt x="40" y="152"/>
                  <a:pt x="52" y="135"/>
                </a:cubicBezTo>
                <a:cubicBezTo>
                  <a:pt x="63" y="119"/>
                  <a:pt x="75" y="103"/>
                  <a:pt x="89" y="89"/>
                </a:cubicBezTo>
                <a:cubicBezTo>
                  <a:pt x="104" y="75"/>
                  <a:pt x="119" y="62"/>
                  <a:pt x="136" y="51"/>
                </a:cubicBezTo>
                <a:cubicBezTo>
                  <a:pt x="152" y="40"/>
                  <a:pt x="170" y="31"/>
                  <a:pt x="188" y="23"/>
                </a:cubicBezTo>
                <a:cubicBezTo>
                  <a:pt x="207" y="16"/>
                  <a:pt x="226" y="10"/>
                  <a:pt x="245" y="6"/>
                </a:cubicBezTo>
                <a:cubicBezTo>
                  <a:pt x="265" y="2"/>
                  <a:pt x="285" y="0"/>
                  <a:pt x="305" y="0"/>
                </a:cubicBezTo>
                <a:lnTo>
                  <a:pt x="29198" y="0"/>
                </a:lnTo>
                <a:cubicBezTo>
                  <a:pt x="29218" y="0"/>
                  <a:pt x="29238" y="2"/>
                  <a:pt x="29257" y="6"/>
                </a:cubicBezTo>
                <a:cubicBezTo>
                  <a:pt x="29277" y="10"/>
                  <a:pt x="29296" y="16"/>
                  <a:pt x="29315" y="23"/>
                </a:cubicBezTo>
                <a:cubicBezTo>
                  <a:pt x="29333" y="31"/>
                  <a:pt x="29351" y="40"/>
                  <a:pt x="29367" y="51"/>
                </a:cubicBezTo>
                <a:cubicBezTo>
                  <a:pt x="29384" y="62"/>
                  <a:pt x="29399" y="75"/>
                  <a:pt x="29413" y="89"/>
                </a:cubicBezTo>
                <a:cubicBezTo>
                  <a:pt x="29427" y="103"/>
                  <a:pt x="29440" y="119"/>
                  <a:pt x="29451" y="135"/>
                </a:cubicBezTo>
                <a:cubicBezTo>
                  <a:pt x="29462" y="152"/>
                  <a:pt x="29472" y="169"/>
                  <a:pt x="29479" y="188"/>
                </a:cubicBezTo>
                <a:cubicBezTo>
                  <a:pt x="29487" y="206"/>
                  <a:pt x="29493" y="225"/>
                  <a:pt x="29497" y="245"/>
                </a:cubicBezTo>
                <a:cubicBezTo>
                  <a:pt x="29500" y="265"/>
                  <a:pt x="29502" y="284"/>
                  <a:pt x="29502" y="304"/>
                </a:cubicBezTo>
                <a:lnTo>
                  <a:pt x="29502" y="1099"/>
                </a:lnTo>
                <a:cubicBezTo>
                  <a:pt x="29502" y="1119"/>
                  <a:pt x="29500" y="1139"/>
                  <a:pt x="29497" y="1158"/>
                </a:cubicBezTo>
                <a:cubicBezTo>
                  <a:pt x="29493" y="1178"/>
                  <a:pt x="29487" y="1197"/>
                  <a:pt x="29479" y="1216"/>
                </a:cubicBezTo>
                <a:cubicBezTo>
                  <a:pt x="29472" y="1234"/>
                  <a:pt x="29462" y="1252"/>
                  <a:pt x="29451" y="1268"/>
                </a:cubicBezTo>
                <a:cubicBezTo>
                  <a:pt x="29440" y="1285"/>
                  <a:pt x="29427" y="1300"/>
                  <a:pt x="29413" y="1314"/>
                </a:cubicBezTo>
                <a:cubicBezTo>
                  <a:pt x="29399" y="1328"/>
                  <a:pt x="29384" y="1341"/>
                  <a:pt x="29367" y="1352"/>
                </a:cubicBezTo>
                <a:cubicBezTo>
                  <a:pt x="29351" y="1363"/>
                  <a:pt x="29333" y="1373"/>
                  <a:pt x="29315" y="1380"/>
                </a:cubicBezTo>
                <a:cubicBezTo>
                  <a:pt x="29296" y="1388"/>
                  <a:pt x="29277" y="1394"/>
                  <a:pt x="29257" y="1398"/>
                </a:cubicBezTo>
                <a:cubicBezTo>
                  <a:pt x="29238" y="1401"/>
                  <a:pt x="29218" y="1403"/>
                  <a:pt x="29198" y="1403"/>
                </a:cubicBezTo>
                <a:lnTo>
                  <a:pt x="305" y="1403"/>
                </a:lnTo>
                <a:cubicBezTo>
                  <a:pt x="285" y="1403"/>
                  <a:pt x="265" y="1401"/>
                  <a:pt x="245" y="1398"/>
                </a:cubicBezTo>
                <a:cubicBezTo>
                  <a:pt x="226" y="1394"/>
                  <a:pt x="207" y="1388"/>
                  <a:pt x="188" y="1380"/>
                </a:cubicBezTo>
                <a:cubicBezTo>
                  <a:pt x="170" y="1373"/>
                  <a:pt x="152" y="1363"/>
                  <a:pt x="136" y="1352"/>
                </a:cubicBezTo>
                <a:cubicBezTo>
                  <a:pt x="119" y="1341"/>
                  <a:pt x="104" y="1328"/>
                  <a:pt x="89" y="1314"/>
                </a:cubicBezTo>
                <a:cubicBezTo>
                  <a:pt x="75" y="1300"/>
                  <a:pt x="63" y="1285"/>
                  <a:pt x="52" y="1268"/>
                </a:cubicBezTo>
                <a:cubicBezTo>
                  <a:pt x="40" y="1252"/>
                  <a:pt x="31" y="1234"/>
                  <a:pt x="23" y="1216"/>
                </a:cubicBezTo>
                <a:cubicBezTo>
                  <a:pt x="16" y="1197"/>
                  <a:pt x="10" y="1178"/>
                  <a:pt x="6" y="1158"/>
                </a:cubicBezTo>
                <a:cubicBezTo>
                  <a:pt x="2" y="1139"/>
                  <a:pt x="0" y="1119"/>
                  <a:pt x="0" y="109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4" name=""/>
          <p:cNvSpPr/>
          <p:nvPr/>
        </p:nvSpPr>
        <p:spPr>
          <a:xfrm>
            <a:off x="630720" y="1354680"/>
            <a:ext cx="357840" cy="357480"/>
          </a:xfrm>
          <a:custGeom>
            <a:avLst/>
            <a:gdLst/>
            <a:ahLst/>
            <a:rect l="0" t="0" r="r" b="b"/>
            <a:pathLst>
              <a:path w="994" h="993">
                <a:moveTo>
                  <a:pt x="83" y="993"/>
                </a:moveTo>
                <a:cubicBezTo>
                  <a:pt x="61" y="993"/>
                  <a:pt x="42" y="985"/>
                  <a:pt x="25" y="969"/>
                </a:cubicBezTo>
                <a:cubicBezTo>
                  <a:pt x="9" y="952"/>
                  <a:pt x="0" y="933"/>
                  <a:pt x="0" y="911"/>
                </a:cubicBezTo>
                <a:lnTo>
                  <a:pt x="0" y="83"/>
                </a:lnTo>
                <a:cubicBezTo>
                  <a:pt x="0" y="61"/>
                  <a:pt x="9" y="42"/>
                  <a:pt x="25" y="25"/>
                </a:cubicBezTo>
                <a:cubicBezTo>
                  <a:pt x="42" y="8"/>
                  <a:pt x="61" y="0"/>
                  <a:pt x="83" y="0"/>
                </a:cubicBezTo>
                <a:lnTo>
                  <a:pt x="911" y="0"/>
                </a:lnTo>
                <a:cubicBezTo>
                  <a:pt x="933" y="0"/>
                  <a:pt x="952" y="8"/>
                  <a:pt x="969" y="25"/>
                </a:cubicBezTo>
                <a:cubicBezTo>
                  <a:pt x="985" y="42"/>
                  <a:pt x="994" y="61"/>
                  <a:pt x="994" y="83"/>
                </a:cubicBezTo>
                <a:lnTo>
                  <a:pt x="994" y="911"/>
                </a:lnTo>
                <a:cubicBezTo>
                  <a:pt x="994" y="933"/>
                  <a:pt x="985" y="952"/>
                  <a:pt x="969" y="969"/>
                </a:cubicBezTo>
                <a:cubicBezTo>
                  <a:pt x="952" y="985"/>
                  <a:pt x="933" y="993"/>
                  <a:pt x="911" y="993"/>
                </a:cubicBezTo>
                <a:lnTo>
                  <a:pt x="83" y="993"/>
                </a:lnTo>
                <a:moveTo>
                  <a:pt x="83" y="911"/>
                </a:moveTo>
                <a:lnTo>
                  <a:pt x="911" y="911"/>
                </a:lnTo>
                <a:lnTo>
                  <a:pt x="911" y="83"/>
                </a:lnTo>
                <a:lnTo>
                  <a:pt x="83" y="83"/>
                </a:lnTo>
                <a:lnTo>
                  <a:pt x="83" y="911"/>
                </a:lnTo>
                <a:moveTo>
                  <a:pt x="160" y="777"/>
                </a:moveTo>
                <a:lnTo>
                  <a:pt x="835" y="777"/>
                </a:lnTo>
                <a:lnTo>
                  <a:pt x="632" y="506"/>
                </a:lnTo>
                <a:lnTo>
                  <a:pt x="450" y="743"/>
                </a:lnTo>
                <a:lnTo>
                  <a:pt x="321" y="567"/>
                </a:lnTo>
                <a:lnTo>
                  <a:pt x="160" y="777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5" name=""/>
          <p:cNvSpPr/>
          <p:nvPr/>
        </p:nvSpPr>
        <p:spPr>
          <a:xfrm>
            <a:off x="814680" y="2550240"/>
            <a:ext cx="282240" cy="272880"/>
          </a:xfrm>
          <a:custGeom>
            <a:avLst/>
            <a:gdLst/>
            <a:ahLst/>
            <a:rect l="0" t="0" r="r" b="b"/>
            <a:pathLst>
              <a:path w="784" h="758">
                <a:moveTo>
                  <a:pt x="131" y="758"/>
                </a:moveTo>
                <a:cubicBezTo>
                  <a:pt x="108" y="758"/>
                  <a:pt x="84" y="754"/>
                  <a:pt x="61" y="746"/>
                </a:cubicBezTo>
                <a:cubicBezTo>
                  <a:pt x="38" y="738"/>
                  <a:pt x="18" y="725"/>
                  <a:pt x="0" y="707"/>
                </a:cubicBezTo>
                <a:cubicBezTo>
                  <a:pt x="25" y="698"/>
                  <a:pt x="42" y="686"/>
                  <a:pt x="53" y="670"/>
                </a:cubicBezTo>
                <a:cubicBezTo>
                  <a:pt x="63" y="654"/>
                  <a:pt x="68" y="632"/>
                  <a:pt x="68" y="605"/>
                </a:cubicBezTo>
                <a:cubicBezTo>
                  <a:pt x="68" y="574"/>
                  <a:pt x="79" y="549"/>
                  <a:pt x="101" y="527"/>
                </a:cubicBezTo>
                <a:cubicBezTo>
                  <a:pt x="122" y="506"/>
                  <a:pt x="148" y="495"/>
                  <a:pt x="179" y="495"/>
                </a:cubicBezTo>
                <a:cubicBezTo>
                  <a:pt x="209" y="495"/>
                  <a:pt x="235" y="506"/>
                  <a:pt x="256" y="527"/>
                </a:cubicBezTo>
                <a:cubicBezTo>
                  <a:pt x="278" y="549"/>
                  <a:pt x="288" y="574"/>
                  <a:pt x="288" y="605"/>
                </a:cubicBezTo>
                <a:cubicBezTo>
                  <a:pt x="288" y="650"/>
                  <a:pt x="273" y="686"/>
                  <a:pt x="243" y="715"/>
                </a:cubicBezTo>
                <a:cubicBezTo>
                  <a:pt x="212" y="744"/>
                  <a:pt x="175" y="758"/>
                  <a:pt x="131" y="758"/>
                </a:cubicBezTo>
                <a:moveTo>
                  <a:pt x="131" y="695"/>
                </a:moveTo>
                <a:cubicBezTo>
                  <a:pt x="156" y="695"/>
                  <a:pt x="178" y="686"/>
                  <a:pt x="197" y="669"/>
                </a:cubicBezTo>
                <a:cubicBezTo>
                  <a:pt x="216" y="651"/>
                  <a:pt x="226" y="630"/>
                  <a:pt x="226" y="605"/>
                </a:cubicBezTo>
                <a:cubicBezTo>
                  <a:pt x="226" y="591"/>
                  <a:pt x="221" y="580"/>
                  <a:pt x="212" y="571"/>
                </a:cubicBezTo>
                <a:cubicBezTo>
                  <a:pt x="204" y="562"/>
                  <a:pt x="192" y="558"/>
                  <a:pt x="178" y="558"/>
                </a:cubicBezTo>
                <a:cubicBezTo>
                  <a:pt x="164" y="558"/>
                  <a:pt x="153" y="562"/>
                  <a:pt x="144" y="571"/>
                </a:cubicBezTo>
                <a:cubicBezTo>
                  <a:pt x="136" y="580"/>
                  <a:pt x="131" y="591"/>
                  <a:pt x="131" y="605"/>
                </a:cubicBezTo>
                <a:cubicBezTo>
                  <a:pt x="131" y="632"/>
                  <a:pt x="128" y="652"/>
                  <a:pt x="122" y="665"/>
                </a:cubicBezTo>
                <a:cubicBezTo>
                  <a:pt x="116" y="678"/>
                  <a:pt x="105" y="686"/>
                  <a:pt x="89" y="689"/>
                </a:cubicBezTo>
                <a:cubicBezTo>
                  <a:pt x="94" y="689"/>
                  <a:pt x="101" y="691"/>
                  <a:pt x="110" y="692"/>
                </a:cubicBezTo>
                <a:cubicBezTo>
                  <a:pt x="120" y="694"/>
                  <a:pt x="127" y="695"/>
                  <a:pt x="131" y="695"/>
                </a:cubicBezTo>
                <a:moveTo>
                  <a:pt x="372" y="510"/>
                </a:moveTo>
                <a:lnTo>
                  <a:pt x="278" y="410"/>
                </a:lnTo>
                <a:lnTo>
                  <a:pt x="673" y="15"/>
                </a:lnTo>
                <a:cubicBezTo>
                  <a:pt x="682" y="6"/>
                  <a:pt x="693" y="1"/>
                  <a:pt x="705" y="0"/>
                </a:cubicBezTo>
                <a:cubicBezTo>
                  <a:pt x="717" y="0"/>
                  <a:pt x="728" y="5"/>
                  <a:pt x="739" y="15"/>
                </a:cubicBezTo>
                <a:lnTo>
                  <a:pt x="769" y="46"/>
                </a:lnTo>
                <a:cubicBezTo>
                  <a:pt x="779" y="56"/>
                  <a:pt x="785" y="68"/>
                  <a:pt x="784" y="80"/>
                </a:cubicBezTo>
                <a:cubicBezTo>
                  <a:pt x="784" y="92"/>
                  <a:pt x="779" y="104"/>
                  <a:pt x="769" y="114"/>
                </a:cubicBezTo>
                <a:lnTo>
                  <a:pt x="372" y="510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1047600" y="1443960"/>
            <a:ext cx="493740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Nano Banana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（画像生成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）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1143000" y="2694600"/>
            <a:ext cx="34840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エンジニアがデザイン素材を即座に用意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961920" y="3184560"/>
            <a:ext cx="304884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「このヘッダーに合う背景画像を生成して（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4010040" y="3187800"/>
            <a:ext cx="100656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Nano Banana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5015880" y="3184560"/>
            <a:ext cx="30564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）」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5991120" y="3677400"/>
            <a:ext cx="2095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2" name=""/>
          <p:cNvSpPr/>
          <p:nvPr/>
        </p:nvSpPr>
        <p:spPr>
          <a:xfrm>
            <a:off x="2657160" y="4066920"/>
            <a:ext cx="1562760" cy="257760"/>
          </a:xfrm>
          <a:custGeom>
            <a:avLst/>
            <a:gdLst/>
            <a:ahLst/>
            <a:rect l="0" t="0" r="r" b="b"/>
            <a:pathLst>
              <a:path w="4341" h="716">
                <a:moveTo>
                  <a:pt x="0" y="55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182" y="0"/>
                </a:lnTo>
                <a:cubicBezTo>
                  <a:pt x="4192" y="0"/>
                  <a:pt x="4203" y="1"/>
                  <a:pt x="4213" y="3"/>
                </a:cubicBezTo>
                <a:cubicBezTo>
                  <a:pt x="4223" y="5"/>
                  <a:pt x="4233" y="8"/>
                  <a:pt x="4243" y="12"/>
                </a:cubicBezTo>
                <a:cubicBezTo>
                  <a:pt x="4252" y="16"/>
                  <a:pt x="4261" y="21"/>
                  <a:pt x="4270" y="27"/>
                </a:cubicBezTo>
                <a:cubicBezTo>
                  <a:pt x="4279" y="33"/>
                  <a:pt x="4287" y="39"/>
                  <a:pt x="4294" y="47"/>
                </a:cubicBezTo>
                <a:cubicBezTo>
                  <a:pt x="4301" y="54"/>
                  <a:pt x="4308" y="62"/>
                  <a:pt x="4314" y="71"/>
                </a:cubicBezTo>
                <a:cubicBezTo>
                  <a:pt x="4320" y="79"/>
                  <a:pt x="4324" y="89"/>
                  <a:pt x="4328" y="98"/>
                </a:cubicBezTo>
                <a:cubicBezTo>
                  <a:pt x="4332" y="108"/>
                  <a:pt x="4335" y="118"/>
                  <a:pt x="4337" y="128"/>
                </a:cubicBezTo>
                <a:cubicBezTo>
                  <a:pt x="4340" y="138"/>
                  <a:pt x="4341" y="149"/>
                  <a:pt x="4341" y="159"/>
                </a:cubicBezTo>
                <a:lnTo>
                  <a:pt x="4341" y="557"/>
                </a:lnTo>
                <a:cubicBezTo>
                  <a:pt x="4341" y="567"/>
                  <a:pt x="4340" y="578"/>
                  <a:pt x="4337" y="588"/>
                </a:cubicBezTo>
                <a:cubicBezTo>
                  <a:pt x="4335" y="598"/>
                  <a:pt x="4332" y="608"/>
                  <a:pt x="4328" y="618"/>
                </a:cubicBezTo>
                <a:cubicBezTo>
                  <a:pt x="4324" y="627"/>
                  <a:pt x="4320" y="636"/>
                  <a:pt x="4314" y="645"/>
                </a:cubicBezTo>
                <a:cubicBezTo>
                  <a:pt x="4308" y="654"/>
                  <a:pt x="4301" y="662"/>
                  <a:pt x="4294" y="669"/>
                </a:cubicBezTo>
                <a:cubicBezTo>
                  <a:pt x="4287" y="676"/>
                  <a:pt x="4279" y="683"/>
                  <a:pt x="4270" y="689"/>
                </a:cubicBezTo>
                <a:cubicBezTo>
                  <a:pt x="4261" y="695"/>
                  <a:pt x="4252" y="700"/>
                  <a:pt x="4243" y="703"/>
                </a:cubicBezTo>
                <a:cubicBezTo>
                  <a:pt x="4233" y="707"/>
                  <a:pt x="4223" y="710"/>
                  <a:pt x="4213" y="713"/>
                </a:cubicBezTo>
                <a:cubicBezTo>
                  <a:pt x="4203" y="715"/>
                  <a:pt x="4192" y="716"/>
                  <a:pt x="4182" y="716"/>
                </a:cubicBezTo>
                <a:lnTo>
                  <a:pt x="159" y="716"/>
                </a:lnTo>
                <a:cubicBezTo>
                  <a:pt x="149" y="716"/>
                  <a:pt x="138" y="715"/>
                  <a:pt x="128" y="713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700"/>
                  <a:pt x="80" y="695"/>
                  <a:pt x="71" y="689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39" y="662"/>
                  <a:pt x="33" y="654"/>
                  <a:pt x="27" y="645"/>
                </a:cubicBezTo>
                <a:cubicBezTo>
                  <a:pt x="21" y="636"/>
                  <a:pt x="16" y="627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7"/>
                  <a:pt x="0" y="557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781200" y="4050720"/>
            <a:ext cx="19054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生成された画像が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2718360" y="4114800"/>
            <a:ext cx="1434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public/images/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5" name=""/>
          <p:cNvSpPr/>
          <p:nvPr/>
        </p:nvSpPr>
        <p:spPr>
          <a:xfrm>
            <a:off x="621720" y="4404240"/>
            <a:ext cx="3853080" cy="1079280"/>
          </a:xfrm>
          <a:custGeom>
            <a:avLst/>
            <a:gdLst/>
            <a:ahLst/>
            <a:rect l="0" t="0" r="r" b="b"/>
            <a:pathLst>
              <a:path w="10703" h="2998">
                <a:moveTo>
                  <a:pt x="442" y="677"/>
                </a:moveTo>
                <a:lnTo>
                  <a:pt x="442" y="2160"/>
                </a:lnTo>
                <a:cubicBezTo>
                  <a:pt x="442" y="2202"/>
                  <a:pt x="450" y="2242"/>
                  <a:pt x="466" y="2281"/>
                </a:cubicBezTo>
                <a:cubicBezTo>
                  <a:pt x="482" y="2320"/>
                  <a:pt x="505" y="2355"/>
                  <a:pt x="535" y="2384"/>
                </a:cubicBezTo>
                <a:cubicBezTo>
                  <a:pt x="565" y="2414"/>
                  <a:pt x="599" y="2437"/>
                  <a:pt x="638" y="2453"/>
                </a:cubicBezTo>
                <a:cubicBezTo>
                  <a:pt x="677" y="2469"/>
                  <a:pt x="717" y="2477"/>
                  <a:pt x="760" y="2477"/>
                </a:cubicBezTo>
                <a:lnTo>
                  <a:pt x="9942" y="2477"/>
                </a:lnTo>
                <a:cubicBezTo>
                  <a:pt x="9984" y="2477"/>
                  <a:pt x="10024" y="2469"/>
                  <a:pt x="10063" y="2453"/>
                </a:cubicBezTo>
                <a:cubicBezTo>
                  <a:pt x="10102" y="2437"/>
                  <a:pt x="10136" y="2414"/>
                  <a:pt x="10166" y="2384"/>
                </a:cubicBezTo>
                <a:cubicBezTo>
                  <a:pt x="10196" y="2355"/>
                  <a:pt x="10219" y="2320"/>
                  <a:pt x="10235" y="2281"/>
                </a:cubicBezTo>
                <a:cubicBezTo>
                  <a:pt x="10251" y="2242"/>
                  <a:pt x="10259" y="2202"/>
                  <a:pt x="10259" y="2160"/>
                </a:cubicBezTo>
                <a:lnTo>
                  <a:pt x="10259" y="677"/>
                </a:lnTo>
                <a:cubicBezTo>
                  <a:pt x="10259" y="635"/>
                  <a:pt x="10251" y="595"/>
                  <a:pt x="10235" y="556"/>
                </a:cubicBezTo>
                <a:cubicBezTo>
                  <a:pt x="10219" y="517"/>
                  <a:pt x="10196" y="482"/>
                  <a:pt x="10166" y="453"/>
                </a:cubicBezTo>
                <a:cubicBezTo>
                  <a:pt x="10136" y="423"/>
                  <a:pt x="10102" y="400"/>
                  <a:pt x="10063" y="384"/>
                </a:cubicBezTo>
                <a:cubicBezTo>
                  <a:pt x="10024" y="368"/>
                  <a:pt x="9984" y="360"/>
                  <a:pt x="9942" y="360"/>
                </a:cubicBezTo>
                <a:lnTo>
                  <a:pt x="760" y="360"/>
                </a:lnTo>
                <a:cubicBezTo>
                  <a:pt x="717" y="360"/>
                  <a:pt x="677" y="368"/>
                  <a:pt x="638" y="384"/>
                </a:cubicBezTo>
                <a:cubicBezTo>
                  <a:pt x="599" y="400"/>
                  <a:pt x="565" y="423"/>
                  <a:pt x="535" y="453"/>
                </a:cubicBezTo>
                <a:cubicBezTo>
                  <a:pt x="505" y="482"/>
                  <a:pt x="482" y="517"/>
                  <a:pt x="466" y="556"/>
                </a:cubicBezTo>
                <a:cubicBezTo>
                  <a:pt x="450" y="595"/>
                  <a:pt x="442" y="635"/>
                  <a:pt x="442" y="677"/>
                </a:cubicBezTo>
                <a:moveTo>
                  <a:pt x="0" y="0"/>
                </a:moveTo>
                <a:lnTo>
                  <a:pt x="10703" y="0"/>
                </a:lnTo>
                <a:lnTo>
                  <a:pt x="10703" y="2998"/>
                </a:lnTo>
                <a:lnTo>
                  <a:pt x="0" y="2998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16" name=""/>
          <p:cNvSpPr/>
          <p:nvPr/>
        </p:nvSpPr>
        <p:spPr>
          <a:xfrm>
            <a:off x="790560" y="4543200"/>
            <a:ext cx="3515040" cy="743400"/>
          </a:xfrm>
          <a:custGeom>
            <a:avLst/>
            <a:gdLst/>
            <a:ahLst/>
            <a:rect l="0" t="0" r="r" b="b"/>
            <a:pathLst>
              <a:path w="9764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1" y="253"/>
                  <a:pt x="5" y="234"/>
                </a:cubicBezTo>
                <a:cubicBezTo>
                  <a:pt x="9" y="216"/>
                  <a:pt x="14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59" y="114"/>
                  <a:pt x="71" y="99"/>
                  <a:pt x="85" y="85"/>
                </a:cubicBezTo>
                <a:cubicBezTo>
                  <a:pt x="98" y="72"/>
                  <a:pt x="113" y="60"/>
                  <a:pt x="129" y="49"/>
                </a:cubicBezTo>
                <a:cubicBezTo>
                  <a:pt x="145" y="39"/>
                  <a:pt x="162" y="30"/>
                  <a:pt x="179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1" y="0"/>
                  <a:pt x="291" y="0"/>
                </a:cubicBezTo>
                <a:lnTo>
                  <a:pt x="9473" y="0"/>
                </a:lnTo>
                <a:cubicBezTo>
                  <a:pt x="9492" y="0"/>
                  <a:pt x="9511" y="2"/>
                  <a:pt x="9529" y="6"/>
                </a:cubicBezTo>
                <a:cubicBezTo>
                  <a:pt x="9548" y="9"/>
                  <a:pt x="9566" y="15"/>
                  <a:pt x="9584" y="22"/>
                </a:cubicBezTo>
                <a:cubicBezTo>
                  <a:pt x="9602" y="30"/>
                  <a:pt x="9618" y="39"/>
                  <a:pt x="9634" y="49"/>
                </a:cubicBezTo>
                <a:cubicBezTo>
                  <a:pt x="9650" y="60"/>
                  <a:pt x="9665" y="72"/>
                  <a:pt x="9678" y="85"/>
                </a:cubicBezTo>
                <a:cubicBezTo>
                  <a:pt x="9692" y="99"/>
                  <a:pt x="9704" y="114"/>
                  <a:pt x="9715" y="129"/>
                </a:cubicBezTo>
                <a:cubicBezTo>
                  <a:pt x="9725" y="145"/>
                  <a:pt x="9734" y="162"/>
                  <a:pt x="9742" y="180"/>
                </a:cubicBezTo>
                <a:cubicBezTo>
                  <a:pt x="9749" y="197"/>
                  <a:pt x="9754" y="216"/>
                  <a:pt x="9758" y="234"/>
                </a:cubicBezTo>
                <a:cubicBezTo>
                  <a:pt x="9762" y="253"/>
                  <a:pt x="9764" y="272"/>
                  <a:pt x="9764" y="291"/>
                </a:cubicBezTo>
                <a:lnTo>
                  <a:pt x="9764" y="1774"/>
                </a:lnTo>
                <a:cubicBezTo>
                  <a:pt x="9764" y="1793"/>
                  <a:pt x="9762" y="1812"/>
                  <a:pt x="9758" y="1831"/>
                </a:cubicBezTo>
                <a:cubicBezTo>
                  <a:pt x="9754" y="1849"/>
                  <a:pt x="9749" y="1868"/>
                  <a:pt x="9742" y="1885"/>
                </a:cubicBezTo>
                <a:cubicBezTo>
                  <a:pt x="9734" y="1903"/>
                  <a:pt x="9725" y="1920"/>
                  <a:pt x="9715" y="1936"/>
                </a:cubicBezTo>
                <a:cubicBezTo>
                  <a:pt x="9704" y="1951"/>
                  <a:pt x="9692" y="1966"/>
                  <a:pt x="9678" y="1980"/>
                </a:cubicBezTo>
                <a:cubicBezTo>
                  <a:pt x="9665" y="1993"/>
                  <a:pt x="9650" y="2005"/>
                  <a:pt x="9634" y="2016"/>
                </a:cubicBezTo>
                <a:cubicBezTo>
                  <a:pt x="9618" y="2026"/>
                  <a:pt x="9602" y="2035"/>
                  <a:pt x="9584" y="2043"/>
                </a:cubicBezTo>
                <a:cubicBezTo>
                  <a:pt x="9566" y="2050"/>
                  <a:pt x="9548" y="2056"/>
                  <a:pt x="9529" y="2059"/>
                </a:cubicBezTo>
                <a:cubicBezTo>
                  <a:pt x="9511" y="2063"/>
                  <a:pt x="9492" y="2065"/>
                  <a:pt x="9473" y="2065"/>
                </a:cubicBezTo>
                <a:lnTo>
                  <a:pt x="291" y="2065"/>
                </a:lnTo>
                <a:cubicBezTo>
                  <a:pt x="271" y="2065"/>
                  <a:pt x="253" y="2063"/>
                  <a:pt x="234" y="2059"/>
                </a:cubicBezTo>
                <a:cubicBezTo>
                  <a:pt x="215" y="2056"/>
                  <a:pt x="197" y="2050"/>
                  <a:pt x="179" y="2043"/>
                </a:cubicBezTo>
                <a:cubicBezTo>
                  <a:pt x="162" y="2035"/>
                  <a:pt x="145" y="2026"/>
                  <a:pt x="129" y="2016"/>
                </a:cubicBezTo>
                <a:cubicBezTo>
                  <a:pt x="113" y="2005"/>
                  <a:pt x="98" y="1993"/>
                  <a:pt x="85" y="1980"/>
                </a:cubicBezTo>
                <a:cubicBezTo>
                  <a:pt x="71" y="1966"/>
                  <a:pt x="59" y="1951"/>
                  <a:pt x="49" y="1936"/>
                </a:cubicBezTo>
                <a:cubicBezTo>
                  <a:pt x="38" y="1920"/>
                  <a:pt x="29" y="1903"/>
                  <a:pt x="22" y="1885"/>
                </a:cubicBezTo>
                <a:cubicBezTo>
                  <a:pt x="14" y="1868"/>
                  <a:pt x="9" y="1849"/>
                  <a:pt x="5" y="1831"/>
                </a:cubicBezTo>
                <a:cubicBezTo>
                  <a:pt x="1" y="1812"/>
                  <a:pt x="0" y="1793"/>
                  <a:pt x="0" y="1774"/>
                </a:cubicBezTo>
                <a:close/>
              </a:path>
            </a:pathLst>
          </a:custGeom>
          <a:solidFill>
            <a:srgbClr val="C1E6C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7" name=""/>
          <p:cNvSpPr/>
          <p:nvPr/>
        </p:nvSpPr>
        <p:spPr>
          <a:xfrm>
            <a:off x="790560" y="4543200"/>
            <a:ext cx="3515040" cy="743400"/>
          </a:xfrm>
          <a:custGeom>
            <a:avLst/>
            <a:gdLst/>
            <a:ahLst/>
            <a:rect l="0" t="0" r="r" b="b"/>
            <a:pathLst>
              <a:path w="9764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1" y="253"/>
                  <a:pt x="5" y="234"/>
                </a:cubicBezTo>
                <a:cubicBezTo>
                  <a:pt x="9" y="216"/>
                  <a:pt x="14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59" y="114"/>
                  <a:pt x="71" y="99"/>
                  <a:pt x="85" y="85"/>
                </a:cubicBezTo>
                <a:cubicBezTo>
                  <a:pt x="98" y="72"/>
                  <a:pt x="113" y="60"/>
                  <a:pt x="129" y="49"/>
                </a:cubicBezTo>
                <a:cubicBezTo>
                  <a:pt x="145" y="39"/>
                  <a:pt x="162" y="30"/>
                  <a:pt x="179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1" y="0"/>
                  <a:pt x="291" y="0"/>
                </a:cubicBezTo>
                <a:lnTo>
                  <a:pt x="9473" y="0"/>
                </a:lnTo>
                <a:cubicBezTo>
                  <a:pt x="9492" y="0"/>
                  <a:pt x="9511" y="2"/>
                  <a:pt x="9529" y="6"/>
                </a:cubicBezTo>
                <a:cubicBezTo>
                  <a:pt x="9548" y="9"/>
                  <a:pt x="9566" y="15"/>
                  <a:pt x="9584" y="22"/>
                </a:cubicBezTo>
                <a:cubicBezTo>
                  <a:pt x="9602" y="30"/>
                  <a:pt x="9618" y="39"/>
                  <a:pt x="9634" y="49"/>
                </a:cubicBezTo>
                <a:cubicBezTo>
                  <a:pt x="9650" y="60"/>
                  <a:pt x="9665" y="72"/>
                  <a:pt x="9678" y="85"/>
                </a:cubicBezTo>
                <a:cubicBezTo>
                  <a:pt x="9692" y="99"/>
                  <a:pt x="9704" y="114"/>
                  <a:pt x="9715" y="129"/>
                </a:cubicBezTo>
                <a:cubicBezTo>
                  <a:pt x="9725" y="145"/>
                  <a:pt x="9734" y="162"/>
                  <a:pt x="9742" y="180"/>
                </a:cubicBezTo>
                <a:cubicBezTo>
                  <a:pt x="9749" y="197"/>
                  <a:pt x="9754" y="216"/>
                  <a:pt x="9758" y="234"/>
                </a:cubicBezTo>
                <a:cubicBezTo>
                  <a:pt x="9762" y="253"/>
                  <a:pt x="9764" y="272"/>
                  <a:pt x="9764" y="291"/>
                </a:cubicBezTo>
                <a:lnTo>
                  <a:pt x="9764" y="1774"/>
                </a:lnTo>
                <a:cubicBezTo>
                  <a:pt x="9764" y="1793"/>
                  <a:pt x="9762" y="1812"/>
                  <a:pt x="9758" y="1831"/>
                </a:cubicBezTo>
                <a:cubicBezTo>
                  <a:pt x="9754" y="1849"/>
                  <a:pt x="9749" y="1868"/>
                  <a:pt x="9742" y="1885"/>
                </a:cubicBezTo>
                <a:cubicBezTo>
                  <a:pt x="9734" y="1903"/>
                  <a:pt x="9725" y="1920"/>
                  <a:pt x="9715" y="1936"/>
                </a:cubicBezTo>
                <a:cubicBezTo>
                  <a:pt x="9704" y="1951"/>
                  <a:pt x="9692" y="1966"/>
                  <a:pt x="9678" y="1980"/>
                </a:cubicBezTo>
                <a:cubicBezTo>
                  <a:pt x="9665" y="1993"/>
                  <a:pt x="9650" y="2005"/>
                  <a:pt x="9634" y="2016"/>
                </a:cubicBezTo>
                <a:cubicBezTo>
                  <a:pt x="9618" y="2026"/>
                  <a:pt x="9602" y="2035"/>
                  <a:pt x="9584" y="2043"/>
                </a:cubicBezTo>
                <a:cubicBezTo>
                  <a:pt x="9566" y="2050"/>
                  <a:pt x="9548" y="2056"/>
                  <a:pt x="9529" y="2059"/>
                </a:cubicBezTo>
                <a:cubicBezTo>
                  <a:pt x="9511" y="2063"/>
                  <a:pt x="9492" y="2065"/>
                  <a:pt x="9473" y="2065"/>
                </a:cubicBezTo>
                <a:lnTo>
                  <a:pt x="291" y="2065"/>
                </a:lnTo>
                <a:cubicBezTo>
                  <a:pt x="271" y="2065"/>
                  <a:pt x="253" y="2063"/>
                  <a:pt x="234" y="2059"/>
                </a:cubicBezTo>
                <a:cubicBezTo>
                  <a:pt x="215" y="2056"/>
                  <a:pt x="197" y="2050"/>
                  <a:pt x="179" y="2043"/>
                </a:cubicBezTo>
                <a:cubicBezTo>
                  <a:pt x="162" y="2035"/>
                  <a:pt x="145" y="2026"/>
                  <a:pt x="129" y="2016"/>
                </a:cubicBezTo>
                <a:cubicBezTo>
                  <a:pt x="113" y="2005"/>
                  <a:pt x="98" y="1993"/>
                  <a:pt x="85" y="1980"/>
                </a:cubicBezTo>
                <a:cubicBezTo>
                  <a:pt x="71" y="1966"/>
                  <a:pt x="59" y="1951"/>
                  <a:pt x="49" y="1936"/>
                </a:cubicBezTo>
                <a:cubicBezTo>
                  <a:pt x="38" y="1920"/>
                  <a:pt x="29" y="1903"/>
                  <a:pt x="22" y="1885"/>
                </a:cubicBezTo>
                <a:cubicBezTo>
                  <a:pt x="14" y="1868"/>
                  <a:pt x="9" y="1849"/>
                  <a:pt x="5" y="1831"/>
                </a:cubicBezTo>
                <a:cubicBezTo>
                  <a:pt x="1" y="1812"/>
                  <a:pt x="0" y="1793"/>
                  <a:pt x="0" y="1774"/>
                </a:cubicBezTo>
                <a:close/>
              </a:path>
            </a:pathLst>
          </a:custGeom>
          <a:noFill/>
          <a:ln w="18720">
            <a:solidFill>
              <a:srgbClr val="C1E6C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8" name=""/>
          <p:cNvSpPr/>
          <p:nvPr/>
        </p:nvSpPr>
        <p:spPr>
          <a:xfrm>
            <a:off x="1001520" y="4746960"/>
            <a:ext cx="300240" cy="241200"/>
          </a:xfrm>
          <a:custGeom>
            <a:avLst/>
            <a:gdLst/>
            <a:ahLst/>
            <a:rect l="0" t="0" r="r" b="b"/>
            <a:pathLst>
              <a:path w="834" h="670">
                <a:moveTo>
                  <a:pt x="413" y="519"/>
                </a:moveTo>
                <a:cubicBezTo>
                  <a:pt x="444" y="518"/>
                  <a:pt x="466" y="506"/>
                  <a:pt x="480" y="485"/>
                </a:cubicBezTo>
                <a:lnTo>
                  <a:pt x="706" y="129"/>
                </a:lnTo>
                <a:lnTo>
                  <a:pt x="355" y="359"/>
                </a:lnTo>
                <a:cubicBezTo>
                  <a:pt x="334" y="373"/>
                  <a:pt x="323" y="395"/>
                  <a:pt x="322" y="426"/>
                </a:cubicBezTo>
                <a:cubicBezTo>
                  <a:pt x="320" y="457"/>
                  <a:pt x="327" y="480"/>
                  <a:pt x="344" y="496"/>
                </a:cubicBezTo>
                <a:cubicBezTo>
                  <a:pt x="360" y="512"/>
                  <a:pt x="383" y="520"/>
                  <a:pt x="413" y="519"/>
                </a:cubicBezTo>
                <a:moveTo>
                  <a:pt x="418" y="0"/>
                </a:moveTo>
                <a:cubicBezTo>
                  <a:pt x="458" y="0"/>
                  <a:pt x="499" y="6"/>
                  <a:pt x="542" y="19"/>
                </a:cubicBezTo>
                <a:cubicBezTo>
                  <a:pt x="586" y="32"/>
                  <a:pt x="627" y="54"/>
                  <a:pt x="667" y="85"/>
                </a:cubicBezTo>
                <a:lnTo>
                  <a:pt x="613" y="124"/>
                </a:lnTo>
                <a:cubicBezTo>
                  <a:pt x="581" y="103"/>
                  <a:pt x="548" y="88"/>
                  <a:pt x="512" y="78"/>
                </a:cubicBezTo>
                <a:cubicBezTo>
                  <a:pt x="476" y="68"/>
                  <a:pt x="444" y="62"/>
                  <a:pt x="418" y="62"/>
                </a:cubicBezTo>
                <a:cubicBezTo>
                  <a:pt x="320" y="62"/>
                  <a:pt x="236" y="97"/>
                  <a:pt x="167" y="167"/>
                </a:cubicBezTo>
                <a:cubicBezTo>
                  <a:pt x="97" y="237"/>
                  <a:pt x="63" y="322"/>
                  <a:pt x="63" y="422"/>
                </a:cubicBezTo>
                <a:cubicBezTo>
                  <a:pt x="63" y="453"/>
                  <a:pt x="67" y="485"/>
                  <a:pt x="76" y="517"/>
                </a:cubicBezTo>
                <a:cubicBezTo>
                  <a:pt x="85" y="550"/>
                  <a:pt x="97" y="580"/>
                  <a:pt x="113" y="607"/>
                </a:cubicBezTo>
                <a:lnTo>
                  <a:pt x="721" y="607"/>
                </a:lnTo>
                <a:cubicBezTo>
                  <a:pt x="736" y="582"/>
                  <a:pt x="748" y="553"/>
                  <a:pt x="757" y="518"/>
                </a:cubicBezTo>
                <a:cubicBezTo>
                  <a:pt x="766" y="485"/>
                  <a:pt x="771" y="452"/>
                  <a:pt x="771" y="420"/>
                </a:cubicBezTo>
                <a:cubicBezTo>
                  <a:pt x="771" y="390"/>
                  <a:pt x="766" y="359"/>
                  <a:pt x="758" y="325"/>
                </a:cubicBezTo>
                <a:cubicBezTo>
                  <a:pt x="749" y="291"/>
                  <a:pt x="733" y="260"/>
                  <a:pt x="711" y="231"/>
                </a:cubicBezTo>
                <a:lnTo>
                  <a:pt x="752" y="177"/>
                </a:lnTo>
                <a:cubicBezTo>
                  <a:pt x="778" y="216"/>
                  <a:pt x="798" y="255"/>
                  <a:pt x="812" y="294"/>
                </a:cubicBezTo>
                <a:cubicBezTo>
                  <a:pt x="825" y="334"/>
                  <a:pt x="832" y="374"/>
                  <a:pt x="834" y="413"/>
                </a:cubicBezTo>
                <a:cubicBezTo>
                  <a:pt x="835" y="455"/>
                  <a:pt x="831" y="495"/>
                  <a:pt x="821" y="533"/>
                </a:cubicBezTo>
                <a:cubicBezTo>
                  <a:pt x="811" y="570"/>
                  <a:pt x="797" y="604"/>
                  <a:pt x="778" y="635"/>
                </a:cubicBezTo>
                <a:cubicBezTo>
                  <a:pt x="770" y="651"/>
                  <a:pt x="761" y="661"/>
                  <a:pt x="751" y="665"/>
                </a:cubicBezTo>
                <a:cubicBezTo>
                  <a:pt x="742" y="668"/>
                  <a:pt x="730" y="670"/>
                  <a:pt x="716" y="670"/>
                </a:cubicBezTo>
                <a:lnTo>
                  <a:pt x="117" y="670"/>
                </a:lnTo>
                <a:cubicBezTo>
                  <a:pt x="105" y="670"/>
                  <a:pt x="94" y="667"/>
                  <a:pt x="82" y="661"/>
                </a:cubicBezTo>
                <a:cubicBezTo>
                  <a:pt x="71" y="655"/>
                  <a:pt x="62" y="646"/>
                  <a:pt x="57" y="635"/>
                </a:cubicBezTo>
                <a:cubicBezTo>
                  <a:pt x="38" y="602"/>
                  <a:pt x="24" y="568"/>
                  <a:pt x="15" y="533"/>
                </a:cubicBezTo>
                <a:cubicBezTo>
                  <a:pt x="5" y="498"/>
                  <a:pt x="0" y="461"/>
                  <a:pt x="0" y="422"/>
                </a:cubicBezTo>
                <a:cubicBezTo>
                  <a:pt x="0" y="364"/>
                  <a:pt x="11" y="309"/>
                  <a:pt x="33" y="258"/>
                </a:cubicBezTo>
                <a:cubicBezTo>
                  <a:pt x="55" y="206"/>
                  <a:pt x="85" y="162"/>
                  <a:pt x="123" y="124"/>
                </a:cubicBezTo>
                <a:cubicBezTo>
                  <a:pt x="161" y="86"/>
                  <a:pt x="205" y="55"/>
                  <a:pt x="256" y="33"/>
                </a:cubicBezTo>
                <a:cubicBezTo>
                  <a:pt x="307" y="11"/>
                  <a:pt x="361" y="0"/>
                  <a:pt x="418" y="0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4215600" y="4050720"/>
            <a:ext cx="2893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に自動保存‧配置されます。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0" name=""/>
          <p:cNvSpPr/>
          <p:nvPr/>
        </p:nvSpPr>
        <p:spPr>
          <a:xfrm>
            <a:off x="4251600" y="4404240"/>
            <a:ext cx="3393000" cy="1079280"/>
          </a:xfrm>
          <a:custGeom>
            <a:avLst/>
            <a:gdLst/>
            <a:ahLst/>
            <a:rect l="0" t="0" r="r" b="b"/>
            <a:pathLst>
              <a:path w="9425" h="2998">
                <a:moveTo>
                  <a:pt x="440" y="677"/>
                </a:moveTo>
                <a:lnTo>
                  <a:pt x="440" y="2160"/>
                </a:lnTo>
                <a:cubicBezTo>
                  <a:pt x="440" y="2202"/>
                  <a:pt x="448" y="2242"/>
                  <a:pt x="464" y="2281"/>
                </a:cubicBezTo>
                <a:cubicBezTo>
                  <a:pt x="480" y="2320"/>
                  <a:pt x="503" y="2355"/>
                  <a:pt x="533" y="2384"/>
                </a:cubicBezTo>
                <a:cubicBezTo>
                  <a:pt x="562" y="2414"/>
                  <a:pt x="597" y="2437"/>
                  <a:pt x="636" y="2453"/>
                </a:cubicBezTo>
                <a:cubicBezTo>
                  <a:pt x="675" y="2469"/>
                  <a:pt x="715" y="2477"/>
                  <a:pt x="757" y="2477"/>
                </a:cubicBezTo>
                <a:lnTo>
                  <a:pt x="8669" y="2477"/>
                </a:lnTo>
                <a:cubicBezTo>
                  <a:pt x="8711" y="2477"/>
                  <a:pt x="8752" y="2469"/>
                  <a:pt x="8791" y="2453"/>
                </a:cubicBezTo>
                <a:cubicBezTo>
                  <a:pt x="8830" y="2437"/>
                  <a:pt x="8864" y="2414"/>
                  <a:pt x="8894" y="2384"/>
                </a:cubicBezTo>
                <a:cubicBezTo>
                  <a:pt x="8924" y="2355"/>
                  <a:pt x="8946" y="2320"/>
                  <a:pt x="8963" y="2281"/>
                </a:cubicBezTo>
                <a:cubicBezTo>
                  <a:pt x="8979" y="2242"/>
                  <a:pt x="8987" y="2202"/>
                  <a:pt x="8987" y="2160"/>
                </a:cubicBezTo>
                <a:lnTo>
                  <a:pt x="8987" y="677"/>
                </a:lnTo>
                <a:cubicBezTo>
                  <a:pt x="8987" y="635"/>
                  <a:pt x="8979" y="595"/>
                  <a:pt x="8963" y="556"/>
                </a:cubicBezTo>
                <a:cubicBezTo>
                  <a:pt x="8946" y="517"/>
                  <a:pt x="8924" y="482"/>
                  <a:pt x="8894" y="453"/>
                </a:cubicBezTo>
                <a:cubicBezTo>
                  <a:pt x="8864" y="423"/>
                  <a:pt x="8830" y="400"/>
                  <a:pt x="8791" y="384"/>
                </a:cubicBezTo>
                <a:cubicBezTo>
                  <a:pt x="8752" y="368"/>
                  <a:pt x="8711" y="360"/>
                  <a:pt x="8669" y="360"/>
                </a:cubicBezTo>
                <a:lnTo>
                  <a:pt x="757" y="360"/>
                </a:lnTo>
                <a:cubicBezTo>
                  <a:pt x="715" y="360"/>
                  <a:pt x="675" y="368"/>
                  <a:pt x="636" y="384"/>
                </a:cubicBezTo>
                <a:cubicBezTo>
                  <a:pt x="597" y="400"/>
                  <a:pt x="562" y="423"/>
                  <a:pt x="533" y="453"/>
                </a:cubicBezTo>
                <a:cubicBezTo>
                  <a:pt x="503" y="482"/>
                  <a:pt x="480" y="517"/>
                  <a:pt x="464" y="556"/>
                </a:cubicBezTo>
                <a:cubicBezTo>
                  <a:pt x="448" y="595"/>
                  <a:pt x="440" y="635"/>
                  <a:pt x="440" y="677"/>
                </a:cubicBezTo>
                <a:moveTo>
                  <a:pt x="0" y="0"/>
                </a:moveTo>
                <a:lnTo>
                  <a:pt x="9425" y="0"/>
                </a:lnTo>
                <a:lnTo>
                  <a:pt x="9425" y="2998"/>
                </a:lnTo>
                <a:lnTo>
                  <a:pt x="0" y="2998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21" name=""/>
          <p:cNvSpPr/>
          <p:nvPr/>
        </p:nvSpPr>
        <p:spPr>
          <a:xfrm>
            <a:off x="4419360" y="4543200"/>
            <a:ext cx="3057840" cy="743400"/>
          </a:xfrm>
          <a:custGeom>
            <a:avLst/>
            <a:gdLst/>
            <a:ahLst/>
            <a:rect l="0" t="0" r="r" b="b"/>
            <a:pathLst>
              <a:path w="8494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6"/>
                  <a:pt x="15" y="197"/>
                  <a:pt x="22" y="180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4"/>
                  <a:pt x="72" y="99"/>
                  <a:pt x="85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6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8203" y="0"/>
                </a:lnTo>
                <a:cubicBezTo>
                  <a:pt x="8222" y="0"/>
                  <a:pt x="8241" y="2"/>
                  <a:pt x="8260" y="6"/>
                </a:cubicBezTo>
                <a:cubicBezTo>
                  <a:pt x="8279" y="9"/>
                  <a:pt x="8297" y="15"/>
                  <a:pt x="8315" y="22"/>
                </a:cubicBezTo>
                <a:cubicBezTo>
                  <a:pt x="8332" y="30"/>
                  <a:pt x="8349" y="39"/>
                  <a:pt x="8365" y="49"/>
                </a:cubicBezTo>
                <a:cubicBezTo>
                  <a:pt x="8381" y="60"/>
                  <a:pt x="8396" y="72"/>
                  <a:pt x="8409" y="85"/>
                </a:cubicBezTo>
                <a:cubicBezTo>
                  <a:pt x="8423" y="99"/>
                  <a:pt x="8435" y="114"/>
                  <a:pt x="8445" y="129"/>
                </a:cubicBezTo>
                <a:cubicBezTo>
                  <a:pt x="8456" y="145"/>
                  <a:pt x="8465" y="162"/>
                  <a:pt x="8472" y="180"/>
                </a:cubicBezTo>
                <a:cubicBezTo>
                  <a:pt x="8479" y="197"/>
                  <a:pt x="8485" y="216"/>
                  <a:pt x="8489" y="234"/>
                </a:cubicBezTo>
                <a:cubicBezTo>
                  <a:pt x="8492" y="253"/>
                  <a:pt x="8494" y="272"/>
                  <a:pt x="8494" y="291"/>
                </a:cubicBezTo>
                <a:lnTo>
                  <a:pt x="8494" y="1774"/>
                </a:lnTo>
                <a:cubicBezTo>
                  <a:pt x="8494" y="1793"/>
                  <a:pt x="8492" y="1812"/>
                  <a:pt x="8489" y="1831"/>
                </a:cubicBezTo>
                <a:cubicBezTo>
                  <a:pt x="8485" y="1849"/>
                  <a:pt x="8479" y="1868"/>
                  <a:pt x="8472" y="1885"/>
                </a:cubicBezTo>
                <a:cubicBezTo>
                  <a:pt x="8465" y="1903"/>
                  <a:pt x="8456" y="1920"/>
                  <a:pt x="8445" y="1936"/>
                </a:cubicBezTo>
                <a:cubicBezTo>
                  <a:pt x="8435" y="1951"/>
                  <a:pt x="8423" y="1966"/>
                  <a:pt x="8409" y="1980"/>
                </a:cubicBezTo>
                <a:cubicBezTo>
                  <a:pt x="8396" y="1993"/>
                  <a:pt x="8381" y="2005"/>
                  <a:pt x="8365" y="2016"/>
                </a:cubicBezTo>
                <a:cubicBezTo>
                  <a:pt x="8349" y="2026"/>
                  <a:pt x="8332" y="2035"/>
                  <a:pt x="8315" y="2043"/>
                </a:cubicBezTo>
                <a:cubicBezTo>
                  <a:pt x="8297" y="2050"/>
                  <a:pt x="8279" y="2056"/>
                  <a:pt x="8260" y="2059"/>
                </a:cubicBezTo>
                <a:cubicBezTo>
                  <a:pt x="8241" y="2063"/>
                  <a:pt x="8222" y="2065"/>
                  <a:pt x="8203" y="2065"/>
                </a:cubicBezTo>
                <a:lnTo>
                  <a:pt x="291" y="2065"/>
                </a:lnTo>
                <a:cubicBezTo>
                  <a:pt x="272" y="2065"/>
                  <a:pt x="253" y="2063"/>
                  <a:pt x="234" y="2059"/>
                </a:cubicBezTo>
                <a:cubicBezTo>
                  <a:pt x="216" y="2056"/>
                  <a:pt x="197" y="2050"/>
                  <a:pt x="180" y="2043"/>
                </a:cubicBezTo>
                <a:cubicBezTo>
                  <a:pt x="162" y="2035"/>
                  <a:pt x="145" y="2026"/>
                  <a:pt x="130" y="2016"/>
                </a:cubicBezTo>
                <a:cubicBezTo>
                  <a:pt x="114" y="2005"/>
                  <a:pt x="99" y="1993"/>
                  <a:pt x="85" y="1980"/>
                </a:cubicBezTo>
                <a:cubicBezTo>
                  <a:pt x="72" y="1966"/>
                  <a:pt x="60" y="1951"/>
                  <a:pt x="49" y="1936"/>
                </a:cubicBezTo>
                <a:cubicBezTo>
                  <a:pt x="39" y="1920"/>
                  <a:pt x="30" y="1903"/>
                  <a:pt x="22" y="1885"/>
                </a:cubicBezTo>
                <a:cubicBezTo>
                  <a:pt x="15" y="1868"/>
                  <a:pt x="9" y="1849"/>
                  <a:pt x="6" y="1831"/>
                </a:cubicBezTo>
                <a:cubicBezTo>
                  <a:pt x="2" y="1812"/>
                  <a:pt x="0" y="1793"/>
                  <a:pt x="0" y="1774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2" name=""/>
          <p:cNvSpPr/>
          <p:nvPr/>
        </p:nvSpPr>
        <p:spPr>
          <a:xfrm>
            <a:off x="4419360" y="4543200"/>
            <a:ext cx="3057840" cy="743400"/>
          </a:xfrm>
          <a:custGeom>
            <a:avLst/>
            <a:gdLst/>
            <a:ahLst/>
            <a:rect l="0" t="0" r="r" b="b"/>
            <a:pathLst>
              <a:path w="8494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6"/>
                  <a:pt x="15" y="197"/>
                  <a:pt x="22" y="180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4"/>
                  <a:pt x="72" y="99"/>
                  <a:pt x="85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6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8203" y="0"/>
                </a:lnTo>
                <a:cubicBezTo>
                  <a:pt x="8222" y="0"/>
                  <a:pt x="8241" y="2"/>
                  <a:pt x="8260" y="6"/>
                </a:cubicBezTo>
                <a:cubicBezTo>
                  <a:pt x="8279" y="9"/>
                  <a:pt x="8297" y="15"/>
                  <a:pt x="8315" y="22"/>
                </a:cubicBezTo>
                <a:cubicBezTo>
                  <a:pt x="8332" y="30"/>
                  <a:pt x="8349" y="39"/>
                  <a:pt x="8365" y="49"/>
                </a:cubicBezTo>
                <a:cubicBezTo>
                  <a:pt x="8381" y="60"/>
                  <a:pt x="8396" y="72"/>
                  <a:pt x="8409" y="85"/>
                </a:cubicBezTo>
                <a:cubicBezTo>
                  <a:pt x="8423" y="99"/>
                  <a:pt x="8435" y="114"/>
                  <a:pt x="8445" y="129"/>
                </a:cubicBezTo>
                <a:cubicBezTo>
                  <a:pt x="8456" y="145"/>
                  <a:pt x="8465" y="162"/>
                  <a:pt x="8472" y="180"/>
                </a:cubicBezTo>
                <a:cubicBezTo>
                  <a:pt x="8479" y="197"/>
                  <a:pt x="8485" y="216"/>
                  <a:pt x="8489" y="234"/>
                </a:cubicBezTo>
                <a:cubicBezTo>
                  <a:pt x="8492" y="253"/>
                  <a:pt x="8494" y="272"/>
                  <a:pt x="8494" y="291"/>
                </a:cubicBezTo>
                <a:lnTo>
                  <a:pt x="8494" y="1774"/>
                </a:lnTo>
                <a:cubicBezTo>
                  <a:pt x="8494" y="1793"/>
                  <a:pt x="8492" y="1812"/>
                  <a:pt x="8489" y="1831"/>
                </a:cubicBezTo>
                <a:cubicBezTo>
                  <a:pt x="8485" y="1849"/>
                  <a:pt x="8479" y="1868"/>
                  <a:pt x="8472" y="1885"/>
                </a:cubicBezTo>
                <a:cubicBezTo>
                  <a:pt x="8465" y="1903"/>
                  <a:pt x="8456" y="1920"/>
                  <a:pt x="8445" y="1936"/>
                </a:cubicBezTo>
                <a:cubicBezTo>
                  <a:pt x="8435" y="1951"/>
                  <a:pt x="8423" y="1966"/>
                  <a:pt x="8409" y="1980"/>
                </a:cubicBezTo>
                <a:cubicBezTo>
                  <a:pt x="8396" y="1993"/>
                  <a:pt x="8381" y="2005"/>
                  <a:pt x="8365" y="2016"/>
                </a:cubicBezTo>
                <a:cubicBezTo>
                  <a:pt x="8349" y="2026"/>
                  <a:pt x="8332" y="2035"/>
                  <a:pt x="8315" y="2043"/>
                </a:cubicBezTo>
                <a:cubicBezTo>
                  <a:pt x="8297" y="2050"/>
                  <a:pt x="8279" y="2056"/>
                  <a:pt x="8260" y="2059"/>
                </a:cubicBezTo>
                <a:cubicBezTo>
                  <a:pt x="8241" y="2063"/>
                  <a:pt x="8222" y="2065"/>
                  <a:pt x="8203" y="2065"/>
                </a:cubicBezTo>
                <a:lnTo>
                  <a:pt x="291" y="2065"/>
                </a:lnTo>
                <a:cubicBezTo>
                  <a:pt x="272" y="2065"/>
                  <a:pt x="253" y="2063"/>
                  <a:pt x="234" y="2059"/>
                </a:cubicBezTo>
                <a:cubicBezTo>
                  <a:pt x="216" y="2056"/>
                  <a:pt x="197" y="2050"/>
                  <a:pt x="180" y="2043"/>
                </a:cubicBezTo>
                <a:cubicBezTo>
                  <a:pt x="162" y="2035"/>
                  <a:pt x="145" y="2026"/>
                  <a:pt x="130" y="2016"/>
                </a:cubicBezTo>
                <a:cubicBezTo>
                  <a:pt x="114" y="2005"/>
                  <a:pt x="99" y="1993"/>
                  <a:pt x="85" y="1980"/>
                </a:cubicBezTo>
                <a:cubicBezTo>
                  <a:pt x="72" y="1966"/>
                  <a:pt x="60" y="1951"/>
                  <a:pt x="49" y="1936"/>
                </a:cubicBezTo>
                <a:cubicBezTo>
                  <a:pt x="39" y="1920"/>
                  <a:pt x="30" y="1903"/>
                  <a:pt x="22" y="1885"/>
                </a:cubicBezTo>
                <a:cubicBezTo>
                  <a:pt x="15" y="1868"/>
                  <a:pt x="9" y="1849"/>
                  <a:pt x="6" y="1831"/>
                </a:cubicBezTo>
                <a:cubicBezTo>
                  <a:pt x="2" y="1812"/>
                  <a:pt x="0" y="1793"/>
                  <a:pt x="0" y="1774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3" name=""/>
          <p:cNvSpPr/>
          <p:nvPr/>
        </p:nvSpPr>
        <p:spPr>
          <a:xfrm>
            <a:off x="4660560" y="4716360"/>
            <a:ext cx="241920" cy="302040"/>
          </a:xfrm>
          <a:custGeom>
            <a:avLst/>
            <a:gdLst/>
            <a:ahLst/>
            <a:rect l="0" t="0" r="r" b="b"/>
            <a:pathLst>
              <a:path w="672" h="839">
                <a:moveTo>
                  <a:pt x="245" y="750"/>
                </a:moveTo>
                <a:lnTo>
                  <a:pt x="538" y="398"/>
                </a:lnTo>
                <a:lnTo>
                  <a:pt x="349" y="398"/>
                </a:lnTo>
                <a:lnTo>
                  <a:pt x="387" y="98"/>
                </a:lnTo>
                <a:lnTo>
                  <a:pt x="122" y="482"/>
                </a:lnTo>
                <a:lnTo>
                  <a:pt x="283" y="482"/>
                </a:lnTo>
                <a:lnTo>
                  <a:pt x="245" y="750"/>
                </a:lnTo>
                <a:moveTo>
                  <a:pt x="169" y="839"/>
                </a:moveTo>
                <a:lnTo>
                  <a:pt x="211" y="544"/>
                </a:lnTo>
                <a:lnTo>
                  <a:pt x="0" y="544"/>
                </a:lnTo>
                <a:lnTo>
                  <a:pt x="378" y="0"/>
                </a:lnTo>
                <a:lnTo>
                  <a:pt x="462" y="0"/>
                </a:lnTo>
                <a:lnTo>
                  <a:pt x="420" y="335"/>
                </a:lnTo>
                <a:lnTo>
                  <a:pt x="672" y="335"/>
                </a:lnTo>
                <a:lnTo>
                  <a:pt x="253" y="839"/>
                </a:lnTo>
                <a:lnTo>
                  <a:pt x="169" y="839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1333440" y="4841280"/>
            <a:ext cx="28198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デザイナーを待つ必要なし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5" name=""/>
          <p:cNvSpPr/>
          <p:nvPr/>
        </p:nvSpPr>
        <p:spPr>
          <a:xfrm>
            <a:off x="7424640" y="4404240"/>
            <a:ext cx="3850200" cy="1079280"/>
          </a:xfrm>
          <a:custGeom>
            <a:avLst/>
            <a:gdLst/>
            <a:ahLst/>
            <a:rect l="0" t="0" r="r" b="b"/>
            <a:pathLst>
              <a:path w="10695" h="2998">
                <a:moveTo>
                  <a:pt x="436" y="677"/>
                </a:moveTo>
                <a:lnTo>
                  <a:pt x="436" y="2160"/>
                </a:lnTo>
                <a:cubicBezTo>
                  <a:pt x="436" y="2202"/>
                  <a:pt x="444" y="2242"/>
                  <a:pt x="460" y="2281"/>
                </a:cubicBezTo>
                <a:cubicBezTo>
                  <a:pt x="477" y="2320"/>
                  <a:pt x="500" y="2355"/>
                  <a:pt x="529" y="2384"/>
                </a:cubicBezTo>
                <a:cubicBezTo>
                  <a:pt x="559" y="2414"/>
                  <a:pt x="593" y="2437"/>
                  <a:pt x="632" y="2453"/>
                </a:cubicBezTo>
                <a:cubicBezTo>
                  <a:pt x="671" y="2469"/>
                  <a:pt x="712" y="2477"/>
                  <a:pt x="754" y="2477"/>
                </a:cubicBezTo>
                <a:lnTo>
                  <a:pt x="9936" y="2477"/>
                </a:lnTo>
                <a:cubicBezTo>
                  <a:pt x="9978" y="2477"/>
                  <a:pt x="10018" y="2469"/>
                  <a:pt x="10057" y="2453"/>
                </a:cubicBezTo>
                <a:cubicBezTo>
                  <a:pt x="10096" y="2437"/>
                  <a:pt x="10131" y="2414"/>
                  <a:pt x="10160" y="2384"/>
                </a:cubicBezTo>
                <a:cubicBezTo>
                  <a:pt x="10190" y="2355"/>
                  <a:pt x="10213" y="2320"/>
                  <a:pt x="10229" y="2281"/>
                </a:cubicBezTo>
                <a:cubicBezTo>
                  <a:pt x="10245" y="2242"/>
                  <a:pt x="10253" y="2202"/>
                  <a:pt x="10253" y="2160"/>
                </a:cubicBezTo>
                <a:lnTo>
                  <a:pt x="10253" y="677"/>
                </a:lnTo>
                <a:cubicBezTo>
                  <a:pt x="10253" y="635"/>
                  <a:pt x="10245" y="595"/>
                  <a:pt x="10229" y="556"/>
                </a:cubicBezTo>
                <a:cubicBezTo>
                  <a:pt x="10213" y="517"/>
                  <a:pt x="10190" y="482"/>
                  <a:pt x="10160" y="453"/>
                </a:cubicBezTo>
                <a:cubicBezTo>
                  <a:pt x="10131" y="423"/>
                  <a:pt x="10096" y="400"/>
                  <a:pt x="10057" y="384"/>
                </a:cubicBezTo>
                <a:cubicBezTo>
                  <a:pt x="10018" y="368"/>
                  <a:pt x="9978" y="360"/>
                  <a:pt x="9936" y="360"/>
                </a:cubicBezTo>
                <a:lnTo>
                  <a:pt x="754" y="360"/>
                </a:lnTo>
                <a:cubicBezTo>
                  <a:pt x="712" y="360"/>
                  <a:pt x="671" y="368"/>
                  <a:pt x="632" y="384"/>
                </a:cubicBezTo>
                <a:cubicBezTo>
                  <a:pt x="593" y="400"/>
                  <a:pt x="559" y="423"/>
                  <a:pt x="529" y="453"/>
                </a:cubicBezTo>
                <a:cubicBezTo>
                  <a:pt x="500" y="482"/>
                  <a:pt x="477" y="517"/>
                  <a:pt x="460" y="556"/>
                </a:cubicBezTo>
                <a:cubicBezTo>
                  <a:pt x="444" y="595"/>
                  <a:pt x="436" y="635"/>
                  <a:pt x="436" y="677"/>
                </a:cubicBezTo>
                <a:moveTo>
                  <a:pt x="0" y="0"/>
                </a:moveTo>
                <a:lnTo>
                  <a:pt x="10695" y="0"/>
                </a:lnTo>
                <a:lnTo>
                  <a:pt x="10695" y="2998"/>
                </a:lnTo>
                <a:lnTo>
                  <a:pt x="0" y="2998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26" name=""/>
          <p:cNvSpPr/>
          <p:nvPr/>
        </p:nvSpPr>
        <p:spPr>
          <a:xfrm>
            <a:off x="7591320" y="4543200"/>
            <a:ext cx="3515040" cy="743400"/>
          </a:xfrm>
          <a:custGeom>
            <a:avLst/>
            <a:gdLst/>
            <a:ahLst/>
            <a:rect l="0" t="0" r="r" b="b"/>
            <a:pathLst>
              <a:path w="9764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2" y="253"/>
                  <a:pt x="5" y="234"/>
                </a:cubicBezTo>
                <a:cubicBezTo>
                  <a:pt x="9" y="216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59" y="114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79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9473" y="0"/>
                </a:lnTo>
                <a:cubicBezTo>
                  <a:pt x="9492" y="0"/>
                  <a:pt x="9511" y="2"/>
                  <a:pt x="9530" y="6"/>
                </a:cubicBezTo>
                <a:cubicBezTo>
                  <a:pt x="9548" y="9"/>
                  <a:pt x="9567" y="15"/>
                  <a:pt x="9584" y="22"/>
                </a:cubicBezTo>
                <a:cubicBezTo>
                  <a:pt x="9602" y="30"/>
                  <a:pt x="9619" y="39"/>
                  <a:pt x="9635" y="49"/>
                </a:cubicBezTo>
                <a:cubicBezTo>
                  <a:pt x="9650" y="60"/>
                  <a:pt x="9665" y="72"/>
                  <a:pt x="9679" y="85"/>
                </a:cubicBezTo>
                <a:cubicBezTo>
                  <a:pt x="9692" y="99"/>
                  <a:pt x="9704" y="114"/>
                  <a:pt x="9715" y="129"/>
                </a:cubicBezTo>
                <a:cubicBezTo>
                  <a:pt x="9725" y="145"/>
                  <a:pt x="9734" y="162"/>
                  <a:pt x="9742" y="180"/>
                </a:cubicBezTo>
                <a:cubicBezTo>
                  <a:pt x="9749" y="197"/>
                  <a:pt x="9755" y="216"/>
                  <a:pt x="9758" y="234"/>
                </a:cubicBezTo>
                <a:cubicBezTo>
                  <a:pt x="9762" y="253"/>
                  <a:pt x="9764" y="272"/>
                  <a:pt x="9764" y="291"/>
                </a:cubicBezTo>
                <a:lnTo>
                  <a:pt x="9764" y="1774"/>
                </a:lnTo>
                <a:cubicBezTo>
                  <a:pt x="9764" y="1793"/>
                  <a:pt x="9762" y="1812"/>
                  <a:pt x="9758" y="1831"/>
                </a:cubicBezTo>
                <a:cubicBezTo>
                  <a:pt x="9755" y="1849"/>
                  <a:pt x="9749" y="1868"/>
                  <a:pt x="9742" y="1885"/>
                </a:cubicBezTo>
                <a:cubicBezTo>
                  <a:pt x="9734" y="1903"/>
                  <a:pt x="9725" y="1920"/>
                  <a:pt x="9715" y="1936"/>
                </a:cubicBezTo>
                <a:cubicBezTo>
                  <a:pt x="9704" y="1951"/>
                  <a:pt x="9692" y="1966"/>
                  <a:pt x="9679" y="1980"/>
                </a:cubicBezTo>
                <a:cubicBezTo>
                  <a:pt x="9665" y="1993"/>
                  <a:pt x="9650" y="2005"/>
                  <a:pt x="9635" y="2016"/>
                </a:cubicBezTo>
                <a:cubicBezTo>
                  <a:pt x="9619" y="2026"/>
                  <a:pt x="9602" y="2035"/>
                  <a:pt x="9584" y="2043"/>
                </a:cubicBezTo>
                <a:cubicBezTo>
                  <a:pt x="9567" y="2050"/>
                  <a:pt x="9548" y="2056"/>
                  <a:pt x="9530" y="2059"/>
                </a:cubicBezTo>
                <a:cubicBezTo>
                  <a:pt x="9511" y="2063"/>
                  <a:pt x="9492" y="2065"/>
                  <a:pt x="9473" y="2065"/>
                </a:cubicBezTo>
                <a:lnTo>
                  <a:pt x="291" y="2065"/>
                </a:lnTo>
                <a:cubicBezTo>
                  <a:pt x="272" y="2065"/>
                  <a:pt x="253" y="2063"/>
                  <a:pt x="234" y="2059"/>
                </a:cubicBezTo>
                <a:cubicBezTo>
                  <a:pt x="215" y="2056"/>
                  <a:pt x="197" y="2050"/>
                  <a:pt x="179" y="2043"/>
                </a:cubicBezTo>
                <a:cubicBezTo>
                  <a:pt x="162" y="2035"/>
                  <a:pt x="145" y="2026"/>
                  <a:pt x="129" y="2016"/>
                </a:cubicBezTo>
                <a:cubicBezTo>
                  <a:pt x="113" y="2005"/>
                  <a:pt x="99" y="1993"/>
                  <a:pt x="85" y="1980"/>
                </a:cubicBezTo>
                <a:cubicBezTo>
                  <a:pt x="72" y="1966"/>
                  <a:pt x="59" y="1951"/>
                  <a:pt x="49" y="1936"/>
                </a:cubicBezTo>
                <a:cubicBezTo>
                  <a:pt x="38" y="1920"/>
                  <a:pt x="29" y="1903"/>
                  <a:pt x="22" y="1885"/>
                </a:cubicBezTo>
                <a:cubicBezTo>
                  <a:pt x="15" y="1868"/>
                  <a:pt x="9" y="1849"/>
                  <a:pt x="5" y="1831"/>
                </a:cubicBezTo>
                <a:cubicBezTo>
                  <a:pt x="2" y="1812"/>
                  <a:pt x="0" y="1793"/>
                  <a:pt x="0" y="1774"/>
                </a:cubicBez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7" name=""/>
          <p:cNvSpPr/>
          <p:nvPr/>
        </p:nvSpPr>
        <p:spPr>
          <a:xfrm>
            <a:off x="7591320" y="4543200"/>
            <a:ext cx="3515040" cy="743400"/>
          </a:xfrm>
          <a:custGeom>
            <a:avLst/>
            <a:gdLst/>
            <a:ahLst/>
            <a:rect l="0" t="0" r="r" b="b"/>
            <a:pathLst>
              <a:path w="9764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2" y="253"/>
                  <a:pt x="5" y="234"/>
                </a:cubicBezTo>
                <a:cubicBezTo>
                  <a:pt x="9" y="216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59" y="114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79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9473" y="0"/>
                </a:lnTo>
                <a:cubicBezTo>
                  <a:pt x="9492" y="0"/>
                  <a:pt x="9511" y="2"/>
                  <a:pt x="9530" y="6"/>
                </a:cubicBezTo>
                <a:cubicBezTo>
                  <a:pt x="9548" y="9"/>
                  <a:pt x="9567" y="15"/>
                  <a:pt x="9584" y="22"/>
                </a:cubicBezTo>
                <a:cubicBezTo>
                  <a:pt x="9602" y="30"/>
                  <a:pt x="9619" y="39"/>
                  <a:pt x="9635" y="49"/>
                </a:cubicBezTo>
                <a:cubicBezTo>
                  <a:pt x="9650" y="60"/>
                  <a:pt x="9665" y="72"/>
                  <a:pt x="9679" y="85"/>
                </a:cubicBezTo>
                <a:cubicBezTo>
                  <a:pt x="9692" y="99"/>
                  <a:pt x="9704" y="114"/>
                  <a:pt x="9715" y="129"/>
                </a:cubicBezTo>
                <a:cubicBezTo>
                  <a:pt x="9725" y="145"/>
                  <a:pt x="9734" y="162"/>
                  <a:pt x="9742" y="180"/>
                </a:cubicBezTo>
                <a:cubicBezTo>
                  <a:pt x="9749" y="197"/>
                  <a:pt x="9755" y="216"/>
                  <a:pt x="9758" y="234"/>
                </a:cubicBezTo>
                <a:cubicBezTo>
                  <a:pt x="9762" y="253"/>
                  <a:pt x="9764" y="272"/>
                  <a:pt x="9764" y="291"/>
                </a:cubicBezTo>
                <a:lnTo>
                  <a:pt x="9764" y="1774"/>
                </a:lnTo>
                <a:cubicBezTo>
                  <a:pt x="9764" y="1793"/>
                  <a:pt x="9762" y="1812"/>
                  <a:pt x="9758" y="1831"/>
                </a:cubicBezTo>
                <a:cubicBezTo>
                  <a:pt x="9755" y="1849"/>
                  <a:pt x="9749" y="1868"/>
                  <a:pt x="9742" y="1885"/>
                </a:cubicBezTo>
                <a:cubicBezTo>
                  <a:pt x="9734" y="1903"/>
                  <a:pt x="9725" y="1920"/>
                  <a:pt x="9715" y="1936"/>
                </a:cubicBezTo>
                <a:cubicBezTo>
                  <a:pt x="9704" y="1951"/>
                  <a:pt x="9692" y="1966"/>
                  <a:pt x="9679" y="1980"/>
                </a:cubicBezTo>
                <a:cubicBezTo>
                  <a:pt x="9665" y="1993"/>
                  <a:pt x="9650" y="2005"/>
                  <a:pt x="9635" y="2016"/>
                </a:cubicBezTo>
                <a:cubicBezTo>
                  <a:pt x="9619" y="2026"/>
                  <a:pt x="9602" y="2035"/>
                  <a:pt x="9584" y="2043"/>
                </a:cubicBezTo>
                <a:cubicBezTo>
                  <a:pt x="9567" y="2050"/>
                  <a:pt x="9548" y="2056"/>
                  <a:pt x="9530" y="2059"/>
                </a:cubicBezTo>
                <a:cubicBezTo>
                  <a:pt x="9511" y="2063"/>
                  <a:pt x="9492" y="2065"/>
                  <a:pt x="9473" y="2065"/>
                </a:cubicBezTo>
                <a:lnTo>
                  <a:pt x="291" y="2065"/>
                </a:lnTo>
                <a:cubicBezTo>
                  <a:pt x="272" y="2065"/>
                  <a:pt x="253" y="2063"/>
                  <a:pt x="234" y="2059"/>
                </a:cubicBezTo>
                <a:cubicBezTo>
                  <a:pt x="215" y="2056"/>
                  <a:pt x="197" y="2050"/>
                  <a:pt x="179" y="2043"/>
                </a:cubicBezTo>
                <a:cubicBezTo>
                  <a:pt x="162" y="2035"/>
                  <a:pt x="145" y="2026"/>
                  <a:pt x="129" y="2016"/>
                </a:cubicBezTo>
                <a:cubicBezTo>
                  <a:pt x="113" y="2005"/>
                  <a:pt x="99" y="1993"/>
                  <a:pt x="85" y="1980"/>
                </a:cubicBezTo>
                <a:cubicBezTo>
                  <a:pt x="72" y="1966"/>
                  <a:pt x="59" y="1951"/>
                  <a:pt x="49" y="1936"/>
                </a:cubicBezTo>
                <a:cubicBezTo>
                  <a:pt x="38" y="1920"/>
                  <a:pt x="29" y="1903"/>
                  <a:pt x="22" y="1885"/>
                </a:cubicBezTo>
                <a:cubicBezTo>
                  <a:pt x="15" y="1868"/>
                  <a:pt x="9" y="1849"/>
                  <a:pt x="5" y="1831"/>
                </a:cubicBezTo>
                <a:cubicBezTo>
                  <a:pt x="2" y="1812"/>
                  <a:pt x="0" y="1793"/>
                  <a:pt x="0" y="1774"/>
                </a:cubicBezTo>
                <a:close/>
              </a:path>
            </a:pathLst>
          </a:custGeom>
          <a:noFill/>
          <a:ln w="18720">
            <a:solidFill>
              <a:srgbClr val="FFE0AC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8" name=""/>
          <p:cNvSpPr/>
          <p:nvPr/>
        </p:nvSpPr>
        <p:spPr>
          <a:xfrm>
            <a:off x="7801920" y="4701240"/>
            <a:ext cx="316440" cy="302040"/>
          </a:xfrm>
          <a:custGeom>
            <a:avLst/>
            <a:gdLst/>
            <a:ahLst/>
            <a:rect l="0" t="0" r="r" b="b"/>
            <a:pathLst>
              <a:path w="879" h="839">
                <a:moveTo>
                  <a:pt x="667" y="839"/>
                </a:moveTo>
                <a:lnTo>
                  <a:pt x="202" y="839"/>
                </a:lnTo>
                <a:lnTo>
                  <a:pt x="0" y="839"/>
                </a:lnTo>
                <a:lnTo>
                  <a:pt x="0" y="302"/>
                </a:lnTo>
                <a:lnTo>
                  <a:pt x="202" y="302"/>
                </a:lnTo>
                <a:lnTo>
                  <a:pt x="494" y="0"/>
                </a:lnTo>
                <a:lnTo>
                  <a:pt x="534" y="32"/>
                </a:lnTo>
                <a:cubicBezTo>
                  <a:pt x="539" y="36"/>
                  <a:pt x="542" y="41"/>
                  <a:pt x="544" y="47"/>
                </a:cubicBezTo>
                <a:cubicBezTo>
                  <a:pt x="546" y="53"/>
                  <a:pt x="547" y="61"/>
                  <a:pt x="547" y="70"/>
                </a:cubicBezTo>
                <a:lnTo>
                  <a:pt x="547" y="81"/>
                </a:lnTo>
                <a:lnTo>
                  <a:pt x="500" y="302"/>
                </a:lnTo>
                <a:lnTo>
                  <a:pt x="814" y="302"/>
                </a:lnTo>
                <a:cubicBezTo>
                  <a:pt x="831" y="302"/>
                  <a:pt x="845" y="308"/>
                  <a:pt x="858" y="320"/>
                </a:cubicBezTo>
                <a:cubicBezTo>
                  <a:pt x="871" y="333"/>
                  <a:pt x="877" y="348"/>
                  <a:pt x="877" y="364"/>
                </a:cubicBezTo>
                <a:lnTo>
                  <a:pt x="877" y="450"/>
                </a:lnTo>
                <a:cubicBezTo>
                  <a:pt x="877" y="455"/>
                  <a:pt x="877" y="460"/>
                  <a:pt x="878" y="465"/>
                </a:cubicBezTo>
                <a:cubicBezTo>
                  <a:pt x="879" y="471"/>
                  <a:pt x="879" y="476"/>
                  <a:pt x="877" y="481"/>
                </a:cubicBezTo>
                <a:lnTo>
                  <a:pt x="745" y="785"/>
                </a:lnTo>
                <a:cubicBezTo>
                  <a:pt x="739" y="800"/>
                  <a:pt x="728" y="813"/>
                  <a:pt x="714" y="823"/>
                </a:cubicBezTo>
                <a:cubicBezTo>
                  <a:pt x="699" y="834"/>
                  <a:pt x="683" y="839"/>
                  <a:pt x="667" y="839"/>
                </a:cubicBezTo>
                <a:moveTo>
                  <a:pt x="202" y="364"/>
                </a:moveTo>
                <a:lnTo>
                  <a:pt x="63" y="364"/>
                </a:lnTo>
                <a:lnTo>
                  <a:pt x="63" y="776"/>
                </a:lnTo>
                <a:lnTo>
                  <a:pt x="202" y="776"/>
                </a:lnTo>
                <a:lnTo>
                  <a:pt x="202" y="364"/>
                </a:lnTo>
                <a:moveTo>
                  <a:pt x="265" y="776"/>
                </a:moveTo>
                <a:lnTo>
                  <a:pt x="681" y="776"/>
                </a:lnTo>
                <a:lnTo>
                  <a:pt x="814" y="462"/>
                </a:lnTo>
                <a:lnTo>
                  <a:pt x="814" y="364"/>
                </a:lnTo>
                <a:lnTo>
                  <a:pt x="422" y="364"/>
                </a:lnTo>
                <a:lnTo>
                  <a:pt x="478" y="104"/>
                </a:lnTo>
                <a:lnTo>
                  <a:pt x="265" y="328"/>
                </a:lnTo>
                <a:lnTo>
                  <a:pt x="265" y="776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4961520" y="4841280"/>
            <a:ext cx="23626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プロトタイプが高速化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8136720" y="4841280"/>
            <a:ext cx="28198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イメージ通りの素材を入手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5" name=""/>
          <p:cNvSpPr/>
          <p:nvPr/>
        </p:nvSpPr>
        <p:spPr>
          <a:xfrm>
            <a:off x="571320" y="100944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6" name=""/>
          <p:cNvSpPr/>
          <p:nvPr/>
        </p:nvSpPr>
        <p:spPr>
          <a:xfrm>
            <a:off x="595080" y="1190520"/>
            <a:ext cx="11025720" cy="533520"/>
          </a:xfrm>
          <a:custGeom>
            <a:avLst/>
            <a:gdLst/>
            <a:ahLst/>
            <a:rect l="0" t="0" r="r" b="b"/>
            <a:pathLst>
              <a:path w="30627" h="1482">
                <a:moveTo>
                  <a:pt x="0" y="1218"/>
                </a:moveTo>
                <a:lnTo>
                  <a:pt x="0" y="264"/>
                </a:lnTo>
                <a:cubicBezTo>
                  <a:pt x="0" y="247"/>
                  <a:pt x="1" y="230"/>
                  <a:pt x="4" y="213"/>
                </a:cubicBezTo>
                <a:cubicBezTo>
                  <a:pt x="7" y="196"/>
                  <a:pt x="10" y="179"/>
                  <a:pt x="15" y="163"/>
                </a:cubicBezTo>
                <a:cubicBezTo>
                  <a:pt x="20" y="147"/>
                  <a:pt x="26" y="132"/>
                  <a:pt x="34" y="117"/>
                </a:cubicBezTo>
                <a:cubicBezTo>
                  <a:pt x="41" y="103"/>
                  <a:pt x="49" y="90"/>
                  <a:pt x="58" y="77"/>
                </a:cubicBezTo>
                <a:cubicBezTo>
                  <a:pt x="67" y="65"/>
                  <a:pt x="78" y="54"/>
                  <a:pt x="88" y="44"/>
                </a:cubicBezTo>
                <a:cubicBezTo>
                  <a:pt x="99" y="35"/>
                  <a:pt x="111" y="27"/>
                  <a:pt x="123" y="20"/>
                </a:cubicBezTo>
                <a:cubicBezTo>
                  <a:pt x="135" y="13"/>
                  <a:pt x="147" y="8"/>
                  <a:pt x="160" y="5"/>
                </a:cubicBezTo>
                <a:cubicBezTo>
                  <a:pt x="173" y="1"/>
                  <a:pt x="186" y="0"/>
                  <a:pt x="199" y="0"/>
                </a:cubicBezTo>
                <a:lnTo>
                  <a:pt x="30362" y="0"/>
                </a:lnTo>
                <a:cubicBezTo>
                  <a:pt x="30379" y="0"/>
                  <a:pt x="30397" y="1"/>
                  <a:pt x="30414" y="5"/>
                </a:cubicBezTo>
                <a:cubicBezTo>
                  <a:pt x="30431" y="8"/>
                  <a:pt x="30447" y="13"/>
                  <a:pt x="30463" y="20"/>
                </a:cubicBezTo>
                <a:cubicBezTo>
                  <a:pt x="30479" y="27"/>
                  <a:pt x="30495" y="35"/>
                  <a:pt x="30509" y="44"/>
                </a:cubicBezTo>
                <a:cubicBezTo>
                  <a:pt x="30524" y="54"/>
                  <a:pt x="30537" y="65"/>
                  <a:pt x="30549" y="77"/>
                </a:cubicBezTo>
                <a:cubicBezTo>
                  <a:pt x="30561" y="90"/>
                  <a:pt x="30572" y="103"/>
                  <a:pt x="30582" y="117"/>
                </a:cubicBezTo>
                <a:cubicBezTo>
                  <a:pt x="30592" y="132"/>
                  <a:pt x="30600" y="147"/>
                  <a:pt x="30607" y="163"/>
                </a:cubicBezTo>
                <a:cubicBezTo>
                  <a:pt x="30613" y="179"/>
                  <a:pt x="30618" y="196"/>
                  <a:pt x="30622" y="213"/>
                </a:cubicBezTo>
                <a:cubicBezTo>
                  <a:pt x="30625" y="230"/>
                  <a:pt x="30627" y="247"/>
                  <a:pt x="30627" y="264"/>
                </a:cubicBezTo>
                <a:lnTo>
                  <a:pt x="30627" y="1218"/>
                </a:lnTo>
                <a:cubicBezTo>
                  <a:pt x="30627" y="1235"/>
                  <a:pt x="30625" y="1252"/>
                  <a:pt x="30622" y="1269"/>
                </a:cubicBezTo>
                <a:cubicBezTo>
                  <a:pt x="30618" y="1287"/>
                  <a:pt x="30613" y="1303"/>
                  <a:pt x="30607" y="1319"/>
                </a:cubicBezTo>
                <a:cubicBezTo>
                  <a:pt x="30600" y="1335"/>
                  <a:pt x="30592" y="1350"/>
                  <a:pt x="30582" y="1365"/>
                </a:cubicBezTo>
                <a:cubicBezTo>
                  <a:pt x="30572" y="1379"/>
                  <a:pt x="30561" y="1393"/>
                  <a:pt x="30549" y="1405"/>
                </a:cubicBezTo>
                <a:cubicBezTo>
                  <a:pt x="30537" y="1417"/>
                  <a:pt x="30524" y="1428"/>
                  <a:pt x="30509" y="1438"/>
                </a:cubicBezTo>
                <a:cubicBezTo>
                  <a:pt x="30495" y="1448"/>
                  <a:pt x="30479" y="1456"/>
                  <a:pt x="30463" y="1462"/>
                </a:cubicBezTo>
                <a:cubicBezTo>
                  <a:pt x="30447" y="1469"/>
                  <a:pt x="30431" y="1474"/>
                  <a:pt x="30414" y="1477"/>
                </a:cubicBezTo>
                <a:cubicBezTo>
                  <a:pt x="30397" y="1481"/>
                  <a:pt x="30379" y="1482"/>
                  <a:pt x="30362" y="1482"/>
                </a:cubicBezTo>
                <a:lnTo>
                  <a:pt x="199" y="1482"/>
                </a:lnTo>
                <a:cubicBezTo>
                  <a:pt x="186" y="1482"/>
                  <a:pt x="173" y="1481"/>
                  <a:pt x="160" y="1477"/>
                </a:cubicBezTo>
                <a:cubicBezTo>
                  <a:pt x="147" y="1474"/>
                  <a:pt x="135" y="1469"/>
                  <a:pt x="123" y="1462"/>
                </a:cubicBezTo>
                <a:cubicBezTo>
                  <a:pt x="111" y="1456"/>
                  <a:pt x="99" y="1448"/>
                  <a:pt x="88" y="1438"/>
                </a:cubicBezTo>
                <a:cubicBezTo>
                  <a:pt x="78" y="1428"/>
                  <a:pt x="67" y="1417"/>
                  <a:pt x="58" y="1405"/>
                </a:cubicBezTo>
                <a:cubicBezTo>
                  <a:pt x="49" y="1393"/>
                  <a:pt x="41" y="1379"/>
                  <a:pt x="34" y="1365"/>
                </a:cubicBezTo>
                <a:cubicBezTo>
                  <a:pt x="26" y="1350"/>
                  <a:pt x="20" y="1335"/>
                  <a:pt x="15" y="1319"/>
                </a:cubicBezTo>
                <a:cubicBezTo>
                  <a:pt x="10" y="1303"/>
                  <a:pt x="7" y="1287"/>
                  <a:pt x="4" y="1269"/>
                </a:cubicBezTo>
                <a:cubicBezTo>
                  <a:pt x="1" y="1252"/>
                  <a:pt x="0" y="1235"/>
                  <a:pt x="0" y="1218"/>
                </a:cubicBezTo>
                <a:close/>
              </a:path>
            </a:pathLst>
          </a:custGeom>
          <a:solidFill>
            <a:srgbClr val="D5C6E0">
              <a:alpha val="1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7" name=""/>
          <p:cNvSpPr/>
          <p:nvPr/>
        </p:nvSpPr>
        <p:spPr>
          <a:xfrm>
            <a:off x="571320" y="1190520"/>
            <a:ext cx="95760" cy="533520"/>
          </a:xfrm>
          <a:custGeom>
            <a:avLst/>
            <a:gdLst/>
            <a:ahLst/>
            <a:rect l="0" t="0" r="r" b="b"/>
            <a:pathLst>
              <a:path w="266" h="1482">
                <a:moveTo>
                  <a:pt x="0" y="0"/>
                </a:moveTo>
                <a:lnTo>
                  <a:pt x="266" y="0"/>
                </a:lnTo>
                <a:lnTo>
                  <a:pt x="266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C8B8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8" name=""/>
          <p:cNvSpPr/>
          <p:nvPr/>
        </p:nvSpPr>
        <p:spPr>
          <a:xfrm>
            <a:off x="595080" y="6591240"/>
            <a:ext cx="11025720" cy="266760"/>
          </a:xfrm>
          <a:custGeom>
            <a:avLst/>
            <a:gdLst/>
            <a:ahLst/>
            <a:rect l="0" t="0" r="r" b="b"/>
            <a:pathLst>
              <a:path w="30627" h="741">
                <a:moveTo>
                  <a:pt x="0" y="741"/>
                </a:moveTo>
                <a:lnTo>
                  <a:pt x="0" y="211"/>
                </a:lnTo>
                <a:cubicBezTo>
                  <a:pt x="0" y="197"/>
                  <a:pt x="1" y="184"/>
                  <a:pt x="3" y="170"/>
                </a:cubicBezTo>
                <a:cubicBezTo>
                  <a:pt x="5" y="156"/>
                  <a:pt x="8" y="143"/>
                  <a:pt x="11" y="130"/>
                </a:cubicBezTo>
                <a:cubicBezTo>
                  <a:pt x="15" y="117"/>
                  <a:pt x="19" y="105"/>
                  <a:pt x="25" y="94"/>
                </a:cubicBezTo>
                <a:cubicBezTo>
                  <a:pt x="30" y="82"/>
                  <a:pt x="36" y="71"/>
                  <a:pt x="43" y="62"/>
                </a:cubicBezTo>
                <a:cubicBezTo>
                  <a:pt x="50" y="52"/>
                  <a:pt x="57" y="43"/>
                  <a:pt x="65" y="35"/>
                </a:cubicBezTo>
                <a:cubicBezTo>
                  <a:pt x="73" y="28"/>
                  <a:pt x="81" y="21"/>
                  <a:pt x="90" y="16"/>
                </a:cubicBezTo>
                <a:cubicBezTo>
                  <a:pt x="99" y="10"/>
                  <a:pt x="108" y="6"/>
                  <a:pt x="117" y="4"/>
                </a:cubicBezTo>
                <a:cubicBezTo>
                  <a:pt x="127" y="1"/>
                  <a:pt x="136" y="0"/>
                  <a:pt x="146" y="0"/>
                </a:cubicBezTo>
                <a:lnTo>
                  <a:pt x="30415" y="0"/>
                </a:lnTo>
                <a:cubicBezTo>
                  <a:pt x="30429" y="0"/>
                  <a:pt x="30443" y="1"/>
                  <a:pt x="30456" y="4"/>
                </a:cubicBezTo>
                <a:cubicBezTo>
                  <a:pt x="30470" y="6"/>
                  <a:pt x="30483" y="10"/>
                  <a:pt x="30496" y="16"/>
                </a:cubicBezTo>
                <a:cubicBezTo>
                  <a:pt x="30509" y="21"/>
                  <a:pt x="30521" y="28"/>
                  <a:pt x="30533" y="35"/>
                </a:cubicBezTo>
                <a:cubicBezTo>
                  <a:pt x="30544" y="43"/>
                  <a:pt x="30555" y="52"/>
                  <a:pt x="30565" y="62"/>
                </a:cubicBezTo>
                <a:cubicBezTo>
                  <a:pt x="30574" y="71"/>
                  <a:pt x="30583" y="82"/>
                  <a:pt x="30591" y="94"/>
                </a:cubicBezTo>
                <a:cubicBezTo>
                  <a:pt x="30599" y="105"/>
                  <a:pt x="30605" y="117"/>
                  <a:pt x="30611" y="130"/>
                </a:cubicBezTo>
                <a:cubicBezTo>
                  <a:pt x="30616" y="143"/>
                  <a:pt x="30620" y="156"/>
                  <a:pt x="30623" y="170"/>
                </a:cubicBezTo>
                <a:cubicBezTo>
                  <a:pt x="30625" y="184"/>
                  <a:pt x="30627" y="197"/>
                  <a:pt x="30627" y="211"/>
                </a:cubicBezTo>
                <a:lnTo>
                  <a:pt x="30627" y="741"/>
                </a:lnTo>
                <a:lnTo>
                  <a:pt x="0" y="741"/>
                </a:ln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9" name=""/>
          <p:cNvSpPr/>
          <p:nvPr/>
        </p:nvSpPr>
        <p:spPr>
          <a:xfrm>
            <a:off x="571320" y="6591240"/>
            <a:ext cx="76680" cy="648000"/>
          </a:xfrm>
          <a:custGeom>
            <a:avLst/>
            <a:gdLst/>
            <a:ahLst/>
            <a:rect l="0" t="0" r="r" b="b"/>
            <a:pathLst>
              <a:path w="213" h="1800">
                <a:moveTo>
                  <a:pt x="0" y="0"/>
                </a:moveTo>
                <a:lnTo>
                  <a:pt x="213" y="0"/>
                </a:lnTo>
                <a:lnTo>
                  <a:pt x="213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0" name=""/>
          <p:cNvSpPr/>
          <p:nvPr/>
        </p:nvSpPr>
        <p:spPr>
          <a:xfrm>
            <a:off x="630720" y="440280"/>
            <a:ext cx="357840" cy="357480"/>
          </a:xfrm>
          <a:custGeom>
            <a:avLst/>
            <a:gdLst/>
            <a:ahLst/>
            <a:rect l="0" t="0" r="r" b="b"/>
            <a:pathLst>
              <a:path w="994" h="993">
                <a:moveTo>
                  <a:pt x="97" y="993"/>
                </a:moveTo>
                <a:cubicBezTo>
                  <a:pt x="85" y="993"/>
                  <a:pt x="75" y="989"/>
                  <a:pt x="67" y="982"/>
                </a:cubicBezTo>
                <a:cubicBezTo>
                  <a:pt x="59" y="974"/>
                  <a:pt x="55" y="964"/>
                  <a:pt x="55" y="952"/>
                </a:cubicBezTo>
                <a:lnTo>
                  <a:pt x="55" y="883"/>
                </a:lnTo>
                <a:lnTo>
                  <a:pt x="0" y="883"/>
                </a:lnTo>
                <a:lnTo>
                  <a:pt x="0" y="676"/>
                </a:lnTo>
                <a:cubicBezTo>
                  <a:pt x="0" y="664"/>
                  <a:pt x="4" y="655"/>
                  <a:pt x="12" y="647"/>
                </a:cubicBezTo>
                <a:cubicBezTo>
                  <a:pt x="20" y="639"/>
                  <a:pt x="30" y="635"/>
                  <a:pt x="42" y="635"/>
                </a:cubicBezTo>
                <a:lnTo>
                  <a:pt x="111" y="635"/>
                </a:lnTo>
                <a:lnTo>
                  <a:pt x="111" y="207"/>
                </a:lnTo>
                <a:cubicBezTo>
                  <a:pt x="111" y="148"/>
                  <a:pt x="132" y="99"/>
                  <a:pt x="175" y="59"/>
                </a:cubicBezTo>
                <a:cubicBezTo>
                  <a:pt x="219" y="20"/>
                  <a:pt x="270" y="0"/>
                  <a:pt x="331" y="0"/>
                </a:cubicBezTo>
                <a:cubicBezTo>
                  <a:pt x="389" y="0"/>
                  <a:pt x="438" y="20"/>
                  <a:pt x="478" y="60"/>
                </a:cubicBezTo>
                <a:cubicBezTo>
                  <a:pt x="518" y="100"/>
                  <a:pt x="538" y="149"/>
                  <a:pt x="538" y="207"/>
                </a:cubicBezTo>
                <a:lnTo>
                  <a:pt x="538" y="787"/>
                </a:lnTo>
                <a:cubicBezTo>
                  <a:pt x="538" y="822"/>
                  <a:pt x="550" y="851"/>
                  <a:pt x="574" y="875"/>
                </a:cubicBezTo>
                <a:cubicBezTo>
                  <a:pt x="598" y="899"/>
                  <a:pt x="627" y="911"/>
                  <a:pt x="662" y="911"/>
                </a:cubicBezTo>
                <a:cubicBezTo>
                  <a:pt x="699" y="911"/>
                  <a:pt x="733" y="899"/>
                  <a:pt x="760" y="876"/>
                </a:cubicBezTo>
                <a:cubicBezTo>
                  <a:pt x="787" y="852"/>
                  <a:pt x="801" y="823"/>
                  <a:pt x="801" y="787"/>
                </a:cubicBezTo>
                <a:lnTo>
                  <a:pt x="801" y="359"/>
                </a:lnTo>
                <a:lnTo>
                  <a:pt x="732" y="359"/>
                </a:lnTo>
                <a:cubicBezTo>
                  <a:pt x="719" y="359"/>
                  <a:pt x="709" y="356"/>
                  <a:pt x="701" y="348"/>
                </a:cubicBezTo>
                <a:cubicBezTo>
                  <a:pt x="693" y="340"/>
                  <a:pt x="689" y="330"/>
                  <a:pt x="689" y="318"/>
                </a:cubicBezTo>
                <a:lnTo>
                  <a:pt x="689" y="110"/>
                </a:lnTo>
                <a:lnTo>
                  <a:pt x="746" y="110"/>
                </a:lnTo>
                <a:lnTo>
                  <a:pt x="746" y="42"/>
                </a:lnTo>
                <a:cubicBezTo>
                  <a:pt x="746" y="30"/>
                  <a:pt x="749" y="20"/>
                  <a:pt x="757" y="12"/>
                </a:cubicBezTo>
                <a:cubicBezTo>
                  <a:pt x="765" y="4"/>
                  <a:pt x="775" y="0"/>
                  <a:pt x="787" y="0"/>
                </a:cubicBezTo>
                <a:lnTo>
                  <a:pt x="897" y="0"/>
                </a:lnTo>
                <a:cubicBezTo>
                  <a:pt x="909" y="0"/>
                  <a:pt x="919" y="4"/>
                  <a:pt x="927" y="12"/>
                </a:cubicBezTo>
                <a:cubicBezTo>
                  <a:pt x="935" y="20"/>
                  <a:pt x="938" y="30"/>
                  <a:pt x="938" y="42"/>
                </a:cubicBezTo>
                <a:lnTo>
                  <a:pt x="938" y="110"/>
                </a:lnTo>
                <a:lnTo>
                  <a:pt x="994" y="110"/>
                </a:lnTo>
                <a:lnTo>
                  <a:pt x="994" y="318"/>
                </a:lnTo>
                <a:cubicBezTo>
                  <a:pt x="994" y="330"/>
                  <a:pt x="990" y="340"/>
                  <a:pt x="982" y="348"/>
                </a:cubicBezTo>
                <a:cubicBezTo>
                  <a:pt x="974" y="356"/>
                  <a:pt x="964" y="359"/>
                  <a:pt x="952" y="359"/>
                </a:cubicBezTo>
                <a:lnTo>
                  <a:pt x="883" y="359"/>
                </a:lnTo>
                <a:lnTo>
                  <a:pt x="883" y="787"/>
                </a:lnTo>
                <a:cubicBezTo>
                  <a:pt x="883" y="845"/>
                  <a:pt x="862" y="895"/>
                  <a:pt x="819" y="934"/>
                </a:cubicBezTo>
                <a:cubicBezTo>
                  <a:pt x="775" y="974"/>
                  <a:pt x="722" y="993"/>
                  <a:pt x="662" y="993"/>
                </a:cubicBezTo>
                <a:cubicBezTo>
                  <a:pt x="604" y="993"/>
                  <a:pt x="555" y="973"/>
                  <a:pt x="515" y="933"/>
                </a:cubicBezTo>
                <a:cubicBezTo>
                  <a:pt x="475" y="893"/>
                  <a:pt x="455" y="845"/>
                  <a:pt x="455" y="787"/>
                </a:cubicBezTo>
                <a:lnTo>
                  <a:pt x="455" y="207"/>
                </a:lnTo>
                <a:cubicBezTo>
                  <a:pt x="455" y="172"/>
                  <a:pt x="443" y="143"/>
                  <a:pt x="419" y="119"/>
                </a:cubicBezTo>
                <a:cubicBezTo>
                  <a:pt x="395" y="95"/>
                  <a:pt x="366" y="83"/>
                  <a:pt x="331" y="83"/>
                </a:cubicBezTo>
                <a:cubicBezTo>
                  <a:pt x="293" y="83"/>
                  <a:pt x="261" y="95"/>
                  <a:pt x="234" y="118"/>
                </a:cubicBezTo>
                <a:cubicBezTo>
                  <a:pt x="207" y="141"/>
                  <a:pt x="193" y="171"/>
                  <a:pt x="193" y="207"/>
                </a:cubicBezTo>
                <a:lnTo>
                  <a:pt x="193" y="635"/>
                </a:lnTo>
                <a:lnTo>
                  <a:pt x="262" y="635"/>
                </a:lnTo>
                <a:cubicBezTo>
                  <a:pt x="274" y="635"/>
                  <a:pt x="284" y="639"/>
                  <a:pt x="292" y="647"/>
                </a:cubicBezTo>
                <a:cubicBezTo>
                  <a:pt x="300" y="655"/>
                  <a:pt x="304" y="664"/>
                  <a:pt x="304" y="676"/>
                </a:cubicBezTo>
                <a:lnTo>
                  <a:pt x="304" y="883"/>
                </a:lnTo>
                <a:lnTo>
                  <a:pt x="248" y="883"/>
                </a:lnTo>
                <a:lnTo>
                  <a:pt x="248" y="952"/>
                </a:lnTo>
                <a:cubicBezTo>
                  <a:pt x="248" y="964"/>
                  <a:pt x="245" y="974"/>
                  <a:pt x="237" y="982"/>
                </a:cubicBezTo>
                <a:cubicBezTo>
                  <a:pt x="229" y="989"/>
                  <a:pt x="219" y="993"/>
                  <a:pt x="207" y="993"/>
                </a:cubicBezTo>
                <a:lnTo>
                  <a:pt x="97" y="993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1047600" y="529560"/>
            <a:ext cx="567900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MCP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Model Context Protocol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）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2" name=""/>
          <p:cNvSpPr/>
          <p:nvPr/>
        </p:nvSpPr>
        <p:spPr>
          <a:xfrm>
            <a:off x="414360" y="2395440"/>
            <a:ext cx="5763960" cy="1344600"/>
          </a:xfrm>
          <a:custGeom>
            <a:avLst/>
            <a:gdLst/>
            <a:ahLst/>
            <a:rect l="0" t="0" r="r" b="b"/>
            <a:pathLst>
              <a:path w="16011" h="3735">
                <a:moveTo>
                  <a:pt x="436" y="674"/>
                </a:moveTo>
                <a:lnTo>
                  <a:pt x="436" y="2898"/>
                </a:lnTo>
                <a:cubicBezTo>
                  <a:pt x="436" y="2940"/>
                  <a:pt x="444" y="2981"/>
                  <a:pt x="460" y="3019"/>
                </a:cubicBezTo>
                <a:cubicBezTo>
                  <a:pt x="476" y="3058"/>
                  <a:pt x="499" y="3093"/>
                  <a:pt x="529" y="3122"/>
                </a:cubicBezTo>
                <a:cubicBezTo>
                  <a:pt x="559" y="3152"/>
                  <a:pt x="593" y="3175"/>
                  <a:pt x="632" y="3191"/>
                </a:cubicBezTo>
                <a:cubicBezTo>
                  <a:pt x="671" y="3207"/>
                  <a:pt x="711" y="3215"/>
                  <a:pt x="753" y="3215"/>
                </a:cubicBezTo>
                <a:lnTo>
                  <a:pt x="15254" y="3215"/>
                </a:lnTo>
                <a:cubicBezTo>
                  <a:pt x="15296" y="3215"/>
                  <a:pt x="15336" y="3207"/>
                  <a:pt x="15375" y="3191"/>
                </a:cubicBezTo>
                <a:cubicBezTo>
                  <a:pt x="15414" y="3175"/>
                  <a:pt x="15448" y="3152"/>
                  <a:pt x="15478" y="3122"/>
                </a:cubicBezTo>
                <a:cubicBezTo>
                  <a:pt x="15508" y="3093"/>
                  <a:pt x="15531" y="3058"/>
                  <a:pt x="15547" y="3019"/>
                </a:cubicBezTo>
                <a:cubicBezTo>
                  <a:pt x="15563" y="2981"/>
                  <a:pt x="15571" y="2940"/>
                  <a:pt x="15571" y="2898"/>
                </a:cubicBezTo>
                <a:lnTo>
                  <a:pt x="15571" y="674"/>
                </a:lnTo>
                <a:cubicBezTo>
                  <a:pt x="15571" y="632"/>
                  <a:pt x="15563" y="592"/>
                  <a:pt x="15547" y="553"/>
                </a:cubicBezTo>
                <a:cubicBezTo>
                  <a:pt x="15531" y="514"/>
                  <a:pt x="15508" y="480"/>
                  <a:pt x="15478" y="450"/>
                </a:cubicBezTo>
                <a:cubicBezTo>
                  <a:pt x="15448" y="420"/>
                  <a:pt x="15414" y="397"/>
                  <a:pt x="15375" y="381"/>
                </a:cubicBezTo>
                <a:cubicBezTo>
                  <a:pt x="15336" y="365"/>
                  <a:pt x="15296" y="357"/>
                  <a:pt x="15254" y="357"/>
                </a:cubicBezTo>
                <a:lnTo>
                  <a:pt x="753" y="357"/>
                </a:lnTo>
                <a:cubicBezTo>
                  <a:pt x="711" y="357"/>
                  <a:pt x="671" y="365"/>
                  <a:pt x="632" y="381"/>
                </a:cubicBezTo>
                <a:cubicBezTo>
                  <a:pt x="593" y="397"/>
                  <a:pt x="559" y="420"/>
                  <a:pt x="529" y="450"/>
                </a:cubicBezTo>
                <a:cubicBezTo>
                  <a:pt x="499" y="480"/>
                  <a:pt x="476" y="514"/>
                  <a:pt x="460" y="553"/>
                </a:cubicBezTo>
                <a:cubicBezTo>
                  <a:pt x="444" y="592"/>
                  <a:pt x="436" y="632"/>
                  <a:pt x="436" y="674"/>
                </a:cubicBezTo>
                <a:moveTo>
                  <a:pt x="0" y="0"/>
                </a:moveTo>
                <a:lnTo>
                  <a:pt x="16011" y="0"/>
                </a:lnTo>
                <a:lnTo>
                  <a:pt x="16011" y="3735"/>
                </a:lnTo>
                <a:lnTo>
                  <a:pt x="0" y="3735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43" name=""/>
          <p:cNvSpPr/>
          <p:nvPr/>
        </p:nvSpPr>
        <p:spPr>
          <a:xfrm>
            <a:off x="580680" y="2533320"/>
            <a:ext cx="5429880" cy="1010160"/>
          </a:xfrm>
          <a:custGeom>
            <a:avLst/>
            <a:gdLst/>
            <a:ahLst/>
            <a:rect l="0" t="0" r="r" b="b"/>
            <a:pathLst>
              <a:path w="15083" h="2806">
                <a:moveTo>
                  <a:pt x="0" y="2514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6"/>
                  <a:pt x="50" y="130"/>
                </a:cubicBezTo>
                <a:cubicBezTo>
                  <a:pt x="60" y="114"/>
                  <a:pt x="72" y="99"/>
                  <a:pt x="86" y="86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3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6"/>
                </a:cubicBezTo>
                <a:cubicBezTo>
                  <a:pt x="14867" y="10"/>
                  <a:pt x="14885" y="15"/>
                  <a:pt x="14903" y="23"/>
                </a:cubicBezTo>
                <a:cubicBezTo>
                  <a:pt x="14921" y="30"/>
                  <a:pt x="14937" y="39"/>
                  <a:pt x="14953" y="49"/>
                </a:cubicBezTo>
                <a:cubicBezTo>
                  <a:pt x="14969" y="60"/>
                  <a:pt x="14984" y="72"/>
                  <a:pt x="14997" y="86"/>
                </a:cubicBezTo>
                <a:cubicBezTo>
                  <a:pt x="15011" y="99"/>
                  <a:pt x="15023" y="114"/>
                  <a:pt x="15034" y="130"/>
                </a:cubicBezTo>
                <a:cubicBezTo>
                  <a:pt x="15044" y="146"/>
                  <a:pt x="15053" y="162"/>
                  <a:pt x="15061" y="180"/>
                </a:cubicBezTo>
                <a:cubicBezTo>
                  <a:pt x="15068" y="198"/>
                  <a:pt x="15073" y="216"/>
                  <a:pt x="15077" y="235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2514"/>
                </a:lnTo>
                <a:cubicBezTo>
                  <a:pt x="15083" y="2533"/>
                  <a:pt x="15081" y="2552"/>
                  <a:pt x="15077" y="2571"/>
                </a:cubicBezTo>
                <a:cubicBezTo>
                  <a:pt x="15073" y="2589"/>
                  <a:pt x="15068" y="2608"/>
                  <a:pt x="15061" y="2625"/>
                </a:cubicBezTo>
                <a:cubicBezTo>
                  <a:pt x="15053" y="2643"/>
                  <a:pt x="15044" y="2660"/>
                  <a:pt x="15034" y="2676"/>
                </a:cubicBezTo>
                <a:cubicBezTo>
                  <a:pt x="15023" y="2692"/>
                  <a:pt x="15011" y="2706"/>
                  <a:pt x="14997" y="2720"/>
                </a:cubicBezTo>
                <a:cubicBezTo>
                  <a:pt x="14984" y="2733"/>
                  <a:pt x="14969" y="2745"/>
                  <a:pt x="14953" y="2756"/>
                </a:cubicBezTo>
                <a:cubicBezTo>
                  <a:pt x="14937" y="2767"/>
                  <a:pt x="14921" y="2776"/>
                  <a:pt x="14903" y="2784"/>
                </a:cubicBezTo>
                <a:cubicBezTo>
                  <a:pt x="14885" y="2791"/>
                  <a:pt x="14867" y="2797"/>
                  <a:pt x="14848" y="2800"/>
                </a:cubicBezTo>
                <a:cubicBezTo>
                  <a:pt x="14830" y="2804"/>
                  <a:pt x="14811" y="2806"/>
                  <a:pt x="14792" y="2806"/>
                </a:cubicBezTo>
                <a:lnTo>
                  <a:pt x="291" y="2806"/>
                </a:lnTo>
                <a:cubicBezTo>
                  <a:pt x="272" y="2806"/>
                  <a:pt x="253" y="2804"/>
                  <a:pt x="235" y="2800"/>
                </a:cubicBezTo>
                <a:cubicBezTo>
                  <a:pt x="216" y="2797"/>
                  <a:pt x="198" y="2791"/>
                  <a:pt x="180" y="2784"/>
                </a:cubicBezTo>
                <a:cubicBezTo>
                  <a:pt x="162" y="2776"/>
                  <a:pt x="146" y="2767"/>
                  <a:pt x="130" y="2756"/>
                </a:cubicBezTo>
                <a:cubicBezTo>
                  <a:pt x="114" y="2745"/>
                  <a:pt x="99" y="2733"/>
                  <a:pt x="86" y="2720"/>
                </a:cubicBezTo>
                <a:cubicBezTo>
                  <a:pt x="72" y="2706"/>
                  <a:pt x="60" y="2692"/>
                  <a:pt x="50" y="2676"/>
                </a:cubicBezTo>
                <a:cubicBezTo>
                  <a:pt x="39" y="2660"/>
                  <a:pt x="30" y="2643"/>
                  <a:pt x="23" y="2625"/>
                </a:cubicBezTo>
                <a:cubicBezTo>
                  <a:pt x="15" y="2608"/>
                  <a:pt x="10" y="2589"/>
                  <a:pt x="6" y="2571"/>
                </a:cubicBezTo>
                <a:cubicBezTo>
                  <a:pt x="2" y="2552"/>
                  <a:pt x="0" y="2533"/>
                  <a:pt x="0" y="2514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4" name=""/>
          <p:cNvSpPr/>
          <p:nvPr/>
        </p:nvSpPr>
        <p:spPr>
          <a:xfrm>
            <a:off x="580680" y="2533320"/>
            <a:ext cx="5429880" cy="1010160"/>
          </a:xfrm>
          <a:custGeom>
            <a:avLst/>
            <a:gdLst/>
            <a:ahLst/>
            <a:rect l="0" t="0" r="r" b="b"/>
            <a:pathLst>
              <a:path w="15083" h="2806">
                <a:moveTo>
                  <a:pt x="0" y="2514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6"/>
                  <a:pt x="50" y="130"/>
                </a:cubicBezTo>
                <a:cubicBezTo>
                  <a:pt x="60" y="114"/>
                  <a:pt x="72" y="99"/>
                  <a:pt x="86" y="86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3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6"/>
                </a:cubicBezTo>
                <a:cubicBezTo>
                  <a:pt x="14867" y="10"/>
                  <a:pt x="14885" y="15"/>
                  <a:pt x="14903" y="23"/>
                </a:cubicBezTo>
                <a:cubicBezTo>
                  <a:pt x="14921" y="30"/>
                  <a:pt x="14937" y="39"/>
                  <a:pt x="14953" y="49"/>
                </a:cubicBezTo>
                <a:cubicBezTo>
                  <a:pt x="14969" y="60"/>
                  <a:pt x="14984" y="72"/>
                  <a:pt x="14997" y="86"/>
                </a:cubicBezTo>
                <a:cubicBezTo>
                  <a:pt x="15011" y="99"/>
                  <a:pt x="15023" y="114"/>
                  <a:pt x="15034" y="130"/>
                </a:cubicBezTo>
                <a:cubicBezTo>
                  <a:pt x="15044" y="146"/>
                  <a:pt x="15053" y="162"/>
                  <a:pt x="15061" y="180"/>
                </a:cubicBezTo>
                <a:cubicBezTo>
                  <a:pt x="15068" y="198"/>
                  <a:pt x="15073" y="216"/>
                  <a:pt x="15077" y="235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2514"/>
                </a:lnTo>
                <a:cubicBezTo>
                  <a:pt x="15083" y="2533"/>
                  <a:pt x="15081" y="2552"/>
                  <a:pt x="15077" y="2571"/>
                </a:cubicBezTo>
                <a:cubicBezTo>
                  <a:pt x="15073" y="2589"/>
                  <a:pt x="15068" y="2608"/>
                  <a:pt x="15061" y="2625"/>
                </a:cubicBezTo>
                <a:cubicBezTo>
                  <a:pt x="15053" y="2643"/>
                  <a:pt x="15044" y="2660"/>
                  <a:pt x="15034" y="2676"/>
                </a:cubicBezTo>
                <a:cubicBezTo>
                  <a:pt x="15023" y="2692"/>
                  <a:pt x="15011" y="2706"/>
                  <a:pt x="14997" y="2720"/>
                </a:cubicBezTo>
                <a:cubicBezTo>
                  <a:pt x="14984" y="2733"/>
                  <a:pt x="14969" y="2745"/>
                  <a:pt x="14953" y="2756"/>
                </a:cubicBezTo>
                <a:cubicBezTo>
                  <a:pt x="14937" y="2767"/>
                  <a:pt x="14921" y="2776"/>
                  <a:pt x="14903" y="2784"/>
                </a:cubicBezTo>
                <a:cubicBezTo>
                  <a:pt x="14885" y="2791"/>
                  <a:pt x="14867" y="2797"/>
                  <a:pt x="14848" y="2800"/>
                </a:cubicBezTo>
                <a:cubicBezTo>
                  <a:pt x="14830" y="2804"/>
                  <a:pt x="14811" y="2806"/>
                  <a:pt x="14792" y="2806"/>
                </a:cubicBezTo>
                <a:lnTo>
                  <a:pt x="291" y="2806"/>
                </a:lnTo>
                <a:cubicBezTo>
                  <a:pt x="272" y="2806"/>
                  <a:pt x="253" y="2804"/>
                  <a:pt x="235" y="2800"/>
                </a:cubicBezTo>
                <a:cubicBezTo>
                  <a:pt x="216" y="2797"/>
                  <a:pt x="198" y="2791"/>
                  <a:pt x="180" y="2784"/>
                </a:cubicBezTo>
                <a:cubicBezTo>
                  <a:pt x="162" y="2776"/>
                  <a:pt x="146" y="2767"/>
                  <a:pt x="130" y="2756"/>
                </a:cubicBezTo>
                <a:cubicBezTo>
                  <a:pt x="114" y="2745"/>
                  <a:pt x="99" y="2733"/>
                  <a:pt x="86" y="2720"/>
                </a:cubicBezTo>
                <a:cubicBezTo>
                  <a:pt x="72" y="2706"/>
                  <a:pt x="60" y="2692"/>
                  <a:pt x="50" y="2676"/>
                </a:cubicBezTo>
                <a:cubicBezTo>
                  <a:pt x="39" y="2660"/>
                  <a:pt x="30" y="2643"/>
                  <a:pt x="23" y="2625"/>
                </a:cubicBezTo>
                <a:cubicBezTo>
                  <a:pt x="15" y="2608"/>
                  <a:pt x="10" y="2589"/>
                  <a:pt x="6" y="2571"/>
                </a:cubicBezTo>
                <a:cubicBezTo>
                  <a:pt x="2" y="2552"/>
                  <a:pt x="0" y="2533"/>
                  <a:pt x="0" y="2514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5" name=""/>
          <p:cNvSpPr/>
          <p:nvPr/>
        </p:nvSpPr>
        <p:spPr>
          <a:xfrm>
            <a:off x="414360" y="3462480"/>
            <a:ext cx="5763960" cy="1353600"/>
          </a:xfrm>
          <a:custGeom>
            <a:avLst/>
            <a:gdLst/>
            <a:ahLst/>
            <a:rect l="0" t="0" r="r" b="b"/>
            <a:pathLst>
              <a:path w="16011" h="3760">
                <a:moveTo>
                  <a:pt x="436" y="674"/>
                </a:moveTo>
                <a:lnTo>
                  <a:pt x="436" y="2923"/>
                </a:lnTo>
                <a:cubicBezTo>
                  <a:pt x="436" y="2965"/>
                  <a:pt x="444" y="3005"/>
                  <a:pt x="460" y="3044"/>
                </a:cubicBezTo>
                <a:cubicBezTo>
                  <a:pt x="476" y="3083"/>
                  <a:pt x="499" y="3117"/>
                  <a:pt x="529" y="3147"/>
                </a:cubicBezTo>
                <a:cubicBezTo>
                  <a:pt x="559" y="3177"/>
                  <a:pt x="593" y="3200"/>
                  <a:pt x="632" y="3216"/>
                </a:cubicBezTo>
                <a:cubicBezTo>
                  <a:pt x="671" y="3232"/>
                  <a:pt x="711" y="3240"/>
                  <a:pt x="753" y="3240"/>
                </a:cubicBezTo>
                <a:lnTo>
                  <a:pt x="15254" y="3240"/>
                </a:lnTo>
                <a:cubicBezTo>
                  <a:pt x="15296" y="3240"/>
                  <a:pt x="15336" y="3232"/>
                  <a:pt x="15375" y="3216"/>
                </a:cubicBezTo>
                <a:cubicBezTo>
                  <a:pt x="15414" y="3200"/>
                  <a:pt x="15448" y="3177"/>
                  <a:pt x="15478" y="3147"/>
                </a:cubicBezTo>
                <a:cubicBezTo>
                  <a:pt x="15508" y="3117"/>
                  <a:pt x="15531" y="3083"/>
                  <a:pt x="15547" y="3044"/>
                </a:cubicBezTo>
                <a:cubicBezTo>
                  <a:pt x="15563" y="3005"/>
                  <a:pt x="15571" y="2965"/>
                  <a:pt x="15571" y="2923"/>
                </a:cubicBezTo>
                <a:lnTo>
                  <a:pt x="15571" y="674"/>
                </a:lnTo>
                <a:cubicBezTo>
                  <a:pt x="15571" y="632"/>
                  <a:pt x="15563" y="591"/>
                  <a:pt x="15547" y="552"/>
                </a:cubicBezTo>
                <a:cubicBezTo>
                  <a:pt x="15531" y="513"/>
                  <a:pt x="15508" y="479"/>
                  <a:pt x="15478" y="449"/>
                </a:cubicBezTo>
                <a:cubicBezTo>
                  <a:pt x="15448" y="420"/>
                  <a:pt x="15414" y="397"/>
                  <a:pt x="15375" y="380"/>
                </a:cubicBezTo>
                <a:cubicBezTo>
                  <a:pt x="15336" y="364"/>
                  <a:pt x="15296" y="356"/>
                  <a:pt x="15254" y="356"/>
                </a:cubicBezTo>
                <a:lnTo>
                  <a:pt x="753" y="356"/>
                </a:lnTo>
                <a:cubicBezTo>
                  <a:pt x="711" y="356"/>
                  <a:pt x="671" y="364"/>
                  <a:pt x="632" y="380"/>
                </a:cubicBezTo>
                <a:cubicBezTo>
                  <a:pt x="593" y="397"/>
                  <a:pt x="559" y="420"/>
                  <a:pt x="529" y="449"/>
                </a:cubicBezTo>
                <a:cubicBezTo>
                  <a:pt x="499" y="479"/>
                  <a:pt x="476" y="513"/>
                  <a:pt x="460" y="552"/>
                </a:cubicBezTo>
                <a:cubicBezTo>
                  <a:pt x="444" y="591"/>
                  <a:pt x="436" y="632"/>
                  <a:pt x="436" y="674"/>
                </a:cubicBezTo>
                <a:moveTo>
                  <a:pt x="0" y="0"/>
                </a:moveTo>
                <a:lnTo>
                  <a:pt x="16011" y="0"/>
                </a:lnTo>
                <a:lnTo>
                  <a:pt x="16011" y="3760"/>
                </a:lnTo>
                <a:lnTo>
                  <a:pt x="0" y="3760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46" name=""/>
          <p:cNvSpPr/>
          <p:nvPr/>
        </p:nvSpPr>
        <p:spPr>
          <a:xfrm>
            <a:off x="580680" y="3600360"/>
            <a:ext cx="5429880" cy="1019520"/>
          </a:xfrm>
          <a:custGeom>
            <a:avLst/>
            <a:gdLst/>
            <a:ahLst/>
            <a:rect l="0" t="0" r="r" b="b"/>
            <a:pathLst>
              <a:path w="15083" h="2832">
                <a:moveTo>
                  <a:pt x="0" y="2540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5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1" y="29"/>
                  <a:pt x="14937" y="38"/>
                  <a:pt x="14953" y="49"/>
                </a:cubicBezTo>
                <a:cubicBezTo>
                  <a:pt x="14969" y="59"/>
                  <a:pt x="14984" y="71"/>
                  <a:pt x="14997" y="85"/>
                </a:cubicBezTo>
                <a:cubicBezTo>
                  <a:pt x="15011" y="99"/>
                  <a:pt x="15023" y="113"/>
                  <a:pt x="15034" y="129"/>
                </a:cubicBezTo>
                <a:cubicBezTo>
                  <a:pt x="15044" y="145"/>
                  <a:pt x="15053" y="162"/>
                  <a:pt x="15061" y="179"/>
                </a:cubicBezTo>
                <a:cubicBezTo>
                  <a:pt x="15068" y="197"/>
                  <a:pt x="15073" y="215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2540"/>
                </a:lnTo>
                <a:cubicBezTo>
                  <a:pt x="15083" y="2559"/>
                  <a:pt x="15081" y="2578"/>
                  <a:pt x="15077" y="2597"/>
                </a:cubicBezTo>
                <a:cubicBezTo>
                  <a:pt x="15073" y="2615"/>
                  <a:pt x="15068" y="2633"/>
                  <a:pt x="15061" y="2651"/>
                </a:cubicBezTo>
                <a:cubicBezTo>
                  <a:pt x="15053" y="2669"/>
                  <a:pt x="15044" y="2686"/>
                  <a:pt x="15034" y="2701"/>
                </a:cubicBezTo>
                <a:cubicBezTo>
                  <a:pt x="15023" y="2717"/>
                  <a:pt x="15011" y="2732"/>
                  <a:pt x="14997" y="2747"/>
                </a:cubicBezTo>
                <a:cubicBezTo>
                  <a:pt x="14984" y="2760"/>
                  <a:pt x="14969" y="2772"/>
                  <a:pt x="14953" y="2783"/>
                </a:cubicBezTo>
                <a:cubicBezTo>
                  <a:pt x="14937" y="2793"/>
                  <a:pt x="14921" y="2802"/>
                  <a:pt x="14903" y="2810"/>
                </a:cubicBezTo>
                <a:cubicBezTo>
                  <a:pt x="14885" y="2817"/>
                  <a:pt x="14867" y="2822"/>
                  <a:pt x="14848" y="2826"/>
                </a:cubicBezTo>
                <a:cubicBezTo>
                  <a:pt x="14830" y="2830"/>
                  <a:pt x="14811" y="2832"/>
                  <a:pt x="14792" y="2832"/>
                </a:cubicBezTo>
                <a:lnTo>
                  <a:pt x="291" y="2832"/>
                </a:lnTo>
                <a:cubicBezTo>
                  <a:pt x="272" y="2832"/>
                  <a:pt x="253" y="2830"/>
                  <a:pt x="235" y="2826"/>
                </a:cubicBezTo>
                <a:cubicBezTo>
                  <a:pt x="216" y="2822"/>
                  <a:pt x="198" y="2817"/>
                  <a:pt x="180" y="2810"/>
                </a:cubicBezTo>
                <a:cubicBezTo>
                  <a:pt x="162" y="2802"/>
                  <a:pt x="146" y="2793"/>
                  <a:pt x="130" y="2783"/>
                </a:cubicBezTo>
                <a:cubicBezTo>
                  <a:pt x="114" y="2772"/>
                  <a:pt x="99" y="2760"/>
                  <a:pt x="86" y="2747"/>
                </a:cubicBezTo>
                <a:cubicBezTo>
                  <a:pt x="72" y="2732"/>
                  <a:pt x="60" y="2717"/>
                  <a:pt x="50" y="2701"/>
                </a:cubicBezTo>
                <a:cubicBezTo>
                  <a:pt x="39" y="2686"/>
                  <a:pt x="30" y="2669"/>
                  <a:pt x="23" y="2651"/>
                </a:cubicBezTo>
                <a:cubicBezTo>
                  <a:pt x="15" y="2633"/>
                  <a:pt x="10" y="2615"/>
                  <a:pt x="6" y="2597"/>
                </a:cubicBezTo>
                <a:cubicBezTo>
                  <a:pt x="2" y="2578"/>
                  <a:pt x="0" y="2559"/>
                  <a:pt x="0" y="2540"/>
                </a:cubicBezTo>
                <a:close/>
              </a:path>
            </a:pathLst>
          </a:custGeom>
          <a:solidFill>
            <a:srgbClr val="C1E6C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7" name=""/>
          <p:cNvSpPr/>
          <p:nvPr/>
        </p:nvSpPr>
        <p:spPr>
          <a:xfrm>
            <a:off x="580680" y="3600360"/>
            <a:ext cx="5429880" cy="1019520"/>
          </a:xfrm>
          <a:custGeom>
            <a:avLst/>
            <a:gdLst/>
            <a:ahLst/>
            <a:rect l="0" t="0" r="r" b="b"/>
            <a:pathLst>
              <a:path w="15083" h="2832">
                <a:moveTo>
                  <a:pt x="0" y="2540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5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1" y="29"/>
                  <a:pt x="14937" y="38"/>
                  <a:pt x="14953" y="49"/>
                </a:cubicBezTo>
                <a:cubicBezTo>
                  <a:pt x="14969" y="59"/>
                  <a:pt x="14984" y="71"/>
                  <a:pt x="14997" y="85"/>
                </a:cubicBezTo>
                <a:cubicBezTo>
                  <a:pt x="15011" y="99"/>
                  <a:pt x="15023" y="113"/>
                  <a:pt x="15034" y="129"/>
                </a:cubicBezTo>
                <a:cubicBezTo>
                  <a:pt x="15044" y="145"/>
                  <a:pt x="15053" y="162"/>
                  <a:pt x="15061" y="179"/>
                </a:cubicBezTo>
                <a:cubicBezTo>
                  <a:pt x="15068" y="197"/>
                  <a:pt x="15073" y="215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2540"/>
                </a:lnTo>
                <a:cubicBezTo>
                  <a:pt x="15083" y="2559"/>
                  <a:pt x="15081" y="2578"/>
                  <a:pt x="15077" y="2597"/>
                </a:cubicBezTo>
                <a:cubicBezTo>
                  <a:pt x="15073" y="2615"/>
                  <a:pt x="15068" y="2633"/>
                  <a:pt x="15061" y="2651"/>
                </a:cubicBezTo>
                <a:cubicBezTo>
                  <a:pt x="15053" y="2669"/>
                  <a:pt x="15044" y="2686"/>
                  <a:pt x="15034" y="2701"/>
                </a:cubicBezTo>
                <a:cubicBezTo>
                  <a:pt x="15023" y="2717"/>
                  <a:pt x="15011" y="2732"/>
                  <a:pt x="14997" y="2747"/>
                </a:cubicBezTo>
                <a:cubicBezTo>
                  <a:pt x="14984" y="2760"/>
                  <a:pt x="14969" y="2772"/>
                  <a:pt x="14953" y="2783"/>
                </a:cubicBezTo>
                <a:cubicBezTo>
                  <a:pt x="14937" y="2793"/>
                  <a:pt x="14921" y="2802"/>
                  <a:pt x="14903" y="2810"/>
                </a:cubicBezTo>
                <a:cubicBezTo>
                  <a:pt x="14885" y="2817"/>
                  <a:pt x="14867" y="2822"/>
                  <a:pt x="14848" y="2826"/>
                </a:cubicBezTo>
                <a:cubicBezTo>
                  <a:pt x="14830" y="2830"/>
                  <a:pt x="14811" y="2832"/>
                  <a:pt x="14792" y="2832"/>
                </a:cubicBezTo>
                <a:lnTo>
                  <a:pt x="291" y="2832"/>
                </a:lnTo>
                <a:cubicBezTo>
                  <a:pt x="272" y="2832"/>
                  <a:pt x="253" y="2830"/>
                  <a:pt x="235" y="2826"/>
                </a:cubicBezTo>
                <a:cubicBezTo>
                  <a:pt x="216" y="2822"/>
                  <a:pt x="198" y="2817"/>
                  <a:pt x="180" y="2810"/>
                </a:cubicBezTo>
                <a:cubicBezTo>
                  <a:pt x="162" y="2802"/>
                  <a:pt x="146" y="2793"/>
                  <a:pt x="130" y="2783"/>
                </a:cubicBezTo>
                <a:cubicBezTo>
                  <a:pt x="114" y="2772"/>
                  <a:pt x="99" y="2760"/>
                  <a:pt x="86" y="2747"/>
                </a:cubicBezTo>
                <a:cubicBezTo>
                  <a:pt x="72" y="2732"/>
                  <a:pt x="60" y="2717"/>
                  <a:pt x="50" y="2701"/>
                </a:cubicBezTo>
                <a:cubicBezTo>
                  <a:pt x="39" y="2686"/>
                  <a:pt x="30" y="2669"/>
                  <a:pt x="23" y="2651"/>
                </a:cubicBezTo>
                <a:cubicBezTo>
                  <a:pt x="15" y="2633"/>
                  <a:pt x="10" y="2615"/>
                  <a:pt x="6" y="2597"/>
                </a:cubicBezTo>
                <a:cubicBezTo>
                  <a:pt x="2" y="2578"/>
                  <a:pt x="0" y="2559"/>
                  <a:pt x="0" y="2540"/>
                </a:cubicBezTo>
                <a:close/>
              </a:path>
            </a:pathLst>
          </a:custGeom>
          <a:noFill/>
          <a:ln w="18720">
            <a:solidFill>
              <a:srgbClr val="C1E6C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8" name=""/>
          <p:cNvSpPr/>
          <p:nvPr/>
        </p:nvSpPr>
        <p:spPr>
          <a:xfrm>
            <a:off x="616680" y="2070360"/>
            <a:ext cx="293040" cy="294480"/>
          </a:xfrm>
          <a:custGeom>
            <a:avLst/>
            <a:gdLst/>
            <a:ahLst/>
            <a:rect l="0" t="0" r="r" b="b"/>
            <a:pathLst>
              <a:path w="814" h="818">
                <a:moveTo>
                  <a:pt x="247" y="818"/>
                </a:moveTo>
                <a:lnTo>
                  <a:pt x="63" y="818"/>
                </a:lnTo>
                <a:cubicBezTo>
                  <a:pt x="46" y="818"/>
                  <a:pt x="31" y="811"/>
                  <a:pt x="19" y="799"/>
                </a:cubicBezTo>
                <a:cubicBezTo>
                  <a:pt x="6" y="786"/>
                  <a:pt x="0" y="772"/>
                  <a:pt x="0" y="755"/>
                </a:cubicBezTo>
                <a:lnTo>
                  <a:pt x="0" y="571"/>
                </a:lnTo>
                <a:cubicBezTo>
                  <a:pt x="30" y="567"/>
                  <a:pt x="57" y="555"/>
                  <a:pt x="79" y="534"/>
                </a:cubicBezTo>
                <a:cubicBezTo>
                  <a:pt x="101" y="514"/>
                  <a:pt x="112" y="489"/>
                  <a:pt x="112" y="459"/>
                </a:cubicBezTo>
                <a:cubicBezTo>
                  <a:pt x="112" y="429"/>
                  <a:pt x="101" y="403"/>
                  <a:pt x="79" y="383"/>
                </a:cubicBezTo>
                <a:cubicBezTo>
                  <a:pt x="57" y="361"/>
                  <a:pt x="30" y="349"/>
                  <a:pt x="0" y="345"/>
                </a:cubicBezTo>
                <a:lnTo>
                  <a:pt x="0" y="161"/>
                </a:lnTo>
                <a:cubicBezTo>
                  <a:pt x="0" y="144"/>
                  <a:pt x="6" y="130"/>
                  <a:pt x="19" y="117"/>
                </a:cubicBezTo>
                <a:cubicBezTo>
                  <a:pt x="31" y="105"/>
                  <a:pt x="46" y="98"/>
                  <a:pt x="63" y="98"/>
                </a:cubicBezTo>
                <a:lnTo>
                  <a:pt x="248" y="98"/>
                </a:lnTo>
                <a:cubicBezTo>
                  <a:pt x="256" y="70"/>
                  <a:pt x="269" y="47"/>
                  <a:pt x="289" y="28"/>
                </a:cubicBezTo>
                <a:cubicBezTo>
                  <a:pt x="309" y="9"/>
                  <a:pt x="334" y="0"/>
                  <a:pt x="362" y="0"/>
                </a:cubicBezTo>
                <a:cubicBezTo>
                  <a:pt x="390" y="0"/>
                  <a:pt x="414" y="9"/>
                  <a:pt x="434" y="28"/>
                </a:cubicBezTo>
                <a:cubicBezTo>
                  <a:pt x="454" y="47"/>
                  <a:pt x="467" y="70"/>
                  <a:pt x="475" y="98"/>
                </a:cubicBezTo>
                <a:lnTo>
                  <a:pt x="656" y="98"/>
                </a:lnTo>
                <a:cubicBezTo>
                  <a:pt x="673" y="98"/>
                  <a:pt x="688" y="105"/>
                  <a:pt x="700" y="117"/>
                </a:cubicBezTo>
                <a:cubicBezTo>
                  <a:pt x="713" y="130"/>
                  <a:pt x="719" y="144"/>
                  <a:pt x="719" y="161"/>
                </a:cubicBezTo>
                <a:lnTo>
                  <a:pt x="719" y="342"/>
                </a:lnTo>
                <a:cubicBezTo>
                  <a:pt x="747" y="350"/>
                  <a:pt x="770" y="365"/>
                  <a:pt x="788" y="387"/>
                </a:cubicBezTo>
                <a:cubicBezTo>
                  <a:pt x="806" y="408"/>
                  <a:pt x="814" y="433"/>
                  <a:pt x="814" y="461"/>
                </a:cubicBezTo>
                <a:cubicBezTo>
                  <a:pt x="814" y="489"/>
                  <a:pt x="806" y="512"/>
                  <a:pt x="788" y="531"/>
                </a:cubicBezTo>
                <a:cubicBezTo>
                  <a:pt x="770" y="550"/>
                  <a:pt x="747" y="563"/>
                  <a:pt x="719" y="571"/>
                </a:cubicBezTo>
                <a:lnTo>
                  <a:pt x="719" y="755"/>
                </a:lnTo>
                <a:cubicBezTo>
                  <a:pt x="719" y="772"/>
                  <a:pt x="713" y="786"/>
                  <a:pt x="700" y="799"/>
                </a:cubicBezTo>
                <a:cubicBezTo>
                  <a:pt x="688" y="811"/>
                  <a:pt x="673" y="818"/>
                  <a:pt x="656" y="818"/>
                </a:cubicBezTo>
                <a:lnTo>
                  <a:pt x="472" y="818"/>
                </a:lnTo>
                <a:cubicBezTo>
                  <a:pt x="468" y="784"/>
                  <a:pt x="456" y="757"/>
                  <a:pt x="435" y="737"/>
                </a:cubicBezTo>
                <a:cubicBezTo>
                  <a:pt x="413" y="716"/>
                  <a:pt x="389" y="706"/>
                  <a:pt x="360" y="706"/>
                </a:cubicBezTo>
                <a:cubicBezTo>
                  <a:pt x="331" y="706"/>
                  <a:pt x="305" y="716"/>
                  <a:pt x="284" y="737"/>
                </a:cubicBezTo>
                <a:cubicBezTo>
                  <a:pt x="263" y="757"/>
                  <a:pt x="250" y="784"/>
                  <a:pt x="247" y="818"/>
                </a:cubicBezTo>
                <a:moveTo>
                  <a:pt x="63" y="755"/>
                </a:moveTo>
                <a:lnTo>
                  <a:pt x="199" y="755"/>
                </a:lnTo>
                <a:cubicBezTo>
                  <a:pt x="216" y="712"/>
                  <a:pt x="241" y="683"/>
                  <a:pt x="272" y="667"/>
                </a:cubicBezTo>
                <a:cubicBezTo>
                  <a:pt x="303" y="651"/>
                  <a:pt x="333" y="643"/>
                  <a:pt x="360" y="643"/>
                </a:cubicBezTo>
                <a:cubicBezTo>
                  <a:pt x="386" y="643"/>
                  <a:pt x="415" y="651"/>
                  <a:pt x="447" y="667"/>
                </a:cubicBezTo>
                <a:cubicBezTo>
                  <a:pt x="478" y="683"/>
                  <a:pt x="503" y="712"/>
                  <a:pt x="520" y="755"/>
                </a:cubicBezTo>
                <a:lnTo>
                  <a:pt x="656" y="755"/>
                </a:lnTo>
                <a:lnTo>
                  <a:pt x="656" y="509"/>
                </a:lnTo>
                <a:lnTo>
                  <a:pt x="703" y="509"/>
                </a:lnTo>
                <a:cubicBezTo>
                  <a:pt x="717" y="509"/>
                  <a:pt x="729" y="504"/>
                  <a:pt x="738" y="495"/>
                </a:cubicBezTo>
                <a:cubicBezTo>
                  <a:pt x="747" y="486"/>
                  <a:pt x="752" y="475"/>
                  <a:pt x="752" y="461"/>
                </a:cubicBezTo>
                <a:cubicBezTo>
                  <a:pt x="752" y="447"/>
                  <a:pt x="747" y="435"/>
                  <a:pt x="738" y="426"/>
                </a:cubicBezTo>
                <a:cubicBezTo>
                  <a:pt x="729" y="417"/>
                  <a:pt x="717" y="412"/>
                  <a:pt x="703" y="412"/>
                </a:cubicBezTo>
                <a:lnTo>
                  <a:pt x="656" y="412"/>
                </a:lnTo>
                <a:lnTo>
                  <a:pt x="656" y="161"/>
                </a:lnTo>
                <a:lnTo>
                  <a:pt x="410" y="161"/>
                </a:lnTo>
                <a:lnTo>
                  <a:pt x="410" y="111"/>
                </a:lnTo>
                <a:cubicBezTo>
                  <a:pt x="410" y="97"/>
                  <a:pt x="406" y="85"/>
                  <a:pt x="397" y="76"/>
                </a:cubicBezTo>
                <a:cubicBezTo>
                  <a:pt x="387" y="67"/>
                  <a:pt x="376" y="63"/>
                  <a:pt x="362" y="63"/>
                </a:cubicBezTo>
                <a:cubicBezTo>
                  <a:pt x="348" y="63"/>
                  <a:pt x="337" y="67"/>
                  <a:pt x="327" y="76"/>
                </a:cubicBezTo>
                <a:cubicBezTo>
                  <a:pt x="317" y="85"/>
                  <a:pt x="313" y="97"/>
                  <a:pt x="313" y="111"/>
                </a:cubicBezTo>
                <a:lnTo>
                  <a:pt x="313" y="161"/>
                </a:lnTo>
                <a:lnTo>
                  <a:pt x="63" y="161"/>
                </a:lnTo>
                <a:lnTo>
                  <a:pt x="63" y="297"/>
                </a:lnTo>
                <a:cubicBezTo>
                  <a:pt x="96" y="310"/>
                  <a:pt x="123" y="331"/>
                  <a:pt x="144" y="360"/>
                </a:cubicBezTo>
                <a:cubicBezTo>
                  <a:pt x="164" y="390"/>
                  <a:pt x="175" y="423"/>
                  <a:pt x="175" y="459"/>
                </a:cubicBezTo>
                <a:cubicBezTo>
                  <a:pt x="175" y="494"/>
                  <a:pt x="164" y="527"/>
                  <a:pt x="144" y="556"/>
                </a:cubicBezTo>
                <a:cubicBezTo>
                  <a:pt x="123" y="585"/>
                  <a:pt x="96" y="606"/>
                  <a:pt x="63" y="619"/>
                </a:cubicBezTo>
                <a:lnTo>
                  <a:pt x="63" y="755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9" name=""/>
          <p:cNvSpPr txBox="1"/>
          <p:nvPr/>
        </p:nvSpPr>
        <p:spPr>
          <a:xfrm>
            <a:off x="790560" y="1361160"/>
            <a:ext cx="85834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エージェントを外部ツールに安全に接続するためのオープン標準（</a:t>
            </a:r>
            <a:r>
              <a:rPr lang="en-US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Linux Foundation Project</a:t>
            </a:r>
            <a:r>
              <a:rPr lang="ja-JP" sz="1500" b="1" u="none" strike="noStrike">
                <a:solidFill>
                  <a:srgbClr val="6A5D88"/>
                </a:solidFill>
                <a:effectLst/>
                <a:uFillTx/>
                <a:latin typeface="NotoSansJP-Thin_"/>
                <a:ea typeface="NotoSansJP-Thin_"/>
              </a:rPr>
              <a:t>）。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933480" y="2237400"/>
            <a:ext cx="13024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2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つの主要機能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762120" y="2745720"/>
            <a:ext cx="5043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Context Resources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がリアルタイムデータを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2" name=""/>
          <p:cNvSpPr txBox="1"/>
          <p:nvPr/>
        </p:nvSpPr>
        <p:spPr>
          <a:xfrm>
            <a:off x="762120" y="3107880"/>
            <a:ext cx="4344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読み取り（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SQL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スキーマ、ビルドログ等）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3" name=""/>
          <p:cNvSpPr txBox="1"/>
          <p:nvPr/>
        </p:nvSpPr>
        <p:spPr>
          <a:xfrm>
            <a:off x="762120" y="3812760"/>
            <a:ext cx="49665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Custom Tools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がアクションを実行（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GitHub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4" name=""/>
          <p:cNvSpPr/>
          <p:nvPr/>
        </p:nvSpPr>
        <p:spPr>
          <a:xfrm>
            <a:off x="6217200" y="2070360"/>
            <a:ext cx="293400" cy="294480"/>
          </a:xfrm>
          <a:custGeom>
            <a:avLst/>
            <a:gdLst/>
            <a:ahLst/>
            <a:rect l="0" t="0" r="r" b="b"/>
            <a:pathLst>
              <a:path w="815" h="818">
                <a:moveTo>
                  <a:pt x="248" y="818"/>
                </a:moveTo>
                <a:lnTo>
                  <a:pt x="63" y="818"/>
                </a:lnTo>
                <a:cubicBezTo>
                  <a:pt x="46" y="818"/>
                  <a:pt x="32" y="811"/>
                  <a:pt x="19" y="799"/>
                </a:cubicBezTo>
                <a:cubicBezTo>
                  <a:pt x="6" y="786"/>
                  <a:pt x="0" y="772"/>
                  <a:pt x="0" y="755"/>
                </a:cubicBezTo>
                <a:lnTo>
                  <a:pt x="0" y="571"/>
                </a:lnTo>
                <a:cubicBezTo>
                  <a:pt x="31" y="567"/>
                  <a:pt x="57" y="555"/>
                  <a:pt x="79" y="534"/>
                </a:cubicBezTo>
                <a:cubicBezTo>
                  <a:pt x="101" y="514"/>
                  <a:pt x="112" y="489"/>
                  <a:pt x="112" y="459"/>
                </a:cubicBezTo>
                <a:cubicBezTo>
                  <a:pt x="112" y="429"/>
                  <a:pt x="101" y="403"/>
                  <a:pt x="79" y="383"/>
                </a:cubicBezTo>
                <a:cubicBezTo>
                  <a:pt x="57" y="361"/>
                  <a:pt x="31" y="349"/>
                  <a:pt x="0" y="345"/>
                </a:cubicBezTo>
                <a:lnTo>
                  <a:pt x="0" y="161"/>
                </a:lnTo>
                <a:cubicBezTo>
                  <a:pt x="0" y="144"/>
                  <a:pt x="6" y="130"/>
                  <a:pt x="19" y="117"/>
                </a:cubicBezTo>
                <a:cubicBezTo>
                  <a:pt x="32" y="105"/>
                  <a:pt x="46" y="98"/>
                  <a:pt x="63" y="98"/>
                </a:cubicBezTo>
                <a:lnTo>
                  <a:pt x="249" y="98"/>
                </a:lnTo>
                <a:cubicBezTo>
                  <a:pt x="257" y="70"/>
                  <a:pt x="271" y="47"/>
                  <a:pt x="291" y="28"/>
                </a:cubicBezTo>
                <a:cubicBezTo>
                  <a:pt x="311" y="9"/>
                  <a:pt x="335" y="0"/>
                  <a:pt x="362" y="0"/>
                </a:cubicBezTo>
                <a:cubicBezTo>
                  <a:pt x="390" y="0"/>
                  <a:pt x="414" y="9"/>
                  <a:pt x="434" y="28"/>
                </a:cubicBezTo>
                <a:cubicBezTo>
                  <a:pt x="454" y="47"/>
                  <a:pt x="468" y="70"/>
                  <a:pt x="476" y="98"/>
                </a:cubicBezTo>
                <a:lnTo>
                  <a:pt x="657" y="98"/>
                </a:lnTo>
                <a:cubicBezTo>
                  <a:pt x="674" y="98"/>
                  <a:pt x="688" y="105"/>
                  <a:pt x="701" y="117"/>
                </a:cubicBezTo>
                <a:cubicBezTo>
                  <a:pt x="713" y="130"/>
                  <a:pt x="720" y="144"/>
                  <a:pt x="720" y="161"/>
                </a:cubicBezTo>
                <a:lnTo>
                  <a:pt x="720" y="342"/>
                </a:lnTo>
                <a:cubicBezTo>
                  <a:pt x="748" y="350"/>
                  <a:pt x="770" y="365"/>
                  <a:pt x="788" y="387"/>
                </a:cubicBezTo>
                <a:cubicBezTo>
                  <a:pt x="806" y="408"/>
                  <a:pt x="815" y="433"/>
                  <a:pt x="815" y="461"/>
                </a:cubicBezTo>
                <a:cubicBezTo>
                  <a:pt x="815" y="489"/>
                  <a:pt x="806" y="512"/>
                  <a:pt x="788" y="531"/>
                </a:cubicBezTo>
                <a:cubicBezTo>
                  <a:pt x="770" y="550"/>
                  <a:pt x="748" y="563"/>
                  <a:pt x="720" y="571"/>
                </a:cubicBezTo>
                <a:lnTo>
                  <a:pt x="720" y="755"/>
                </a:lnTo>
                <a:cubicBezTo>
                  <a:pt x="720" y="772"/>
                  <a:pt x="713" y="786"/>
                  <a:pt x="701" y="799"/>
                </a:cubicBezTo>
                <a:cubicBezTo>
                  <a:pt x="688" y="811"/>
                  <a:pt x="674" y="818"/>
                  <a:pt x="657" y="818"/>
                </a:cubicBezTo>
                <a:lnTo>
                  <a:pt x="472" y="818"/>
                </a:lnTo>
                <a:cubicBezTo>
                  <a:pt x="469" y="784"/>
                  <a:pt x="457" y="757"/>
                  <a:pt x="435" y="737"/>
                </a:cubicBezTo>
                <a:cubicBezTo>
                  <a:pt x="414" y="716"/>
                  <a:pt x="389" y="706"/>
                  <a:pt x="360" y="706"/>
                </a:cubicBezTo>
                <a:cubicBezTo>
                  <a:pt x="332" y="706"/>
                  <a:pt x="307" y="716"/>
                  <a:pt x="286" y="737"/>
                </a:cubicBezTo>
                <a:cubicBezTo>
                  <a:pt x="264" y="757"/>
                  <a:pt x="252" y="784"/>
                  <a:pt x="248" y="818"/>
                </a:cubicBezTo>
                <a:moveTo>
                  <a:pt x="63" y="755"/>
                </a:moveTo>
                <a:lnTo>
                  <a:pt x="199" y="755"/>
                </a:lnTo>
                <a:cubicBezTo>
                  <a:pt x="218" y="712"/>
                  <a:pt x="242" y="683"/>
                  <a:pt x="273" y="667"/>
                </a:cubicBezTo>
                <a:cubicBezTo>
                  <a:pt x="305" y="651"/>
                  <a:pt x="334" y="643"/>
                  <a:pt x="360" y="643"/>
                </a:cubicBezTo>
                <a:cubicBezTo>
                  <a:pt x="387" y="643"/>
                  <a:pt x="416" y="651"/>
                  <a:pt x="447" y="667"/>
                </a:cubicBezTo>
                <a:cubicBezTo>
                  <a:pt x="479" y="683"/>
                  <a:pt x="503" y="712"/>
                  <a:pt x="521" y="755"/>
                </a:cubicBezTo>
                <a:lnTo>
                  <a:pt x="657" y="755"/>
                </a:lnTo>
                <a:lnTo>
                  <a:pt x="657" y="509"/>
                </a:lnTo>
                <a:lnTo>
                  <a:pt x="704" y="509"/>
                </a:lnTo>
                <a:cubicBezTo>
                  <a:pt x="718" y="509"/>
                  <a:pt x="729" y="504"/>
                  <a:pt x="738" y="495"/>
                </a:cubicBezTo>
                <a:cubicBezTo>
                  <a:pt x="748" y="486"/>
                  <a:pt x="752" y="475"/>
                  <a:pt x="752" y="461"/>
                </a:cubicBezTo>
                <a:cubicBezTo>
                  <a:pt x="752" y="447"/>
                  <a:pt x="748" y="435"/>
                  <a:pt x="738" y="426"/>
                </a:cubicBezTo>
                <a:cubicBezTo>
                  <a:pt x="729" y="417"/>
                  <a:pt x="718" y="412"/>
                  <a:pt x="704" y="412"/>
                </a:cubicBezTo>
                <a:lnTo>
                  <a:pt x="657" y="412"/>
                </a:lnTo>
                <a:lnTo>
                  <a:pt x="657" y="161"/>
                </a:lnTo>
                <a:lnTo>
                  <a:pt x="411" y="161"/>
                </a:lnTo>
                <a:lnTo>
                  <a:pt x="411" y="111"/>
                </a:lnTo>
                <a:cubicBezTo>
                  <a:pt x="411" y="97"/>
                  <a:pt x="406" y="85"/>
                  <a:pt x="397" y="76"/>
                </a:cubicBezTo>
                <a:cubicBezTo>
                  <a:pt x="388" y="67"/>
                  <a:pt x="376" y="63"/>
                  <a:pt x="362" y="63"/>
                </a:cubicBezTo>
                <a:cubicBezTo>
                  <a:pt x="349" y="63"/>
                  <a:pt x="337" y="67"/>
                  <a:pt x="328" y="76"/>
                </a:cubicBezTo>
                <a:cubicBezTo>
                  <a:pt x="319" y="85"/>
                  <a:pt x="314" y="97"/>
                  <a:pt x="314" y="111"/>
                </a:cubicBezTo>
                <a:lnTo>
                  <a:pt x="314" y="161"/>
                </a:lnTo>
                <a:lnTo>
                  <a:pt x="63" y="161"/>
                </a:lnTo>
                <a:lnTo>
                  <a:pt x="63" y="297"/>
                </a:lnTo>
                <a:cubicBezTo>
                  <a:pt x="97" y="310"/>
                  <a:pt x="124" y="331"/>
                  <a:pt x="144" y="360"/>
                </a:cubicBezTo>
                <a:cubicBezTo>
                  <a:pt x="165" y="390"/>
                  <a:pt x="175" y="423"/>
                  <a:pt x="175" y="459"/>
                </a:cubicBezTo>
                <a:cubicBezTo>
                  <a:pt x="175" y="494"/>
                  <a:pt x="165" y="527"/>
                  <a:pt x="144" y="556"/>
                </a:cubicBezTo>
                <a:cubicBezTo>
                  <a:pt x="124" y="585"/>
                  <a:pt x="97" y="606"/>
                  <a:pt x="63" y="619"/>
                </a:cubicBezTo>
                <a:lnTo>
                  <a:pt x="63" y="755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55" name=""/>
          <p:cNvSpPr txBox="1"/>
          <p:nvPr/>
        </p:nvSpPr>
        <p:spPr>
          <a:xfrm>
            <a:off x="762120" y="4184280"/>
            <a:ext cx="28083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Issue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作成、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Notion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検索等）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6" name=""/>
          <p:cNvSpPr/>
          <p:nvPr/>
        </p:nvSpPr>
        <p:spPr>
          <a:xfrm>
            <a:off x="6013440" y="2432160"/>
            <a:ext cx="2042640" cy="1432800"/>
          </a:xfrm>
          <a:custGeom>
            <a:avLst/>
            <a:gdLst/>
            <a:ahLst/>
            <a:rect l="0" t="0" r="r" b="b"/>
            <a:pathLst>
              <a:path w="5674" h="3980">
                <a:moveTo>
                  <a:pt x="440" y="678"/>
                </a:moveTo>
                <a:lnTo>
                  <a:pt x="440" y="3139"/>
                </a:lnTo>
                <a:cubicBezTo>
                  <a:pt x="440" y="3181"/>
                  <a:pt x="449" y="3223"/>
                  <a:pt x="465" y="3261"/>
                </a:cubicBezTo>
                <a:cubicBezTo>
                  <a:pt x="481" y="3300"/>
                  <a:pt x="504" y="3335"/>
                  <a:pt x="533" y="3364"/>
                </a:cubicBezTo>
                <a:cubicBezTo>
                  <a:pt x="563" y="3394"/>
                  <a:pt x="598" y="3417"/>
                  <a:pt x="636" y="3433"/>
                </a:cubicBezTo>
                <a:cubicBezTo>
                  <a:pt x="675" y="3449"/>
                  <a:pt x="716" y="3457"/>
                  <a:pt x="758" y="3457"/>
                </a:cubicBezTo>
                <a:lnTo>
                  <a:pt x="4913" y="3457"/>
                </a:lnTo>
                <a:cubicBezTo>
                  <a:pt x="4955" y="3457"/>
                  <a:pt x="4996" y="3449"/>
                  <a:pt x="5034" y="3433"/>
                </a:cubicBezTo>
                <a:cubicBezTo>
                  <a:pt x="5073" y="3417"/>
                  <a:pt x="5108" y="3394"/>
                  <a:pt x="5137" y="3364"/>
                </a:cubicBezTo>
                <a:cubicBezTo>
                  <a:pt x="5167" y="3335"/>
                  <a:pt x="5190" y="3300"/>
                  <a:pt x="5206" y="3261"/>
                </a:cubicBezTo>
                <a:cubicBezTo>
                  <a:pt x="5222" y="3223"/>
                  <a:pt x="5230" y="3181"/>
                  <a:pt x="5230" y="3139"/>
                </a:cubicBezTo>
                <a:lnTo>
                  <a:pt x="5230" y="678"/>
                </a:lnTo>
                <a:cubicBezTo>
                  <a:pt x="5230" y="636"/>
                  <a:pt x="5222" y="596"/>
                  <a:pt x="5206" y="557"/>
                </a:cubicBezTo>
                <a:cubicBezTo>
                  <a:pt x="5190" y="518"/>
                  <a:pt x="5167" y="484"/>
                  <a:pt x="5137" y="454"/>
                </a:cubicBezTo>
                <a:cubicBezTo>
                  <a:pt x="5108" y="424"/>
                  <a:pt x="5073" y="401"/>
                  <a:pt x="5034" y="385"/>
                </a:cubicBezTo>
                <a:cubicBezTo>
                  <a:pt x="4996" y="369"/>
                  <a:pt x="4955" y="361"/>
                  <a:pt x="4913" y="361"/>
                </a:cubicBezTo>
                <a:lnTo>
                  <a:pt x="758" y="361"/>
                </a:lnTo>
                <a:cubicBezTo>
                  <a:pt x="716" y="361"/>
                  <a:pt x="675" y="369"/>
                  <a:pt x="636" y="385"/>
                </a:cubicBezTo>
                <a:cubicBezTo>
                  <a:pt x="598" y="401"/>
                  <a:pt x="563" y="424"/>
                  <a:pt x="533" y="454"/>
                </a:cubicBezTo>
                <a:cubicBezTo>
                  <a:pt x="504" y="484"/>
                  <a:pt x="481" y="518"/>
                  <a:pt x="465" y="557"/>
                </a:cubicBezTo>
                <a:cubicBezTo>
                  <a:pt x="449" y="596"/>
                  <a:pt x="440" y="636"/>
                  <a:pt x="440" y="678"/>
                </a:cubicBezTo>
                <a:moveTo>
                  <a:pt x="0" y="0"/>
                </a:moveTo>
                <a:lnTo>
                  <a:pt x="5674" y="0"/>
                </a:lnTo>
                <a:lnTo>
                  <a:pt x="5674" y="3980"/>
                </a:lnTo>
                <a:lnTo>
                  <a:pt x="0" y="3980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57" name=""/>
          <p:cNvSpPr/>
          <p:nvPr/>
        </p:nvSpPr>
        <p:spPr>
          <a:xfrm>
            <a:off x="6181560" y="2571480"/>
            <a:ext cx="1705320" cy="1095840"/>
          </a:xfrm>
          <a:custGeom>
            <a:avLst/>
            <a:gdLst/>
            <a:ahLst/>
            <a:rect l="0" t="0" r="r" b="b"/>
            <a:pathLst>
              <a:path w="4737" h="3044">
                <a:moveTo>
                  <a:pt x="0" y="2753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2"/>
                  <a:pt x="38" y="145"/>
                  <a:pt x="49" y="130"/>
                </a:cubicBezTo>
                <a:cubicBezTo>
                  <a:pt x="60" y="114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4446" y="0"/>
                </a:lnTo>
                <a:cubicBezTo>
                  <a:pt x="4465" y="0"/>
                  <a:pt x="4484" y="2"/>
                  <a:pt x="4503" y="6"/>
                </a:cubicBezTo>
                <a:cubicBezTo>
                  <a:pt x="4521" y="10"/>
                  <a:pt x="4540" y="15"/>
                  <a:pt x="4557" y="22"/>
                </a:cubicBezTo>
                <a:cubicBezTo>
                  <a:pt x="4575" y="30"/>
                  <a:pt x="4592" y="39"/>
                  <a:pt x="4608" y="49"/>
                </a:cubicBezTo>
                <a:cubicBezTo>
                  <a:pt x="4624" y="60"/>
                  <a:pt x="4638" y="72"/>
                  <a:pt x="4652" y="85"/>
                </a:cubicBezTo>
                <a:cubicBezTo>
                  <a:pt x="4665" y="99"/>
                  <a:pt x="4677" y="114"/>
                  <a:pt x="4688" y="130"/>
                </a:cubicBezTo>
                <a:cubicBezTo>
                  <a:pt x="4699" y="145"/>
                  <a:pt x="4708" y="162"/>
                  <a:pt x="4715" y="180"/>
                </a:cubicBezTo>
                <a:cubicBezTo>
                  <a:pt x="4722" y="198"/>
                  <a:pt x="4728" y="216"/>
                  <a:pt x="4731" y="235"/>
                </a:cubicBezTo>
                <a:cubicBezTo>
                  <a:pt x="4735" y="253"/>
                  <a:pt x="4737" y="272"/>
                  <a:pt x="4737" y="291"/>
                </a:cubicBezTo>
                <a:lnTo>
                  <a:pt x="4737" y="2753"/>
                </a:lnTo>
                <a:cubicBezTo>
                  <a:pt x="4737" y="2772"/>
                  <a:pt x="4735" y="2791"/>
                  <a:pt x="4731" y="2810"/>
                </a:cubicBezTo>
                <a:cubicBezTo>
                  <a:pt x="4728" y="2828"/>
                  <a:pt x="4722" y="2847"/>
                  <a:pt x="4715" y="2864"/>
                </a:cubicBezTo>
                <a:cubicBezTo>
                  <a:pt x="4708" y="2882"/>
                  <a:pt x="4699" y="2899"/>
                  <a:pt x="4688" y="2915"/>
                </a:cubicBezTo>
                <a:cubicBezTo>
                  <a:pt x="4677" y="2930"/>
                  <a:pt x="4665" y="2945"/>
                  <a:pt x="4652" y="2959"/>
                </a:cubicBezTo>
                <a:cubicBezTo>
                  <a:pt x="4638" y="2972"/>
                  <a:pt x="4624" y="2984"/>
                  <a:pt x="4608" y="2995"/>
                </a:cubicBezTo>
                <a:cubicBezTo>
                  <a:pt x="4592" y="3006"/>
                  <a:pt x="4575" y="3014"/>
                  <a:pt x="4557" y="3022"/>
                </a:cubicBezTo>
                <a:cubicBezTo>
                  <a:pt x="4540" y="3029"/>
                  <a:pt x="4521" y="3035"/>
                  <a:pt x="4503" y="3038"/>
                </a:cubicBezTo>
                <a:cubicBezTo>
                  <a:pt x="4484" y="3042"/>
                  <a:pt x="4465" y="3044"/>
                  <a:pt x="4446" y="3044"/>
                </a:cubicBezTo>
                <a:lnTo>
                  <a:pt x="291" y="3044"/>
                </a:lnTo>
                <a:cubicBezTo>
                  <a:pt x="272" y="3044"/>
                  <a:pt x="253" y="3042"/>
                  <a:pt x="234" y="3038"/>
                </a:cubicBezTo>
                <a:cubicBezTo>
                  <a:pt x="215" y="3035"/>
                  <a:pt x="197" y="3029"/>
                  <a:pt x="180" y="3022"/>
                </a:cubicBezTo>
                <a:cubicBezTo>
                  <a:pt x="162" y="3014"/>
                  <a:pt x="145" y="3006"/>
                  <a:pt x="129" y="2995"/>
                </a:cubicBezTo>
                <a:cubicBezTo>
                  <a:pt x="113" y="2984"/>
                  <a:pt x="99" y="2972"/>
                  <a:pt x="85" y="2959"/>
                </a:cubicBezTo>
                <a:cubicBezTo>
                  <a:pt x="72" y="2945"/>
                  <a:pt x="60" y="2930"/>
                  <a:pt x="49" y="2915"/>
                </a:cubicBezTo>
                <a:cubicBezTo>
                  <a:pt x="38" y="2899"/>
                  <a:pt x="29" y="2882"/>
                  <a:pt x="22" y="2864"/>
                </a:cubicBezTo>
                <a:cubicBezTo>
                  <a:pt x="15" y="2847"/>
                  <a:pt x="9" y="2828"/>
                  <a:pt x="6" y="2810"/>
                </a:cubicBezTo>
                <a:cubicBezTo>
                  <a:pt x="2" y="2791"/>
                  <a:pt x="0" y="2772"/>
                  <a:pt x="0" y="2753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8" name=""/>
          <p:cNvSpPr/>
          <p:nvPr/>
        </p:nvSpPr>
        <p:spPr>
          <a:xfrm>
            <a:off x="6181560" y="2571480"/>
            <a:ext cx="1705320" cy="1095840"/>
          </a:xfrm>
          <a:custGeom>
            <a:avLst/>
            <a:gdLst/>
            <a:ahLst/>
            <a:rect l="0" t="0" r="r" b="b"/>
            <a:pathLst>
              <a:path w="4737" h="3044">
                <a:moveTo>
                  <a:pt x="0" y="2753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2"/>
                  <a:pt x="38" y="145"/>
                  <a:pt x="49" y="130"/>
                </a:cubicBezTo>
                <a:cubicBezTo>
                  <a:pt x="60" y="114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4446" y="0"/>
                </a:lnTo>
                <a:cubicBezTo>
                  <a:pt x="4465" y="0"/>
                  <a:pt x="4484" y="2"/>
                  <a:pt x="4503" y="6"/>
                </a:cubicBezTo>
                <a:cubicBezTo>
                  <a:pt x="4521" y="10"/>
                  <a:pt x="4540" y="15"/>
                  <a:pt x="4557" y="22"/>
                </a:cubicBezTo>
                <a:cubicBezTo>
                  <a:pt x="4575" y="30"/>
                  <a:pt x="4592" y="39"/>
                  <a:pt x="4608" y="49"/>
                </a:cubicBezTo>
                <a:cubicBezTo>
                  <a:pt x="4624" y="60"/>
                  <a:pt x="4638" y="72"/>
                  <a:pt x="4652" y="85"/>
                </a:cubicBezTo>
                <a:cubicBezTo>
                  <a:pt x="4665" y="99"/>
                  <a:pt x="4677" y="114"/>
                  <a:pt x="4688" y="130"/>
                </a:cubicBezTo>
                <a:cubicBezTo>
                  <a:pt x="4699" y="145"/>
                  <a:pt x="4708" y="162"/>
                  <a:pt x="4715" y="180"/>
                </a:cubicBezTo>
                <a:cubicBezTo>
                  <a:pt x="4722" y="198"/>
                  <a:pt x="4728" y="216"/>
                  <a:pt x="4731" y="235"/>
                </a:cubicBezTo>
                <a:cubicBezTo>
                  <a:pt x="4735" y="253"/>
                  <a:pt x="4737" y="272"/>
                  <a:pt x="4737" y="291"/>
                </a:cubicBezTo>
                <a:lnTo>
                  <a:pt x="4737" y="2753"/>
                </a:lnTo>
                <a:cubicBezTo>
                  <a:pt x="4737" y="2772"/>
                  <a:pt x="4735" y="2791"/>
                  <a:pt x="4731" y="2810"/>
                </a:cubicBezTo>
                <a:cubicBezTo>
                  <a:pt x="4728" y="2828"/>
                  <a:pt x="4722" y="2847"/>
                  <a:pt x="4715" y="2864"/>
                </a:cubicBezTo>
                <a:cubicBezTo>
                  <a:pt x="4708" y="2882"/>
                  <a:pt x="4699" y="2899"/>
                  <a:pt x="4688" y="2915"/>
                </a:cubicBezTo>
                <a:cubicBezTo>
                  <a:pt x="4677" y="2930"/>
                  <a:pt x="4665" y="2945"/>
                  <a:pt x="4652" y="2959"/>
                </a:cubicBezTo>
                <a:cubicBezTo>
                  <a:pt x="4638" y="2972"/>
                  <a:pt x="4624" y="2984"/>
                  <a:pt x="4608" y="2995"/>
                </a:cubicBezTo>
                <a:cubicBezTo>
                  <a:pt x="4592" y="3006"/>
                  <a:pt x="4575" y="3014"/>
                  <a:pt x="4557" y="3022"/>
                </a:cubicBezTo>
                <a:cubicBezTo>
                  <a:pt x="4540" y="3029"/>
                  <a:pt x="4521" y="3035"/>
                  <a:pt x="4503" y="3038"/>
                </a:cubicBezTo>
                <a:cubicBezTo>
                  <a:pt x="4484" y="3042"/>
                  <a:pt x="4465" y="3044"/>
                  <a:pt x="4446" y="3044"/>
                </a:cubicBezTo>
                <a:lnTo>
                  <a:pt x="291" y="3044"/>
                </a:lnTo>
                <a:cubicBezTo>
                  <a:pt x="272" y="3044"/>
                  <a:pt x="253" y="3042"/>
                  <a:pt x="234" y="3038"/>
                </a:cubicBezTo>
                <a:cubicBezTo>
                  <a:pt x="215" y="3035"/>
                  <a:pt x="197" y="3029"/>
                  <a:pt x="180" y="3022"/>
                </a:cubicBezTo>
                <a:cubicBezTo>
                  <a:pt x="162" y="3014"/>
                  <a:pt x="145" y="3006"/>
                  <a:pt x="129" y="2995"/>
                </a:cubicBezTo>
                <a:cubicBezTo>
                  <a:pt x="113" y="2984"/>
                  <a:pt x="99" y="2972"/>
                  <a:pt x="85" y="2959"/>
                </a:cubicBezTo>
                <a:cubicBezTo>
                  <a:pt x="72" y="2945"/>
                  <a:pt x="60" y="2930"/>
                  <a:pt x="49" y="2915"/>
                </a:cubicBezTo>
                <a:cubicBezTo>
                  <a:pt x="38" y="2899"/>
                  <a:pt x="29" y="2882"/>
                  <a:pt x="22" y="2864"/>
                </a:cubicBezTo>
                <a:cubicBezTo>
                  <a:pt x="15" y="2847"/>
                  <a:pt x="9" y="2828"/>
                  <a:pt x="6" y="2810"/>
                </a:cubicBezTo>
                <a:cubicBezTo>
                  <a:pt x="2" y="2791"/>
                  <a:pt x="0" y="2772"/>
                  <a:pt x="0" y="2753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9" name=""/>
          <p:cNvSpPr/>
          <p:nvPr/>
        </p:nvSpPr>
        <p:spPr>
          <a:xfrm>
            <a:off x="6392520" y="2744640"/>
            <a:ext cx="302040" cy="302040"/>
          </a:xfrm>
          <a:custGeom>
            <a:avLst/>
            <a:gdLst/>
            <a:ahLst/>
            <a:rect l="0" t="0" r="r" b="b"/>
            <a:pathLst>
              <a:path w="839" h="839">
                <a:moveTo>
                  <a:pt x="256" y="806"/>
                </a:moveTo>
                <a:cubicBezTo>
                  <a:pt x="204" y="784"/>
                  <a:pt x="160" y="754"/>
                  <a:pt x="122" y="716"/>
                </a:cubicBezTo>
                <a:cubicBezTo>
                  <a:pt x="84" y="679"/>
                  <a:pt x="55" y="634"/>
                  <a:pt x="33" y="583"/>
                </a:cubicBezTo>
                <a:cubicBezTo>
                  <a:pt x="11" y="531"/>
                  <a:pt x="0" y="476"/>
                  <a:pt x="0" y="418"/>
                </a:cubicBezTo>
                <a:cubicBezTo>
                  <a:pt x="0" y="359"/>
                  <a:pt x="11" y="303"/>
                  <a:pt x="33" y="253"/>
                </a:cubicBezTo>
                <a:cubicBezTo>
                  <a:pt x="55" y="202"/>
                  <a:pt x="84" y="158"/>
                  <a:pt x="122" y="120"/>
                </a:cubicBezTo>
                <a:cubicBezTo>
                  <a:pt x="160" y="83"/>
                  <a:pt x="204" y="53"/>
                  <a:pt x="256" y="32"/>
                </a:cubicBezTo>
                <a:cubicBezTo>
                  <a:pt x="307" y="11"/>
                  <a:pt x="362" y="0"/>
                  <a:pt x="420" y="0"/>
                </a:cubicBezTo>
                <a:cubicBezTo>
                  <a:pt x="479" y="0"/>
                  <a:pt x="534" y="11"/>
                  <a:pt x="585" y="32"/>
                </a:cubicBezTo>
                <a:cubicBezTo>
                  <a:pt x="636" y="53"/>
                  <a:pt x="680" y="83"/>
                  <a:pt x="718" y="120"/>
                </a:cubicBezTo>
                <a:cubicBezTo>
                  <a:pt x="756" y="158"/>
                  <a:pt x="785" y="202"/>
                  <a:pt x="807" y="253"/>
                </a:cubicBezTo>
                <a:cubicBezTo>
                  <a:pt x="828" y="303"/>
                  <a:pt x="839" y="359"/>
                  <a:pt x="839" y="418"/>
                </a:cubicBezTo>
                <a:cubicBezTo>
                  <a:pt x="839" y="476"/>
                  <a:pt x="828" y="531"/>
                  <a:pt x="807" y="583"/>
                </a:cubicBezTo>
                <a:cubicBezTo>
                  <a:pt x="785" y="634"/>
                  <a:pt x="756" y="679"/>
                  <a:pt x="718" y="716"/>
                </a:cubicBezTo>
                <a:cubicBezTo>
                  <a:pt x="680" y="754"/>
                  <a:pt x="636" y="784"/>
                  <a:pt x="585" y="806"/>
                </a:cubicBezTo>
                <a:cubicBezTo>
                  <a:pt x="534" y="828"/>
                  <a:pt x="479" y="839"/>
                  <a:pt x="420" y="839"/>
                </a:cubicBezTo>
                <a:cubicBezTo>
                  <a:pt x="362" y="839"/>
                  <a:pt x="307" y="828"/>
                  <a:pt x="256" y="806"/>
                </a:cubicBezTo>
                <a:moveTo>
                  <a:pt x="420" y="778"/>
                </a:moveTo>
                <a:cubicBezTo>
                  <a:pt x="445" y="753"/>
                  <a:pt x="465" y="724"/>
                  <a:pt x="482" y="692"/>
                </a:cubicBezTo>
                <a:cubicBezTo>
                  <a:pt x="498" y="659"/>
                  <a:pt x="511" y="621"/>
                  <a:pt x="522" y="576"/>
                </a:cubicBezTo>
                <a:lnTo>
                  <a:pt x="320" y="576"/>
                </a:lnTo>
                <a:cubicBezTo>
                  <a:pt x="330" y="618"/>
                  <a:pt x="343" y="655"/>
                  <a:pt x="359" y="689"/>
                </a:cubicBezTo>
                <a:cubicBezTo>
                  <a:pt x="376" y="723"/>
                  <a:pt x="396" y="752"/>
                  <a:pt x="420" y="778"/>
                </a:cubicBezTo>
                <a:moveTo>
                  <a:pt x="331" y="765"/>
                </a:moveTo>
                <a:cubicBezTo>
                  <a:pt x="314" y="739"/>
                  <a:pt x="299" y="710"/>
                  <a:pt x="286" y="680"/>
                </a:cubicBezTo>
                <a:cubicBezTo>
                  <a:pt x="274" y="649"/>
                  <a:pt x="263" y="614"/>
                  <a:pt x="255" y="576"/>
                </a:cubicBezTo>
                <a:lnTo>
                  <a:pt x="97" y="576"/>
                </a:lnTo>
                <a:cubicBezTo>
                  <a:pt x="123" y="625"/>
                  <a:pt x="154" y="664"/>
                  <a:pt x="189" y="693"/>
                </a:cubicBezTo>
                <a:cubicBezTo>
                  <a:pt x="224" y="721"/>
                  <a:pt x="272" y="745"/>
                  <a:pt x="331" y="765"/>
                </a:cubicBezTo>
                <a:moveTo>
                  <a:pt x="510" y="764"/>
                </a:moveTo>
                <a:cubicBezTo>
                  <a:pt x="561" y="748"/>
                  <a:pt x="606" y="724"/>
                  <a:pt x="646" y="692"/>
                </a:cubicBezTo>
                <a:cubicBezTo>
                  <a:pt x="686" y="660"/>
                  <a:pt x="719" y="621"/>
                  <a:pt x="743" y="576"/>
                </a:cubicBezTo>
                <a:lnTo>
                  <a:pt x="587" y="576"/>
                </a:lnTo>
                <a:cubicBezTo>
                  <a:pt x="578" y="614"/>
                  <a:pt x="567" y="648"/>
                  <a:pt x="555" y="679"/>
                </a:cubicBezTo>
                <a:cubicBezTo>
                  <a:pt x="543" y="709"/>
                  <a:pt x="528" y="738"/>
                  <a:pt x="510" y="764"/>
                </a:cubicBezTo>
                <a:moveTo>
                  <a:pt x="76" y="513"/>
                </a:moveTo>
                <a:lnTo>
                  <a:pt x="243" y="513"/>
                </a:lnTo>
                <a:cubicBezTo>
                  <a:pt x="241" y="494"/>
                  <a:pt x="240" y="477"/>
                  <a:pt x="240" y="462"/>
                </a:cubicBezTo>
                <a:cubicBezTo>
                  <a:pt x="238" y="447"/>
                  <a:pt x="238" y="432"/>
                  <a:pt x="238" y="418"/>
                </a:cubicBezTo>
                <a:cubicBezTo>
                  <a:pt x="238" y="400"/>
                  <a:pt x="240" y="385"/>
                  <a:pt x="240" y="371"/>
                </a:cubicBezTo>
                <a:cubicBezTo>
                  <a:pt x="241" y="358"/>
                  <a:pt x="242" y="342"/>
                  <a:pt x="244" y="325"/>
                </a:cubicBezTo>
                <a:lnTo>
                  <a:pt x="76" y="325"/>
                </a:lnTo>
                <a:cubicBezTo>
                  <a:pt x="71" y="342"/>
                  <a:pt x="68" y="357"/>
                  <a:pt x="66" y="371"/>
                </a:cubicBezTo>
                <a:cubicBezTo>
                  <a:pt x="64" y="384"/>
                  <a:pt x="63" y="400"/>
                  <a:pt x="63" y="418"/>
                </a:cubicBezTo>
                <a:cubicBezTo>
                  <a:pt x="63" y="436"/>
                  <a:pt x="64" y="452"/>
                  <a:pt x="66" y="466"/>
                </a:cubicBezTo>
                <a:cubicBezTo>
                  <a:pt x="68" y="481"/>
                  <a:pt x="71" y="496"/>
                  <a:pt x="76" y="513"/>
                </a:cubicBezTo>
                <a:moveTo>
                  <a:pt x="308" y="513"/>
                </a:moveTo>
                <a:lnTo>
                  <a:pt x="533" y="513"/>
                </a:lnTo>
                <a:cubicBezTo>
                  <a:pt x="536" y="491"/>
                  <a:pt x="538" y="474"/>
                  <a:pt x="539" y="460"/>
                </a:cubicBezTo>
                <a:cubicBezTo>
                  <a:pt x="539" y="447"/>
                  <a:pt x="540" y="432"/>
                  <a:pt x="540" y="418"/>
                </a:cubicBezTo>
                <a:cubicBezTo>
                  <a:pt x="540" y="404"/>
                  <a:pt x="539" y="390"/>
                  <a:pt x="539" y="377"/>
                </a:cubicBezTo>
                <a:cubicBezTo>
                  <a:pt x="538" y="365"/>
                  <a:pt x="536" y="347"/>
                  <a:pt x="533" y="325"/>
                </a:cubicBezTo>
                <a:lnTo>
                  <a:pt x="308" y="325"/>
                </a:lnTo>
                <a:cubicBezTo>
                  <a:pt x="306" y="347"/>
                  <a:pt x="304" y="365"/>
                  <a:pt x="303" y="377"/>
                </a:cubicBezTo>
                <a:cubicBezTo>
                  <a:pt x="302" y="390"/>
                  <a:pt x="302" y="404"/>
                  <a:pt x="302" y="418"/>
                </a:cubicBezTo>
                <a:cubicBezTo>
                  <a:pt x="302" y="432"/>
                  <a:pt x="302" y="447"/>
                  <a:pt x="303" y="460"/>
                </a:cubicBezTo>
                <a:cubicBezTo>
                  <a:pt x="304" y="474"/>
                  <a:pt x="306" y="491"/>
                  <a:pt x="308" y="513"/>
                </a:cubicBezTo>
                <a:moveTo>
                  <a:pt x="596" y="513"/>
                </a:moveTo>
                <a:lnTo>
                  <a:pt x="764" y="513"/>
                </a:lnTo>
                <a:cubicBezTo>
                  <a:pt x="769" y="496"/>
                  <a:pt x="772" y="481"/>
                  <a:pt x="774" y="466"/>
                </a:cubicBezTo>
                <a:cubicBezTo>
                  <a:pt x="776" y="452"/>
                  <a:pt x="776" y="436"/>
                  <a:pt x="776" y="418"/>
                </a:cubicBezTo>
                <a:cubicBezTo>
                  <a:pt x="776" y="400"/>
                  <a:pt x="776" y="384"/>
                  <a:pt x="774" y="371"/>
                </a:cubicBezTo>
                <a:cubicBezTo>
                  <a:pt x="772" y="357"/>
                  <a:pt x="769" y="342"/>
                  <a:pt x="764" y="325"/>
                </a:cubicBezTo>
                <a:lnTo>
                  <a:pt x="597" y="325"/>
                </a:lnTo>
                <a:cubicBezTo>
                  <a:pt x="599" y="350"/>
                  <a:pt x="601" y="369"/>
                  <a:pt x="602" y="382"/>
                </a:cubicBezTo>
                <a:cubicBezTo>
                  <a:pt x="602" y="395"/>
                  <a:pt x="603" y="407"/>
                  <a:pt x="603" y="418"/>
                </a:cubicBezTo>
                <a:cubicBezTo>
                  <a:pt x="603" y="433"/>
                  <a:pt x="602" y="448"/>
                  <a:pt x="601" y="461"/>
                </a:cubicBezTo>
                <a:cubicBezTo>
                  <a:pt x="600" y="475"/>
                  <a:pt x="598" y="492"/>
                  <a:pt x="596" y="513"/>
                </a:cubicBezTo>
                <a:moveTo>
                  <a:pt x="586" y="262"/>
                </a:moveTo>
                <a:lnTo>
                  <a:pt x="743" y="262"/>
                </a:lnTo>
                <a:cubicBezTo>
                  <a:pt x="720" y="214"/>
                  <a:pt x="688" y="173"/>
                  <a:pt x="648" y="141"/>
                </a:cubicBezTo>
                <a:cubicBezTo>
                  <a:pt x="608" y="109"/>
                  <a:pt x="562" y="86"/>
                  <a:pt x="509" y="73"/>
                </a:cubicBezTo>
                <a:cubicBezTo>
                  <a:pt x="527" y="99"/>
                  <a:pt x="542" y="127"/>
                  <a:pt x="554" y="157"/>
                </a:cubicBezTo>
                <a:cubicBezTo>
                  <a:pt x="566" y="187"/>
                  <a:pt x="577" y="222"/>
                  <a:pt x="586" y="262"/>
                </a:cubicBezTo>
                <a:moveTo>
                  <a:pt x="320" y="262"/>
                </a:moveTo>
                <a:lnTo>
                  <a:pt x="523" y="262"/>
                </a:lnTo>
                <a:cubicBezTo>
                  <a:pt x="515" y="225"/>
                  <a:pt x="502" y="189"/>
                  <a:pt x="484" y="154"/>
                </a:cubicBezTo>
                <a:cubicBezTo>
                  <a:pt x="466" y="120"/>
                  <a:pt x="445" y="89"/>
                  <a:pt x="420" y="63"/>
                </a:cubicBezTo>
                <a:cubicBezTo>
                  <a:pt x="398" y="82"/>
                  <a:pt x="379" y="106"/>
                  <a:pt x="364" y="137"/>
                </a:cubicBezTo>
                <a:cubicBezTo>
                  <a:pt x="348" y="168"/>
                  <a:pt x="334" y="209"/>
                  <a:pt x="320" y="262"/>
                </a:cubicBezTo>
                <a:moveTo>
                  <a:pt x="97" y="262"/>
                </a:moveTo>
                <a:lnTo>
                  <a:pt x="256" y="262"/>
                </a:lnTo>
                <a:cubicBezTo>
                  <a:pt x="264" y="224"/>
                  <a:pt x="273" y="190"/>
                  <a:pt x="285" y="161"/>
                </a:cubicBezTo>
                <a:cubicBezTo>
                  <a:pt x="297" y="131"/>
                  <a:pt x="312" y="102"/>
                  <a:pt x="330" y="74"/>
                </a:cubicBezTo>
                <a:cubicBezTo>
                  <a:pt x="278" y="88"/>
                  <a:pt x="231" y="110"/>
                  <a:pt x="192" y="141"/>
                </a:cubicBezTo>
                <a:cubicBezTo>
                  <a:pt x="153" y="173"/>
                  <a:pt x="121" y="213"/>
                  <a:pt x="97" y="262"/>
                </a:cubicBez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0" name=""/>
          <p:cNvSpPr txBox="1"/>
          <p:nvPr/>
        </p:nvSpPr>
        <p:spPr>
          <a:xfrm>
            <a:off x="6534000" y="2237400"/>
            <a:ext cx="36745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接続可能なツール（エコシステム拡大中）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1" name=""/>
          <p:cNvSpPr txBox="1"/>
          <p:nvPr/>
        </p:nvSpPr>
        <p:spPr>
          <a:xfrm>
            <a:off x="6775920" y="2869560"/>
            <a:ext cx="915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Browser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2" name=""/>
          <p:cNvSpPr/>
          <p:nvPr/>
        </p:nvSpPr>
        <p:spPr>
          <a:xfrm>
            <a:off x="7833240" y="2432160"/>
            <a:ext cx="2316600" cy="1432800"/>
          </a:xfrm>
          <a:custGeom>
            <a:avLst/>
            <a:gdLst/>
            <a:ahLst/>
            <a:rect l="0" t="0" r="r" b="b"/>
            <a:pathLst>
              <a:path w="6435" h="3980">
                <a:moveTo>
                  <a:pt x="439" y="678"/>
                </a:moveTo>
                <a:lnTo>
                  <a:pt x="439" y="3139"/>
                </a:lnTo>
                <a:cubicBezTo>
                  <a:pt x="439" y="3181"/>
                  <a:pt x="447" y="3223"/>
                  <a:pt x="463" y="3261"/>
                </a:cubicBezTo>
                <a:cubicBezTo>
                  <a:pt x="479" y="3300"/>
                  <a:pt x="502" y="3335"/>
                  <a:pt x="532" y="3364"/>
                </a:cubicBezTo>
                <a:cubicBezTo>
                  <a:pt x="562" y="3394"/>
                  <a:pt x="596" y="3417"/>
                  <a:pt x="635" y="3433"/>
                </a:cubicBezTo>
                <a:cubicBezTo>
                  <a:pt x="674" y="3449"/>
                  <a:pt x="714" y="3457"/>
                  <a:pt x="757" y="3457"/>
                </a:cubicBezTo>
                <a:lnTo>
                  <a:pt x="5679" y="3457"/>
                </a:lnTo>
                <a:cubicBezTo>
                  <a:pt x="5721" y="3457"/>
                  <a:pt x="5761" y="3449"/>
                  <a:pt x="5800" y="3433"/>
                </a:cubicBezTo>
                <a:cubicBezTo>
                  <a:pt x="5839" y="3417"/>
                  <a:pt x="5874" y="3394"/>
                  <a:pt x="5903" y="3364"/>
                </a:cubicBezTo>
                <a:cubicBezTo>
                  <a:pt x="5933" y="3335"/>
                  <a:pt x="5956" y="3300"/>
                  <a:pt x="5972" y="3261"/>
                </a:cubicBezTo>
                <a:cubicBezTo>
                  <a:pt x="5988" y="3223"/>
                  <a:pt x="5996" y="3181"/>
                  <a:pt x="5996" y="3139"/>
                </a:cubicBezTo>
                <a:lnTo>
                  <a:pt x="5996" y="678"/>
                </a:lnTo>
                <a:cubicBezTo>
                  <a:pt x="5996" y="636"/>
                  <a:pt x="5988" y="596"/>
                  <a:pt x="5972" y="557"/>
                </a:cubicBezTo>
                <a:cubicBezTo>
                  <a:pt x="5956" y="518"/>
                  <a:pt x="5933" y="484"/>
                  <a:pt x="5903" y="454"/>
                </a:cubicBezTo>
                <a:cubicBezTo>
                  <a:pt x="5874" y="424"/>
                  <a:pt x="5839" y="401"/>
                  <a:pt x="5800" y="385"/>
                </a:cubicBezTo>
                <a:cubicBezTo>
                  <a:pt x="5761" y="369"/>
                  <a:pt x="5721" y="361"/>
                  <a:pt x="5679" y="361"/>
                </a:cubicBezTo>
                <a:lnTo>
                  <a:pt x="757" y="361"/>
                </a:lnTo>
                <a:cubicBezTo>
                  <a:pt x="714" y="361"/>
                  <a:pt x="674" y="369"/>
                  <a:pt x="635" y="385"/>
                </a:cubicBezTo>
                <a:cubicBezTo>
                  <a:pt x="596" y="401"/>
                  <a:pt x="562" y="424"/>
                  <a:pt x="532" y="454"/>
                </a:cubicBezTo>
                <a:cubicBezTo>
                  <a:pt x="502" y="484"/>
                  <a:pt x="479" y="518"/>
                  <a:pt x="463" y="557"/>
                </a:cubicBezTo>
                <a:cubicBezTo>
                  <a:pt x="447" y="596"/>
                  <a:pt x="439" y="636"/>
                  <a:pt x="439" y="678"/>
                </a:cubicBezTo>
                <a:moveTo>
                  <a:pt x="0" y="0"/>
                </a:moveTo>
                <a:lnTo>
                  <a:pt x="6435" y="0"/>
                </a:lnTo>
                <a:lnTo>
                  <a:pt x="6435" y="3980"/>
                </a:lnTo>
                <a:lnTo>
                  <a:pt x="0" y="3980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63" name=""/>
          <p:cNvSpPr/>
          <p:nvPr/>
        </p:nvSpPr>
        <p:spPr>
          <a:xfrm>
            <a:off x="8000640" y="2571480"/>
            <a:ext cx="1981800" cy="1095840"/>
          </a:xfrm>
          <a:custGeom>
            <a:avLst/>
            <a:gdLst/>
            <a:ahLst/>
            <a:rect l="0" t="0" r="r" b="b"/>
            <a:pathLst>
              <a:path w="5505" h="3044">
                <a:moveTo>
                  <a:pt x="0" y="2753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5"/>
                  <a:pt x="50" y="130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3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4" y="2"/>
                  <a:pt x="272" y="0"/>
                  <a:pt x="292" y="0"/>
                </a:cubicBezTo>
                <a:lnTo>
                  <a:pt x="5214" y="0"/>
                </a:lnTo>
                <a:cubicBezTo>
                  <a:pt x="5233" y="0"/>
                  <a:pt x="5252" y="2"/>
                  <a:pt x="5271" y="6"/>
                </a:cubicBezTo>
                <a:cubicBezTo>
                  <a:pt x="5289" y="10"/>
                  <a:pt x="5308" y="15"/>
                  <a:pt x="5325" y="22"/>
                </a:cubicBezTo>
                <a:cubicBezTo>
                  <a:pt x="5343" y="30"/>
                  <a:pt x="5360" y="39"/>
                  <a:pt x="5375" y="49"/>
                </a:cubicBezTo>
                <a:cubicBezTo>
                  <a:pt x="5391" y="60"/>
                  <a:pt x="5406" y="72"/>
                  <a:pt x="5420" y="85"/>
                </a:cubicBezTo>
                <a:cubicBezTo>
                  <a:pt x="5433" y="99"/>
                  <a:pt x="5445" y="114"/>
                  <a:pt x="5456" y="130"/>
                </a:cubicBezTo>
                <a:cubicBezTo>
                  <a:pt x="5466" y="145"/>
                  <a:pt x="5475" y="162"/>
                  <a:pt x="5483" y="180"/>
                </a:cubicBezTo>
                <a:cubicBezTo>
                  <a:pt x="5490" y="198"/>
                  <a:pt x="5496" y="216"/>
                  <a:pt x="5499" y="235"/>
                </a:cubicBezTo>
                <a:cubicBezTo>
                  <a:pt x="5503" y="253"/>
                  <a:pt x="5505" y="272"/>
                  <a:pt x="5505" y="291"/>
                </a:cubicBezTo>
                <a:lnTo>
                  <a:pt x="5505" y="2753"/>
                </a:lnTo>
                <a:cubicBezTo>
                  <a:pt x="5505" y="2772"/>
                  <a:pt x="5503" y="2791"/>
                  <a:pt x="5499" y="2810"/>
                </a:cubicBezTo>
                <a:cubicBezTo>
                  <a:pt x="5496" y="2828"/>
                  <a:pt x="5490" y="2847"/>
                  <a:pt x="5483" y="2864"/>
                </a:cubicBezTo>
                <a:cubicBezTo>
                  <a:pt x="5475" y="2882"/>
                  <a:pt x="5466" y="2899"/>
                  <a:pt x="5456" y="2915"/>
                </a:cubicBezTo>
                <a:cubicBezTo>
                  <a:pt x="5445" y="2930"/>
                  <a:pt x="5433" y="2945"/>
                  <a:pt x="5420" y="2959"/>
                </a:cubicBezTo>
                <a:cubicBezTo>
                  <a:pt x="5406" y="2972"/>
                  <a:pt x="5391" y="2984"/>
                  <a:pt x="5375" y="2995"/>
                </a:cubicBezTo>
                <a:cubicBezTo>
                  <a:pt x="5360" y="3006"/>
                  <a:pt x="5343" y="3014"/>
                  <a:pt x="5325" y="3022"/>
                </a:cubicBezTo>
                <a:cubicBezTo>
                  <a:pt x="5308" y="3029"/>
                  <a:pt x="5289" y="3035"/>
                  <a:pt x="5271" y="3038"/>
                </a:cubicBezTo>
                <a:cubicBezTo>
                  <a:pt x="5252" y="3042"/>
                  <a:pt x="5233" y="3044"/>
                  <a:pt x="5214" y="3044"/>
                </a:cubicBezTo>
                <a:lnTo>
                  <a:pt x="292" y="3044"/>
                </a:lnTo>
                <a:cubicBezTo>
                  <a:pt x="272" y="3044"/>
                  <a:pt x="254" y="3042"/>
                  <a:pt x="235" y="3038"/>
                </a:cubicBezTo>
                <a:cubicBezTo>
                  <a:pt x="216" y="3035"/>
                  <a:pt x="198" y="3029"/>
                  <a:pt x="180" y="3022"/>
                </a:cubicBezTo>
                <a:cubicBezTo>
                  <a:pt x="163" y="3014"/>
                  <a:pt x="146" y="3006"/>
                  <a:pt x="130" y="2995"/>
                </a:cubicBezTo>
                <a:cubicBezTo>
                  <a:pt x="114" y="2984"/>
                  <a:pt x="99" y="2972"/>
                  <a:pt x="86" y="2959"/>
                </a:cubicBezTo>
                <a:cubicBezTo>
                  <a:pt x="72" y="2945"/>
                  <a:pt x="60" y="2930"/>
                  <a:pt x="50" y="2915"/>
                </a:cubicBezTo>
                <a:cubicBezTo>
                  <a:pt x="39" y="2899"/>
                  <a:pt x="30" y="2882"/>
                  <a:pt x="23" y="2864"/>
                </a:cubicBezTo>
                <a:cubicBezTo>
                  <a:pt x="15" y="2847"/>
                  <a:pt x="10" y="2828"/>
                  <a:pt x="6" y="2810"/>
                </a:cubicBezTo>
                <a:cubicBezTo>
                  <a:pt x="2" y="2791"/>
                  <a:pt x="0" y="2772"/>
                  <a:pt x="0" y="2753"/>
                </a:cubicBezTo>
                <a:close/>
              </a:path>
            </a:pathLst>
          </a:custGeom>
          <a:solidFill>
            <a:srgbClr val="C1E6C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4" name=""/>
          <p:cNvSpPr/>
          <p:nvPr/>
        </p:nvSpPr>
        <p:spPr>
          <a:xfrm>
            <a:off x="8000640" y="2571480"/>
            <a:ext cx="1981800" cy="1095840"/>
          </a:xfrm>
          <a:custGeom>
            <a:avLst/>
            <a:gdLst/>
            <a:ahLst/>
            <a:rect l="0" t="0" r="r" b="b"/>
            <a:pathLst>
              <a:path w="5505" h="3044">
                <a:moveTo>
                  <a:pt x="0" y="2753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5"/>
                  <a:pt x="50" y="130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3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4" y="2"/>
                  <a:pt x="272" y="0"/>
                  <a:pt x="292" y="0"/>
                </a:cubicBezTo>
                <a:lnTo>
                  <a:pt x="5214" y="0"/>
                </a:lnTo>
                <a:cubicBezTo>
                  <a:pt x="5233" y="0"/>
                  <a:pt x="5252" y="2"/>
                  <a:pt x="5271" y="6"/>
                </a:cubicBezTo>
                <a:cubicBezTo>
                  <a:pt x="5289" y="10"/>
                  <a:pt x="5308" y="15"/>
                  <a:pt x="5325" y="22"/>
                </a:cubicBezTo>
                <a:cubicBezTo>
                  <a:pt x="5343" y="30"/>
                  <a:pt x="5360" y="39"/>
                  <a:pt x="5375" y="49"/>
                </a:cubicBezTo>
                <a:cubicBezTo>
                  <a:pt x="5391" y="60"/>
                  <a:pt x="5406" y="72"/>
                  <a:pt x="5420" y="85"/>
                </a:cubicBezTo>
                <a:cubicBezTo>
                  <a:pt x="5433" y="99"/>
                  <a:pt x="5445" y="114"/>
                  <a:pt x="5456" y="130"/>
                </a:cubicBezTo>
                <a:cubicBezTo>
                  <a:pt x="5466" y="145"/>
                  <a:pt x="5475" y="162"/>
                  <a:pt x="5483" y="180"/>
                </a:cubicBezTo>
                <a:cubicBezTo>
                  <a:pt x="5490" y="198"/>
                  <a:pt x="5496" y="216"/>
                  <a:pt x="5499" y="235"/>
                </a:cubicBezTo>
                <a:cubicBezTo>
                  <a:pt x="5503" y="253"/>
                  <a:pt x="5505" y="272"/>
                  <a:pt x="5505" y="291"/>
                </a:cubicBezTo>
                <a:lnTo>
                  <a:pt x="5505" y="2753"/>
                </a:lnTo>
                <a:cubicBezTo>
                  <a:pt x="5505" y="2772"/>
                  <a:pt x="5503" y="2791"/>
                  <a:pt x="5499" y="2810"/>
                </a:cubicBezTo>
                <a:cubicBezTo>
                  <a:pt x="5496" y="2828"/>
                  <a:pt x="5490" y="2847"/>
                  <a:pt x="5483" y="2864"/>
                </a:cubicBezTo>
                <a:cubicBezTo>
                  <a:pt x="5475" y="2882"/>
                  <a:pt x="5466" y="2899"/>
                  <a:pt x="5456" y="2915"/>
                </a:cubicBezTo>
                <a:cubicBezTo>
                  <a:pt x="5445" y="2930"/>
                  <a:pt x="5433" y="2945"/>
                  <a:pt x="5420" y="2959"/>
                </a:cubicBezTo>
                <a:cubicBezTo>
                  <a:pt x="5406" y="2972"/>
                  <a:pt x="5391" y="2984"/>
                  <a:pt x="5375" y="2995"/>
                </a:cubicBezTo>
                <a:cubicBezTo>
                  <a:pt x="5360" y="3006"/>
                  <a:pt x="5343" y="3014"/>
                  <a:pt x="5325" y="3022"/>
                </a:cubicBezTo>
                <a:cubicBezTo>
                  <a:pt x="5308" y="3029"/>
                  <a:pt x="5289" y="3035"/>
                  <a:pt x="5271" y="3038"/>
                </a:cubicBezTo>
                <a:cubicBezTo>
                  <a:pt x="5252" y="3042"/>
                  <a:pt x="5233" y="3044"/>
                  <a:pt x="5214" y="3044"/>
                </a:cubicBezTo>
                <a:lnTo>
                  <a:pt x="292" y="3044"/>
                </a:lnTo>
                <a:cubicBezTo>
                  <a:pt x="272" y="3044"/>
                  <a:pt x="254" y="3042"/>
                  <a:pt x="235" y="3038"/>
                </a:cubicBezTo>
                <a:cubicBezTo>
                  <a:pt x="216" y="3035"/>
                  <a:pt x="198" y="3029"/>
                  <a:pt x="180" y="3022"/>
                </a:cubicBezTo>
                <a:cubicBezTo>
                  <a:pt x="163" y="3014"/>
                  <a:pt x="146" y="3006"/>
                  <a:pt x="130" y="2995"/>
                </a:cubicBezTo>
                <a:cubicBezTo>
                  <a:pt x="114" y="2984"/>
                  <a:pt x="99" y="2972"/>
                  <a:pt x="86" y="2959"/>
                </a:cubicBezTo>
                <a:cubicBezTo>
                  <a:pt x="72" y="2945"/>
                  <a:pt x="60" y="2930"/>
                  <a:pt x="50" y="2915"/>
                </a:cubicBezTo>
                <a:cubicBezTo>
                  <a:pt x="39" y="2899"/>
                  <a:pt x="30" y="2882"/>
                  <a:pt x="23" y="2864"/>
                </a:cubicBezTo>
                <a:cubicBezTo>
                  <a:pt x="15" y="2847"/>
                  <a:pt x="10" y="2828"/>
                  <a:pt x="6" y="2810"/>
                </a:cubicBezTo>
                <a:cubicBezTo>
                  <a:pt x="2" y="2791"/>
                  <a:pt x="0" y="2772"/>
                  <a:pt x="0" y="2753"/>
                </a:cubicBezTo>
                <a:close/>
              </a:path>
            </a:pathLst>
          </a:custGeom>
          <a:noFill/>
          <a:ln w="18720">
            <a:solidFill>
              <a:srgbClr val="C1E6C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5" name=""/>
          <p:cNvSpPr/>
          <p:nvPr/>
        </p:nvSpPr>
        <p:spPr>
          <a:xfrm>
            <a:off x="8211960" y="2774880"/>
            <a:ext cx="302040" cy="241560"/>
          </a:xfrm>
          <a:custGeom>
            <a:avLst/>
            <a:gdLst/>
            <a:ahLst/>
            <a:rect l="0" t="0" r="r" b="b"/>
            <a:pathLst>
              <a:path w="839" h="671">
                <a:moveTo>
                  <a:pt x="63" y="671"/>
                </a:moveTo>
                <a:cubicBezTo>
                  <a:pt x="46" y="671"/>
                  <a:pt x="31" y="664"/>
                  <a:pt x="19" y="651"/>
                </a:cubicBezTo>
                <a:cubicBezTo>
                  <a:pt x="6" y="638"/>
                  <a:pt x="0" y="623"/>
                  <a:pt x="0" y="607"/>
                </a:cubicBezTo>
                <a:lnTo>
                  <a:pt x="0" y="63"/>
                </a:lnTo>
                <a:cubicBezTo>
                  <a:pt x="0" y="46"/>
                  <a:pt x="6" y="32"/>
                  <a:pt x="19" y="19"/>
                </a:cubicBezTo>
                <a:cubicBezTo>
                  <a:pt x="31" y="6"/>
                  <a:pt x="46" y="0"/>
                  <a:pt x="63" y="0"/>
                </a:cubicBezTo>
                <a:lnTo>
                  <a:pt x="358" y="0"/>
                </a:lnTo>
                <a:lnTo>
                  <a:pt x="421" y="63"/>
                </a:lnTo>
                <a:lnTo>
                  <a:pt x="776" y="63"/>
                </a:lnTo>
                <a:cubicBezTo>
                  <a:pt x="792" y="63"/>
                  <a:pt x="807" y="69"/>
                  <a:pt x="819" y="82"/>
                </a:cubicBezTo>
                <a:cubicBezTo>
                  <a:pt x="832" y="95"/>
                  <a:pt x="839" y="109"/>
                  <a:pt x="839" y="125"/>
                </a:cubicBezTo>
                <a:lnTo>
                  <a:pt x="839" y="607"/>
                </a:lnTo>
                <a:cubicBezTo>
                  <a:pt x="839" y="623"/>
                  <a:pt x="832" y="638"/>
                  <a:pt x="819" y="651"/>
                </a:cubicBezTo>
                <a:cubicBezTo>
                  <a:pt x="807" y="664"/>
                  <a:pt x="792" y="671"/>
                  <a:pt x="776" y="671"/>
                </a:cubicBezTo>
                <a:lnTo>
                  <a:pt x="63" y="671"/>
                </a:lnTo>
                <a:moveTo>
                  <a:pt x="63" y="607"/>
                </a:moveTo>
                <a:lnTo>
                  <a:pt x="776" y="607"/>
                </a:lnTo>
                <a:lnTo>
                  <a:pt x="776" y="125"/>
                </a:lnTo>
                <a:lnTo>
                  <a:pt x="395" y="125"/>
                </a:lnTo>
                <a:lnTo>
                  <a:pt x="332" y="63"/>
                </a:lnTo>
                <a:lnTo>
                  <a:pt x="63" y="63"/>
                </a:lnTo>
                <a:lnTo>
                  <a:pt x="63" y="607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6" name=""/>
          <p:cNvSpPr txBox="1"/>
          <p:nvPr/>
        </p:nvSpPr>
        <p:spPr>
          <a:xfrm>
            <a:off x="6362640" y="3231720"/>
            <a:ext cx="10551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Playwright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7" name=""/>
          <p:cNvSpPr/>
          <p:nvPr/>
        </p:nvSpPr>
        <p:spPr>
          <a:xfrm>
            <a:off x="6013440" y="3718440"/>
            <a:ext cx="2841120" cy="1079280"/>
          </a:xfrm>
          <a:custGeom>
            <a:avLst/>
            <a:gdLst/>
            <a:ahLst/>
            <a:rect l="0" t="0" r="r" b="b"/>
            <a:pathLst>
              <a:path w="7892" h="2998">
                <a:moveTo>
                  <a:pt x="440" y="678"/>
                </a:moveTo>
                <a:lnTo>
                  <a:pt x="440" y="2160"/>
                </a:lnTo>
                <a:cubicBezTo>
                  <a:pt x="440" y="2202"/>
                  <a:pt x="449" y="2242"/>
                  <a:pt x="465" y="2281"/>
                </a:cubicBezTo>
                <a:cubicBezTo>
                  <a:pt x="481" y="2320"/>
                  <a:pt x="504" y="2355"/>
                  <a:pt x="533" y="2384"/>
                </a:cubicBezTo>
                <a:cubicBezTo>
                  <a:pt x="563" y="2414"/>
                  <a:pt x="598" y="2437"/>
                  <a:pt x="636" y="2453"/>
                </a:cubicBezTo>
                <a:cubicBezTo>
                  <a:pt x="675" y="2469"/>
                  <a:pt x="716" y="2477"/>
                  <a:pt x="758" y="2477"/>
                </a:cubicBezTo>
                <a:lnTo>
                  <a:pt x="7135" y="2477"/>
                </a:lnTo>
                <a:cubicBezTo>
                  <a:pt x="7178" y="2477"/>
                  <a:pt x="7218" y="2469"/>
                  <a:pt x="7257" y="2453"/>
                </a:cubicBezTo>
                <a:cubicBezTo>
                  <a:pt x="7296" y="2437"/>
                  <a:pt x="7330" y="2414"/>
                  <a:pt x="7360" y="2384"/>
                </a:cubicBezTo>
                <a:cubicBezTo>
                  <a:pt x="7390" y="2355"/>
                  <a:pt x="7413" y="2320"/>
                  <a:pt x="7429" y="2281"/>
                </a:cubicBezTo>
                <a:cubicBezTo>
                  <a:pt x="7445" y="2242"/>
                  <a:pt x="7453" y="2202"/>
                  <a:pt x="7453" y="2160"/>
                </a:cubicBezTo>
                <a:lnTo>
                  <a:pt x="7453" y="678"/>
                </a:lnTo>
                <a:cubicBezTo>
                  <a:pt x="7453" y="636"/>
                  <a:pt x="7445" y="596"/>
                  <a:pt x="7429" y="557"/>
                </a:cubicBezTo>
                <a:cubicBezTo>
                  <a:pt x="7413" y="518"/>
                  <a:pt x="7390" y="483"/>
                  <a:pt x="7360" y="454"/>
                </a:cubicBezTo>
                <a:cubicBezTo>
                  <a:pt x="7330" y="424"/>
                  <a:pt x="7296" y="401"/>
                  <a:pt x="7257" y="385"/>
                </a:cubicBezTo>
                <a:cubicBezTo>
                  <a:pt x="7218" y="369"/>
                  <a:pt x="7178" y="361"/>
                  <a:pt x="7135" y="361"/>
                </a:cubicBezTo>
                <a:lnTo>
                  <a:pt x="758" y="361"/>
                </a:lnTo>
                <a:cubicBezTo>
                  <a:pt x="716" y="361"/>
                  <a:pt x="675" y="369"/>
                  <a:pt x="636" y="385"/>
                </a:cubicBezTo>
                <a:cubicBezTo>
                  <a:pt x="598" y="401"/>
                  <a:pt x="563" y="424"/>
                  <a:pt x="533" y="454"/>
                </a:cubicBezTo>
                <a:cubicBezTo>
                  <a:pt x="504" y="483"/>
                  <a:pt x="481" y="518"/>
                  <a:pt x="465" y="557"/>
                </a:cubicBezTo>
                <a:cubicBezTo>
                  <a:pt x="449" y="596"/>
                  <a:pt x="440" y="636"/>
                  <a:pt x="440" y="678"/>
                </a:cubicBezTo>
                <a:moveTo>
                  <a:pt x="0" y="0"/>
                </a:moveTo>
                <a:lnTo>
                  <a:pt x="7892" y="0"/>
                </a:lnTo>
                <a:lnTo>
                  <a:pt x="7892" y="2998"/>
                </a:lnTo>
                <a:lnTo>
                  <a:pt x="0" y="2998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68" name=""/>
          <p:cNvSpPr/>
          <p:nvPr/>
        </p:nvSpPr>
        <p:spPr>
          <a:xfrm>
            <a:off x="6181560" y="3857400"/>
            <a:ext cx="2505240" cy="743400"/>
          </a:xfrm>
          <a:custGeom>
            <a:avLst/>
            <a:gdLst/>
            <a:ahLst/>
            <a:rect l="0" t="0" r="r" b="b"/>
            <a:pathLst>
              <a:path w="6959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6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4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5" y="9"/>
                  <a:pt x="235" y="6"/>
                </a:cubicBezTo>
                <a:cubicBezTo>
                  <a:pt x="254" y="2"/>
                  <a:pt x="273" y="0"/>
                  <a:pt x="292" y="0"/>
                </a:cubicBezTo>
                <a:lnTo>
                  <a:pt x="6668" y="0"/>
                </a:lnTo>
                <a:cubicBezTo>
                  <a:pt x="6688" y="0"/>
                  <a:pt x="6706" y="2"/>
                  <a:pt x="6725" y="6"/>
                </a:cubicBezTo>
                <a:cubicBezTo>
                  <a:pt x="6744" y="9"/>
                  <a:pt x="6762" y="15"/>
                  <a:pt x="6780" y="22"/>
                </a:cubicBezTo>
                <a:cubicBezTo>
                  <a:pt x="6797" y="30"/>
                  <a:pt x="6814" y="39"/>
                  <a:pt x="6830" y="49"/>
                </a:cubicBezTo>
                <a:cubicBezTo>
                  <a:pt x="6846" y="60"/>
                  <a:pt x="6861" y="72"/>
                  <a:pt x="6874" y="85"/>
                </a:cubicBezTo>
                <a:cubicBezTo>
                  <a:pt x="6888" y="99"/>
                  <a:pt x="6900" y="114"/>
                  <a:pt x="6910" y="129"/>
                </a:cubicBezTo>
                <a:cubicBezTo>
                  <a:pt x="6921" y="145"/>
                  <a:pt x="6930" y="162"/>
                  <a:pt x="6937" y="180"/>
                </a:cubicBezTo>
                <a:cubicBezTo>
                  <a:pt x="6945" y="197"/>
                  <a:pt x="6950" y="216"/>
                  <a:pt x="6954" y="234"/>
                </a:cubicBezTo>
                <a:cubicBezTo>
                  <a:pt x="6958" y="253"/>
                  <a:pt x="6959" y="272"/>
                  <a:pt x="6959" y="291"/>
                </a:cubicBezTo>
                <a:lnTo>
                  <a:pt x="6959" y="1774"/>
                </a:lnTo>
                <a:cubicBezTo>
                  <a:pt x="6959" y="1793"/>
                  <a:pt x="6958" y="1812"/>
                  <a:pt x="6954" y="1831"/>
                </a:cubicBezTo>
                <a:cubicBezTo>
                  <a:pt x="6950" y="1849"/>
                  <a:pt x="6945" y="1868"/>
                  <a:pt x="6937" y="1885"/>
                </a:cubicBezTo>
                <a:cubicBezTo>
                  <a:pt x="6930" y="1903"/>
                  <a:pt x="6921" y="1920"/>
                  <a:pt x="6910" y="1936"/>
                </a:cubicBezTo>
                <a:cubicBezTo>
                  <a:pt x="6900" y="1951"/>
                  <a:pt x="6888" y="1966"/>
                  <a:pt x="6874" y="1980"/>
                </a:cubicBezTo>
                <a:cubicBezTo>
                  <a:pt x="6861" y="1993"/>
                  <a:pt x="6846" y="2005"/>
                  <a:pt x="6830" y="2016"/>
                </a:cubicBezTo>
                <a:cubicBezTo>
                  <a:pt x="6814" y="2026"/>
                  <a:pt x="6797" y="2035"/>
                  <a:pt x="6780" y="2043"/>
                </a:cubicBezTo>
                <a:cubicBezTo>
                  <a:pt x="6762" y="2050"/>
                  <a:pt x="6744" y="2056"/>
                  <a:pt x="6725" y="2059"/>
                </a:cubicBezTo>
                <a:cubicBezTo>
                  <a:pt x="6706" y="2063"/>
                  <a:pt x="6688" y="2065"/>
                  <a:pt x="6668" y="2065"/>
                </a:cubicBezTo>
                <a:lnTo>
                  <a:pt x="292" y="2065"/>
                </a:lnTo>
                <a:cubicBezTo>
                  <a:pt x="273" y="2065"/>
                  <a:pt x="254" y="2063"/>
                  <a:pt x="235" y="2059"/>
                </a:cubicBezTo>
                <a:cubicBezTo>
                  <a:pt x="215" y="2056"/>
                  <a:pt x="197" y="2050"/>
                  <a:pt x="180" y="2043"/>
                </a:cubicBezTo>
                <a:cubicBezTo>
                  <a:pt x="162" y="2035"/>
                  <a:pt x="145" y="2026"/>
                  <a:pt x="129" y="2016"/>
                </a:cubicBezTo>
                <a:cubicBezTo>
                  <a:pt x="113" y="2005"/>
                  <a:pt x="99" y="1993"/>
                  <a:pt x="85" y="1980"/>
                </a:cubicBezTo>
                <a:cubicBezTo>
                  <a:pt x="72" y="1966"/>
                  <a:pt x="60" y="1951"/>
                  <a:pt x="49" y="1936"/>
                </a:cubicBezTo>
                <a:cubicBezTo>
                  <a:pt x="38" y="1920"/>
                  <a:pt x="29" y="1903"/>
                  <a:pt x="22" y="1885"/>
                </a:cubicBezTo>
                <a:cubicBezTo>
                  <a:pt x="15" y="1868"/>
                  <a:pt x="9" y="1849"/>
                  <a:pt x="6" y="1831"/>
                </a:cubicBezTo>
                <a:cubicBezTo>
                  <a:pt x="2" y="1812"/>
                  <a:pt x="0" y="1793"/>
                  <a:pt x="0" y="1774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9" name=""/>
          <p:cNvSpPr/>
          <p:nvPr/>
        </p:nvSpPr>
        <p:spPr>
          <a:xfrm>
            <a:off x="6181560" y="3857400"/>
            <a:ext cx="2505240" cy="743400"/>
          </a:xfrm>
          <a:custGeom>
            <a:avLst/>
            <a:gdLst/>
            <a:ahLst/>
            <a:rect l="0" t="0" r="r" b="b"/>
            <a:pathLst>
              <a:path w="6959" h="2065">
                <a:moveTo>
                  <a:pt x="0" y="1774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6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4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5" y="9"/>
                  <a:pt x="235" y="6"/>
                </a:cubicBezTo>
                <a:cubicBezTo>
                  <a:pt x="254" y="2"/>
                  <a:pt x="273" y="0"/>
                  <a:pt x="292" y="0"/>
                </a:cubicBezTo>
                <a:lnTo>
                  <a:pt x="6668" y="0"/>
                </a:lnTo>
                <a:cubicBezTo>
                  <a:pt x="6688" y="0"/>
                  <a:pt x="6706" y="2"/>
                  <a:pt x="6725" y="6"/>
                </a:cubicBezTo>
                <a:cubicBezTo>
                  <a:pt x="6744" y="9"/>
                  <a:pt x="6762" y="15"/>
                  <a:pt x="6780" y="22"/>
                </a:cubicBezTo>
                <a:cubicBezTo>
                  <a:pt x="6797" y="30"/>
                  <a:pt x="6814" y="39"/>
                  <a:pt x="6830" y="49"/>
                </a:cubicBezTo>
                <a:cubicBezTo>
                  <a:pt x="6846" y="60"/>
                  <a:pt x="6861" y="72"/>
                  <a:pt x="6874" y="85"/>
                </a:cubicBezTo>
                <a:cubicBezTo>
                  <a:pt x="6888" y="99"/>
                  <a:pt x="6900" y="114"/>
                  <a:pt x="6910" y="129"/>
                </a:cubicBezTo>
                <a:cubicBezTo>
                  <a:pt x="6921" y="145"/>
                  <a:pt x="6930" y="162"/>
                  <a:pt x="6937" y="180"/>
                </a:cubicBezTo>
                <a:cubicBezTo>
                  <a:pt x="6945" y="197"/>
                  <a:pt x="6950" y="216"/>
                  <a:pt x="6954" y="234"/>
                </a:cubicBezTo>
                <a:cubicBezTo>
                  <a:pt x="6958" y="253"/>
                  <a:pt x="6959" y="272"/>
                  <a:pt x="6959" y="291"/>
                </a:cubicBezTo>
                <a:lnTo>
                  <a:pt x="6959" y="1774"/>
                </a:lnTo>
                <a:cubicBezTo>
                  <a:pt x="6959" y="1793"/>
                  <a:pt x="6958" y="1812"/>
                  <a:pt x="6954" y="1831"/>
                </a:cubicBezTo>
                <a:cubicBezTo>
                  <a:pt x="6950" y="1849"/>
                  <a:pt x="6945" y="1868"/>
                  <a:pt x="6937" y="1885"/>
                </a:cubicBezTo>
                <a:cubicBezTo>
                  <a:pt x="6930" y="1903"/>
                  <a:pt x="6921" y="1920"/>
                  <a:pt x="6910" y="1936"/>
                </a:cubicBezTo>
                <a:cubicBezTo>
                  <a:pt x="6900" y="1951"/>
                  <a:pt x="6888" y="1966"/>
                  <a:pt x="6874" y="1980"/>
                </a:cubicBezTo>
                <a:cubicBezTo>
                  <a:pt x="6861" y="1993"/>
                  <a:pt x="6846" y="2005"/>
                  <a:pt x="6830" y="2016"/>
                </a:cubicBezTo>
                <a:cubicBezTo>
                  <a:pt x="6814" y="2026"/>
                  <a:pt x="6797" y="2035"/>
                  <a:pt x="6780" y="2043"/>
                </a:cubicBezTo>
                <a:cubicBezTo>
                  <a:pt x="6762" y="2050"/>
                  <a:pt x="6744" y="2056"/>
                  <a:pt x="6725" y="2059"/>
                </a:cubicBezTo>
                <a:cubicBezTo>
                  <a:pt x="6706" y="2063"/>
                  <a:pt x="6688" y="2065"/>
                  <a:pt x="6668" y="2065"/>
                </a:cubicBezTo>
                <a:lnTo>
                  <a:pt x="292" y="2065"/>
                </a:lnTo>
                <a:cubicBezTo>
                  <a:pt x="273" y="2065"/>
                  <a:pt x="254" y="2063"/>
                  <a:pt x="235" y="2059"/>
                </a:cubicBezTo>
                <a:cubicBezTo>
                  <a:pt x="215" y="2056"/>
                  <a:pt x="197" y="2050"/>
                  <a:pt x="180" y="2043"/>
                </a:cubicBezTo>
                <a:cubicBezTo>
                  <a:pt x="162" y="2035"/>
                  <a:pt x="145" y="2026"/>
                  <a:pt x="129" y="2016"/>
                </a:cubicBezTo>
                <a:cubicBezTo>
                  <a:pt x="113" y="2005"/>
                  <a:pt x="99" y="1993"/>
                  <a:pt x="85" y="1980"/>
                </a:cubicBezTo>
                <a:cubicBezTo>
                  <a:pt x="72" y="1966"/>
                  <a:pt x="60" y="1951"/>
                  <a:pt x="49" y="1936"/>
                </a:cubicBezTo>
                <a:cubicBezTo>
                  <a:pt x="38" y="1920"/>
                  <a:pt x="29" y="1903"/>
                  <a:pt x="22" y="1885"/>
                </a:cubicBezTo>
                <a:cubicBezTo>
                  <a:pt x="15" y="1868"/>
                  <a:pt x="9" y="1849"/>
                  <a:pt x="6" y="1831"/>
                </a:cubicBezTo>
                <a:cubicBezTo>
                  <a:pt x="2" y="1812"/>
                  <a:pt x="0" y="1793"/>
                  <a:pt x="0" y="1774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0" name=""/>
          <p:cNvSpPr/>
          <p:nvPr/>
        </p:nvSpPr>
        <p:spPr>
          <a:xfrm>
            <a:off x="6392520" y="4089240"/>
            <a:ext cx="302040" cy="182880"/>
          </a:xfrm>
          <a:custGeom>
            <a:avLst/>
            <a:gdLst/>
            <a:ahLst/>
            <a:rect l="0" t="0" r="r" b="b"/>
            <a:pathLst>
              <a:path w="839" h="508">
                <a:moveTo>
                  <a:pt x="253" y="506"/>
                </a:moveTo>
                <a:lnTo>
                  <a:pt x="0" y="255"/>
                </a:lnTo>
                <a:lnTo>
                  <a:pt x="255" y="0"/>
                </a:lnTo>
                <a:lnTo>
                  <a:pt x="300" y="46"/>
                </a:lnTo>
                <a:lnTo>
                  <a:pt x="91" y="255"/>
                </a:lnTo>
                <a:lnTo>
                  <a:pt x="298" y="461"/>
                </a:lnTo>
                <a:lnTo>
                  <a:pt x="253" y="506"/>
                </a:lnTo>
                <a:moveTo>
                  <a:pt x="586" y="508"/>
                </a:moveTo>
                <a:lnTo>
                  <a:pt x="541" y="463"/>
                </a:lnTo>
                <a:lnTo>
                  <a:pt x="749" y="255"/>
                </a:lnTo>
                <a:lnTo>
                  <a:pt x="543" y="48"/>
                </a:lnTo>
                <a:lnTo>
                  <a:pt x="588" y="2"/>
                </a:lnTo>
                <a:lnTo>
                  <a:pt x="839" y="255"/>
                </a:lnTo>
                <a:lnTo>
                  <a:pt x="586" y="508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8599680" y="2869560"/>
            <a:ext cx="11826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Filesystem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2" name=""/>
          <p:cNvSpPr/>
          <p:nvPr/>
        </p:nvSpPr>
        <p:spPr>
          <a:xfrm>
            <a:off x="6013440" y="4614480"/>
            <a:ext cx="3374640" cy="1067040"/>
          </a:xfrm>
          <a:custGeom>
            <a:avLst/>
            <a:gdLst/>
            <a:ahLst/>
            <a:rect l="0" t="0" r="r" b="b"/>
            <a:pathLst>
              <a:path w="9374" h="2964">
                <a:moveTo>
                  <a:pt x="440" y="676"/>
                </a:moveTo>
                <a:lnTo>
                  <a:pt x="440" y="2131"/>
                </a:lnTo>
                <a:cubicBezTo>
                  <a:pt x="440" y="2174"/>
                  <a:pt x="449" y="2214"/>
                  <a:pt x="465" y="2253"/>
                </a:cubicBezTo>
                <a:cubicBezTo>
                  <a:pt x="481" y="2292"/>
                  <a:pt x="504" y="2326"/>
                  <a:pt x="533" y="2356"/>
                </a:cubicBezTo>
                <a:cubicBezTo>
                  <a:pt x="563" y="2386"/>
                  <a:pt x="598" y="2409"/>
                  <a:pt x="636" y="2425"/>
                </a:cubicBezTo>
                <a:cubicBezTo>
                  <a:pt x="675" y="2441"/>
                  <a:pt x="716" y="2449"/>
                  <a:pt x="758" y="2449"/>
                </a:cubicBezTo>
                <a:lnTo>
                  <a:pt x="8617" y="2449"/>
                </a:lnTo>
                <a:cubicBezTo>
                  <a:pt x="8659" y="2449"/>
                  <a:pt x="8700" y="2441"/>
                  <a:pt x="8739" y="2425"/>
                </a:cubicBezTo>
                <a:cubicBezTo>
                  <a:pt x="8778" y="2409"/>
                  <a:pt x="8812" y="2386"/>
                  <a:pt x="8842" y="2356"/>
                </a:cubicBezTo>
                <a:cubicBezTo>
                  <a:pt x="8871" y="2326"/>
                  <a:pt x="8894" y="2292"/>
                  <a:pt x="8910" y="2253"/>
                </a:cubicBezTo>
                <a:cubicBezTo>
                  <a:pt x="8927" y="2214"/>
                  <a:pt x="8935" y="2174"/>
                  <a:pt x="8935" y="2131"/>
                </a:cubicBezTo>
                <a:lnTo>
                  <a:pt x="8935" y="676"/>
                </a:lnTo>
                <a:cubicBezTo>
                  <a:pt x="8935" y="634"/>
                  <a:pt x="8927" y="594"/>
                  <a:pt x="8910" y="555"/>
                </a:cubicBezTo>
                <a:cubicBezTo>
                  <a:pt x="8894" y="515"/>
                  <a:pt x="8871" y="481"/>
                  <a:pt x="8842" y="451"/>
                </a:cubicBezTo>
                <a:cubicBezTo>
                  <a:pt x="8812" y="421"/>
                  <a:pt x="8778" y="398"/>
                  <a:pt x="8739" y="382"/>
                </a:cubicBezTo>
                <a:cubicBezTo>
                  <a:pt x="8700" y="366"/>
                  <a:pt x="8659" y="358"/>
                  <a:pt x="8617" y="358"/>
                </a:cubicBezTo>
                <a:lnTo>
                  <a:pt x="758" y="358"/>
                </a:lnTo>
                <a:cubicBezTo>
                  <a:pt x="716" y="358"/>
                  <a:pt x="675" y="366"/>
                  <a:pt x="636" y="382"/>
                </a:cubicBezTo>
                <a:cubicBezTo>
                  <a:pt x="598" y="398"/>
                  <a:pt x="563" y="421"/>
                  <a:pt x="533" y="451"/>
                </a:cubicBezTo>
                <a:cubicBezTo>
                  <a:pt x="504" y="481"/>
                  <a:pt x="481" y="515"/>
                  <a:pt x="465" y="555"/>
                </a:cubicBezTo>
                <a:cubicBezTo>
                  <a:pt x="449" y="594"/>
                  <a:pt x="440" y="634"/>
                  <a:pt x="440" y="676"/>
                </a:cubicBezTo>
                <a:moveTo>
                  <a:pt x="0" y="0"/>
                </a:moveTo>
                <a:lnTo>
                  <a:pt x="9374" y="0"/>
                </a:lnTo>
                <a:lnTo>
                  <a:pt x="9374" y="2964"/>
                </a:lnTo>
                <a:lnTo>
                  <a:pt x="0" y="2964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73" name=""/>
          <p:cNvSpPr/>
          <p:nvPr/>
        </p:nvSpPr>
        <p:spPr>
          <a:xfrm>
            <a:off x="6181560" y="4752720"/>
            <a:ext cx="3038760" cy="733680"/>
          </a:xfrm>
          <a:custGeom>
            <a:avLst/>
            <a:gdLst/>
            <a:ahLst/>
            <a:rect l="0" t="0" r="r" b="b"/>
            <a:pathLst>
              <a:path w="8441" h="2038">
                <a:moveTo>
                  <a:pt x="0" y="1747"/>
                </a:moveTo>
                <a:lnTo>
                  <a:pt x="0" y="292"/>
                </a:lnTo>
                <a:cubicBezTo>
                  <a:pt x="0" y="273"/>
                  <a:pt x="2" y="254"/>
                  <a:pt x="6" y="235"/>
                </a:cubicBezTo>
                <a:cubicBezTo>
                  <a:pt x="9" y="217"/>
                  <a:pt x="15" y="199"/>
                  <a:pt x="22" y="181"/>
                </a:cubicBezTo>
                <a:cubicBezTo>
                  <a:pt x="29" y="163"/>
                  <a:pt x="38" y="146"/>
                  <a:pt x="49" y="131"/>
                </a:cubicBezTo>
                <a:cubicBezTo>
                  <a:pt x="60" y="115"/>
                  <a:pt x="72" y="100"/>
                  <a:pt x="85" y="86"/>
                </a:cubicBezTo>
                <a:cubicBezTo>
                  <a:pt x="99" y="73"/>
                  <a:pt x="113" y="61"/>
                  <a:pt x="129" y="50"/>
                </a:cubicBezTo>
                <a:cubicBezTo>
                  <a:pt x="145" y="40"/>
                  <a:pt x="162" y="30"/>
                  <a:pt x="180" y="22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8150" y="0"/>
                </a:lnTo>
                <a:cubicBezTo>
                  <a:pt x="8169" y="0"/>
                  <a:pt x="8188" y="2"/>
                  <a:pt x="8207" y="6"/>
                </a:cubicBezTo>
                <a:cubicBezTo>
                  <a:pt x="8226" y="10"/>
                  <a:pt x="8244" y="15"/>
                  <a:pt x="8261" y="22"/>
                </a:cubicBezTo>
                <a:cubicBezTo>
                  <a:pt x="8279" y="30"/>
                  <a:pt x="8296" y="40"/>
                  <a:pt x="8312" y="50"/>
                </a:cubicBezTo>
                <a:cubicBezTo>
                  <a:pt x="8328" y="61"/>
                  <a:pt x="8342" y="73"/>
                  <a:pt x="8356" y="86"/>
                </a:cubicBezTo>
                <a:cubicBezTo>
                  <a:pt x="8369" y="100"/>
                  <a:pt x="8381" y="115"/>
                  <a:pt x="8392" y="131"/>
                </a:cubicBezTo>
                <a:cubicBezTo>
                  <a:pt x="8403" y="146"/>
                  <a:pt x="8412" y="163"/>
                  <a:pt x="8419" y="181"/>
                </a:cubicBezTo>
                <a:cubicBezTo>
                  <a:pt x="8426" y="199"/>
                  <a:pt x="8432" y="217"/>
                  <a:pt x="8436" y="235"/>
                </a:cubicBezTo>
                <a:cubicBezTo>
                  <a:pt x="8439" y="254"/>
                  <a:pt x="8441" y="273"/>
                  <a:pt x="8441" y="292"/>
                </a:cubicBezTo>
                <a:lnTo>
                  <a:pt x="8441" y="1747"/>
                </a:lnTo>
                <a:cubicBezTo>
                  <a:pt x="8441" y="1767"/>
                  <a:pt x="8439" y="1785"/>
                  <a:pt x="8436" y="1804"/>
                </a:cubicBezTo>
                <a:cubicBezTo>
                  <a:pt x="8432" y="1823"/>
                  <a:pt x="8426" y="1841"/>
                  <a:pt x="8419" y="1859"/>
                </a:cubicBezTo>
                <a:cubicBezTo>
                  <a:pt x="8412" y="1876"/>
                  <a:pt x="8403" y="1893"/>
                  <a:pt x="8392" y="1909"/>
                </a:cubicBezTo>
                <a:cubicBezTo>
                  <a:pt x="8381" y="1925"/>
                  <a:pt x="8369" y="1940"/>
                  <a:pt x="8356" y="1953"/>
                </a:cubicBezTo>
                <a:cubicBezTo>
                  <a:pt x="8342" y="1967"/>
                  <a:pt x="8328" y="1979"/>
                  <a:pt x="8312" y="1989"/>
                </a:cubicBezTo>
                <a:cubicBezTo>
                  <a:pt x="8296" y="2000"/>
                  <a:pt x="8279" y="2009"/>
                  <a:pt x="8261" y="2016"/>
                </a:cubicBezTo>
                <a:cubicBezTo>
                  <a:pt x="8244" y="2024"/>
                  <a:pt x="8226" y="2029"/>
                  <a:pt x="8207" y="2033"/>
                </a:cubicBezTo>
                <a:cubicBezTo>
                  <a:pt x="8188" y="2037"/>
                  <a:pt x="8169" y="2038"/>
                  <a:pt x="8150" y="2038"/>
                </a:cubicBezTo>
                <a:lnTo>
                  <a:pt x="291" y="2038"/>
                </a:lnTo>
                <a:cubicBezTo>
                  <a:pt x="272" y="2038"/>
                  <a:pt x="253" y="2037"/>
                  <a:pt x="234" y="2033"/>
                </a:cubicBezTo>
                <a:cubicBezTo>
                  <a:pt x="215" y="2029"/>
                  <a:pt x="197" y="2024"/>
                  <a:pt x="180" y="2016"/>
                </a:cubicBezTo>
                <a:cubicBezTo>
                  <a:pt x="162" y="2009"/>
                  <a:pt x="145" y="2000"/>
                  <a:pt x="129" y="1989"/>
                </a:cubicBezTo>
                <a:cubicBezTo>
                  <a:pt x="113" y="1979"/>
                  <a:pt x="99" y="1967"/>
                  <a:pt x="85" y="1953"/>
                </a:cubicBezTo>
                <a:cubicBezTo>
                  <a:pt x="72" y="1940"/>
                  <a:pt x="60" y="1925"/>
                  <a:pt x="49" y="1909"/>
                </a:cubicBezTo>
                <a:cubicBezTo>
                  <a:pt x="38" y="1893"/>
                  <a:pt x="29" y="1876"/>
                  <a:pt x="22" y="1859"/>
                </a:cubicBezTo>
                <a:cubicBezTo>
                  <a:pt x="15" y="1841"/>
                  <a:pt x="9" y="1823"/>
                  <a:pt x="6" y="1804"/>
                </a:cubicBezTo>
                <a:cubicBezTo>
                  <a:pt x="2" y="1785"/>
                  <a:pt x="0" y="1767"/>
                  <a:pt x="0" y="1747"/>
                </a:cubicBez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4" name=""/>
          <p:cNvSpPr/>
          <p:nvPr/>
        </p:nvSpPr>
        <p:spPr>
          <a:xfrm>
            <a:off x="6181560" y="4752720"/>
            <a:ext cx="3038760" cy="733680"/>
          </a:xfrm>
          <a:custGeom>
            <a:avLst/>
            <a:gdLst/>
            <a:ahLst/>
            <a:rect l="0" t="0" r="r" b="b"/>
            <a:pathLst>
              <a:path w="8441" h="2038">
                <a:moveTo>
                  <a:pt x="0" y="1747"/>
                </a:moveTo>
                <a:lnTo>
                  <a:pt x="0" y="292"/>
                </a:lnTo>
                <a:cubicBezTo>
                  <a:pt x="0" y="273"/>
                  <a:pt x="2" y="254"/>
                  <a:pt x="6" y="235"/>
                </a:cubicBezTo>
                <a:cubicBezTo>
                  <a:pt x="9" y="217"/>
                  <a:pt x="15" y="199"/>
                  <a:pt x="22" y="181"/>
                </a:cubicBezTo>
                <a:cubicBezTo>
                  <a:pt x="29" y="163"/>
                  <a:pt x="38" y="146"/>
                  <a:pt x="49" y="131"/>
                </a:cubicBezTo>
                <a:cubicBezTo>
                  <a:pt x="60" y="115"/>
                  <a:pt x="72" y="100"/>
                  <a:pt x="85" y="86"/>
                </a:cubicBezTo>
                <a:cubicBezTo>
                  <a:pt x="99" y="73"/>
                  <a:pt x="113" y="61"/>
                  <a:pt x="129" y="50"/>
                </a:cubicBezTo>
                <a:cubicBezTo>
                  <a:pt x="145" y="40"/>
                  <a:pt x="162" y="30"/>
                  <a:pt x="180" y="22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8150" y="0"/>
                </a:lnTo>
                <a:cubicBezTo>
                  <a:pt x="8169" y="0"/>
                  <a:pt x="8188" y="2"/>
                  <a:pt x="8207" y="6"/>
                </a:cubicBezTo>
                <a:cubicBezTo>
                  <a:pt x="8226" y="10"/>
                  <a:pt x="8244" y="15"/>
                  <a:pt x="8261" y="22"/>
                </a:cubicBezTo>
                <a:cubicBezTo>
                  <a:pt x="8279" y="30"/>
                  <a:pt x="8296" y="40"/>
                  <a:pt x="8312" y="50"/>
                </a:cubicBezTo>
                <a:cubicBezTo>
                  <a:pt x="8328" y="61"/>
                  <a:pt x="8342" y="73"/>
                  <a:pt x="8356" y="86"/>
                </a:cubicBezTo>
                <a:cubicBezTo>
                  <a:pt x="8369" y="100"/>
                  <a:pt x="8381" y="115"/>
                  <a:pt x="8392" y="131"/>
                </a:cubicBezTo>
                <a:cubicBezTo>
                  <a:pt x="8403" y="146"/>
                  <a:pt x="8412" y="163"/>
                  <a:pt x="8419" y="181"/>
                </a:cubicBezTo>
                <a:cubicBezTo>
                  <a:pt x="8426" y="199"/>
                  <a:pt x="8432" y="217"/>
                  <a:pt x="8436" y="235"/>
                </a:cubicBezTo>
                <a:cubicBezTo>
                  <a:pt x="8439" y="254"/>
                  <a:pt x="8441" y="273"/>
                  <a:pt x="8441" y="292"/>
                </a:cubicBezTo>
                <a:lnTo>
                  <a:pt x="8441" y="1747"/>
                </a:lnTo>
                <a:cubicBezTo>
                  <a:pt x="8441" y="1767"/>
                  <a:pt x="8439" y="1785"/>
                  <a:pt x="8436" y="1804"/>
                </a:cubicBezTo>
                <a:cubicBezTo>
                  <a:pt x="8432" y="1823"/>
                  <a:pt x="8426" y="1841"/>
                  <a:pt x="8419" y="1859"/>
                </a:cubicBezTo>
                <a:cubicBezTo>
                  <a:pt x="8412" y="1876"/>
                  <a:pt x="8403" y="1893"/>
                  <a:pt x="8392" y="1909"/>
                </a:cubicBezTo>
                <a:cubicBezTo>
                  <a:pt x="8381" y="1925"/>
                  <a:pt x="8369" y="1940"/>
                  <a:pt x="8356" y="1953"/>
                </a:cubicBezTo>
                <a:cubicBezTo>
                  <a:pt x="8342" y="1967"/>
                  <a:pt x="8328" y="1979"/>
                  <a:pt x="8312" y="1989"/>
                </a:cubicBezTo>
                <a:cubicBezTo>
                  <a:pt x="8296" y="2000"/>
                  <a:pt x="8279" y="2009"/>
                  <a:pt x="8261" y="2016"/>
                </a:cubicBezTo>
                <a:cubicBezTo>
                  <a:pt x="8244" y="2024"/>
                  <a:pt x="8226" y="2029"/>
                  <a:pt x="8207" y="2033"/>
                </a:cubicBezTo>
                <a:cubicBezTo>
                  <a:pt x="8188" y="2037"/>
                  <a:pt x="8169" y="2038"/>
                  <a:pt x="8150" y="2038"/>
                </a:cubicBezTo>
                <a:lnTo>
                  <a:pt x="291" y="2038"/>
                </a:lnTo>
                <a:cubicBezTo>
                  <a:pt x="272" y="2038"/>
                  <a:pt x="253" y="2037"/>
                  <a:pt x="234" y="2033"/>
                </a:cubicBezTo>
                <a:cubicBezTo>
                  <a:pt x="215" y="2029"/>
                  <a:pt x="197" y="2024"/>
                  <a:pt x="180" y="2016"/>
                </a:cubicBezTo>
                <a:cubicBezTo>
                  <a:pt x="162" y="2009"/>
                  <a:pt x="145" y="2000"/>
                  <a:pt x="129" y="1989"/>
                </a:cubicBezTo>
                <a:cubicBezTo>
                  <a:pt x="113" y="1979"/>
                  <a:pt x="99" y="1967"/>
                  <a:pt x="85" y="1953"/>
                </a:cubicBezTo>
                <a:cubicBezTo>
                  <a:pt x="72" y="1940"/>
                  <a:pt x="60" y="1925"/>
                  <a:pt x="49" y="1909"/>
                </a:cubicBezTo>
                <a:cubicBezTo>
                  <a:pt x="38" y="1893"/>
                  <a:pt x="29" y="1876"/>
                  <a:pt x="22" y="1859"/>
                </a:cubicBezTo>
                <a:cubicBezTo>
                  <a:pt x="15" y="1841"/>
                  <a:pt x="9" y="1823"/>
                  <a:pt x="6" y="1804"/>
                </a:cubicBezTo>
                <a:cubicBezTo>
                  <a:pt x="2" y="1785"/>
                  <a:pt x="0" y="1767"/>
                  <a:pt x="0" y="1747"/>
                </a:cubicBezTo>
                <a:close/>
              </a:path>
            </a:pathLst>
          </a:custGeom>
          <a:noFill/>
          <a:ln w="18720">
            <a:solidFill>
              <a:srgbClr val="FFE0AC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5" name=""/>
          <p:cNvSpPr/>
          <p:nvPr/>
        </p:nvSpPr>
        <p:spPr>
          <a:xfrm>
            <a:off x="6407640" y="4956120"/>
            <a:ext cx="271800" cy="241560"/>
          </a:xfrm>
          <a:custGeom>
            <a:avLst/>
            <a:gdLst/>
            <a:ahLst/>
            <a:rect l="0" t="0" r="r" b="b"/>
            <a:pathLst>
              <a:path w="755" h="671">
                <a:moveTo>
                  <a:pt x="0" y="671"/>
                </a:moveTo>
                <a:lnTo>
                  <a:pt x="0" y="515"/>
                </a:lnTo>
                <a:lnTo>
                  <a:pt x="755" y="515"/>
                </a:lnTo>
                <a:lnTo>
                  <a:pt x="755" y="671"/>
                </a:lnTo>
                <a:lnTo>
                  <a:pt x="0" y="671"/>
                </a:lnTo>
                <a:moveTo>
                  <a:pt x="63" y="630"/>
                </a:moveTo>
                <a:lnTo>
                  <a:pt x="139" y="630"/>
                </a:lnTo>
                <a:lnTo>
                  <a:pt x="139" y="555"/>
                </a:lnTo>
                <a:lnTo>
                  <a:pt x="63" y="555"/>
                </a:lnTo>
                <a:lnTo>
                  <a:pt x="63" y="630"/>
                </a:lnTo>
                <a:moveTo>
                  <a:pt x="0" y="155"/>
                </a:moveTo>
                <a:lnTo>
                  <a:pt x="0" y="0"/>
                </a:lnTo>
                <a:lnTo>
                  <a:pt x="755" y="0"/>
                </a:lnTo>
                <a:lnTo>
                  <a:pt x="755" y="155"/>
                </a:lnTo>
                <a:lnTo>
                  <a:pt x="0" y="155"/>
                </a:lnTo>
                <a:moveTo>
                  <a:pt x="63" y="115"/>
                </a:moveTo>
                <a:lnTo>
                  <a:pt x="139" y="115"/>
                </a:lnTo>
                <a:lnTo>
                  <a:pt x="139" y="39"/>
                </a:lnTo>
                <a:lnTo>
                  <a:pt x="63" y="39"/>
                </a:lnTo>
                <a:lnTo>
                  <a:pt x="63" y="115"/>
                </a:lnTo>
                <a:moveTo>
                  <a:pt x="0" y="412"/>
                </a:moveTo>
                <a:lnTo>
                  <a:pt x="0" y="257"/>
                </a:lnTo>
                <a:lnTo>
                  <a:pt x="755" y="257"/>
                </a:lnTo>
                <a:lnTo>
                  <a:pt x="755" y="412"/>
                </a:lnTo>
                <a:lnTo>
                  <a:pt x="0" y="412"/>
                </a:lnTo>
                <a:moveTo>
                  <a:pt x="63" y="372"/>
                </a:moveTo>
                <a:lnTo>
                  <a:pt x="139" y="372"/>
                </a:lnTo>
                <a:lnTo>
                  <a:pt x="139" y="297"/>
                </a:lnTo>
                <a:lnTo>
                  <a:pt x="63" y="297"/>
                </a:lnTo>
                <a:lnTo>
                  <a:pt x="63" y="372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6" name=""/>
          <p:cNvSpPr txBox="1"/>
          <p:nvPr/>
        </p:nvSpPr>
        <p:spPr>
          <a:xfrm>
            <a:off x="6775920" y="4155480"/>
            <a:ext cx="1676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GitHub / GitLab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7" name=""/>
          <p:cNvSpPr/>
          <p:nvPr/>
        </p:nvSpPr>
        <p:spPr>
          <a:xfrm>
            <a:off x="6013440" y="5537880"/>
            <a:ext cx="2621880" cy="1070280"/>
          </a:xfrm>
          <a:custGeom>
            <a:avLst/>
            <a:gdLst/>
            <a:ahLst/>
            <a:rect l="0" t="0" r="r" b="b"/>
            <a:pathLst>
              <a:path w="7283" h="2973">
                <a:moveTo>
                  <a:pt x="440" y="677"/>
                </a:moveTo>
                <a:lnTo>
                  <a:pt x="440" y="2133"/>
                </a:lnTo>
                <a:cubicBezTo>
                  <a:pt x="440" y="2175"/>
                  <a:pt x="449" y="2216"/>
                  <a:pt x="465" y="2254"/>
                </a:cubicBezTo>
                <a:cubicBezTo>
                  <a:pt x="481" y="2293"/>
                  <a:pt x="504" y="2328"/>
                  <a:pt x="533" y="2357"/>
                </a:cubicBezTo>
                <a:cubicBezTo>
                  <a:pt x="563" y="2387"/>
                  <a:pt x="598" y="2410"/>
                  <a:pt x="636" y="2426"/>
                </a:cubicBezTo>
                <a:cubicBezTo>
                  <a:pt x="675" y="2442"/>
                  <a:pt x="716" y="2450"/>
                  <a:pt x="758" y="2450"/>
                </a:cubicBezTo>
                <a:lnTo>
                  <a:pt x="6527" y="2450"/>
                </a:lnTo>
                <a:cubicBezTo>
                  <a:pt x="6569" y="2450"/>
                  <a:pt x="6610" y="2442"/>
                  <a:pt x="6648" y="2426"/>
                </a:cubicBezTo>
                <a:cubicBezTo>
                  <a:pt x="6687" y="2410"/>
                  <a:pt x="6722" y="2387"/>
                  <a:pt x="6751" y="2357"/>
                </a:cubicBezTo>
                <a:cubicBezTo>
                  <a:pt x="6781" y="2328"/>
                  <a:pt x="6804" y="2293"/>
                  <a:pt x="6820" y="2254"/>
                </a:cubicBezTo>
                <a:cubicBezTo>
                  <a:pt x="6836" y="2216"/>
                  <a:pt x="6844" y="2175"/>
                  <a:pt x="6844" y="2133"/>
                </a:cubicBezTo>
                <a:lnTo>
                  <a:pt x="6844" y="677"/>
                </a:lnTo>
                <a:cubicBezTo>
                  <a:pt x="6844" y="635"/>
                  <a:pt x="6836" y="594"/>
                  <a:pt x="6820" y="555"/>
                </a:cubicBezTo>
                <a:cubicBezTo>
                  <a:pt x="6804" y="516"/>
                  <a:pt x="6781" y="482"/>
                  <a:pt x="6751" y="452"/>
                </a:cubicBezTo>
                <a:cubicBezTo>
                  <a:pt x="6722" y="422"/>
                  <a:pt x="6687" y="399"/>
                  <a:pt x="6648" y="383"/>
                </a:cubicBezTo>
                <a:cubicBezTo>
                  <a:pt x="6610" y="367"/>
                  <a:pt x="6569" y="359"/>
                  <a:pt x="6527" y="359"/>
                </a:cubicBezTo>
                <a:lnTo>
                  <a:pt x="758" y="359"/>
                </a:lnTo>
                <a:cubicBezTo>
                  <a:pt x="716" y="359"/>
                  <a:pt x="675" y="367"/>
                  <a:pt x="636" y="383"/>
                </a:cubicBezTo>
                <a:cubicBezTo>
                  <a:pt x="598" y="399"/>
                  <a:pt x="563" y="422"/>
                  <a:pt x="533" y="452"/>
                </a:cubicBezTo>
                <a:cubicBezTo>
                  <a:pt x="504" y="482"/>
                  <a:pt x="481" y="516"/>
                  <a:pt x="465" y="555"/>
                </a:cubicBezTo>
                <a:cubicBezTo>
                  <a:pt x="449" y="594"/>
                  <a:pt x="440" y="635"/>
                  <a:pt x="440" y="677"/>
                </a:cubicBezTo>
                <a:moveTo>
                  <a:pt x="0" y="0"/>
                </a:moveTo>
                <a:lnTo>
                  <a:pt x="7283" y="0"/>
                </a:lnTo>
                <a:lnTo>
                  <a:pt x="7283" y="2973"/>
                </a:lnTo>
                <a:lnTo>
                  <a:pt x="0" y="2973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78" name=""/>
          <p:cNvSpPr/>
          <p:nvPr/>
        </p:nvSpPr>
        <p:spPr>
          <a:xfrm>
            <a:off x="6181560" y="5676840"/>
            <a:ext cx="2286360" cy="733680"/>
          </a:xfrm>
          <a:custGeom>
            <a:avLst/>
            <a:gdLst/>
            <a:ahLst/>
            <a:rect l="0" t="0" r="r" b="b"/>
            <a:pathLst>
              <a:path w="6351" h="2038">
                <a:moveTo>
                  <a:pt x="0" y="1747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6060" y="0"/>
                </a:lnTo>
                <a:cubicBezTo>
                  <a:pt x="6079" y="0"/>
                  <a:pt x="6098" y="2"/>
                  <a:pt x="6117" y="5"/>
                </a:cubicBezTo>
                <a:cubicBezTo>
                  <a:pt x="6135" y="9"/>
                  <a:pt x="6154" y="15"/>
                  <a:pt x="6171" y="22"/>
                </a:cubicBezTo>
                <a:cubicBezTo>
                  <a:pt x="6189" y="29"/>
                  <a:pt x="6206" y="38"/>
                  <a:pt x="6222" y="49"/>
                </a:cubicBezTo>
                <a:cubicBezTo>
                  <a:pt x="6237" y="59"/>
                  <a:pt x="6252" y="71"/>
                  <a:pt x="6266" y="85"/>
                </a:cubicBezTo>
                <a:cubicBezTo>
                  <a:pt x="6279" y="98"/>
                  <a:pt x="6291" y="113"/>
                  <a:pt x="6302" y="129"/>
                </a:cubicBezTo>
                <a:cubicBezTo>
                  <a:pt x="6313" y="145"/>
                  <a:pt x="6321" y="162"/>
                  <a:pt x="6329" y="179"/>
                </a:cubicBezTo>
                <a:cubicBezTo>
                  <a:pt x="6336" y="197"/>
                  <a:pt x="6342" y="215"/>
                  <a:pt x="6345" y="234"/>
                </a:cubicBezTo>
                <a:cubicBezTo>
                  <a:pt x="6349" y="253"/>
                  <a:pt x="6351" y="272"/>
                  <a:pt x="6351" y="291"/>
                </a:cubicBezTo>
                <a:lnTo>
                  <a:pt x="6351" y="1747"/>
                </a:lnTo>
                <a:cubicBezTo>
                  <a:pt x="6351" y="1766"/>
                  <a:pt x="6349" y="1785"/>
                  <a:pt x="6345" y="1804"/>
                </a:cubicBezTo>
                <a:cubicBezTo>
                  <a:pt x="6342" y="1822"/>
                  <a:pt x="6336" y="1841"/>
                  <a:pt x="6329" y="1858"/>
                </a:cubicBezTo>
                <a:cubicBezTo>
                  <a:pt x="6321" y="1876"/>
                  <a:pt x="6313" y="1893"/>
                  <a:pt x="6302" y="1909"/>
                </a:cubicBezTo>
                <a:cubicBezTo>
                  <a:pt x="6291" y="1924"/>
                  <a:pt x="6279" y="1939"/>
                  <a:pt x="6266" y="1953"/>
                </a:cubicBezTo>
                <a:cubicBezTo>
                  <a:pt x="6252" y="1966"/>
                  <a:pt x="6237" y="1978"/>
                  <a:pt x="6222" y="1989"/>
                </a:cubicBezTo>
                <a:cubicBezTo>
                  <a:pt x="6206" y="2000"/>
                  <a:pt x="6189" y="2008"/>
                  <a:pt x="6171" y="2016"/>
                </a:cubicBezTo>
                <a:cubicBezTo>
                  <a:pt x="6154" y="2023"/>
                  <a:pt x="6135" y="2029"/>
                  <a:pt x="6117" y="2032"/>
                </a:cubicBezTo>
                <a:cubicBezTo>
                  <a:pt x="6098" y="2036"/>
                  <a:pt x="6079" y="2038"/>
                  <a:pt x="6060" y="2038"/>
                </a:cubicBezTo>
                <a:lnTo>
                  <a:pt x="291" y="2038"/>
                </a:lnTo>
                <a:cubicBezTo>
                  <a:pt x="272" y="2038"/>
                  <a:pt x="253" y="2036"/>
                  <a:pt x="234" y="2032"/>
                </a:cubicBezTo>
                <a:cubicBezTo>
                  <a:pt x="215" y="2029"/>
                  <a:pt x="197" y="2023"/>
                  <a:pt x="180" y="2016"/>
                </a:cubicBezTo>
                <a:cubicBezTo>
                  <a:pt x="162" y="2008"/>
                  <a:pt x="145" y="2000"/>
                  <a:pt x="129" y="1989"/>
                </a:cubicBezTo>
                <a:cubicBezTo>
                  <a:pt x="113" y="1978"/>
                  <a:pt x="99" y="1966"/>
                  <a:pt x="85" y="1953"/>
                </a:cubicBezTo>
                <a:cubicBezTo>
                  <a:pt x="72" y="1939"/>
                  <a:pt x="60" y="1924"/>
                  <a:pt x="49" y="1909"/>
                </a:cubicBezTo>
                <a:cubicBezTo>
                  <a:pt x="38" y="1893"/>
                  <a:pt x="29" y="1876"/>
                  <a:pt x="22" y="1858"/>
                </a:cubicBezTo>
                <a:cubicBezTo>
                  <a:pt x="15" y="1841"/>
                  <a:pt x="9" y="1822"/>
                  <a:pt x="6" y="1804"/>
                </a:cubicBezTo>
                <a:cubicBezTo>
                  <a:pt x="2" y="1785"/>
                  <a:pt x="0" y="1766"/>
                  <a:pt x="0" y="1747"/>
                </a:cubicBezTo>
                <a:close/>
              </a:path>
            </a:pathLst>
          </a:custGeom>
          <a:solidFill>
            <a:srgbClr val="F6C6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9" name=""/>
          <p:cNvSpPr/>
          <p:nvPr/>
        </p:nvSpPr>
        <p:spPr>
          <a:xfrm>
            <a:off x="6181560" y="5676840"/>
            <a:ext cx="2286360" cy="733680"/>
          </a:xfrm>
          <a:custGeom>
            <a:avLst/>
            <a:gdLst/>
            <a:ahLst/>
            <a:rect l="0" t="0" r="r" b="b"/>
            <a:pathLst>
              <a:path w="6351" h="2038">
                <a:moveTo>
                  <a:pt x="0" y="1747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6060" y="0"/>
                </a:lnTo>
                <a:cubicBezTo>
                  <a:pt x="6079" y="0"/>
                  <a:pt x="6098" y="2"/>
                  <a:pt x="6117" y="5"/>
                </a:cubicBezTo>
                <a:cubicBezTo>
                  <a:pt x="6135" y="9"/>
                  <a:pt x="6154" y="15"/>
                  <a:pt x="6171" y="22"/>
                </a:cubicBezTo>
                <a:cubicBezTo>
                  <a:pt x="6189" y="29"/>
                  <a:pt x="6206" y="38"/>
                  <a:pt x="6222" y="49"/>
                </a:cubicBezTo>
                <a:cubicBezTo>
                  <a:pt x="6237" y="59"/>
                  <a:pt x="6252" y="71"/>
                  <a:pt x="6266" y="85"/>
                </a:cubicBezTo>
                <a:cubicBezTo>
                  <a:pt x="6279" y="98"/>
                  <a:pt x="6291" y="113"/>
                  <a:pt x="6302" y="129"/>
                </a:cubicBezTo>
                <a:cubicBezTo>
                  <a:pt x="6313" y="145"/>
                  <a:pt x="6321" y="162"/>
                  <a:pt x="6329" y="179"/>
                </a:cubicBezTo>
                <a:cubicBezTo>
                  <a:pt x="6336" y="197"/>
                  <a:pt x="6342" y="215"/>
                  <a:pt x="6345" y="234"/>
                </a:cubicBezTo>
                <a:cubicBezTo>
                  <a:pt x="6349" y="253"/>
                  <a:pt x="6351" y="272"/>
                  <a:pt x="6351" y="291"/>
                </a:cubicBezTo>
                <a:lnTo>
                  <a:pt x="6351" y="1747"/>
                </a:lnTo>
                <a:cubicBezTo>
                  <a:pt x="6351" y="1766"/>
                  <a:pt x="6349" y="1785"/>
                  <a:pt x="6345" y="1804"/>
                </a:cubicBezTo>
                <a:cubicBezTo>
                  <a:pt x="6342" y="1822"/>
                  <a:pt x="6336" y="1841"/>
                  <a:pt x="6329" y="1858"/>
                </a:cubicBezTo>
                <a:cubicBezTo>
                  <a:pt x="6321" y="1876"/>
                  <a:pt x="6313" y="1893"/>
                  <a:pt x="6302" y="1909"/>
                </a:cubicBezTo>
                <a:cubicBezTo>
                  <a:pt x="6291" y="1924"/>
                  <a:pt x="6279" y="1939"/>
                  <a:pt x="6266" y="1953"/>
                </a:cubicBezTo>
                <a:cubicBezTo>
                  <a:pt x="6252" y="1966"/>
                  <a:pt x="6237" y="1978"/>
                  <a:pt x="6222" y="1989"/>
                </a:cubicBezTo>
                <a:cubicBezTo>
                  <a:pt x="6206" y="2000"/>
                  <a:pt x="6189" y="2008"/>
                  <a:pt x="6171" y="2016"/>
                </a:cubicBezTo>
                <a:cubicBezTo>
                  <a:pt x="6154" y="2023"/>
                  <a:pt x="6135" y="2029"/>
                  <a:pt x="6117" y="2032"/>
                </a:cubicBezTo>
                <a:cubicBezTo>
                  <a:pt x="6098" y="2036"/>
                  <a:pt x="6079" y="2038"/>
                  <a:pt x="6060" y="2038"/>
                </a:cubicBezTo>
                <a:lnTo>
                  <a:pt x="291" y="2038"/>
                </a:lnTo>
                <a:cubicBezTo>
                  <a:pt x="272" y="2038"/>
                  <a:pt x="253" y="2036"/>
                  <a:pt x="234" y="2032"/>
                </a:cubicBezTo>
                <a:cubicBezTo>
                  <a:pt x="215" y="2029"/>
                  <a:pt x="197" y="2023"/>
                  <a:pt x="180" y="2016"/>
                </a:cubicBezTo>
                <a:cubicBezTo>
                  <a:pt x="162" y="2008"/>
                  <a:pt x="145" y="2000"/>
                  <a:pt x="129" y="1989"/>
                </a:cubicBezTo>
                <a:cubicBezTo>
                  <a:pt x="113" y="1978"/>
                  <a:pt x="99" y="1966"/>
                  <a:pt x="85" y="1953"/>
                </a:cubicBezTo>
                <a:cubicBezTo>
                  <a:pt x="72" y="1939"/>
                  <a:pt x="60" y="1924"/>
                  <a:pt x="49" y="1909"/>
                </a:cubicBezTo>
                <a:cubicBezTo>
                  <a:pt x="38" y="1893"/>
                  <a:pt x="29" y="1876"/>
                  <a:pt x="22" y="1858"/>
                </a:cubicBezTo>
                <a:cubicBezTo>
                  <a:pt x="15" y="1841"/>
                  <a:pt x="9" y="1822"/>
                  <a:pt x="6" y="1804"/>
                </a:cubicBezTo>
                <a:cubicBezTo>
                  <a:pt x="2" y="1785"/>
                  <a:pt x="0" y="1766"/>
                  <a:pt x="0" y="1747"/>
                </a:cubicBezTo>
                <a:close/>
              </a:path>
            </a:pathLst>
          </a:custGeom>
          <a:noFill/>
          <a:ln w="18720">
            <a:solidFill>
              <a:srgbClr val="F6C6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0" name=""/>
          <p:cNvSpPr/>
          <p:nvPr/>
        </p:nvSpPr>
        <p:spPr>
          <a:xfrm>
            <a:off x="6392520" y="5849640"/>
            <a:ext cx="302040" cy="302040"/>
          </a:xfrm>
          <a:custGeom>
            <a:avLst/>
            <a:gdLst/>
            <a:ahLst/>
            <a:rect l="0" t="0" r="r" b="b"/>
            <a:pathLst>
              <a:path w="839" h="839">
                <a:moveTo>
                  <a:pt x="168" y="505"/>
                </a:moveTo>
                <a:lnTo>
                  <a:pt x="497" y="505"/>
                </a:lnTo>
                <a:lnTo>
                  <a:pt x="497" y="442"/>
                </a:lnTo>
                <a:lnTo>
                  <a:pt x="168" y="442"/>
                </a:lnTo>
                <a:lnTo>
                  <a:pt x="168" y="505"/>
                </a:lnTo>
                <a:moveTo>
                  <a:pt x="168" y="369"/>
                </a:moveTo>
                <a:lnTo>
                  <a:pt x="672" y="369"/>
                </a:lnTo>
                <a:lnTo>
                  <a:pt x="672" y="306"/>
                </a:lnTo>
                <a:lnTo>
                  <a:pt x="168" y="306"/>
                </a:lnTo>
                <a:lnTo>
                  <a:pt x="168" y="369"/>
                </a:lnTo>
                <a:moveTo>
                  <a:pt x="168" y="233"/>
                </a:moveTo>
                <a:lnTo>
                  <a:pt x="672" y="233"/>
                </a:lnTo>
                <a:lnTo>
                  <a:pt x="672" y="170"/>
                </a:lnTo>
                <a:lnTo>
                  <a:pt x="168" y="170"/>
                </a:lnTo>
                <a:lnTo>
                  <a:pt x="168" y="233"/>
                </a:lnTo>
                <a:moveTo>
                  <a:pt x="0" y="839"/>
                </a:moveTo>
                <a:lnTo>
                  <a:pt x="0" y="63"/>
                </a:lnTo>
                <a:cubicBezTo>
                  <a:pt x="0" y="46"/>
                  <a:pt x="7" y="32"/>
                  <a:pt x="19" y="19"/>
                </a:cubicBezTo>
                <a:cubicBezTo>
                  <a:pt x="32" y="7"/>
                  <a:pt x="47" y="0"/>
                  <a:pt x="63" y="0"/>
                </a:cubicBezTo>
                <a:lnTo>
                  <a:pt x="776" y="0"/>
                </a:lnTo>
                <a:cubicBezTo>
                  <a:pt x="793" y="0"/>
                  <a:pt x="808" y="7"/>
                  <a:pt x="820" y="19"/>
                </a:cubicBezTo>
                <a:cubicBezTo>
                  <a:pt x="833" y="32"/>
                  <a:pt x="839" y="46"/>
                  <a:pt x="839" y="63"/>
                </a:cubicBezTo>
                <a:lnTo>
                  <a:pt x="839" y="609"/>
                </a:lnTo>
                <a:cubicBezTo>
                  <a:pt x="839" y="626"/>
                  <a:pt x="833" y="640"/>
                  <a:pt x="820" y="653"/>
                </a:cubicBezTo>
                <a:cubicBezTo>
                  <a:pt x="808" y="665"/>
                  <a:pt x="793" y="672"/>
                  <a:pt x="776" y="672"/>
                </a:cubicBezTo>
                <a:lnTo>
                  <a:pt x="168" y="672"/>
                </a:lnTo>
                <a:lnTo>
                  <a:pt x="0" y="839"/>
                </a:lnTo>
                <a:moveTo>
                  <a:pt x="141" y="609"/>
                </a:moveTo>
                <a:lnTo>
                  <a:pt x="776" y="609"/>
                </a:lnTo>
                <a:lnTo>
                  <a:pt x="776" y="63"/>
                </a:lnTo>
                <a:lnTo>
                  <a:pt x="63" y="63"/>
                </a:lnTo>
                <a:lnTo>
                  <a:pt x="63" y="693"/>
                </a:lnTo>
                <a:lnTo>
                  <a:pt x="141" y="609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1" name=""/>
          <p:cNvSpPr txBox="1"/>
          <p:nvPr/>
        </p:nvSpPr>
        <p:spPr>
          <a:xfrm>
            <a:off x="6775920" y="5050800"/>
            <a:ext cx="22996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PostgreSQL / MySQL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2" name=""/>
          <p:cNvSpPr/>
          <p:nvPr/>
        </p:nvSpPr>
        <p:spPr>
          <a:xfrm>
            <a:off x="8415360" y="5537880"/>
            <a:ext cx="3057480" cy="1070280"/>
          </a:xfrm>
          <a:custGeom>
            <a:avLst/>
            <a:gdLst/>
            <a:ahLst/>
            <a:rect l="0" t="0" r="r" b="b"/>
            <a:pathLst>
              <a:path w="8493" h="2973">
                <a:moveTo>
                  <a:pt x="436" y="677"/>
                </a:moveTo>
                <a:lnTo>
                  <a:pt x="436" y="2133"/>
                </a:lnTo>
                <a:cubicBezTo>
                  <a:pt x="436" y="2175"/>
                  <a:pt x="444" y="2216"/>
                  <a:pt x="460" y="2254"/>
                </a:cubicBezTo>
                <a:cubicBezTo>
                  <a:pt x="476" y="2293"/>
                  <a:pt x="499" y="2328"/>
                  <a:pt x="529" y="2357"/>
                </a:cubicBezTo>
                <a:cubicBezTo>
                  <a:pt x="559" y="2387"/>
                  <a:pt x="593" y="2410"/>
                  <a:pt x="632" y="2426"/>
                </a:cubicBezTo>
                <a:cubicBezTo>
                  <a:pt x="671" y="2442"/>
                  <a:pt x="711" y="2450"/>
                  <a:pt x="753" y="2450"/>
                </a:cubicBezTo>
                <a:lnTo>
                  <a:pt x="7739" y="2450"/>
                </a:lnTo>
                <a:cubicBezTo>
                  <a:pt x="7782" y="2450"/>
                  <a:pt x="7822" y="2442"/>
                  <a:pt x="7861" y="2426"/>
                </a:cubicBezTo>
                <a:cubicBezTo>
                  <a:pt x="7900" y="2410"/>
                  <a:pt x="7934" y="2387"/>
                  <a:pt x="7964" y="2357"/>
                </a:cubicBezTo>
                <a:cubicBezTo>
                  <a:pt x="7994" y="2328"/>
                  <a:pt x="8017" y="2293"/>
                  <a:pt x="8033" y="2254"/>
                </a:cubicBezTo>
                <a:cubicBezTo>
                  <a:pt x="8049" y="2216"/>
                  <a:pt x="8057" y="2175"/>
                  <a:pt x="8057" y="2133"/>
                </a:cubicBezTo>
                <a:lnTo>
                  <a:pt x="8057" y="677"/>
                </a:lnTo>
                <a:cubicBezTo>
                  <a:pt x="8057" y="635"/>
                  <a:pt x="8049" y="594"/>
                  <a:pt x="8033" y="555"/>
                </a:cubicBezTo>
                <a:cubicBezTo>
                  <a:pt x="8017" y="516"/>
                  <a:pt x="7994" y="482"/>
                  <a:pt x="7964" y="452"/>
                </a:cubicBezTo>
                <a:cubicBezTo>
                  <a:pt x="7934" y="422"/>
                  <a:pt x="7900" y="399"/>
                  <a:pt x="7861" y="383"/>
                </a:cubicBezTo>
                <a:cubicBezTo>
                  <a:pt x="7822" y="367"/>
                  <a:pt x="7782" y="359"/>
                  <a:pt x="7739" y="359"/>
                </a:cubicBezTo>
                <a:lnTo>
                  <a:pt x="753" y="359"/>
                </a:lnTo>
                <a:cubicBezTo>
                  <a:pt x="711" y="359"/>
                  <a:pt x="671" y="367"/>
                  <a:pt x="632" y="383"/>
                </a:cubicBezTo>
                <a:cubicBezTo>
                  <a:pt x="593" y="399"/>
                  <a:pt x="559" y="422"/>
                  <a:pt x="529" y="452"/>
                </a:cubicBezTo>
                <a:cubicBezTo>
                  <a:pt x="499" y="482"/>
                  <a:pt x="476" y="516"/>
                  <a:pt x="460" y="555"/>
                </a:cubicBezTo>
                <a:cubicBezTo>
                  <a:pt x="444" y="594"/>
                  <a:pt x="436" y="635"/>
                  <a:pt x="436" y="677"/>
                </a:cubicBezTo>
                <a:moveTo>
                  <a:pt x="0" y="0"/>
                </a:moveTo>
                <a:lnTo>
                  <a:pt x="8493" y="0"/>
                </a:lnTo>
                <a:lnTo>
                  <a:pt x="8493" y="2973"/>
                </a:lnTo>
                <a:lnTo>
                  <a:pt x="0" y="2973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83" name=""/>
          <p:cNvSpPr/>
          <p:nvPr/>
        </p:nvSpPr>
        <p:spPr>
          <a:xfrm>
            <a:off x="8581680" y="5676840"/>
            <a:ext cx="2724840" cy="733680"/>
          </a:xfrm>
          <a:custGeom>
            <a:avLst/>
            <a:gdLst/>
            <a:ahLst/>
            <a:rect l="0" t="0" r="r" b="b"/>
            <a:pathLst>
              <a:path w="7569" h="2038">
                <a:moveTo>
                  <a:pt x="0" y="1747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8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7277" y="0"/>
                </a:lnTo>
                <a:cubicBezTo>
                  <a:pt x="7297" y="0"/>
                  <a:pt x="7316" y="2"/>
                  <a:pt x="7334" y="5"/>
                </a:cubicBezTo>
                <a:cubicBezTo>
                  <a:pt x="7353" y="9"/>
                  <a:pt x="7371" y="15"/>
                  <a:pt x="7389" y="22"/>
                </a:cubicBezTo>
                <a:cubicBezTo>
                  <a:pt x="7407" y="29"/>
                  <a:pt x="7423" y="38"/>
                  <a:pt x="7439" y="49"/>
                </a:cubicBezTo>
                <a:cubicBezTo>
                  <a:pt x="7455" y="59"/>
                  <a:pt x="7470" y="71"/>
                  <a:pt x="7483" y="85"/>
                </a:cubicBezTo>
                <a:cubicBezTo>
                  <a:pt x="7497" y="98"/>
                  <a:pt x="7509" y="113"/>
                  <a:pt x="7519" y="129"/>
                </a:cubicBezTo>
                <a:cubicBezTo>
                  <a:pt x="7530" y="145"/>
                  <a:pt x="7539" y="162"/>
                  <a:pt x="7546" y="179"/>
                </a:cubicBezTo>
                <a:cubicBezTo>
                  <a:pt x="7554" y="197"/>
                  <a:pt x="7559" y="215"/>
                  <a:pt x="7563" y="234"/>
                </a:cubicBezTo>
                <a:cubicBezTo>
                  <a:pt x="7567" y="253"/>
                  <a:pt x="7569" y="272"/>
                  <a:pt x="7569" y="291"/>
                </a:cubicBezTo>
                <a:lnTo>
                  <a:pt x="7569" y="1747"/>
                </a:lnTo>
                <a:cubicBezTo>
                  <a:pt x="7569" y="1766"/>
                  <a:pt x="7567" y="1785"/>
                  <a:pt x="7563" y="1804"/>
                </a:cubicBezTo>
                <a:cubicBezTo>
                  <a:pt x="7559" y="1822"/>
                  <a:pt x="7554" y="1841"/>
                  <a:pt x="7546" y="1858"/>
                </a:cubicBezTo>
                <a:cubicBezTo>
                  <a:pt x="7539" y="1876"/>
                  <a:pt x="7530" y="1893"/>
                  <a:pt x="7519" y="1909"/>
                </a:cubicBezTo>
                <a:cubicBezTo>
                  <a:pt x="7509" y="1924"/>
                  <a:pt x="7497" y="1939"/>
                  <a:pt x="7483" y="1953"/>
                </a:cubicBezTo>
                <a:cubicBezTo>
                  <a:pt x="7470" y="1966"/>
                  <a:pt x="7455" y="1978"/>
                  <a:pt x="7439" y="1989"/>
                </a:cubicBezTo>
                <a:cubicBezTo>
                  <a:pt x="7423" y="2000"/>
                  <a:pt x="7407" y="2008"/>
                  <a:pt x="7389" y="2016"/>
                </a:cubicBezTo>
                <a:cubicBezTo>
                  <a:pt x="7371" y="2023"/>
                  <a:pt x="7353" y="2029"/>
                  <a:pt x="7334" y="2032"/>
                </a:cubicBezTo>
                <a:cubicBezTo>
                  <a:pt x="7316" y="2036"/>
                  <a:pt x="7297" y="2038"/>
                  <a:pt x="7277" y="2038"/>
                </a:cubicBezTo>
                <a:lnTo>
                  <a:pt x="291" y="2038"/>
                </a:lnTo>
                <a:cubicBezTo>
                  <a:pt x="272" y="2038"/>
                  <a:pt x="253" y="2036"/>
                  <a:pt x="235" y="2032"/>
                </a:cubicBezTo>
                <a:cubicBezTo>
                  <a:pt x="216" y="2029"/>
                  <a:pt x="198" y="2023"/>
                  <a:pt x="180" y="2016"/>
                </a:cubicBezTo>
                <a:cubicBezTo>
                  <a:pt x="162" y="2008"/>
                  <a:pt x="146" y="2000"/>
                  <a:pt x="130" y="1989"/>
                </a:cubicBezTo>
                <a:cubicBezTo>
                  <a:pt x="114" y="1978"/>
                  <a:pt x="99" y="1966"/>
                  <a:pt x="86" y="1953"/>
                </a:cubicBezTo>
                <a:cubicBezTo>
                  <a:pt x="72" y="1939"/>
                  <a:pt x="60" y="1924"/>
                  <a:pt x="50" y="1909"/>
                </a:cubicBezTo>
                <a:cubicBezTo>
                  <a:pt x="39" y="1893"/>
                  <a:pt x="30" y="1876"/>
                  <a:pt x="23" y="1858"/>
                </a:cubicBezTo>
                <a:cubicBezTo>
                  <a:pt x="15" y="1841"/>
                  <a:pt x="10" y="1822"/>
                  <a:pt x="6" y="1804"/>
                </a:cubicBezTo>
                <a:cubicBezTo>
                  <a:pt x="2" y="1785"/>
                  <a:pt x="0" y="1766"/>
                  <a:pt x="0" y="1747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4" name=""/>
          <p:cNvSpPr/>
          <p:nvPr/>
        </p:nvSpPr>
        <p:spPr>
          <a:xfrm>
            <a:off x="8581680" y="5676840"/>
            <a:ext cx="2724840" cy="733680"/>
          </a:xfrm>
          <a:custGeom>
            <a:avLst/>
            <a:gdLst/>
            <a:ahLst/>
            <a:rect l="0" t="0" r="r" b="b"/>
            <a:pathLst>
              <a:path w="7569" h="2038">
                <a:moveTo>
                  <a:pt x="0" y="1747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8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7277" y="0"/>
                </a:lnTo>
                <a:cubicBezTo>
                  <a:pt x="7297" y="0"/>
                  <a:pt x="7316" y="2"/>
                  <a:pt x="7334" y="5"/>
                </a:cubicBezTo>
                <a:cubicBezTo>
                  <a:pt x="7353" y="9"/>
                  <a:pt x="7371" y="15"/>
                  <a:pt x="7389" y="22"/>
                </a:cubicBezTo>
                <a:cubicBezTo>
                  <a:pt x="7407" y="29"/>
                  <a:pt x="7423" y="38"/>
                  <a:pt x="7439" y="49"/>
                </a:cubicBezTo>
                <a:cubicBezTo>
                  <a:pt x="7455" y="59"/>
                  <a:pt x="7470" y="71"/>
                  <a:pt x="7483" y="85"/>
                </a:cubicBezTo>
                <a:cubicBezTo>
                  <a:pt x="7497" y="98"/>
                  <a:pt x="7509" y="113"/>
                  <a:pt x="7519" y="129"/>
                </a:cubicBezTo>
                <a:cubicBezTo>
                  <a:pt x="7530" y="145"/>
                  <a:pt x="7539" y="162"/>
                  <a:pt x="7546" y="179"/>
                </a:cubicBezTo>
                <a:cubicBezTo>
                  <a:pt x="7554" y="197"/>
                  <a:pt x="7559" y="215"/>
                  <a:pt x="7563" y="234"/>
                </a:cubicBezTo>
                <a:cubicBezTo>
                  <a:pt x="7567" y="253"/>
                  <a:pt x="7569" y="272"/>
                  <a:pt x="7569" y="291"/>
                </a:cubicBezTo>
                <a:lnTo>
                  <a:pt x="7569" y="1747"/>
                </a:lnTo>
                <a:cubicBezTo>
                  <a:pt x="7569" y="1766"/>
                  <a:pt x="7567" y="1785"/>
                  <a:pt x="7563" y="1804"/>
                </a:cubicBezTo>
                <a:cubicBezTo>
                  <a:pt x="7559" y="1822"/>
                  <a:pt x="7554" y="1841"/>
                  <a:pt x="7546" y="1858"/>
                </a:cubicBezTo>
                <a:cubicBezTo>
                  <a:pt x="7539" y="1876"/>
                  <a:pt x="7530" y="1893"/>
                  <a:pt x="7519" y="1909"/>
                </a:cubicBezTo>
                <a:cubicBezTo>
                  <a:pt x="7509" y="1924"/>
                  <a:pt x="7497" y="1939"/>
                  <a:pt x="7483" y="1953"/>
                </a:cubicBezTo>
                <a:cubicBezTo>
                  <a:pt x="7470" y="1966"/>
                  <a:pt x="7455" y="1978"/>
                  <a:pt x="7439" y="1989"/>
                </a:cubicBezTo>
                <a:cubicBezTo>
                  <a:pt x="7423" y="2000"/>
                  <a:pt x="7407" y="2008"/>
                  <a:pt x="7389" y="2016"/>
                </a:cubicBezTo>
                <a:cubicBezTo>
                  <a:pt x="7371" y="2023"/>
                  <a:pt x="7353" y="2029"/>
                  <a:pt x="7334" y="2032"/>
                </a:cubicBezTo>
                <a:cubicBezTo>
                  <a:pt x="7316" y="2036"/>
                  <a:pt x="7297" y="2038"/>
                  <a:pt x="7277" y="2038"/>
                </a:cubicBezTo>
                <a:lnTo>
                  <a:pt x="291" y="2038"/>
                </a:lnTo>
                <a:cubicBezTo>
                  <a:pt x="272" y="2038"/>
                  <a:pt x="253" y="2036"/>
                  <a:pt x="235" y="2032"/>
                </a:cubicBezTo>
                <a:cubicBezTo>
                  <a:pt x="216" y="2029"/>
                  <a:pt x="198" y="2023"/>
                  <a:pt x="180" y="2016"/>
                </a:cubicBezTo>
                <a:cubicBezTo>
                  <a:pt x="162" y="2008"/>
                  <a:pt x="146" y="2000"/>
                  <a:pt x="130" y="1989"/>
                </a:cubicBezTo>
                <a:cubicBezTo>
                  <a:pt x="114" y="1978"/>
                  <a:pt x="99" y="1966"/>
                  <a:pt x="86" y="1953"/>
                </a:cubicBezTo>
                <a:cubicBezTo>
                  <a:pt x="72" y="1939"/>
                  <a:pt x="60" y="1924"/>
                  <a:pt x="50" y="1909"/>
                </a:cubicBezTo>
                <a:cubicBezTo>
                  <a:pt x="39" y="1893"/>
                  <a:pt x="30" y="1876"/>
                  <a:pt x="23" y="1858"/>
                </a:cubicBezTo>
                <a:cubicBezTo>
                  <a:pt x="15" y="1841"/>
                  <a:pt x="10" y="1822"/>
                  <a:pt x="6" y="1804"/>
                </a:cubicBezTo>
                <a:cubicBezTo>
                  <a:pt x="2" y="1785"/>
                  <a:pt x="0" y="1766"/>
                  <a:pt x="0" y="1747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5" name=""/>
          <p:cNvSpPr/>
          <p:nvPr/>
        </p:nvSpPr>
        <p:spPr>
          <a:xfrm>
            <a:off x="8777880" y="5880240"/>
            <a:ext cx="332280" cy="241200"/>
          </a:xfrm>
          <a:custGeom>
            <a:avLst/>
            <a:gdLst/>
            <a:ahLst/>
            <a:rect l="0" t="0" r="r" b="b"/>
            <a:pathLst>
              <a:path w="923" h="670">
                <a:moveTo>
                  <a:pt x="222" y="670"/>
                </a:moveTo>
                <a:cubicBezTo>
                  <a:pt x="161" y="670"/>
                  <a:pt x="108" y="649"/>
                  <a:pt x="65" y="606"/>
                </a:cubicBezTo>
                <a:cubicBezTo>
                  <a:pt x="22" y="563"/>
                  <a:pt x="0" y="511"/>
                  <a:pt x="0" y="449"/>
                </a:cubicBezTo>
                <a:cubicBezTo>
                  <a:pt x="0" y="395"/>
                  <a:pt x="18" y="347"/>
                  <a:pt x="53" y="306"/>
                </a:cubicBezTo>
                <a:cubicBezTo>
                  <a:pt x="88" y="265"/>
                  <a:pt x="133" y="240"/>
                  <a:pt x="186" y="232"/>
                </a:cubicBezTo>
                <a:cubicBezTo>
                  <a:pt x="200" y="164"/>
                  <a:pt x="233" y="109"/>
                  <a:pt x="285" y="66"/>
                </a:cubicBezTo>
                <a:cubicBezTo>
                  <a:pt x="337" y="22"/>
                  <a:pt x="396" y="0"/>
                  <a:pt x="464" y="0"/>
                </a:cubicBezTo>
                <a:cubicBezTo>
                  <a:pt x="542" y="0"/>
                  <a:pt x="608" y="29"/>
                  <a:pt x="662" y="87"/>
                </a:cubicBezTo>
                <a:cubicBezTo>
                  <a:pt x="716" y="143"/>
                  <a:pt x="743" y="212"/>
                  <a:pt x="743" y="291"/>
                </a:cubicBezTo>
                <a:lnTo>
                  <a:pt x="743" y="316"/>
                </a:lnTo>
                <a:cubicBezTo>
                  <a:pt x="793" y="315"/>
                  <a:pt x="835" y="331"/>
                  <a:pt x="870" y="365"/>
                </a:cubicBezTo>
                <a:cubicBezTo>
                  <a:pt x="905" y="399"/>
                  <a:pt x="923" y="442"/>
                  <a:pt x="923" y="493"/>
                </a:cubicBezTo>
                <a:cubicBezTo>
                  <a:pt x="923" y="542"/>
                  <a:pt x="905" y="583"/>
                  <a:pt x="870" y="618"/>
                </a:cubicBezTo>
                <a:cubicBezTo>
                  <a:pt x="835" y="653"/>
                  <a:pt x="794" y="670"/>
                  <a:pt x="746" y="670"/>
                </a:cubicBezTo>
                <a:lnTo>
                  <a:pt x="222" y="670"/>
                </a:lnTo>
                <a:moveTo>
                  <a:pt x="222" y="608"/>
                </a:moveTo>
                <a:lnTo>
                  <a:pt x="746" y="608"/>
                </a:lnTo>
                <a:cubicBezTo>
                  <a:pt x="777" y="608"/>
                  <a:pt x="804" y="596"/>
                  <a:pt x="826" y="574"/>
                </a:cubicBezTo>
                <a:cubicBezTo>
                  <a:pt x="849" y="552"/>
                  <a:pt x="860" y="525"/>
                  <a:pt x="860" y="493"/>
                </a:cubicBezTo>
                <a:cubicBezTo>
                  <a:pt x="860" y="462"/>
                  <a:pt x="849" y="435"/>
                  <a:pt x="826" y="413"/>
                </a:cubicBezTo>
                <a:cubicBezTo>
                  <a:pt x="804" y="390"/>
                  <a:pt x="777" y="379"/>
                  <a:pt x="746" y="379"/>
                </a:cubicBezTo>
                <a:lnTo>
                  <a:pt x="680" y="379"/>
                </a:lnTo>
                <a:lnTo>
                  <a:pt x="680" y="291"/>
                </a:lnTo>
                <a:cubicBezTo>
                  <a:pt x="680" y="228"/>
                  <a:pt x="658" y="174"/>
                  <a:pt x="616" y="130"/>
                </a:cubicBezTo>
                <a:cubicBezTo>
                  <a:pt x="573" y="86"/>
                  <a:pt x="521" y="64"/>
                  <a:pt x="460" y="64"/>
                </a:cubicBezTo>
                <a:cubicBezTo>
                  <a:pt x="398" y="64"/>
                  <a:pt x="346" y="86"/>
                  <a:pt x="303" y="130"/>
                </a:cubicBezTo>
                <a:cubicBezTo>
                  <a:pt x="260" y="174"/>
                  <a:pt x="239" y="228"/>
                  <a:pt x="239" y="291"/>
                </a:cubicBezTo>
                <a:lnTo>
                  <a:pt x="219" y="291"/>
                </a:lnTo>
                <a:cubicBezTo>
                  <a:pt x="176" y="291"/>
                  <a:pt x="139" y="306"/>
                  <a:pt x="109" y="337"/>
                </a:cubicBezTo>
                <a:cubicBezTo>
                  <a:pt x="79" y="367"/>
                  <a:pt x="64" y="405"/>
                  <a:pt x="64" y="449"/>
                </a:cubicBezTo>
                <a:cubicBezTo>
                  <a:pt x="64" y="493"/>
                  <a:pt x="79" y="531"/>
                  <a:pt x="110" y="561"/>
                </a:cubicBezTo>
                <a:cubicBezTo>
                  <a:pt x="141" y="592"/>
                  <a:pt x="178" y="608"/>
                  <a:pt x="222" y="608"/>
                </a:cubicBez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6" name=""/>
          <p:cNvSpPr txBox="1"/>
          <p:nvPr/>
        </p:nvSpPr>
        <p:spPr>
          <a:xfrm>
            <a:off x="6775920" y="5974920"/>
            <a:ext cx="14745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Slack / Linear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7" name=""/>
          <p:cNvSpPr/>
          <p:nvPr/>
        </p:nvSpPr>
        <p:spPr>
          <a:xfrm>
            <a:off x="820080" y="6710040"/>
            <a:ext cx="226800" cy="147960"/>
          </a:xfrm>
          <a:custGeom>
            <a:avLst/>
            <a:gdLst/>
            <a:ahLst/>
            <a:rect l="0" t="0" r="r" b="b"/>
            <a:pathLst>
              <a:path w="630" h="411">
                <a:moveTo>
                  <a:pt x="15" y="411"/>
                </a:moveTo>
                <a:cubicBezTo>
                  <a:pt x="5" y="382"/>
                  <a:pt x="0" y="350"/>
                  <a:pt x="0" y="315"/>
                </a:cubicBezTo>
                <a:cubicBezTo>
                  <a:pt x="0" y="230"/>
                  <a:pt x="31" y="157"/>
                  <a:pt x="93" y="94"/>
                </a:cubicBezTo>
                <a:cubicBezTo>
                  <a:pt x="156" y="32"/>
                  <a:pt x="229" y="0"/>
                  <a:pt x="314" y="0"/>
                </a:cubicBezTo>
                <a:cubicBezTo>
                  <a:pt x="400" y="0"/>
                  <a:pt x="473" y="32"/>
                  <a:pt x="535" y="94"/>
                </a:cubicBezTo>
                <a:cubicBezTo>
                  <a:pt x="599" y="157"/>
                  <a:pt x="630" y="230"/>
                  <a:pt x="630" y="315"/>
                </a:cubicBezTo>
                <a:cubicBezTo>
                  <a:pt x="630" y="350"/>
                  <a:pt x="625" y="382"/>
                  <a:pt x="615" y="411"/>
                </a:cubicBezTo>
                <a:lnTo>
                  <a:pt x="15" y="411"/>
                </a:lnTo>
                <a:moveTo>
                  <a:pt x="546" y="411"/>
                </a:moveTo>
                <a:cubicBezTo>
                  <a:pt x="560" y="381"/>
                  <a:pt x="567" y="349"/>
                  <a:pt x="567" y="315"/>
                </a:cubicBezTo>
                <a:cubicBezTo>
                  <a:pt x="567" y="246"/>
                  <a:pt x="541" y="187"/>
                  <a:pt x="492" y="138"/>
                </a:cubicBezTo>
                <a:cubicBezTo>
                  <a:pt x="443" y="89"/>
                  <a:pt x="384" y="64"/>
                  <a:pt x="314" y="64"/>
                </a:cubicBezTo>
                <a:cubicBezTo>
                  <a:pt x="245" y="64"/>
                  <a:pt x="186" y="89"/>
                  <a:pt x="137" y="138"/>
                </a:cubicBezTo>
                <a:cubicBezTo>
                  <a:pt x="88" y="187"/>
                  <a:pt x="63" y="246"/>
                  <a:pt x="63" y="315"/>
                </a:cubicBezTo>
                <a:cubicBezTo>
                  <a:pt x="63" y="349"/>
                  <a:pt x="70" y="381"/>
                  <a:pt x="83" y="411"/>
                </a:cubicBezTo>
                <a:lnTo>
                  <a:pt x="546" y="411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8" name=""/>
          <p:cNvSpPr txBox="1"/>
          <p:nvPr/>
        </p:nvSpPr>
        <p:spPr>
          <a:xfrm>
            <a:off x="9177120" y="5974920"/>
            <a:ext cx="18806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Context7 / Sentry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9" name=""/>
          <p:cNvSpPr txBox="1"/>
          <p:nvPr/>
        </p:nvSpPr>
        <p:spPr>
          <a:xfrm>
            <a:off x="1166400" y="6841440"/>
            <a:ext cx="229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4884120" y="6841440"/>
            <a:ext cx="457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簡単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6024600" y="6841440"/>
            <a:ext cx="229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2" name=""/>
          <p:cNvSpPr txBox="1"/>
          <p:nvPr/>
        </p:nvSpPr>
        <p:spPr>
          <a:xfrm>
            <a:off x="6710400" y="6841440"/>
            <a:ext cx="7516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追加 管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7" name=""/>
          <p:cNvSpPr/>
          <p:nvPr/>
        </p:nvSpPr>
        <p:spPr>
          <a:xfrm>
            <a:off x="571320" y="1552320"/>
            <a:ext cx="11049480" cy="29160"/>
          </a:xfrm>
          <a:custGeom>
            <a:avLst/>
            <a:gdLst/>
            <a:ahLst/>
            <a:rect l="0" t="0" r="r" b="b"/>
            <a:pathLst>
              <a:path w="30693" h="81">
                <a:moveTo>
                  <a:pt x="0" y="0"/>
                </a:moveTo>
                <a:lnTo>
                  <a:pt x="30693" y="0"/>
                </a:lnTo>
                <a:lnTo>
                  <a:pt x="3069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8" name=""/>
          <p:cNvSpPr/>
          <p:nvPr/>
        </p:nvSpPr>
        <p:spPr>
          <a:xfrm>
            <a:off x="650520" y="963360"/>
            <a:ext cx="317880" cy="397440"/>
          </a:xfrm>
          <a:custGeom>
            <a:avLst/>
            <a:gdLst/>
            <a:ahLst/>
            <a:rect l="0" t="0" r="r" b="b"/>
            <a:pathLst>
              <a:path w="883" h="1104">
                <a:moveTo>
                  <a:pt x="220" y="869"/>
                </a:moveTo>
                <a:lnTo>
                  <a:pt x="664" y="869"/>
                </a:lnTo>
                <a:lnTo>
                  <a:pt x="664" y="787"/>
                </a:lnTo>
                <a:lnTo>
                  <a:pt x="220" y="787"/>
                </a:lnTo>
                <a:lnTo>
                  <a:pt x="220" y="869"/>
                </a:lnTo>
                <a:moveTo>
                  <a:pt x="220" y="635"/>
                </a:moveTo>
                <a:lnTo>
                  <a:pt x="664" y="635"/>
                </a:lnTo>
                <a:lnTo>
                  <a:pt x="664" y="552"/>
                </a:lnTo>
                <a:lnTo>
                  <a:pt x="220" y="552"/>
                </a:lnTo>
                <a:lnTo>
                  <a:pt x="220" y="635"/>
                </a:lnTo>
                <a:moveTo>
                  <a:pt x="83" y="1104"/>
                </a:moveTo>
                <a:cubicBezTo>
                  <a:pt x="61" y="1104"/>
                  <a:pt x="42" y="1095"/>
                  <a:pt x="25" y="1079"/>
                </a:cubicBezTo>
                <a:cubicBezTo>
                  <a:pt x="9" y="1062"/>
                  <a:pt x="0" y="1043"/>
                  <a:pt x="0" y="1021"/>
                </a:cubicBezTo>
                <a:lnTo>
                  <a:pt x="0" y="84"/>
                </a:lnTo>
                <a:cubicBezTo>
                  <a:pt x="0" y="61"/>
                  <a:pt x="9" y="42"/>
                  <a:pt x="25" y="25"/>
                </a:cubicBezTo>
                <a:cubicBezTo>
                  <a:pt x="42" y="8"/>
                  <a:pt x="61" y="0"/>
                  <a:pt x="83" y="0"/>
                </a:cubicBezTo>
                <a:lnTo>
                  <a:pt x="582" y="0"/>
                </a:lnTo>
                <a:lnTo>
                  <a:pt x="883" y="303"/>
                </a:lnTo>
                <a:lnTo>
                  <a:pt x="883" y="1021"/>
                </a:lnTo>
                <a:cubicBezTo>
                  <a:pt x="883" y="1043"/>
                  <a:pt x="875" y="1062"/>
                  <a:pt x="859" y="1079"/>
                </a:cubicBezTo>
                <a:cubicBezTo>
                  <a:pt x="842" y="1095"/>
                  <a:pt x="823" y="1104"/>
                  <a:pt x="801" y="1104"/>
                </a:cubicBezTo>
                <a:lnTo>
                  <a:pt x="83" y="1104"/>
                </a:lnTo>
                <a:moveTo>
                  <a:pt x="540" y="340"/>
                </a:moveTo>
                <a:lnTo>
                  <a:pt x="540" y="84"/>
                </a:lnTo>
                <a:lnTo>
                  <a:pt x="83" y="84"/>
                </a:lnTo>
                <a:lnTo>
                  <a:pt x="83" y="1021"/>
                </a:lnTo>
                <a:lnTo>
                  <a:pt x="801" y="1021"/>
                </a:lnTo>
                <a:lnTo>
                  <a:pt x="801" y="340"/>
                </a:lnTo>
                <a:lnTo>
                  <a:pt x="540" y="340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99" name=""/>
          <p:cNvSpPr/>
          <p:nvPr/>
        </p:nvSpPr>
        <p:spPr>
          <a:xfrm>
            <a:off x="359640" y="3148560"/>
            <a:ext cx="5873760" cy="2054520"/>
          </a:xfrm>
          <a:custGeom>
            <a:avLst/>
            <a:gdLst/>
            <a:ahLst/>
            <a:rect l="0" t="0" r="r" b="b"/>
            <a:pathLst>
              <a:path w="16316" h="5707">
                <a:moveTo>
                  <a:pt x="614" y="805"/>
                </a:moveTo>
                <a:lnTo>
                  <a:pt x="614" y="4694"/>
                </a:lnTo>
                <a:cubicBezTo>
                  <a:pt x="614" y="4733"/>
                  <a:pt x="622" y="4770"/>
                  <a:pt x="637" y="4806"/>
                </a:cubicBezTo>
                <a:cubicBezTo>
                  <a:pt x="651" y="4841"/>
                  <a:pt x="672" y="4873"/>
                  <a:pt x="700" y="4900"/>
                </a:cubicBezTo>
                <a:cubicBezTo>
                  <a:pt x="727" y="4927"/>
                  <a:pt x="758" y="4948"/>
                  <a:pt x="794" y="4963"/>
                </a:cubicBezTo>
                <a:cubicBezTo>
                  <a:pt x="830" y="4978"/>
                  <a:pt x="867" y="4985"/>
                  <a:pt x="905" y="4985"/>
                </a:cubicBezTo>
                <a:lnTo>
                  <a:pt x="15406" y="4985"/>
                </a:lnTo>
                <a:cubicBezTo>
                  <a:pt x="15444" y="4985"/>
                  <a:pt x="15481" y="4978"/>
                  <a:pt x="15517" y="4963"/>
                </a:cubicBezTo>
                <a:cubicBezTo>
                  <a:pt x="15553" y="4948"/>
                  <a:pt x="15584" y="4927"/>
                  <a:pt x="15611" y="4900"/>
                </a:cubicBezTo>
                <a:cubicBezTo>
                  <a:pt x="15639" y="4873"/>
                  <a:pt x="15660" y="4841"/>
                  <a:pt x="15675" y="4806"/>
                </a:cubicBezTo>
                <a:cubicBezTo>
                  <a:pt x="15689" y="4770"/>
                  <a:pt x="15697" y="4733"/>
                  <a:pt x="15697" y="4694"/>
                </a:cubicBezTo>
                <a:lnTo>
                  <a:pt x="15697" y="805"/>
                </a:lnTo>
                <a:cubicBezTo>
                  <a:pt x="15697" y="766"/>
                  <a:pt x="15689" y="729"/>
                  <a:pt x="15675" y="694"/>
                </a:cubicBezTo>
                <a:cubicBezTo>
                  <a:pt x="15660" y="658"/>
                  <a:pt x="15639" y="626"/>
                  <a:pt x="15611" y="599"/>
                </a:cubicBezTo>
                <a:cubicBezTo>
                  <a:pt x="15584" y="572"/>
                  <a:pt x="15553" y="551"/>
                  <a:pt x="15517" y="536"/>
                </a:cubicBezTo>
                <a:cubicBezTo>
                  <a:pt x="15481" y="521"/>
                  <a:pt x="15444" y="514"/>
                  <a:pt x="15406" y="514"/>
                </a:cubicBezTo>
                <a:lnTo>
                  <a:pt x="905" y="514"/>
                </a:lnTo>
                <a:cubicBezTo>
                  <a:pt x="867" y="514"/>
                  <a:pt x="830" y="521"/>
                  <a:pt x="794" y="536"/>
                </a:cubicBezTo>
                <a:cubicBezTo>
                  <a:pt x="758" y="551"/>
                  <a:pt x="727" y="572"/>
                  <a:pt x="700" y="599"/>
                </a:cubicBezTo>
                <a:cubicBezTo>
                  <a:pt x="672" y="626"/>
                  <a:pt x="651" y="658"/>
                  <a:pt x="637" y="694"/>
                </a:cubicBezTo>
                <a:cubicBezTo>
                  <a:pt x="622" y="729"/>
                  <a:pt x="614" y="766"/>
                  <a:pt x="614" y="805"/>
                </a:cubicBezTo>
                <a:moveTo>
                  <a:pt x="0" y="0"/>
                </a:moveTo>
                <a:lnTo>
                  <a:pt x="16316" y="0"/>
                </a:lnTo>
                <a:lnTo>
                  <a:pt x="16316" y="5707"/>
                </a:lnTo>
                <a:lnTo>
                  <a:pt x="0" y="5707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800" name=""/>
          <p:cNvSpPr/>
          <p:nvPr/>
        </p:nvSpPr>
        <p:spPr>
          <a:xfrm>
            <a:off x="576000" y="3328920"/>
            <a:ext cx="5439240" cy="1619640"/>
          </a:xfrm>
          <a:custGeom>
            <a:avLst/>
            <a:gdLst/>
            <a:ahLst/>
            <a:rect l="0" t="0" r="r" b="b"/>
            <a:pathLst>
              <a:path w="15109" h="4499">
                <a:moveTo>
                  <a:pt x="0" y="4194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69"/>
                  <a:pt x="40" y="152"/>
                  <a:pt x="52" y="135"/>
                </a:cubicBezTo>
                <a:cubicBezTo>
                  <a:pt x="63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70" y="30"/>
                  <a:pt x="188" y="23"/>
                </a:cubicBezTo>
                <a:cubicBezTo>
                  <a:pt x="207" y="15"/>
                  <a:pt x="226" y="9"/>
                  <a:pt x="245" y="6"/>
                </a:cubicBezTo>
                <a:cubicBezTo>
                  <a:pt x="265" y="2"/>
                  <a:pt x="285" y="0"/>
                  <a:pt x="304" y="0"/>
                </a:cubicBezTo>
                <a:lnTo>
                  <a:pt x="14805" y="0"/>
                </a:lnTo>
                <a:cubicBezTo>
                  <a:pt x="14825" y="0"/>
                  <a:pt x="14844" y="2"/>
                  <a:pt x="14864" y="6"/>
                </a:cubicBezTo>
                <a:cubicBezTo>
                  <a:pt x="14884" y="9"/>
                  <a:pt x="14903" y="15"/>
                  <a:pt x="14921" y="23"/>
                </a:cubicBezTo>
                <a:cubicBezTo>
                  <a:pt x="14940" y="30"/>
                  <a:pt x="14957" y="40"/>
                  <a:pt x="14974" y="51"/>
                </a:cubicBezTo>
                <a:cubicBezTo>
                  <a:pt x="14990" y="62"/>
                  <a:pt x="15006" y="75"/>
                  <a:pt x="15020" y="89"/>
                </a:cubicBezTo>
                <a:cubicBezTo>
                  <a:pt x="15034" y="103"/>
                  <a:pt x="15047" y="118"/>
                  <a:pt x="15058" y="135"/>
                </a:cubicBezTo>
                <a:cubicBezTo>
                  <a:pt x="15069" y="152"/>
                  <a:pt x="15078" y="169"/>
                  <a:pt x="15086" y="188"/>
                </a:cubicBezTo>
                <a:cubicBezTo>
                  <a:pt x="15093" y="206"/>
                  <a:pt x="15099" y="225"/>
                  <a:pt x="15103" y="245"/>
                </a:cubicBezTo>
                <a:cubicBezTo>
                  <a:pt x="15107" y="264"/>
                  <a:pt x="15109" y="284"/>
                  <a:pt x="15109" y="304"/>
                </a:cubicBezTo>
                <a:lnTo>
                  <a:pt x="15109" y="4194"/>
                </a:lnTo>
                <a:cubicBezTo>
                  <a:pt x="15109" y="4214"/>
                  <a:pt x="15107" y="4234"/>
                  <a:pt x="15103" y="4254"/>
                </a:cubicBezTo>
                <a:cubicBezTo>
                  <a:pt x="15099" y="4273"/>
                  <a:pt x="15093" y="4292"/>
                  <a:pt x="15086" y="4311"/>
                </a:cubicBezTo>
                <a:cubicBezTo>
                  <a:pt x="15078" y="4329"/>
                  <a:pt x="15069" y="4347"/>
                  <a:pt x="15058" y="4363"/>
                </a:cubicBezTo>
                <a:cubicBezTo>
                  <a:pt x="15047" y="4380"/>
                  <a:pt x="15034" y="4395"/>
                  <a:pt x="15020" y="4409"/>
                </a:cubicBezTo>
                <a:cubicBezTo>
                  <a:pt x="15006" y="4424"/>
                  <a:pt x="14990" y="4436"/>
                  <a:pt x="14974" y="4447"/>
                </a:cubicBezTo>
                <a:cubicBezTo>
                  <a:pt x="14957" y="4458"/>
                  <a:pt x="14940" y="4468"/>
                  <a:pt x="14921" y="4475"/>
                </a:cubicBezTo>
                <a:cubicBezTo>
                  <a:pt x="14903" y="4483"/>
                  <a:pt x="14884" y="4489"/>
                  <a:pt x="14864" y="4493"/>
                </a:cubicBezTo>
                <a:cubicBezTo>
                  <a:pt x="14844" y="4497"/>
                  <a:pt x="14825" y="4499"/>
                  <a:pt x="14805" y="4499"/>
                </a:cubicBezTo>
                <a:lnTo>
                  <a:pt x="304" y="4499"/>
                </a:lnTo>
                <a:cubicBezTo>
                  <a:pt x="285" y="4499"/>
                  <a:pt x="265" y="4497"/>
                  <a:pt x="245" y="4493"/>
                </a:cubicBezTo>
                <a:cubicBezTo>
                  <a:pt x="226" y="4489"/>
                  <a:pt x="207" y="4483"/>
                  <a:pt x="188" y="4475"/>
                </a:cubicBezTo>
                <a:cubicBezTo>
                  <a:pt x="170" y="4468"/>
                  <a:pt x="152" y="4458"/>
                  <a:pt x="135" y="4447"/>
                </a:cubicBezTo>
                <a:cubicBezTo>
                  <a:pt x="119" y="4436"/>
                  <a:pt x="103" y="4424"/>
                  <a:pt x="89" y="4409"/>
                </a:cubicBezTo>
                <a:cubicBezTo>
                  <a:pt x="75" y="4395"/>
                  <a:pt x="63" y="4380"/>
                  <a:pt x="52" y="4363"/>
                </a:cubicBezTo>
                <a:cubicBezTo>
                  <a:pt x="40" y="4347"/>
                  <a:pt x="31" y="4329"/>
                  <a:pt x="23" y="4311"/>
                </a:cubicBezTo>
                <a:cubicBezTo>
                  <a:pt x="16" y="4292"/>
                  <a:pt x="10" y="4273"/>
                  <a:pt x="6" y="4254"/>
                </a:cubicBezTo>
                <a:cubicBezTo>
                  <a:pt x="2" y="4234"/>
                  <a:pt x="0" y="4214"/>
                  <a:pt x="0" y="4194"/>
                </a:cubicBezTo>
                <a:close/>
              </a:path>
            </a:pathLst>
          </a:custGeom>
          <a:solidFill>
            <a:srgbClr val="2D2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801" name=""/>
          <p:cNvSpPr/>
          <p:nvPr/>
        </p:nvSpPr>
        <p:spPr>
          <a:xfrm>
            <a:off x="576000" y="3328920"/>
            <a:ext cx="5439240" cy="1619640"/>
          </a:xfrm>
          <a:custGeom>
            <a:avLst/>
            <a:gdLst/>
            <a:ahLst/>
            <a:rect l="0" t="0" r="r" b="b"/>
            <a:pathLst>
              <a:path w="15109" h="4499">
                <a:moveTo>
                  <a:pt x="0" y="4194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69"/>
                  <a:pt x="40" y="152"/>
                  <a:pt x="52" y="135"/>
                </a:cubicBezTo>
                <a:cubicBezTo>
                  <a:pt x="63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70" y="30"/>
                  <a:pt x="188" y="23"/>
                </a:cubicBezTo>
                <a:cubicBezTo>
                  <a:pt x="207" y="15"/>
                  <a:pt x="226" y="9"/>
                  <a:pt x="245" y="6"/>
                </a:cubicBezTo>
                <a:cubicBezTo>
                  <a:pt x="265" y="2"/>
                  <a:pt x="285" y="0"/>
                  <a:pt x="304" y="0"/>
                </a:cubicBezTo>
                <a:lnTo>
                  <a:pt x="14805" y="0"/>
                </a:lnTo>
                <a:cubicBezTo>
                  <a:pt x="14825" y="0"/>
                  <a:pt x="14844" y="2"/>
                  <a:pt x="14864" y="6"/>
                </a:cubicBezTo>
                <a:cubicBezTo>
                  <a:pt x="14884" y="9"/>
                  <a:pt x="14903" y="15"/>
                  <a:pt x="14921" y="23"/>
                </a:cubicBezTo>
                <a:cubicBezTo>
                  <a:pt x="14940" y="30"/>
                  <a:pt x="14957" y="40"/>
                  <a:pt x="14974" y="51"/>
                </a:cubicBezTo>
                <a:cubicBezTo>
                  <a:pt x="14990" y="62"/>
                  <a:pt x="15006" y="75"/>
                  <a:pt x="15020" y="89"/>
                </a:cubicBezTo>
                <a:cubicBezTo>
                  <a:pt x="15034" y="103"/>
                  <a:pt x="15047" y="118"/>
                  <a:pt x="15058" y="135"/>
                </a:cubicBezTo>
                <a:cubicBezTo>
                  <a:pt x="15069" y="152"/>
                  <a:pt x="15078" y="169"/>
                  <a:pt x="15086" y="188"/>
                </a:cubicBezTo>
                <a:cubicBezTo>
                  <a:pt x="15093" y="206"/>
                  <a:pt x="15099" y="225"/>
                  <a:pt x="15103" y="245"/>
                </a:cubicBezTo>
                <a:cubicBezTo>
                  <a:pt x="15107" y="264"/>
                  <a:pt x="15109" y="284"/>
                  <a:pt x="15109" y="304"/>
                </a:cubicBezTo>
                <a:lnTo>
                  <a:pt x="15109" y="4194"/>
                </a:lnTo>
                <a:cubicBezTo>
                  <a:pt x="15109" y="4214"/>
                  <a:pt x="15107" y="4234"/>
                  <a:pt x="15103" y="4254"/>
                </a:cubicBezTo>
                <a:cubicBezTo>
                  <a:pt x="15099" y="4273"/>
                  <a:pt x="15093" y="4292"/>
                  <a:pt x="15086" y="4311"/>
                </a:cubicBezTo>
                <a:cubicBezTo>
                  <a:pt x="15078" y="4329"/>
                  <a:pt x="15069" y="4347"/>
                  <a:pt x="15058" y="4363"/>
                </a:cubicBezTo>
                <a:cubicBezTo>
                  <a:pt x="15047" y="4380"/>
                  <a:pt x="15034" y="4395"/>
                  <a:pt x="15020" y="4409"/>
                </a:cubicBezTo>
                <a:cubicBezTo>
                  <a:pt x="15006" y="4424"/>
                  <a:pt x="14990" y="4436"/>
                  <a:pt x="14974" y="4447"/>
                </a:cubicBezTo>
                <a:cubicBezTo>
                  <a:pt x="14957" y="4458"/>
                  <a:pt x="14940" y="4468"/>
                  <a:pt x="14921" y="4475"/>
                </a:cubicBezTo>
                <a:cubicBezTo>
                  <a:pt x="14903" y="4483"/>
                  <a:pt x="14884" y="4489"/>
                  <a:pt x="14864" y="4493"/>
                </a:cubicBezTo>
                <a:cubicBezTo>
                  <a:pt x="14844" y="4497"/>
                  <a:pt x="14825" y="4499"/>
                  <a:pt x="14805" y="4499"/>
                </a:cubicBezTo>
                <a:lnTo>
                  <a:pt x="304" y="4499"/>
                </a:lnTo>
                <a:cubicBezTo>
                  <a:pt x="285" y="4499"/>
                  <a:pt x="265" y="4497"/>
                  <a:pt x="245" y="4493"/>
                </a:cubicBezTo>
                <a:cubicBezTo>
                  <a:pt x="226" y="4489"/>
                  <a:pt x="207" y="4483"/>
                  <a:pt x="188" y="4475"/>
                </a:cubicBezTo>
                <a:cubicBezTo>
                  <a:pt x="170" y="4468"/>
                  <a:pt x="152" y="4458"/>
                  <a:pt x="135" y="4447"/>
                </a:cubicBezTo>
                <a:cubicBezTo>
                  <a:pt x="119" y="4436"/>
                  <a:pt x="103" y="4424"/>
                  <a:pt x="89" y="4409"/>
                </a:cubicBezTo>
                <a:cubicBezTo>
                  <a:pt x="75" y="4395"/>
                  <a:pt x="63" y="4380"/>
                  <a:pt x="52" y="4363"/>
                </a:cubicBezTo>
                <a:cubicBezTo>
                  <a:pt x="40" y="4347"/>
                  <a:pt x="31" y="4329"/>
                  <a:pt x="23" y="4311"/>
                </a:cubicBezTo>
                <a:cubicBezTo>
                  <a:pt x="16" y="4292"/>
                  <a:pt x="10" y="4273"/>
                  <a:pt x="6" y="4254"/>
                </a:cubicBezTo>
                <a:cubicBezTo>
                  <a:pt x="2" y="4234"/>
                  <a:pt x="0" y="4214"/>
                  <a:pt x="0" y="419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2" name=""/>
          <p:cNvSpPr/>
          <p:nvPr/>
        </p:nvSpPr>
        <p:spPr>
          <a:xfrm>
            <a:off x="616680" y="2007360"/>
            <a:ext cx="271800" cy="271800"/>
          </a:xfrm>
          <a:custGeom>
            <a:avLst/>
            <a:gdLst/>
            <a:ahLst/>
            <a:rect l="0" t="0" r="r" b="b"/>
            <a:pathLst>
              <a:path w="755" h="755">
                <a:moveTo>
                  <a:pt x="322" y="755"/>
                </a:moveTo>
                <a:lnTo>
                  <a:pt x="322" y="519"/>
                </a:lnTo>
                <a:lnTo>
                  <a:pt x="385" y="519"/>
                </a:lnTo>
                <a:lnTo>
                  <a:pt x="385" y="606"/>
                </a:lnTo>
                <a:lnTo>
                  <a:pt x="755" y="606"/>
                </a:lnTo>
                <a:lnTo>
                  <a:pt x="755" y="669"/>
                </a:lnTo>
                <a:lnTo>
                  <a:pt x="385" y="669"/>
                </a:lnTo>
                <a:lnTo>
                  <a:pt x="385" y="755"/>
                </a:lnTo>
                <a:lnTo>
                  <a:pt x="322" y="755"/>
                </a:lnTo>
                <a:moveTo>
                  <a:pt x="0" y="669"/>
                </a:moveTo>
                <a:lnTo>
                  <a:pt x="0" y="606"/>
                </a:lnTo>
                <a:lnTo>
                  <a:pt x="259" y="606"/>
                </a:lnTo>
                <a:lnTo>
                  <a:pt x="259" y="669"/>
                </a:lnTo>
                <a:lnTo>
                  <a:pt x="0" y="669"/>
                </a:lnTo>
                <a:moveTo>
                  <a:pt x="197" y="495"/>
                </a:moveTo>
                <a:lnTo>
                  <a:pt x="197" y="409"/>
                </a:lnTo>
                <a:lnTo>
                  <a:pt x="0" y="409"/>
                </a:lnTo>
                <a:lnTo>
                  <a:pt x="0" y="346"/>
                </a:lnTo>
                <a:lnTo>
                  <a:pt x="197" y="346"/>
                </a:lnTo>
                <a:lnTo>
                  <a:pt x="197" y="258"/>
                </a:lnTo>
                <a:lnTo>
                  <a:pt x="259" y="258"/>
                </a:lnTo>
                <a:lnTo>
                  <a:pt x="259" y="495"/>
                </a:lnTo>
                <a:lnTo>
                  <a:pt x="197" y="495"/>
                </a:lnTo>
                <a:moveTo>
                  <a:pt x="322" y="409"/>
                </a:moveTo>
                <a:lnTo>
                  <a:pt x="322" y="346"/>
                </a:lnTo>
                <a:lnTo>
                  <a:pt x="755" y="346"/>
                </a:lnTo>
                <a:lnTo>
                  <a:pt x="755" y="409"/>
                </a:lnTo>
                <a:lnTo>
                  <a:pt x="322" y="409"/>
                </a:lnTo>
                <a:moveTo>
                  <a:pt x="496" y="236"/>
                </a:moveTo>
                <a:lnTo>
                  <a:pt x="496" y="0"/>
                </a:lnTo>
                <a:lnTo>
                  <a:pt x="559" y="0"/>
                </a:lnTo>
                <a:lnTo>
                  <a:pt x="559" y="86"/>
                </a:lnTo>
                <a:lnTo>
                  <a:pt x="755" y="86"/>
                </a:lnTo>
                <a:lnTo>
                  <a:pt x="755" y="149"/>
                </a:lnTo>
                <a:lnTo>
                  <a:pt x="559" y="149"/>
                </a:lnTo>
                <a:lnTo>
                  <a:pt x="559" y="236"/>
                </a:lnTo>
                <a:lnTo>
                  <a:pt x="496" y="236"/>
                </a:lnTo>
                <a:moveTo>
                  <a:pt x="0" y="149"/>
                </a:moveTo>
                <a:lnTo>
                  <a:pt x="0" y="86"/>
                </a:lnTo>
                <a:lnTo>
                  <a:pt x="433" y="86"/>
                </a:lnTo>
                <a:lnTo>
                  <a:pt x="433" y="149"/>
                </a:lnTo>
                <a:lnTo>
                  <a:pt x="0" y="149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803" name=""/>
          <p:cNvSpPr txBox="1"/>
          <p:nvPr/>
        </p:nvSpPr>
        <p:spPr>
          <a:xfrm>
            <a:off x="1047600" y="1072440"/>
            <a:ext cx="830844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Rules / Workflows / GEMINI.md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AGENTS.md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）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4" name=""/>
          <p:cNvSpPr txBox="1"/>
          <p:nvPr/>
        </p:nvSpPr>
        <p:spPr>
          <a:xfrm>
            <a:off x="933480" y="2151720"/>
            <a:ext cx="15249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Rules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（ルール）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5" name=""/>
          <p:cNvSpPr/>
          <p:nvPr/>
        </p:nvSpPr>
        <p:spPr>
          <a:xfrm>
            <a:off x="571320" y="2885760"/>
            <a:ext cx="1038600" cy="257760"/>
          </a:xfrm>
          <a:custGeom>
            <a:avLst/>
            <a:gdLst/>
            <a:ahLst/>
            <a:rect l="0" t="0" r="r" b="b"/>
            <a:pathLst>
              <a:path w="2885" h="716">
                <a:moveTo>
                  <a:pt x="0" y="55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725" y="0"/>
                </a:lnTo>
                <a:cubicBezTo>
                  <a:pt x="2736" y="0"/>
                  <a:pt x="2747" y="1"/>
                  <a:pt x="2757" y="3"/>
                </a:cubicBezTo>
                <a:cubicBezTo>
                  <a:pt x="2767" y="5"/>
                  <a:pt x="2777" y="8"/>
                  <a:pt x="2787" y="12"/>
                </a:cubicBezTo>
                <a:cubicBezTo>
                  <a:pt x="2797" y="16"/>
                  <a:pt x="2806" y="21"/>
                  <a:pt x="2814" y="27"/>
                </a:cubicBezTo>
                <a:cubicBezTo>
                  <a:pt x="2823" y="33"/>
                  <a:pt x="2831" y="40"/>
                  <a:pt x="2838" y="47"/>
                </a:cubicBezTo>
                <a:cubicBezTo>
                  <a:pt x="2846" y="54"/>
                  <a:pt x="2852" y="62"/>
                  <a:pt x="2858" y="71"/>
                </a:cubicBezTo>
                <a:cubicBezTo>
                  <a:pt x="2864" y="80"/>
                  <a:pt x="2869" y="89"/>
                  <a:pt x="2873" y="98"/>
                </a:cubicBezTo>
                <a:cubicBezTo>
                  <a:pt x="2877" y="108"/>
                  <a:pt x="2880" y="118"/>
                  <a:pt x="2882" y="128"/>
                </a:cubicBezTo>
                <a:cubicBezTo>
                  <a:pt x="2884" y="138"/>
                  <a:pt x="2885" y="149"/>
                  <a:pt x="2885" y="159"/>
                </a:cubicBezTo>
                <a:lnTo>
                  <a:pt x="2885" y="557"/>
                </a:lnTo>
                <a:cubicBezTo>
                  <a:pt x="2885" y="567"/>
                  <a:pt x="2884" y="578"/>
                  <a:pt x="2882" y="588"/>
                </a:cubicBezTo>
                <a:cubicBezTo>
                  <a:pt x="2880" y="598"/>
                  <a:pt x="2877" y="608"/>
                  <a:pt x="2873" y="618"/>
                </a:cubicBezTo>
                <a:cubicBezTo>
                  <a:pt x="2869" y="627"/>
                  <a:pt x="2864" y="637"/>
                  <a:pt x="2858" y="645"/>
                </a:cubicBezTo>
                <a:cubicBezTo>
                  <a:pt x="2852" y="654"/>
                  <a:pt x="2846" y="662"/>
                  <a:pt x="2838" y="669"/>
                </a:cubicBezTo>
                <a:cubicBezTo>
                  <a:pt x="2831" y="677"/>
                  <a:pt x="2823" y="683"/>
                  <a:pt x="2814" y="689"/>
                </a:cubicBezTo>
                <a:cubicBezTo>
                  <a:pt x="2806" y="695"/>
                  <a:pt x="2797" y="700"/>
                  <a:pt x="2787" y="704"/>
                </a:cubicBezTo>
                <a:cubicBezTo>
                  <a:pt x="2777" y="708"/>
                  <a:pt x="2767" y="711"/>
                  <a:pt x="2757" y="713"/>
                </a:cubicBezTo>
                <a:cubicBezTo>
                  <a:pt x="2747" y="715"/>
                  <a:pt x="2736" y="716"/>
                  <a:pt x="2725" y="716"/>
                </a:cubicBezTo>
                <a:lnTo>
                  <a:pt x="159" y="716"/>
                </a:lnTo>
                <a:cubicBezTo>
                  <a:pt x="148" y="716"/>
                  <a:pt x="138" y="715"/>
                  <a:pt x="128" y="713"/>
                </a:cubicBezTo>
                <a:cubicBezTo>
                  <a:pt x="118" y="711"/>
                  <a:pt x="108" y="708"/>
                  <a:pt x="98" y="704"/>
                </a:cubicBezTo>
                <a:cubicBezTo>
                  <a:pt x="88" y="700"/>
                  <a:pt x="79" y="695"/>
                  <a:pt x="71" y="689"/>
                </a:cubicBezTo>
                <a:cubicBezTo>
                  <a:pt x="62" y="683"/>
                  <a:pt x="54" y="677"/>
                  <a:pt x="46" y="669"/>
                </a:cubicBezTo>
                <a:cubicBezTo>
                  <a:pt x="39" y="662"/>
                  <a:pt x="33" y="654"/>
                  <a:pt x="27" y="645"/>
                </a:cubicBezTo>
                <a:cubicBezTo>
                  <a:pt x="21" y="637"/>
                  <a:pt x="16" y="627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7"/>
                  <a:pt x="0" y="557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6" name=""/>
          <p:cNvSpPr txBox="1"/>
          <p:nvPr/>
        </p:nvSpPr>
        <p:spPr>
          <a:xfrm>
            <a:off x="571320" y="2507760"/>
            <a:ext cx="5258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エージェントの振る舞いを制御する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持続的な指示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628560" y="2933640"/>
            <a:ext cx="9226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GEMINI.md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8" name=""/>
          <p:cNvSpPr/>
          <p:nvPr/>
        </p:nvSpPr>
        <p:spPr>
          <a:xfrm>
            <a:off x="2352600" y="2885760"/>
            <a:ext cx="1038600" cy="257760"/>
          </a:xfrm>
          <a:custGeom>
            <a:avLst/>
            <a:gdLst/>
            <a:ahLst/>
            <a:rect l="0" t="0" r="r" b="b"/>
            <a:pathLst>
              <a:path w="2885" h="716">
                <a:moveTo>
                  <a:pt x="0" y="55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726" y="0"/>
                </a:lnTo>
                <a:cubicBezTo>
                  <a:pt x="2736" y="0"/>
                  <a:pt x="2747" y="1"/>
                  <a:pt x="2757" y="3"/>
                </a:cubicBezTo>
                <a:cubicBezTo>
                  <a:pt x="2767" y="5"/>
                  <a:pt x="2777" y="8"/>
                  <a:pt x="2787" y="12"/>
                </a:cubicBezTo>
                <a:cubicBezTo>
                  <a:pt x="2796" y="16"/>
                  <a:pt x="2805" y="21"/>
                  <a:pt x="2814" y="27"/>
                </a:cubicBezTo>
                <a:cubicBezTo>
                  <a:pt x="2823" y="33"/>
                  <a:pt x="2831" y="40"/>
                  <a:pt x="2838" y="47"/>
                </a:cubicBezTo>
                <a:cubicBezTo>
                  <a:pt x="2846" y="54"/>
                  <a:pt x="2852" y="62"/>
                  <a:pt x="2858" y="71"/>
                </a:cubicBezTo>
                <a:cubicBezTo>
                  <a:pt x="2864" y="80"/>
                  <a:pt x="2869" y="89"/>
                  <a:pt x="2873" y="98"/>
                </a:cubicBezTo>
                <a:cubicBezTo>
                  <a:pt x="2877" y="108"/>
                  <a:pt x="2880" y="118"/>
                  <a:pt x="2882" y="128"/>
                </a:cubicBezTo>
                <a:cubicBezTo>
                  <a:pt x="2884" y="138"/>
                  <a:pt x="2885" y="149"/>
                  <a:pt x="2885" y="159"/>
                </a:cubicBezTo>
                <a:lnTo>
                  <a:pt x="2885" y="557"/>
                </a:lnTo>
                <a:cubicBezTo>
                  <a:pt x="2885" y="567"/>
                  <a:pt x="2884" y="578"/>
                  <a:pt x="2882" y="588"/>
                </a:cubicBezTo>
                <a:cubicBezTo>
                  <a:pt x="2880" y="598"/>
                  <a:pt x="2877" y="608"/>
                  <a:pt x="2873" y="618"/>
                </a:cubicBezTo>
                <a:cubicBezTo>
                  <a:pt x="2869" y="627"/>
                  <a:pt x="2864" y="637"/>
                  <a:pt x="2858" y="645"/>
                </a:cubicBezTo>
                <a:cubicBezTo>
                  <a:pt x="2852" y="654"/>
                  <a:pt x="2846" y="662"/>
                  <a:pt x="2838" y="669"/>
                </a:cubicBezTo>
                <a:cubicBezTo>
                  <a:pt x="2831" y="677"/>
                  <a:pt x="2823" y="683"/>
                  <a:pt x="2814" y="689"/>
                </a:cubicBezTo>
                <a:cubicBezTo>
                  <a:pt x="2805" y="695"/>
                  <a:pt x="2796" y="700"/>
                  <a:pt x="2787" y="704"/>
                </a:cubicBezTo>
                <a:cubicBezTo>
                  <a:pt x="2777" y="708"/>
                  <a:pt x="2767" y="711"/>
                  <a:pt x="2757" y="713"/>
                </a:cubicBezTo>
                <a:cubicBezTo>
                  <a:pt x="2747" y="715"/>
                  <a:pt x="2736" y="716"/>
                  <a:pt x="2726" y="716"/>
                </a:cubicBezTo>
                <a:lnTo>
                  <a:pt x="158" y="716"/>
                </a:lnTo>
                <a:cubicBezTo>
                  <a:pt x="148" y="716"/>
                  <a:pt x="138" y="715"/>
                  <a:pt x="127" y="713"/>
                </a:cubicBezTo>
                <a:cubicBezTo>
                  <a:pt x="117" y="711"/>
                  <a:pt x="107" y="708"/>
                  <a:pt x="98" y="704"/>
                </a:cubicBezTo>
                <a:cubicBezTo>
                  <a:pt x="88" y="700"/>
                  <a:pt x="79" y="695"/>
                  <a:pt x="70" y="689"/>
                </a:cubicBezTo>
                <a:cubicBezTo>
                  <a:pt x="62" y="683"/>
                  <a:pt x="54" y="677"/>
                  <a:pt x="46" y="669"/>
                </a:cubicBezTo>
                <a:cubicBezTo>
                  <a:pt x="39" y="662"/>
                  <a:pt x="32" y="654"/>
                  <a:pt x="26" y="645"/>
                </a:cubicBezTo>
                <a:cubicBezTo>
                  <a:pt x="21" y="637"/>
                  <a:pt x="16" y="627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7"/>
                  <a:pt x="0" y="557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1611720" y="2869560"/>
            <a:ext cx="7624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（別名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2405880" y="2933640"/>
            <a:ext cx="9226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AGENTS.md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3388680" y="2869560"/>
            <a:ext cx="1829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）に記述します。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2" name=""/>
          <p:cNvSpPr txBox="1"/>
          <p:nvPr/>
        </p:nvSpPr>
        <p:spPr>
          <a:xfrm>
            <a:off x="752400" y="3511440"/>
            <a:ext cx="1836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0550AE"/>
                </a:solidFill>
                <a:effectLst/>
                <a:uFillTx/>
                <a:latin typeface="JetBrainsMonoRoman"/>
                <a:ea typeface="JetBrainsMonoRoman"/>
              </a:rPr>
              <a:t>#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935280" y="3508200"/>
            <a:ext cx="12200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0550AE"/>
                </a:solidFill>
                <a:effectLst/>
                <a:uFillTx/>
                <a:latin typeface="Osaka"/>
                <a:ea typeface="Osaka"/>
              </a:rPr>
              <a:t>プロジェクト設定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752400" y="3730680"/>
            <a:ext cx="2750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0550AE"/>
                </a:solidFill>
                <a:effectLst/>
                <a:uFillTx/>
                <a:latin typeface="JetBrainsMonoRoman"/>
                <a:ea typeface="JetBrainsMonoRoman"/>
              </a:rPr>
              <a:t>##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1026720" y="3727440"/>
            <a:ext cx="7628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0550AE"/>
                </a:solidFill>
                <a:effectLst/>
                <a:uFillTx/>
                <a:latin typeface="Osaka"/>
                <a:ea typeface="Osaka"/>
              </a:rPr>
              <a:t>基本ルール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752400" y="3959280"/>
            <a:ext cx="1836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B2300"/>
                </a:solidFill>
                <a:effectLst/>
                <a:uFillTx/>
                <a:latin typeface="JetBrainsMono"/>
                <a:ea typeface="JetBrainsMono"/>
              </a:rPr>
              <a:t>-</a:t>
            </a:r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935280" y="3956040"/>
            <a:ext cx="213444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常に日本語で応答してください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752400" y="4178520"/>
            <a:ext cx="1836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B2300"/>
                </a:solidFill>
                <a:effectLst/>
                <a:uFillTx/>
                <a:latin typeface="JetBrainsMono"/>
                <a:ea typeface="JetBrainsMono"/>
              </a:rPr>
              <a:t>-</a:t>
            </a:r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935280" y="4174920"/>
            <a:ext cx="289620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コードには必ずコメントを入れてください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752400" y="4407120"/>
            <a:ext cx="2750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0550AE"/>
                </a:solidFill>
                <a:effectLst/>
                <a:uFillTx/>
                <a:latin typeface="JetBrainsMonoRoman"/>
                <a:ea typeface="JetBrainsMonoRoman"/>
              </a:rPr>
              <a:t>##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1026720" y="4403520"/>
            <a:ext cx="9151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0550AE"/>
                </a:solidFill>
                <a:effectLst/>
                <a:uFillTx/>
                <a:latin typeface="Osaka"/>
                <a:ea typeface="Osaka"/>
              </a:rPr>
              <a:t>技術スタック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752400" y="4626000"/>
            <a:ext cx="375048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B2300"/>
                </a:solidFill>
                <a:effectLst/>
                <a:uFillTx/>
                <a:latin typeface="JetBrainsMono"/>
                <a:ea typeface="JetBrainsMono"/>
              </a:rPr>
              <a:t>-</a:t>
            </a:r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React + TypeScript / TailwindCSS / Vite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3" name=""/>
          <p:cNvSpPr/>
          <p:nvPr/>
        </p:nvSpPr>
        <p:spPr>
          <a:xfrm>
            <a:off x="4705200" y="5133960"/>
            <a:ext cx="552600" cy="257400"/>
          </a:xfrm>
          <a:custGeom>
            <a:avLst/>
            <a:gdLst/>
            <a:ahLst/>
            <a:rect l="0" t="0" r="r" b="b"/>
            <a:pathLst>
              <a:path w="1535" h="715">
                <a:moveTo>
                  <a:pt x="0" y="55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1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376" y="0"/>
                </a:lnTo>
                <a:cubicBezTo>
                  <a:pt x="1386" y="0"/>
                  <a:pt x="1396" y="1"/>
                  <a:pt x="1407" y="3"/>
                </a:cubicBezTo>
                <a:cubicBezTo>
                  <a:pt x="1417" y="5"/>
                  <a:pt x="1427" y="8"/>
                  <a:pt x="1436" y="12"/>
                </a:cubicBezTo>
                <a:cubicBezTo>
                  <a:pt x="1446" y="16"/>
                  <a:pt x="1455" y="21"/>
                  <a:pt x="1464" y="26"/>
                </a:cubicBezTo>
                <a:cubicBezTo>
                  <a:pt x="1473" y="32"/>
                  <a:pt x="1481" y="39"/>
                  <a:pt x="1488" y="46"/>
                </a:cubicBezTo>
                <a:cubicBezTo>
                  <a:pt x="1495" y="53"/>
                  <a:pt x="1502" y="61"/>
                  <a:pt x="1509" y="70"/>
                </a:cubicBezTo>
                <a:cubicBezTo>
                  <a:pt x="1515" y="79"/>
                  <a:pt x="1519" y="88"/>
                  <a:pt x="1523" y="98"/>
                </a:cubicBezTo>
                <a:cubicBezTo>
                  <a:pt x="1527" y="107"/>
                  <a:pt x="1530" y="117"/>
                  <a:pt x="1532" y="127"/>
                </a:cubicBezTo>
                <a:cubicBezTo>
                  <a:pt x="1534" y="138"/>
                  <a:pt x="1535" y="148"/>
                  <a:pt x="1535" y="158"/>
                </a:cubicBezTo>
                <a:lnTo>
                  <a:pt x="1535" y="556"/>
                </a:lnTo>
                <a:cubicBezTo>
                  <a:pt x="1535" y="567"/>
                  <a:pt x="1534" y="577"/>
                  <a:pt x="1532" y="587"/>
                </a:cubicBezTo>
                <a:cubicBezTo>
                  <a:pt x="1530" y="597"/>
                  <a:pt x="1527" y="607"/>
                  <a:pt x="1523" y="617"/>
                </a:cubicBezTo>
                <a:cubicBezTo>
                  <a:pt x="1519" y="627"/>
                  <a:pt x="1515" y="636"/>
                  <a:pt x="1509" y="644"/>
                </a:cubicBezTo>
                <a:cubicBezTo>
                  <a:pt x="1502" y="653"/>
                  <a:pt x="1495" y="661"/>
                  <a:pt x="1488" y="668"/>
                </a:cubicBezTo>
                <a:cubicBezTo>
                  <a:pt x="1481" y="676"/>
                  <a:pt x="1473" y="682"/>
                  <a:pt x="1464" y="688"/>
                </a:cubicBezTo>
                <a:cubicBezTo>
                  <a:pt x="1455" y="694"/>
                  <a:pt x="1446" y="699"/>
                  <a:pt x="1436" y="703"/>
                </a:cubicBezTo>
                <a:cubicBezTo>
                  <a:pt x="1427" y="707"/>
                  <a:pt x="1417" y="710"/>
                  <a:pt x="1407" y="712"/>
                </a:cubicBezTo>
                <a:cubicBezTo>
                  <a:pt x="1396" y="714"/>
                  <a:pt x="1386" y="715"/>
                  <a:pt x="1376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7" y="710"/>
                  <a:pt x="108" y="707"/>
                  <a:pt x="98" y="703"/>
                </a:cubicBezTo>
                <a:cubicBezTo>
                  <a:pt x="88" y="699"/>
                  <a:pt x="79" y="694"/>
                  <a:pt x="70" y="688"/>
                </a:cubicBezTo>
                <a:cubicBezTo>
                  <a:pt x="62" y="682"/>
                  <a:pt x="54" y="676"/>
                  <a:pt x="46" y="668"/>
                </a:cubicBezTo>
                <a:cubicBezTo>
                  <a:pt x="39" y="661"/>
                  <a:pt x="32" y="653"/>
                  <a:pt x="27" y="644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7"/>
                  <a:pt x="5" y="597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571320" y="5117760"/>
            <a:ext cx="40658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Activation Mode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: Always On / Manual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4757760" y="5181480"/>
            <a:ext cx="171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@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6" name=""/>
          <p:cNvSpPr txBox="1"/>
          <p:nvPr/>
        </p:nvSpPr>
        <p:spPr>
          <a:xfrm>
            <a:off x="4860720" y="517788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5070A0"/>
                </a:solidFill>
                <a:effectLst/>
                <a:uFillTx/>
                <a:latin typeface="Osaka-Mono"/>
                <a:ea typeface="Osaka-Mono"/>
              </a:rPr>
              <a:t>名前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5261040" y="511776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) 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8" name=""/>
          <p:cNvSpPr/>
          <p:nvPr/>
        </p:nvSpPr>
        <p:spPr>
          <a:xfrm>
            <a:off x="1199880" y="5495760"/>
            <a:ext cx="1248120" cy="257400"/>
          </a:xfrm>
          <a:custGeom>
            <a:avLst/>
            <a:gdLst/>
            <a:ahLst/>
            <a:rect l="0" t="0" r="r" b="b"/>
            <a:pathLst>
              <a:path w="3467" h="715">
                <a:moveTo>
                  <a:pt x="0" y="557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309" y="0"/>
                </a:lnTo>
                <a:cubicBezTo>
                  <a:pt x="3319" y="0"/>
                  <a:pt x="3329" y="1"/>
                  <a:pt x="3340" y="3"/>
                </a:cubicBezTo>
                <a:cubicBezTo>
                  <a:pt x="3350" y="5"/>
                  <a:pt x="3360" y="8"/>
                  <a:pt x="3369" y="12"/>
                </a:cubicBezTo>
                <a:cubicBezTo>
                  <a:pt x="3379" y="16"/>
                  <a:pt x="3388" y="21"/>
                  <a:pt x="3397" y="27"/>
                </a:cubicBezTo>
                <a:cubicBezTo>
                  <a:pt x="3405" y="33"/>
                  <a:pt x="3413" y="39"/>
                  <a:pt x="3421" y="46"/>
                </a:cubicBezTo>
                <a:cubicBezTo>
                  <a:pt x="3428" y="54"/>
                  <a:pt x="3435" y="62"/>
                  <a:pt x="3441" y="71"/>
                </a:cubicBezTo>
                <a:cubicBezTo>
                  <a:pt x="3446" y="79"/>
                  <a:pt x="3451" y="89"/>
                  <a:pt x="3455" y="99"/>
                </a:cubicBezTo>
                <a:cubicBezTo>
                  <a:pt x="3459" y="109"/>
                  <a:pt x="3462" y="119"/>
                  <a:pt x="3464" y="129"/>
                </a:cubicBezTo>
                <a:cubicBezTo>
                  <a:pt x="3466" y="139"/>
                  <a:pt x="3467" y="149"/>
                  <a:pt x="3467" y="160"/>
                </a:cubicBezTo>
                <a:lnTo>
                  <a:pt x="3467" y="557"/>
                </a:lnTo>
                <a:cubicBezTo>
                  <a:pt x="3467" y="567"/>
                  <a:pt x="3466" y="577"/>
                  <a:pt x="3464" y="588"/>
                </a:cubicBezTo>
                <a:cubicBezTo>
                  <a:pt x="3462" y="598"/>
                  <a:pt x="3459" y="608"/>
                  <a:pt x="3455" y="617"/>
                </a:cubicBezTo>
                <a:cubicBezTo>
                  <a:pt x="3451" y="627"/>
                  <a:pt x="3446" y="636"/>
                  <a:pt x="3441" y="645"/>
                </a:cubicBezTo>
                <a:cubicBezTo>
                  <a:pt x="3435" y="653"/>
                  <a:pt x="3428" y="661"/>
                  <a:pt x="3421" y="669"/>
                </a:cubicBezTo>
                <a:cubicBezTo>
                  <a:pt x="3413" y="676"/>
                  <a:pt x="3405" y="683"/>
                  <a:pt x="3397" y="689"/>
                </a:cubicBezTo>
                <a:cubicBezTo>
                  <a:pt x="3388" y="694"/>
                  <a:pt x="3379" y="699"/>
                  <a:pt x="3369" y="703"/>
                </a:cubicBezTo>
                <a:cubicBezTo>
                  <a:pt x="3360" y="707"/>
                  <a:pt x="3350" y="710"/>
                  <a:pt x="3340" y="712"/>
                </a:cubicBezTo>
                <a:cubicBezTo>
                  <a:pt x="3329" y="714"/>
                  <a:pt x="3319" y="715"/>
                  <a:pt x="3309" y="715"/>
                </a:cubicBezTo>
                <a:lnTo>
                  <a:pt x="159" y="715"/>
                </a:lnTo>
                <a:cubicBezTo>
                  <a:pt x="149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79" y="694"/>
                  <a:pt x="71" y="689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39" y="661"/>
                  <a:pt x="33" y="653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7"/>
                  <a:pt x="0" y="567"/>
                  <a:pt x="0" y="557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571320" y="5479560"/>
            <a:ext cx="6231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Glob (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1259640" y="5543640"/>
            <a:ext cx="11275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src/**/*.ts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1" name=""/>
          <p:cNvSpPr/>
          <p:nvPr/>
        </p:nvSpPr>
        <p:spPr>
          <a:xfrm>
            <a:off x="5958720" y="2776680"/>
            <a:ext cx="5873760" cy="2286360"/>
          </a:xfrm>
          <a:custGeom>
            <a:avLst/>
            <a:gdLst/>
            <a:ahLst/>
            <a:rect l="0" t="0" r="r" b="b"/>
            <a:pathLst>
              <a:path w="16316" h="6351">
                <a:moveTo>
                  <a:pt x="619" y="806"/>
                </a:moveTo>
                <a:lnTo>
                  <a:pt x="619" y="5331"/>
                </a:lnTo>
                <a:cubicBezTo>
                  <a:pt x="619" y="5370"/>
                  <a:pt x="626" y="5407"/>
                  <a:pt x="641" y="5443"/>
                </a:cubicBezTo>
                <a:cubicBezTo>
                  <a:pt x="656" y="5478"/>
                  <a:pt x="677" y="5510"/>
                  <a:pt x="704" y="5537"/>
                </a:cubicBezTo>
                <a:cubicBezTo>
                  <a:pt x="731" y="5565"/>
                  <a:pt x="763" y="5586"/>
                  <a:pt x="799" y="5600"/>
                </a:cubicBezTo>
                <a:cubicBezTo>
                  <a:pt x="834" y="5615"/>
                  <a:pt x="871" y="5622"/>
                  <a:pt x="910" y="5622"/>
                </a:cubicBezTo>
                <a:lnTo>
                  <a:pt x="15410" y="5622"/>
                </a:lnTo>
                <a:cubicBezTo>
                  <a:pt x="15449" y="5622"/>
                  <a:pt x="15486" y="5615"/>
                  <a:pt x="15522" y="5600"/>
                </a:cubicBezTo>
                <a:cubicBezTo>
                  <a:pt x="15557" y="5586"/>
                  <a:pt x="15589" y="5565"/>
                  <a:pt x="15616" y="5537"/>
                </a:cubicBezTo>
                <a:cubicBezTo>
                  <a:pt x="15643" y="5510"/>
                  <a:pt x="15664" y="5478"/>
                  <a:pt x="15679" y="5443"/>
                </a:cubicBezTo>
                <a:cubicBezTo>
                  <a:pt x="15694" y="5407"/>
                  <a:pt x="15701" y="5370"/>
                  <a:pt x="15701" y="5331"/>
                </a:cubicBezTo>
                <a:lnTo>
                  <a:pt x="15701" y="806"/>
                </a:lnTo>
                <a:cubicBezTo>
                  <a:pt x="15701" y="767"/>
                  <a:pt x="15694" y="730"/>
                  <a:pt x="15679" y="695"/>
                </a:cubicBezTo>
                <a:cubicBezTo>
                  <a:pt x="15664" y="659"/>
                  <a:pt x="15643" y="628"/>
                  <a:pt x="15616" y="600"/>
                </a:cubicBezTo>
                <a:cubicBezTo>
                  <a:pt x="15589" y="573"/>
                  <a:pt x="15557" y="552"/>
                  <a:pt x="15522" y="537"/>
                </a:cubicBezTo>
                <a:cubicBezTo>
                  <a:pt x="15486" y="522"/>
                  <a:pt x="15449" y="515"/>
                  <a:pt x="15410" y="515"/>
                </a:cubicBezTo>
                <a:lnTo>
                  <a:pt x="910" y="515"/>
                </a:lnTo>
                <a:cubicBezTo>
                  <a:pt x="871" y="515"/>
                  <a:pt x="834" y="522"/>
                  <a:pt x="799" y="537"/>
                </a:cubicBezTo>
                <a:cubicBezTo>
                  <a:pt x="763" y="552"/>
                  <a:pt x="731" y="573"/>
                  <a:pt x="704" y="600"/>
                </a:cubicBezTo>
                <a:cubicBezTo>
                  <a:pt x="677" y="628"/>
                  <a:pt x="656" y="659"/>
                  <a:pt x="641" y="695"/>
                </a:cubicBezTo>
                <a:cubicBezTo>
                  <a:pt x="626" y="730"/>
                  <a:pt x="619" y="767"/>
                  <a:pt x="619" y="806"/>
                </a:cubicBezTo>
                <a:moveTo>
                  <a:pt x="0" y="0"/>
                </a:moveTo>
                <a:lnTo>
                  <a:pt x="16316" y="0"/>
                </a:lnTo>
                <a:lnTo>
                  <a:pt x="16316" y="6351"/>
                </a:lnTo>
                <a:lnTo>
                  <a:pt x="0" y="6351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832" name=""/>
          <p:cNvSpPr/>
          <p:nvPr/>
        </p:nvSpPr>
        <p:spPr>
          <a:xfrm>
            <a:off x="6176880" y="2957400"/>
            <a:ext cx="5438880" cy="1848240"/>
          </a:xfrm>
          <a:custGeom>
            <a:avLst/>
            <a:gdLst/>
            <a:ahLst/>
            <a:rect l="0" t="0" r="r" b="b"/>
            <a:pathLst>
              <a:path w="15108" h="5134">
                <a:moveTo>
                  <a:pt x="0" y="4829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9" y="225"/>
                  <a:pt x="15" y="206"/>
                  <a:pt x="23" y="188"/>
                </a:cubicBezTo>
                <a:cubicBezTo>
                  <a:pt x="31" y="169"/>
                  <a:pt x="40" y="152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5"/>
                  <a:pt x="225" y="10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14804" y="0"/>
                </a:lnTo>
                <a:cubicBezTo>
                  <a:pt x="14824" y="0"/>
                  <a:pt x="14844" y="2"/>
                  <a:pt x="14864" y="6"/>
                </a:cubicBezTo>
                <a:cubicBezTo>
                  <a:pt x="14883" y="10"/>
                  <a:pt x="14902" y="15"/>
                  <a:pt x="14921" y="23"/>
                </a:cubicBezTo>
                <a:cubicBezTo>
                  <a:pt x="14939" y="31"/>
                  <a:pt x="14957" y="40"/>
                  <a:pt x="14973" y="51"/>
                </a:cubicBezTo>
                <a:cubicBezTo>
                  <a:pt x="14990" y="62"/>
                  <a:pt x="15005" y="75"/>
                  <a:pt x="15019" y="89"/>
                </a:cubicBezTo>
                <a:cubicBezTo>
                  <a:pt x="15033" y="103"/>
                  <a:pt x="15046" y="118"/>
                  <a:pt x="15057" y="135"/>
                </a:cubicBezTo>
                <a:cubicBezTo>
                  <a:pt x="15068" y="152"/>
                  <a:pt x="15078" y="169"/>
                  <a:pt x="15085" y="188"/>
                </a:cubicBezTo>
                <a:cubicBezTo>
                  <a:pt x="15093" y="206"/>
                  <a:pt x="15099" y="225"/>
                  <a:pt x="15103" y="245"/>
                </a:cubicBezTo>
                <a:cubicBezTo>
                  <a:pt x="15106" y="264"/>
                  <a:pt x="15108" y="284"/>
                  <a:pt x="15108" y="304"/>
                </a:cubicBezTo>
                <a:lnTo>
                  <a:pt x="15108" y="4829"/>
                </a:lnTo>
                <a:cubicBezTo>
                  <a:pt x="15108" y="4849"/>
                  <a:pt x="15106" y="4869"/>
                  <a:pt x="15103" y="4889"/>
                </a:cubicBezTo>
                <a:cubicBezTo>
                  <a:pt x="15099" y="4908"/>
                  <a:pt x="15093" y="4927"/>
                  <a:pt x="15085" y="4946"/>
                </a:cubicBezTo>
                <a:cubicBezTo>
                  <a:pt x="15078" y="4964"/>
                  <a:pt x="15068" y="4982"/>
                  <a:pt x="15057" y="4998"/>
                </a:cubicBezTo>
                <a:cubicBezTo>
                  <a:pt x="15046" y="5015"/>
                  <a:pt x="15033" y="5030"/>
                  <a:pt x="15019" y="5045"/>
                </a:cubicBezTo>
                <a:cubicBezTo>
                  <a:pt x="15005" y="5059"/>
                  <a:pt x="14990" y="5071"/>
                  <a:pt x="14973" y="5082"/>
                </a:cubicBezTo>
                <a:cubicBezTo>
                  <a:pt x="14957" y="5094"/>
                  <a:pt x="14939" y="5103"/>
                  <a:pt x="14921" y="5111"/>
                </a:cubicBezTo>
                <a:cubicBezTo>
                  <a:pt x="14902" y="5118"/>
                  <a:pt x="14883" y="5124"/>
                  <a:pt x="14864" y="5128"/>
                </a:cubicBezTo>
                <a:cubicBezTo>
                  <a:pt x="14844" y="5132"/>
                  <a:pt x="14824" y="5134"/>
                  <a:pt x="14804" y="5134"/>
                </a:cubicBezTo>
                <a:lnTo>
                  <a:pt x="304" y="5134"/>
                </a:lnTo>
                <a:cubicBezTo>
                  <a:pt x="284" y="5134"/>
                  <a:pt x="264" y="5132"/>
                  <a:pt x="245" y="5128"/>
                </a:cubicBezTo>
                <a:cubicBezTo>
                  <a:pt x="225" y="5124"/>
                  <a:pt x="206" y="5118"/>
                  <a:pt x="188" y="5111"/>
                </a:cubicBezTo>
                <a:cubicBezTo>
                  <a:pt x="169" y="5103"/>
                  <a:pt x="152" y="5094"/>
                  <a:pt x="135" y="5082"/>
                </a:cubicBezTo>
                <a:cubicBezTo>
                  <a:pt x="118" y="5071"/>
                  <a:pt x="103" y="5059"/>
                  <a:pt x="89" y="5045"/>
                </a:cubicBezTo>
                <a:cubicBezTo>
                  <a:pt x="75" y="5030"/>
                  <a:pt x="62" y="5015"/>
                  <a:pt x="51" y="4998"/>
                </a:cubicBezTo>
                <a:cubicBezTo>
                  <a:pt x="40" y="4982"/>
                  <a:pt x="31" y="4964"/>
                  <a:pt x="23" y="4946"/>
                </a:cubicBezTo>
                <a:cubicBezTo>
                  <a:pt x="15" y="4927"/>
                  <a:pt x="9" y="4908"/>
                  <a:pt x="6" y="4889"/>
                </a:cubicBezTo>
                <a:cubicBezTo>
                  <a:pt x="2" y="4869"/>
                  <a:pt x="0" y="4849"/>
                  <a:pt x="0" y="4829"/>
                </a:cubicBezTo>
                <a:close/>
              </a:path>
            </a:pathLst>
          </a:custGeom>
          <a:solidFill>
            <a:srgbClr val="2D2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833" name=""/>
          <p:cNvSpPr/>
          <p:nvPr/>
        </p:nvSpPr>
        <p:spPr>
          <a:xfrm>
            <a:off x="6176880" y="2957400"/>
            <a:ext cx="5438880" cy="1848240"/>
          </a:xfrm>
          <a:custGeom>
            <a:avLst/>
            <a:gdLst/>
            <a:ahLst/>
            <a:rect l="0" t="0" r="r" b="b"/>
            <a:pathLst>
              <a:path w="15108" h="5134">
                <a:moveTo>
                  <a:pt x="0" y="4829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9" y="225"/>
                  <a:pt x="15" y="206"/>
                  <a:pt x="23" y="188"/>
                </a:cubicBezTo>
                <a:cubicBezTo>
                  <a:pt x="31" y="169"/>
                  <a:pt x="40" y="152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5"/>
                  <a:pt x="225" y="10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14804" y="0"/>
                </a:lnTo>
                <a:cubicBezTo>
                  <a:pt x="14824" y="0"/>
                  <a:pt x="14844" y="2"/>
                  <a:pt x="14864" y="6"/>
                </a:cubicBezTo>
                <a:cubicBezTo>
                  <a:pt x="14883" y="10"/>
                  <a:pt x="14902" y="15"/>
                  <a:pt x="14921" y="23"/>
                </a:cubicBezTo>
                <a:cubicBezTo>
                  <a:pt x="14939" y="31"/>
                  <a:pt x="14957" y="40"/>
                  <a:pt x="14973" y="51"/>
                </a:cubicBezTo>
                <a:cubicBezTo>
                  <a:pt x="14990" y="62"/>
                  <a:pt x="15005" y="75"/>
                  <a:pt x="15019" y="89"/>
                </a:cubicBezTo>
                <a:cubicBezTo>
                  <a:pt x="15033" y="103"/>
                  <a:pt x="15046" y="118"/>
                  <a:pt x="15057" y="135"/>
                </a:cubicBezTo>
                <a:cubicBezTo>
                  <a:pt x="15068" y="152"/>
                  <a:pt x="15078" y="169"/>
                  <a:pt x="15085" y="188"/>
                </a:cubicBezTo>
                <a:cubicBezTo>
                  <a:pt x="15093" y="206"/>
                  <a:pt x="15099" y="225"/>
                  <a:pt x="15103" y="245"/>
                </a:cubicBezTo>
                <a:cubicBezTo>
                  <a:pt x="15106" y="264"/>
                  <a:pt x="15108" y="284"/>
                  <a:pt x="15108" y="304"/>
                </a:cubicBezTo>
                <a:lnTo>
                  <a:pt x="15108" y="4829"/>
                </a:lnTo>
                <a:cubicBezTo>
                  <a:pt x="15108" y="4849"/>
                  <a:pt x="15106" y="4869"/>
                  <a:pt x="15103" y="4889"/>
                </a:cubicBezTo>
                <a:cubicBezTo>
                  <a:pt x="15099" y="4908"/>
                  <a:pt x="15093" y="4927"/>
                  <a:pt x="15085" y="4946"/>
                </a:cubicBezTo>
                <a:cubicBezTo>
                  <a:pt x="15078" y="4964"/>
                  <a:pt x="15068" y="4982"/>
                  <a:pt x="15057" y="4998"/>
                </a:cubicBezTo>
                <a:cubicBezTo>
                  <a:pt x="15046" y="5015"/>
                  <a:pt x="15033" y="5030"/>
                  <a:pt x="15019" y="5045"/>
                </a:cubicBezTo>
                <a:cubicBezTo>
                  <a:pt x="15005" y="5059"/>
                  <a:pt x="14990" y="5071"/>
                  <a:pt x="14973" y="5082"/>
                </a:cubicBezTo>
                <a:cubicBezTo>
                  <a:pt x="14957" y="5094"/>
                  <a:pt x="14939" y="5103"/>
                  <a:pt x="14921" y="5111"/>
                </a:cubicBezTo>
                <a:cubicBezTo>
                  <a:pt x="14902" y="5118"/>
                  <a:pt x="14883" y="5124"/>
                  <a:pt x="14864" y="5128"/>
                </a:cubicBezTo>
                <a:cubicBezTo>
                  <a:pt x="14844" y="5132"/>
                  <a:pt x="14824" y="5134"/>
                  <a:pt x="14804" y="5134"/>
                </a:cubicBezTo>
                <a:lnTo>
                  <a:pt x="304" y="5134"/>
                </a:lnTo>
                <a:cubicBezTo>
                  <a:pt x="284" y="5134"/>
                  <a:pt x="264" y="5132"/>
                  <a:pt x="245" y="5128"/>
                </a:cubicBezTo>
                <a:cubicBezTo>
                  <a:pt x="225" y="5124"/>
                  <a:pt x="206" y="5118"/>
                  <a:pt x="188" y="5111"/>
                </a:cubicBezTo>
                <a:cubicBezTo>
                  <a:pt x="169" y="5103"/>
                  <a:pt x="152" y="5094"/>
                  <a:pt x="135" y="5082"/>
                </a:cubicBezTo>
                <a:cubicBezTo>
                  <a:pt x="118" y="5071"/>
                  <a:pt x="103" y="5059"/>
                  <a:pt x="89" y="5045"/>
                </a:cubicBezTo>
                <a:cubicBezTo>
                  <a:pt x="75" y="5030"/>
                  <a:pt x="62" y="5015"/>
                  <a:pt x="51" y="4998"/>
                </a:cubicBezTo>
                <a:cubicBezTo>
                  <a:pt x="40" y="4982"/>
                  <a:pt x="31" y="4964"/>
                  <a:pt x="23" y="4946"/>
                </a:cubicBezTo>
                <a:cubicBezTo>
                  <a:pt x="15" y="4927"/>
                  <a:pt x="9" y="4908"/>
                  <a:pt x="6" y="4889"/>
                </a:cubicBezTo>
                <a:cubicBezTo>
                  <a:pt x="2" y="4869"/>
                  <a:pt x="0" y="4849"/>
                  <a:pt x="0" y="482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4" name=""/>
          <p:cNvSpPr/>
          <p:nvPr/>
        </p:nvSpPr>
        <p:spPr>
          <a:xfrm>
            <a:off x="6217200" y="1992240"/>
            <a:ext cx="271800" cy="302040"/>
          </a:xfrm>
          <a:custGeom>
            <a:avLst/>
            <a:gdLst/>
            <a:ahLst/>
            <a:rect l="0" t="0" r="r" b="b"/>
            <a:pathLst>
              <a:path w="755" h="839">
                <a:moveTo>
                  <a:pt x="168" y="839"/>
                </a:moveTo>
                <a:lnTo>
                  <a:pt x="0" y="670"/>
                </a:lnTo>
                <a:lnTo>
                  <a:pt x="168" y="502"/>
                </a:lnTo>
                <a:lnTo>
                  <a:pt x="212" y="548"/>
                </a:lnTo>
                <a:lnTo>
                  <a:pt x="122" y="639"/>
                </a:lnTo>
                <a:lnTo>
                  <a:pt x="609" y="639"/>
                </a:lnTo>
                <a:lnTo>
                  <a:pt x="609" y="471"/>
                </a:lnTo>
                <a:lnTo>
                  <a:pt x="671" y="471"/>
                </a:lnTo>
                <a:lnTo>
                  <a:pt x="671" y="701"/>
                </a:lnTo>
                <a:lnTo>
                  <a:pt x="122" y="701"/>
                </a:lnTo>
                <a:lnTo>
                  <a:pt x="212" y="792"/>
                </a:lnTo>
                <a:lnTo>
                  <a:pt x="168" y="839"/>
                </a:lnTo>
                <a:moveTo>
                  <a:pt x="84" y="366"/>
                </a:moveTo>
                <a:lnTo>
                  <a:pt x="84" y="136"/>
                </a:lnTo>
                <a:lnTo>
                  <a:pt x="634" y="136"/>
                </a:lnTo>
                <a:lnTo>
                  <a:pt x="544" y="46"/>
                </a:lnTo>
                <a:lnTo>
                  <a:pt x="588" y="0"/>
                </a:lnTo>
                <a:lnTo>
                  <a:pt x="755" y="167"/>
                </a:lnTo>
                <a:lnTo>
                  <a:pt x="588" y="335"/>
                </a:lnTo>
                <a:lnTo>
                  <a:pt x="544" y="289"/>
                </a:lnTo>
                <a:lnTo>
                  <a:pt x="634" y="199"/>
                </a:lnTo>
                <a:lnTo>
                  <a:pt x="147" y="199"/>
                </a:lnTo>
                <a:lnTo>
                  <a:pt x="147" y="366"/>
                </a:lnTo>
                <a:lnTo>
                  <a:pt x="84" y="366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5" name=""/>
          <p:cNvSpPr txBox="1"/>
          <p:nvPr/>
        </p:nvSpPr>
        <p:spPr>
          <a:xfrm>
            <a:off x="2448360" y="547956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6534000" y="2151720"/>
            <a:ext cx="25405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Workflows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（ワークフロー）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7" name=""/>
          <p:cNvSpPr/>
          <p:nvPr/>
        </p:nvSpPr>
        <p:spPr>
          <a:xfrm>
            <a:off x="8915040" y="2523960"/>
            <a:ext cx="562680" cy="257400"/>
          </a:xfrm>
          <a:custGeom>
            <a:avLst/>
            <a:gdLst/>
            <a:ahLst/>
            <a:rect l="0" t="0" r="r" b="b"/>
            <a:pathLst>
              <a:path w="1563" h="715">
                <a:moveTo>
                  <a:pt x="0" y="557"/>
                </a:moveTo>
                <a:lnTo>
                  <a:pt x="0" y="159"/>
                </a:lnTo>
                <a:cubicBezTo>
                  <a:pt x="0" y="148"/>
                  <a:pt x="2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8"/>
                  <a:pt x="21" y="79"/>
                  <a:pt x="27" y="71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1404" y="0"/>
                </a:lnTo>
                <a:cubicBezTo>
                  <a:pt x="1414" y="0"/>
                  <a:pt x="1425" y="1"/>
                  <a:pt x="1435" y="3"/>
                </a:cubicBezTo>
                <a:cubicBezTo>
                  <a:pt x="1445" y="5"/>
                  <a:pt x="1455" y="8"/>
                  <a:pt x="1465" y="12"/>
                </a:cubicBezTo>
                <a:cubicBezTo>
                  <a:pt x="1474" y="16"/>
                  <a:pt x="1483" y="21"/>
                  <a:pt x="1492" y="27"/>
                </a:cubicBezTo>
                <a:cubicBezTo>
                  <a:pt x="1501" y="33"/>
                  <a:pt x="1509" y="39"/>
                  <a:pt x="1516" y="46"/>
                </a:cubicBezTo>
                <a:cubicBezTo>
                  <a:pt x="1523" y="54"/>
                  <a:pt x="1530" y="62"/>
                  <a:pt x="1536" y="71"/>
                </a:cubicBezTo>
                <a:cubicBezTo>
                  <a:pt x="1542" y="79"/>
                  <a:pt x="1546" y="88"/>
                  <a:pt x="1550" y="98"/>
                </a:cubicBezTo>
                <a:cubicBezTo>
                  <a:pt x="1554" y="108"/>
                  <a:pt x="1557" y="118"/>
                  <a:pt x="1559" y="128"/>
                </a:cubicBezTo>
                <a:cubicBezTo>
                  <a:pt x="1562" y="138"/>
                  <a:pt x="1563" y="148"/>
                  <a:pt x="1563" y="159"/>
                </a:cubicBezTo>
                <a:lnTo>
                  <a:pt x="1563" y="557"/>
                </a:lnTo>
                <a:cubicBezTo>
                  <a:pt x="1563" y="567"/>
                  <a:pt x="1562" y="577"/>
                  <a:pt x="1559" y="588"/>
                </a:cubicBezTo>
                <a:cubicBezTo>
                  <a:pt x="1557" y="598"/>
                  <a:pt x="1554" y="608"/>
                  <a:pt x="1550" y="617"/>
                </a:cubicBezTo>
                <a:cubicBezTo>
                  <a:pt x="1546" y="627"/>
                  <a:pt x="1542" y="636"/>
                  <a:pt x="1536" y="645"/>
                </a:cubicBezTo>
                <a:cubicBezTo>
                  <a:pt x="1530" y="653"/>
                  <a:pt x="1523" y="661"/>
                  <a:pt x="1516" y="669"/>
                </a:cubicBezTo>
                <a:cubicBezTo>
                  <a:pt x="1509" y="676"/>
                  <a:pt x="1501" y="683"/>
                  <a:pt x="1492" y="689"/>
                </a:cubicBezTo>
                <a:cubicBezTo>
                  <a:pt x="1483" y="694"/>
                  <a:pt x="1474" y="699"/>
                  <a:pt x="1465" y="703"/>
                </a:cubicBezTo>
                <a:cubicBezTo>
                  <a:pt x="1455" y="707"/>
                  <a:pt x="1445" y="710"/>
                  <a:pt x="1435" y="712"/>
                </a:cubicBezTo>
                <a:cubicBezTo>
                  <a:pt x="1425" y="714"/>
                  <a:pt x="1414" y="715"/>
                  <a:pt x="1404" y="715"/>
                </a:cubicBezTo>
                <a:lnTo>
                  <a:pt x="159" y="715"/>
                </a:lnTo>
                <a:cubicBezTo>
                  <a:pt x="149" y="715"/>
                  <a:pt x="139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80" y="694"/>
                  <a:pt x="71" y="689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40" y="661"/>
                  <a:pt x="33" y="653"/>
                  <a:pt x="27" y="645"/>
                </a:cubicBezTo>
                <a:cubicBezTo>
                  <a:pt x="21" y="636"/>
                  <a:pt x="17" y="627"/>
                  <a:pt x="13" y="617"/>
                </a:cubicBezTo>
                <a:cubicBezTo>
                  <a:pt x="9" y="608"/>
                  <a:pt x="6" y="598"/>
                  <a:pt x="4" y="588"/>
                </a:cubicBezTo>
                <a:cubicBezTo>
                  <a:pt x="2" y="577"/>
                  <a:pt x="0" y="567"/>
                  <a:pt x="0" y="557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6172200" y="2507760"/>
            <a:ext cx="2743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繰り返しタスクの自動化。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8972640" y="2571840"/>
            <a:ext cx="171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/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9075240" y="256788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5070A0"/>
                </a:solidFill>
                <a:effectLst/>
                <a:uFillTx/>
                <a:latin typeface="Osaka-Mono"/>
                <a:ea typeface="Osaka-Mono"/>
              </a:rPr>
              <a:t>名前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9475560" y="2507760"/>
            <a:ext cx="16768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で実行します。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6353280" y="3140280"/>
            <a:ext cx="25614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0550AE"/>
                </a:solidFill>
                <a:effectLst/>
                <a:uFillTx/>
                <a:latin typeface="JetBrainsMonoRoman"/>
                <a:ea typeface="JetBrainsMonoRoman"/>
              </a:rPr>
              <a:t># .agent/workflows/deploy.md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6353280" y="3359160"/>
            <a:ext cx="2750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---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6353280" y="3587760"/>
            <a:ext cx="11898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0550AE"/>
                </a:solidFill>
                <a:effectLst/>
                <a:uFillTx/>
                <a:latin typeface="JetBrainsMonoRoman"/>
                <a:ea typeface="JetBrainsMonoRoman"/>
              </a:rPr>
              <a:t>description: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7542000" y="3584520"/>
            <a:ext cx="9151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0550AE"/>
                </a:solidFill>
                <a:effectLst/>
                <a:uFillTx/>
                <a:latin typeface="Osaka"/>
                <a:ea typeface="Osaka"/>
              </a:rPr>
              <a:t>デプロイ手順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6353280" y="3807000"/>
            <a:ext cx="2750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0550AE"/>
                </a:solidFill>
                <a:effectLst/>
                <a:uFillTx/>
                <a:latin typeface="JetBrainsMonoRoman"/>
                <a:ea typeface="JetBrainsMonoRoman"/>
              </a:rPr>
              <a:t>##-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6353280" y="4035600"/>
            <a:ext cx="2750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B2300"/>
                </a:solidFill>
                <a:effectLst/>
                <a:uFillTx/>
                <a:latin typeface="JetBrainsMono"/>
                <a:ea typeface="JetBrainsMono"/>
              </a:rPr>
              <a:t>1.</a:t>
            </a:r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6627600" y="4032000"/>
            <a:ext cx="9151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テストを実行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9" name=""/>
          <p:cNvSpPr txBox="1"/>
          <p:nvPr/>
        </p:nvSpPr>
        <p:spPr>
          <a:xfrm>
            <a:off x="6353280" y="4254480"/>
            <a:ext cx="2750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B2300"/>
                </a:solidFill>
                <a:effectLst/>
                <a:uFillTx/>
                <a:latin typeface="JetBrainsMono"/>
                <a:ea typeface="JetBrainsMono"/>
              </a:rPr>
              <a:t>2.</a:t>
            </a:r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6627600" y="4251240"/>
            <a:ext cx="9151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ビルドを実行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6353280" y="4483080"/>
            <a:ext cx="2750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B2300"/>
                </a:solidFill>
                <a:effectLst/>
                <a:uFillTx/>
                <a:latin typeface="JetBrainsMono"/>
                <a:ea typeface="JetBrainsMono"/>
              </a:rPr>
              <a:t>3.</a:t>
            </a:r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2" name=""/>
          <p:cNvSpPr txBox="1"/>
          <p:nvPr/>
        </p:nvSpPr>
        <p:spPr>
          <a:xfrm>
            <a:off x="6627600" y="4479840"/>
            <a:ext cx="167724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デプロイコマンドを実行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3" name=""/>
          <p:cNvSpPr/>
          <p:nvPr/>
        </p:nvSpPr>
        <p:spPr>
          <a:xfrm>
            <a:off x="6743520" y="4991040"/>
            <a:ext cx="838440" cy="257400"/>
          </a:xfrm>
          <a:custGeom>
            <a:avLst/>
            <a:gdLst/>
            <a:ahLst/>
            <a:rect l="0" t="0" r="r" b="b"/>
            <a:pathLst>
              <a:path w="2329" h="715">
                <a:moveTo>
                  <a:pt x="0" y="556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3"/>
                  <a:pt x="39" y="54"/>
                  <a:pt x="46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171" y="0"/>
                </a:lnTo>
                <a:cubicBezTo>
                  <a:pt x="2181" y="0"/>
                  <a:pt x="2191" y="1"/>
                  <a:pt x="2202" y="3"/>
                </a:cubicBezTo>
                <a:cubicBezTo>
                  <a:pt x="2212" y="5"/>
                  <a:pt x="2222" y="8"/>
                  <a:pt x="2231" y="12"/>
                </a:cubicBezTo>
                <a:cubicBezTo>
                  <a:pt x="2241" y="16"/>
                  <a:pt x="2250" y="21"/>
                  <a:pt x="2259" y="26"/>
                </a:cubicBezTo>
                <a:cubicBezTo>
                  <a:pt x="2267" y="32"/>
                  <a:pt x="2275" y="39"/>
                  <a:pt x="2283" y="46"/>
                </a:cubicBezTo>
                <a:cubicBezTo>
                  <a:pt x="2290" y="54"/>
                  <a:pt x="2297" y="63"/>
                  <a:pt x="2303" y="71"/>
                </a:cubicBezTo>
                <a:cubicBezTo>
                  <a:pt x="2308" y="80"/>
                  <a:pt x="2313" y="89"/>
                  <a:pt x="2317" y="99"/>
                </a:cubicBezTo>
                <a:cubicBezTo>
                  <a:pt x="2321" y="108"/>
                  <a:pt x="2324" y="118"/>
                  <a:pt x="2326" y="128"/>
                </a:cubicBezTo>
                <a:cubicBezTo>
                  <a:pt x="2328" y="139"/>
                  <a:pt x="2329" y="149"/>
                  <a:pt x="2329" y="159"/>
                </a:cubicBezTo>
                <a:lnTo>
                  <a:pt x="2329" y="556"/>
                </a:lnTo>
                <a:cubicBezTo>
                  <a:pt x="2329" y="567"/>
                  <a:pt x="2328" y="577"/>
                  <a:pt x="2326" y="587"/>
                </a:cubicBezTo>
                <a:cubicBezTo>
                  <a:pt x="2324" y="597"/>
                  <a:pt x="2321" y="607"/>
                  <a:pt x="2317" y="617"/>
                </a:cubicBezTo>
                <a:cubicBezTo>
                  <a:pt x="2313" y="627"/>
                  <a:pt x="2308" y="636"/>
                  <a:pt x="2303" y="644"/>
                </a:cubicBezTo>
                <a:cubicBezTo>
                  <a:pt x="2297" y="653"/>
                  <a:pt x="2290" y="661"/>
                  <a:pt x="2283" y="669"/>
                </a:cubicBezTo>
                <a:cubicBezTo>
                  <a:pt x="2275" y="676"/>
                  <a:pt x="2267" y="682"/>
                  <a:pt x="2259" y="688"/>
                </a:cubicBezTo>
                <a:cubicBezTo>
                  <a:pt x="2250" y="694"/>
                  <a:pt x="2241" y="699"/>
                  <a:pt x="2231" y="703"/>
                </a:cubicBezTo>
                <a:cubicBezTo>
                  <a:pt x="2222" y="707"/>
                  <a:pt x="2212" y="710"/>
                  <a:pt x="2202" y="712"/>
                </a:cubicBezTo>
                <a:cubicBezTo>
                  <a:pt x="2191" y="714"/>
                  <a:pt x="2181" y="715"/>
                  <a:pt x="2171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8" y="699"/>
                  <a:pt x="79" y="694"/>
                  <a:pt x="71" y="688"/>
                </a:cubicBezTo>
                <a:cubicBezTo>
                  <a:pt x="62" y="682"/>
                  <a:pt x="54" y="676"/>
                  <a:pt x="46" y="669"/>
                </a:cubicBezTo>
                <a:cubicBezTo>
                  <a:pt x="39" y="661"/>
                  <a:pt x="33" y="653"/>
                  <a:pt x="27" y="644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7"/>
                  <a:pt x="5" y="597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6172200" y="4974840"/>
            <a:ext cx="5850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実行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5" name=""/>
          <p:cNvSpPr txBox="1"/>
          <p:nvPr/>
        </p:nvSpPr>
        <p:spPr>
          <a:xfrm>
            <a:off x="6801120" y="5038920"/>
            <a:ext cx="7178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/deploy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6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60" name=""/>
          <p:cNvSpPr/>
          <p:nvPr/>
        </p:nvSpPr>
        <p:spPr>
          <a:xfrm>
            <a:off x="571320" y="1885680"/>
            <a:ext cx="11049480" cy="29160"/>
          </a:xfrm>
          <a:custGeom>
            <a:avLst/>
            <a:gdLst/>
            <a:ahLst/>
            <a:rect l="0" t="0" r="r" b="b"/>
            <a:pathLst>
              <a:path w="30693" h="81">
                <a:moveTo>
                  <a:pt x="0" y="0"/>
                </a:moveTo>
                <a:lnTo>
                  <a:pt x="30693" y="0"/>
                </a:lnTo>
                <a:lnTo>
                  <a:pt x="3069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61" name=""/>
          <p:cNvSpPr/>
          <p:nvPr/>
        </p:nvSpPr>
        <p:spPr>
          <a:xfrm>
            <a:off x="595080" y="4857480"/>
            <a:ext cx="11025720" cy="638640"/>
          </a:xfrm>
          <a:custGeom>
            <a:avLst/>
            <a:gdLst/>
            <a:ahLst/>
            <a:rect l="0" t="0" r="r" b="b"/>
            <a:pathLst>
              <a:path w="30627" h="1774">
                <a:moveTo>
                  <a:pt x="0" y="1561"/>
                </a:moveTo>
                <a:lnTo>
                  <a:pt x="0" y="212"/>
                </a:lnTo>
                <a:cubicBezTo>
                  <a:pt x="0" y="198"/>
                  <a:pt x="1" y="184"/>
                  <a:pt x="3" y="171"/>
                </a:cubicBezTo>
                <a:cubicBezTo>
                  <a:pt x="5" y="157"/>
                  <a:pt x="8" y="144"/>
                  <a:pt x="11" y="131"/>
                </a:cubicBezTo>
                <a:cubicBezTo>
                  <a:pt x="15" y="118"/>
                  <a:pt x="19" y="106"/>
                  <a:pt x="25" y="94"/>
                </a:cubicBezTo>
                <a:cubicBezTo>
                  <a:pt x="30" y="83"/>
                  <a:pt x="36" y="72"/>
                  <a:pt x="43" y="62"/>
                </a:cubicBezTo>
                <a:cubicBezTo>
                  <a:pt x="50" y="52"/>
                  <a:pt x="57" y="44"/>
                  <a:pt x="65" y="36"/>
                </a:cubicBezTo>
                <a:cubicBezTo>
                  <a:pt x="73" y="28"/>
                  <a:pt x="81" y="22"/>
                  <a:pt x="90" y="16"/>
                </a:cubicBezTo>
                <a:cubicBezTo>
                  <a:pt x="99" y="11"/>
                  <a:pt x="108" y="7"/>
                  <a:pt x="117" y="4"/>
                </a:cubicBezTo>
                <a:cubicBezTo>
                  <a:pt x="127" y="2"/>
                  <a:pt x="136" y="0"/>
                  <a:pt x="146" y="0"/>
                </a:cubicBezTo>
                <a:lnTo>
                  <a:pt x="30415" y="0"/>
                </a:lnTo>
                <a:cubicBezTo>
                  <a:pt x="30429" y="0"/>
                  <a:pt x="30443" y="2"/>
                  <a:pt x="30456" y="4"/>
                </a:cubicBezTo>
                <a:cubicBezTo>
                  <a:pt x="30470" y="7"/>
                  <a:pt x="30483" y="11"/>
                  <a:pt x="30496" y="16"/>
                </a:cubicBezTo>
                <a:cubicBezTo>
                  <a:pt x="30509" y="22"/>
                  <a:pt x="30521" y="28"/>
                  <a:pt x="30533" y="36"/>
                </a:cubicBezTo>
                <a:cubicBezTo>
                  <a:pt x="30544" y="44"/>
                  <a:pt x="30555" y="52"/>
                  <a:pt x="30565" y="62"/>
                </a:cubicBezTo>
                <a:cubicBezTo>
                  <a:pt x="30574" y="72"/>
                  <a:pt x="30583" y="83"/>
                  <a:pt x="30591" y="94"/>
                </a:cubicBezTo>
                <a:cubicBezTo>
                  <a:pt x="30599" y="106"/>
                  <a:pt x="30605" y="118"/>
                  <a:pt x="30611" y="131"/>
                </a:cubicBezTo>
                <a:cubicBezTo>
                  <a:pt x="30616" y="144"/>
                  <a:pt x="30620" y="157"/>
                  <a:pt x="30623" y="171"/>
                </a:cubicBezTo>
                <a:cubicBezTo>
                  <a:pt x="30625" y="184"/>
                  <a:pt x="30627" y="198"/>
                  <a:pt x="30627" y="212"/>
                </a:cubicBezTo>
                <a:lnTo>
                  <a:pt x="30627" y="1561"/>
                </a:lnTo>
                <a:cubicBezTo>
                  <a:pt x="30627" y="1576"/>
                  <a:pt x="30625" y="1590"/>
                  <a:pt x="30623" y="1604"/>
                </a:cubicBezTo>
                <a:cubicBezTo>
                  <a:pt x="30620" y="1617"/>
                  <a:pt x="30616" y="1630"/>
                  <a:pt x="30611" y="1643"/>
                </a:cubicBezTo>
                <a:cubicBezTo>
                  <a:pt x="30605" y="1656"/>
                  <a:pt x="30599" y="1668"/>
                  <a:pt x="30591" y="1680"/>
                </a:cubicBezTo>
                <a:cubicBezTo>
                  <a:pt x="30583" y="1691"/>
                  <a:pt x="30574" y="1702"/>
                  <a:pt x="30565" y="1712"/>
                </a:cubicBezTo>
                <a:cubicBezTo>
                  <a:pt x="30555" y="1722"/>
                  <a:pt x="30544" y="1731"/>
                  <a:pt x="30533" y="1738"/>
                </a:cubicBezTo>
                <a:cubicBezTo>
                  <a:pt x="30521" y="1746"/>
                  <a:pt x="30509" y="1753"/>
                  <a:pt x="30496" y="1758"/>
                </a:cubicBezTo>
                <a:cubicBezTo>
                  <a:pt x="30483" y="1763"/>
                  <a:pt x="30470" y="1767"/>
                  <a:pt x="30456" y="1770"/>
                </a:cubicBezTo>
                <a:cubicBezTo>
                  <a:pt x="30443" y="1773"/>
                  <a:pt x="30429" y="1774"/>
                  <a:pt x="30415" y="1774"/>
                </a:cubicBezTo>
                <a:lnTo>
                  <a:pt x="146" y="1774"/>
                </a:lnTo>
                <a:cubicBezTo>
                  <a:pt x="136" y="1774"/>
                  <a:pt x="127" y="1773"/>
                  <a:pt x="117" y="1770"/>
                </a:cubicBezTo>
                <a:cubicBezTo>
                  <a:pt x="108" y="1767"/>
                  <a:pt x="99" y="1763"/>
                  <a:pt x="90" y="1758"/>
                </a:cubicBezTo>
                <a:cubicBezTo>
                  <a:pt x="81" y="1753"/>
                  <a:pt x="73" y="1746"/>
                  <a:pt x="65" y="1738"/>
                </a:cubicBezTo>
                <a:cubicBezTo>
                  <a:pt x="57" y="1731"/>
                  <a:pt x="50" y="1722"/>
                  <a:pt x="43" y="1712"/>
                </a:cubicBezTo>
                <a:cubicBezTo>
                  <a:pt x="36" y="1702"/>
                  <a:pt x="30" y="1691"/>
                  <a:pt x="25" y="1680"/>
                </a:cubicBezTo>
                <a:cubicBezTo>
                  <a:pt x="19" y="1668"/>
                  <a:pt x="15" y="1656"/>
                  <a:pt x="11" y="1643"/>
                </a:cubicBezTo>
                <a:cubicBezTo>
                  <a:pt x="8" y="1630"/>
                  <a:pt x="5" y="1617"/>
                  <a:pt x="3" y="1604"/>
                </a:cubicBezTo>
                <a:cubicBezTo>
                  <a:pt x="1" y="1590"/>
                  <a:pt x="0" y="1576"/>
                  <a:pt x="0" y="1561"/>
                </a:cubicBez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62" name=""/>
          <p:cNvSpPr/>
          <p:nvPr/>
        </p:nvSpPr>
        <p:spPr>
          <a:xfrm>
            <a:off x="571320" y="4857480"/>
            <a:ext cx="76680" cy="638640"/>
          </a:xfrm>
          <a:custGeom>
            <a:avLst/>
            <a:gdLst/>
            <a:ahLst/>
            <a:rect l="0" t="0" r="r" b="b"/>
            <a:pathLst>
              <a:path w="213" h="1774">
                <a:moveTo>
                  <a:pt x="0" y="0"/>
                </a:moveTo>
                <a:lnTo>
                  <a:pt x="213" y="0"/>
                </a:lnTo>
                <a:lnTo>
                  <a:pt x="213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863" name=""/>
          <p:cNvPicPr/>
          <p:nvPr/>
        </p:nvPicPr>
        <p:blipFill>
          <a:blip r:embed="rId1"/>
          <a:stretch/>
        </p:blipFill>
        <p:spPr>
          <a:xfrm>
            <a:off x="571320" y="159084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4" name=""/>
          <p:cNvSpPr/>
          <p:nvPr/>
        </p:nvSpPr>
        <p:spPr>
          <a:xfrm>
            <a:off x="414360" y="1974960"/>
            <a:ext cx="5763960" cy="2957040"/>
          </a:xfrm>
          <a:custGeom>
            <a:avLst/>
            <a:gdLst/>
            <a:ahLst/>
            <a:rect l="0" t="0" r="r" b="b"/>
            <a:pathLst>
              <a:path w="16011" h="8214">
                <a:moveTo>
                  <a:pt x="436" y="678"/>
                </a:moveTo>
                <a:lnTo>
                  <a:pt x="436" y="7373"/>
                </a:lnTo>
                <a:cubicBezTo>
                  <a:pt x="436" y="7415"/>
                  <a:pt x="444" y="7456"/>
                  <a:pt x="460" y="7495"/>
                </a:cubicBezTo>
                <a:cubicBezTo>
                  <a:pt x="476" y="7534"/>
                  <a:pt x="499" y="7568"/>
                  <a:pt x="529" y="7598"/>
                </a:cubicBezTo>
                <a:cubicBezTo>
                  <a:pt x="559" y="7628"/>
                  <a:pt x="593" y="7650"/>
                  <a:pt x="632" y="7667"/>
                </a:cubicBezTo>
                <a:cubicBezTo>
                  <a:pt x="671" y="7683"/>
                  <a:pt x="711" y="7691"/>
                  <a:pt x="753" y="7691"/>
                </a:cubicBezTo>
                <a:lnTo>
                  <a:pt x="15254" y="7691"/>
                </a:lnTo>
                <a:cubicBezTo>
                  <a:pt x="15296" y="7691"/>
                  <a:pt x="15336" y="7683"/>
                  <a:pt x="15375" y="7667"/>
                </a:cubicBezTo>
                <a:cubicBezTo>
                  <a:pt x="15414" y="7650"/>
                  <a:pt x="15448" y="7628"/>
                  <a:pt x="15478" y="7598"/>
                </a:cubicBezTo>
                <a:cubicBezTo>
                  <a:pt x="15508" y="7568"/>
                  <a:pt x="15531" y="7534"/>
                  <a:pt x="15547" y="7495"/>
                </a:cubicBezTo>
                <a:cubicBezTo>
                  <a:pt x="15563" y="7456"/>
                  <a:pt x="15571" y="7415"/>
                  <a:pt x="15571" y="7373"/>
                </a:cubicBezTo>
                <a:lnTo>
                  <a:pt x="15571" y="678"/>
                </a:lnTo>
                <a:cubicBezTo>
                  <a:pt x="15571" y="636"/>
                  <a:pt x="15563" y="596"/>
                  <a:pt x="15547" y="557"/>
                </a:cubicBezTo>
                <a:cubicBezTo>
                  <a:pt x="15531" y="518"/>
                  <a:pt x="15508" y="484"/>
                  <a:pt x="15478" y="454"/>
                </a:cubicBezTo>
                <a:cubicBezTo>
                  <a:pt x="15448" y="424"/>
                  <a:pt x="15414" y="401"/>
                  <a:pt x="15375" y="385"/>
                </a:cubicBezTo>
                <a:cubicBezTo>
                  <a:pt x="15336" y="369"/>
                  <a:pt x="15296" y="361"/>
                  <a:pt x="15254" y="361"/>
                </a:cubicBezTo>
                <a:lnTo>
                  <a:pt x="753" y="361"/>
                </a:lnTo>
                <a:cubicBezTo>
                  <a:pt x="711" y="361"/>
                  <a:pt x="671" y="369"/>
                  <a:pt x="632" y="385"/>
                </a:cubicBezTo>
                <a:cubicBezTo>
                  <a:pt x="593" y="401"/>
                  <a:pt x="559" y="424"/>
                  <a:pt x="529" y="454"/>
                </a:cubicBezTo>
                <a:cubicBezTo>
                  <a:pt x="499" y="484"/>
                  <a:pt x="476" y="518"/>
                  <a:pt x="460" y="557"/>
                </a:cubicBezTo>
                <a:cubicBezTo>
                  <a:pt x="444" y="596"/>
                  <a:pt x="436" y="636"/>
                  <a:pt x="436" y="678"/>
                </a:cubicBezTo>
                <a:moveTo>
                  <a:pt x="0" y="0"/>
                </a:moveTo>
                <a:lnTo>
                  <a:pt x="16011" y="0"/>
                </a:lnTo>
                <a:lnTo>
                  <a:pt x="16011" y="8214"/>
                </a:lnTo>
                <a:lnTo>
                  <a:pt x="0" y="8214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865" name=""/>
          <p:cNvSpPr/>
          <p:nvPr/>
        </p:nvSpPr>
        <p:spPr>
          <a:xfrm>
            <a:off x="580680" y="2114280"/>
            <a:ext cx="5429880" cy="2619720"/>
          </a:xfrm>
          <a:custGeom>
            <a:avLst/>
            <a:gdLst/>
            <a:ahLst/>
            <a:rect l="0" t="0" r="r" b="b"/>
            <a:pathLst>
              <a:path w="15083" h="7277">
                <a:moveTo>
                  <a:pt x="0" y="6986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5"/>
                  <a:pt x="50" y="130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6"/>
                </a:cubicBezTo>
                <a:cubicBezTo>
                  <a:pt x="14867" y="10"/>
                  <a:pt x="14885" y="15"/>
                  <a:pt x="14903" y="22"/>
                </a:cubicBezTo>
                <a:cubicBezTo>
                  <a:pt x="14921" y="30"/>
                  <a:pt x="14937" y="39"/>
                  <a:pt x="14953" y="49"/>
                </a:cubicBezTo>
                <a:cubicBezTo>
                  <a:pt x="14969" y="60"/>
                  <a:pt x="14984" y="72"/>
                  <a:pt x="14997" y="85"/>
                </a:cubicBezTo>
                <a:cubicBezTo>
                  <a:pt x="15011" y="99"/>
                  <a:pt x="15023" y="114"/>
                  <a:pt x="15034" y="130"/>
                </a:cubicBezTo>
                <a:cubicBezTo>
                  <a:pt x="15044" y="145"/>
                  <a:pt x="15053" y="162"/>
                  <a:pt x="15061" y="180"/>
                </a:cubicBezTo>
                <a:cubicBezTo>
                  <a:pt x="15068" y="198"/>
                  <a:pt x="15073" y="216"/>
                  <a:pt x="15077" y="235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6986"/>
                </a:lnTo>
                <a:cubicBezTo>
                  <a:pt x="15083" y="7005"/>
                  <a:pt x="15081" y="7024"/>
                  <a:pt x="15077" y="7043"/>
                </a:cubicBezTo>
                <a:cubicBezTo>
                  <a:pt x="15073" y="7062"/>
                  <a:pt x="15068" y="7080"/>
                  <a:pt x="15061" y="7098"/>
                </a:cubicBezTo>
                <a:cubicBezTo>
                  <a:pt x="15053" y="7115"/>
                  <a:pt x="15044" y="7132"/>
                  <a:pt x="15034" y="7148"/>
                </a:cubicBezTo>
                <a:cubicBezTo>
                  <a:pt x="15023" y="7164"/>
                  <a:pt x="15011" y="7179"/>
                  <a:pt x="14997" y="7192"/>
                </a:cubicBezTo>
                <a:cubicBezTo>
                  <a:pt x="14984" y="7206"/>
                  <a:pt x="14969" y="7218"/>
                  <a:pt x="14953" y="7228"/>
                </a:cubicBezTo>
                <a:cubicBezTo>
                  <a:pt x="14937" y="7239"/>
                  <a:pt x="14921" y="7248"/>
                  <a:pt x="14903" y="7255"/>
                </a:cubicBezTo>
                <a:cubicBezTo>
                  <a:pt x="14885" y="7262"/>
                  <a:pt x="14867" y="7268"/>
                  <a:pt x="14848" y="7272"/>
                </a:cubicBezTo>
                <a:cubicBezTo>
                  <a:pt x="14830" y="7275"/>
                  <a:pt x="14811" y="7277"/>
                  <a:pt x="14792" y="7277"/>
                </a:cubicBezTo>
                <a:lnTo>
                  <a:pt x="291" y="7277"/>
                </a:lnTo>
                <a:cubicBezTo>
                  <a:pt x="272" y="7277"/>
                  <a:pt x="253" y="7275"/>
                  <a:pt x="235" y="7272"/>
                </a:cubicBezTo>
                <a:cubicBezTo>
                  <a:pt x="216" y="7268"/>
                  <a:pt x="198" y="7262"/>
                  <a:pt x="180" y="7255"/>
                </a:cubicBezTo>
                <a:cubicBezTo>
                  <a:pt x="162" y="7248"/>
                  <a:pt x="146" y="7239"/>
                  <a:pt x="130" y="7228"/>
                </a:cubicBezTo>
                <a:cubicBezTo>
                  <a:pt x="114" y="7218"/>
                  <a:pt x="99" y="7206"/>
                  <a:pt x="86" y="7192"/>
                </a:cubicBezTo>
                <a:cubicBezTo>
                  <a:pt x="72" y="7179"/>
                  <a:pt x="60" y="7164"/>
                  <a:pt x="50" y="7148"/>
                </a:cubicBezTo>
                <a:cubicBezTo>
                  <a:pt x="39" y="7132"/>
                  <a:pt x="30" y="7115"/>
                  <a:pt x="23" y="7098"/>
                </a:cubicBezTo>
                <a:cubicBezTo>
                  <a:pt x="15" y="7080"/>
                  <a:pt x="10" y="7062"/>
                  <a:pt x="6" y="7043"/>
                </a:cubicBezTo>
                <a:cubicBezTo>
                  <a:pt x="2" y="7024"/>
                  <a:pt x="0" y="7005"/>
                  <a:pt x="0" y="6986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66" name=""/>
          <p:cNvSpPr/>
          <p:nvPr/>
        </p:nvSpPr>
        <p:spPr>
          <a:xfrm>
            <a:off x="580680" y="2114280"/>
            <a:ext cx="5429880" cy="2619720"/>
          </a:xfrm>
          <a:custGeom>
            <a:avLst/>
            <a:gdLst/>
            <a:ahLst/>
            <a:rect l="0" t="0" r="r" b="b"/>
            <a:pathLst>
              <a:path w="15083" h="7277">
                <a:moveTo>
                  <a:pt x="0" y="6986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5"/>
                  <a:pt x="50" y="130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6"/>
                </a:cubicBezTo>
                <a:cubicBezTo>
                  <a:pt x="14867" y="10"/>
                  <a:pt x="14885" y="15"/>
                  <a:pt x="14903" y="22"/>
                </a:cubicBezTo>
                <a:cubicBezTo>
                  <a:pt x="14921" y="30"/>
                  <a:pt x="14937" y="39"/>
                  <a:pt x="14953" y="49"/>
                </a:cubicBezTo>
                <a:cubicBezTo>
                  <a:pt x="14969" y="60"/>
                  <a:pt x="14984" y="72"/>
                  <a:pt x="14997" y="85"/>
                </a:cubicBezTo>
                <a:cubicBezTo>
                  <a:pt x="15011" y="99"/>
                  <a:pt x="15023" y="114"/>
                  <a:pt x="15034" y="130"/>
                </a:cubicBezTo>
                <a:cubicBezTo>
                  <a:pt x="15044" y="145"/>
                  <a:pt x="15053" y="162"/>
                  <a:pt x="15061" y="180"/>
                </a:cubicBezTo>
                <a:cubicBezTo>
                  <a:pt x="15068" y="198"/>
                  <a:pt x="15073" y="216"/>
                  <a:pt x="15077" y="235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6986"/>
                </a:lnTo>
                <a:cubicBezTo>
                  <a:pt x="15083" y="7005"/>
                  <a:pt x="15081" y="7024"/>
                  <a:pt x="15077" y="7043"/>
                </a:cubicBezTo>
                <a:cubicBezTo>
                  <a:pt x="15073" y="7062"/>
                  <a:pt x="15068" y="7080"/>
                  <a:pt x="15061" y="7098"/>
                </a:cubicBezTo>
                <a:cubicBezTo>
                  <a:pt x="15053" y="7115"/>
                  <a:pt x="15044" y="7132"/>
                  <a:pt x="15034" y="7148"/>
                </a:cubicBezTo>
                <a:cubicBezTo>
                  <a:pt x="15023" y="7164"/>
                  <a:pt x="15011" y="7179"/>
                  <a:pt x="14997" y="7192"/>
                </a:cubicBezTo>
                <a:cubicBezTo>
                  <a:pt x="14984" y="7206"/>
                  <a:pt x="14969" y="7218"/>
                  <a:pt x="14953" y="7228"/>
                </a:cubicBezTo>
                <a:cubicBezTo>
                  <a:pt x="14937" y="7239"/>
                  <a:pt x="14921" y="7248"/>
                  <a:pt x="14903" y="7255"/>
                </a:cubicBezTo>
                <a:cubicBezTo>
                  <a:pt x="14885" y="7262"/>
                  <a:pt x="14867" y="7268"/>
                  <a:pt x="14848" y="7272"/>
                </a:cubicBezTo>
                <a:cubicBezTo>
                  <a:pt x="14830" y="7275"/>
                  <a:pt x="14811" y="7277"/>
                  <a:pt x="14792" y="7277"/>
                </a:cubicBezTo>
                <a:lnTo>
                  <a:pt x="291" y="7277"/>
                </a:lnTo>
                <a:cubicBezTo>
                  <a:pt x="272" y="7277"/>
                  <a:pt x="253" y="7275"/>
                  <a:pt x="235" y="7272"/>
                </a:cubicBezTo>
                <a:cubicBezTo>
                  <a:pt x="216" y="7268"/>
                  <a:pt x="198" y="7262"/>
                  <a:pt x="180" y="7255"/>
                </a:cubicBezTo>
                <a:cubicBezTo>
                  <a:pt x="162" y="7248"/>
                  <a:pt x="146" y="7239"/>
                  <a:pt x="130" y="7228"/>
                </a:cubicBezTo>
                <a:cubicBezTo>
                  <a:pt x="114" y="7218"/>
                  <a:pt x="99" y="7206"/>
                  <a:pt x="86" y="7192"/>
                </a:cubicBezTo>
                <a:cubicBezTo>
                  <a:pt x="72" y="7179"/>
                  <a:pt x="60" y="7164"/>
                  <a:pt x="50" y="7148"/>
                </a:cubicBezTo>
                <a:cubicBezTo>
                  <a:pt x="39" y="7132"/>
                  <a:pt x="30" y="7115"/>
                  <a:pt x="23" y="7098"/>
                </a:cubicBezTo>
                <a:cubicBezTo>
                  <a:pt x="15" y="7080"/>
                  <a:pt x="10" y="7062"/>
                  <a:pt x="6" y="7043"/>
                </a:cubicBezTo>
                <a:cubicBezTo>
                  <a:pt x="2" y="7024"/>
                  <a:pt x="0" y="7005"/>
                  <a:pt x="0" y="6986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867" name=""/>
          <p:cNvPicPr/>
          <p:nvPr/>
        </p:nvPicPr>
        <p:blipFill>
          <a:blip r:embed="rId2"/>
          <a:stretch/>
        </p:blipFill>
        <p:spPr>
          <a:xfrm>
            <a:off x="762120" y="253368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8" name=""/>
          <p:cNvSpPr txBox="1"/>
          <p:nvPr/>
        </p:nvSpPr>
        <p:spPr>
          <a:xfrm>
            <a:off x="723960" y="1415520"/>
            <a:ext cx="395424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Tips: Rules 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の使い分け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69" name=""/>
          <p:cNvSpPr txBox="1"/>
          <p:nvPr/>
        </p:nvSpPr>
        <p:spPr>
          <a:xfrm>
            <a:off x="914400" y="2513520"/>
            <a:ext cx="21704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Global Rules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（全共通）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0" name=""/>
          <p:cNvSpPr/>
          <p:nvPr/>
        </p:nvSpPr>
        <p:spPr>
          <a:xfrm>
            <a:off x="752400" y="34668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3" y="216"/>
                  <a:pt x="180" y="224"/>
                  <a:pt x="164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3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5"/>
                </a:cubicBezTo>
                <a:cubicBezTo>
                  <a:pt x="15" y="60"/>
                  <a:pt x="23" y="47"/>
                  <a:pt x="35" y="36"/>
                </a:cubicBezTo>
                <a:cubicBezTo>
                  <a:pt x="46" y="25"/>
                  <a:pt x="59" y="16"/>
                  <a:pt x="73" y="10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4" y="10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5" y="47"/>
                  <a:pt x="224" y="60"/>
                  <a:pt x="230" y="75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762120" y="2869560"/>
            <a:ext cx="5029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すべてのプロジェクトに適用したい基本ルール。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2" name=""/>
          <p:cNvSpPr/>
          <p:nvPr/>
        </p:nvSpPr>
        <p:spPr>
          <a:xfrm>
            <a:off x="752400" y="38955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4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3" y="47"/>
                  <a:pt x="35" y="36"/>
                </a:cubicBezTo>
                <a:cubicBezTo>
                  <a:pt x="46" y="25"/>
                  <a:pt x="59" y="16"/>
                  <a:pt x="73" y="10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4" y="10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3" name=""/>
          <p:cNvSpPr txBox="1"/>
          <p:nvPr/>
        </p:nvSpPr>
        <p:spPr>
          <a:xfrm>
            <a:off x="990720" y="3384000"/>
            <a:ext cx="37854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言語設定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: 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「常に日本語で応答して」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4" name=""/>
          <p:cNvSpPr txBox="1"/>
          <p:nvPr/>
        </p:nvSpPr>
        <p:spPr>
          <a:xfrm>
            <a:off x="990720" y="3812760"/>
            <a:ext cx="44712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基本姿勢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: 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「コードにはコメントを入れて」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5" name=""/>
          <p:cNvSpPr/>
          <p:nvPr/>
        </p:nvSpPr>
        <p:spPr>
          <a:xfrm>
            <a:off x="1095120" y="4162320"/>
            <a:ext cx="3305520" cy="257400"/>
          </a:xfrm>
          <a:custGeom>
            <a:avLst/>
            <a:gdLst/>
            <a:ahLst/>
            <a:rect l="0" t="0" r="r" b="b"/>
            <a:pathLst>
              <a:path w="9182" h="715">
                <a:moveTo>
                  <a:pt x="0" y="55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9023" y="0"/>
                </a:lnTo>
                <a:cubicBezTo>
                  <a:pt x="9034" y="0"/>
                  <a:pt x="9044" y="1"/>
                  <a:pt x="9054" y="3"/>
                </a:cubicBezTo>
                <a:cubicBezTo>
                  <a:pt x="9065" y="5"/>
                  <a:pt x="9075" y="8"/>
                  <a:pt x="9084" y="12"/>
                </a:cubicBezTo>
                <a:cubicBezTo>
                  <a:pt x="9094" y="16"/>
                  <a:pt x="9103" y="21"/>
                  <a:pt x="9112" y="27"/>
                </a:cubicBezTo>
                <a:cubicBezTo>
                  <a:pt x="9120" y="32"/>
                  <a:pt x="9128" y="39"/>
                  <a:pt x="9136" y="46"/>
                </a:cubicBezTo>
                <a:cubicBezTo>
                  <a:pt x="9143" y="54"/>
                  <a:pt x="9150" y="62"/>
                  <a:pt x="9155" y="70"/>
                </a:cubicBezTo>
                <a:cubicBezTo>
                  <a:pt x="9161" y="79"/>
                  <a:pt x="9166" y="88"/>
                  <a:pt x="9170" y="98"/>
                </a:cubicBezTo>
                <a:cubicBezTo>
                  <a:pt x="9174" y="107"/>
                  <a:pt x="9177" y="117"/>
                  <a:pt x="9179" y="128"/>
                </a:cubicBezTo>
                <a:cubicBezTo>
                  <a:pt x="9181" y="138"/>
                  <a:pt x="9182" y="148"/>
                  <a:pt x="9182" y="159"/>
                </a:cubicBezTo>
                <a:lnTo>
                  <a:pt x="9182" y="556"/>
                </a:lnTo>
                <a:cubicBezTo>
                  <a:pt x="9182" y="567"/>
                  <a:pt x="9181" y="577"/>
                  <a:pt x="9179" y="587"/>
                </a:cubicBezTo>
                <a:cubicBezTo>
                  <a:pt x="9177" y="598"/>
                  <a:pt x="9174" y="608"/>
                  <a:pt x="9170" y="617"/>
                </a:cubicBezTo>
                <a:cubicBezTo>
                  <a:pt x="9166" y="627"/>
                  <a:pt x="9161" y="636"/>
                  <a:pt x="9155" y="645"/>
                </a:cubicBezTo>
                <a:cubicBezTo>
                  <a:pt x="9150" y="653"/>
                  <a:pt x="9143" y="661"/>
                  <a:pt x="9136" y="669"/>
                </a:cubicBezTo>
                <a:cubicBezTo>
                  <a:pt x="9128" y="676"/>
                  <a:pt x="9120" y="683"/>
                  <a:pt x="9112" y="688"/>
                </a:cubicBezTo>
                <a:cubicBezTo>
                  <a:pt x="9103" y="694"/>
                  <a:pt x="9094" y="699"/>
                  <a:pt x="9084" y="703"/>
                </a:cubicBezTo>
                <a:cubicBezTo>
                  <a:pt x="9075" y="707"/>
                  <a:pt x="9065" y="710"/>
                  <a:pt x="9054" y="712"/>
                </a:cubicBezTo>
                <a:cubicBezTo>
                  <a:pt x="9044" y="714"/>
                  <a:pt x="9034" y="715"/>
                  <a:pt x="9023" y="715"/>
                </a:cubicBezTo>
                <a:lnTo>
                  <a:pt x="159" y="715"/>
                </a:lnTo>
                <a:cubicBezTo>
                  <a:pt x="149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79" y="694"/>
                  <a:pt x="71" y="688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39" y="661"/>
                  <a:pt x="33" y="653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8"/>
                  <a:pt x="5" y="598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762120" y="4232160"/>
            <a:ext cx="339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設定</a:t>
            </a:r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: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7" name=""/>
          <p:cNvSpPr/>
          <p:nvPr/>
        </p:nvSpPr>
        <p:spPr>
          <a:xfrm>
            <a:off x="6013440" y="1974960"/>
            <a:ext cx="5764320" cy="2957040"/>
          </a:xfrm>
          <a:custGeom>
            <a:avLst/>
            <a:gdLst/>
            <a:ahLst/>
            <a:rect l="0" t="0" r="r" b="b"/>
            <a:pathLst>
              <a:path w="16012" h="8214">
                <a:moveTo>
                  <a:pt x="440" y="678"/>
                </a:moveTo>
                <a:lnTo>
                  <a:pt x="440" y="7373"/>
                </a:lnTo>
                <a:cubicBezTo>
                  <a:pt x="440" y="7415"/>
                  <a:pt x="449" y="7456"/>
                  <a:pt x="465" y="7495"/>
                </a:cubicBezTo>
                <a:cubicBezTo>
                  <a:pt x="481" y="7534"/>
                  <a:pt x="504" y="7568"/>
                  <a:pt x="533" y="7598"/>
                </a:cubicBezTo>
                <a:cubicBezTo>
                  <a:pt x="563" y="7628"/>
                  <a:pt x="598" y="7650"/>
                  <a:pt x="636" y="7667"/>
                </a:cubicBezTo>
                <a:cubicBezTo>
                  <a:pt x="675" y="7683"/>
                  <a:pt x="716" y="7691"/>
                  <a:pt x="758" y="7691"/>
                </a:cubicBezTo>
                <a:lnTo>
                  <a:pt x="15258" y="7691"/>
                </a:lnTo>
                <a:cubicBezTo>
                  <a:pt x="15300" y="7691"/>
                  <a:pt x="15341" y="7683"/>
                  <a:pt x="15380" y="7667"/>
                </a:cubicBezTo>
                <a:cubicBezTo>
                  <a:pt x="15419" y="7650"/>
                  <a:pt x="15453" y="7628"/>
                  <a:pt x="15483" y="7598"/>
                </a:cubicBezTo>
                <a:cubicBezTo>
                  <a:pt x="15512" y="7568"/>
                  <a:pt x="15535" y="7534"/>
                  <a:pt x="15551" y="7495"/>
                </a:cubicBezTo>
                <a:cubicBezTo>
                  <a:pt x="15568" y="7456"/>
                  <a:pt x="15576" y="7415"/>
                  <a:pt x="15576" y="7373"/>
                </a:cubicBezTo>
                <a:lnTo>
                  <a:pt x="15576" y="678"/>
                </a:lnTo>
                <a:cubicBezTo>
                  <a:pt x="15576" y="636"/>
                  <a:pt x="15568" y="596"/>
                  <a:pt x="15551" y="557"/>
                </a:cubicBezTo>
                <a:cubicBezTo>
                  <a:pt x="15535" y="518"/>
                  <a:pt x="15512" y="484"/>
                  <a:pt x="15483" y="454"/>
                </a:cubicBezTo>
                <a:cubicBezTo>
                  <a:pt x="15453" y="424"/>
                  <a:pt x="15419" y="401"/>
                  <a:pt x="15380" y="385"/>
                </a:cubicBezTo>
                <a:cubicBezTo>
                  <a:pt x="15341" y="369"/>
                  <a:pt x="15300" y="361"/>
                  <a:pt x="15258" y="361"/>
                </a:cubicBezTo>
                <a:lnTo>
                  <a:pt x="758" y="361"/>
                </a:lnTo>
                <a:cubicBezTo>
                  <a:pt x="716" y="361"/>
                  <a:pt x="675" y="369"/>
                  <a:pt x="636" y="385"/>
                </a:cubicBezTo>
                <a:cubicBezTo>
                  <a:pt x="598" y="401"/>
                  <a:pt x="563" y="424"/>
                  <a:pt x="533" y="454"/>
                </a:cubicBezTo>
                <a:cubicBezTo>
                  <a:pt x="504" y="484"/>
                  <a:pt x="481" y="518"/>
                  <a:pt x="465" y="557"/>
                </a:cubicBezTo>
                <a:cubicBezTo>
                  <a:pt x="449" y="596"/>
                  <a:pt x="440" y="636"/>
                  <a:pt x="440" y="678"/>
                </a:cubicBezTo>
                <a:moveTo>
                  <a:pt x="0" y="0"/>
                </a:moveTo>
                <a:lnTo>
                  <a:pt x="16012" y="0"/>
                </a:lnTo>
                <a:lnTo>
                  <a:pt x="16012" y="8214"/>
                </a:lnTo>
                <a:lnTo>
                  <a:pt x="0" y="8214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878" name=""/>
          <p:cNvSpPr/>
          <p:nvPr/>
        </p:nvSpPr>
        <p:spPr>
          <a:xfrm>
            <a:off x="6181560" y="2114280"/>
            <a:ext cx="5429520" cy="2619720"/>
          </a:xfrm>
          <a:custGeom>
            <a:avLst/>
            <a:gdLst/>
            <a:ahLst/>
            <a:rect l="0" t="0" r="r" b="b"/>
            <a:pathLst>
              <a:path w="15082" h="7277">
                <a:moveTo>
                  <a:pt x="0" y="6986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2"/>
                  <a:pt x="38" y="145"/>
                  <a:pt x="49" y="130"/>
                </a:cubicBezTo>
                <a:cubicBezTo>
                  <a:pt x="60" y="114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10"/>
                  <a:pt x="14885" y="15"/>
                  <a:pt x="14903" y="22"/>
                </a:cubicBezTo>
                <a:cubicBezTo>
                  <a:pt x="14920" y="30"/>
                  <a:pt x="14937" y="39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4"/>
                  <a:pt x="15033" y="130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8"/>
                  <a:pt x="15073" y="216"/>
                  <a:pt x="15077" y="235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6986"/>
                </a:lnTo>
                <a:cubicBezTo>
                  <a:pt x="15082" y="7005"/>
                  <a:pt x="15080" y="7024"/>
                  <a:pt x="15077" y="7043"/>
                </a:cubicBezTo>
                <a:cubicBezTo>
                  <a:pt x="15073" y="7062"/>
                  <a:pt x="15067" y="7080"/>
                  <a:pt x="15060" y="7098"/>
                </a:cubicBezTo>
                <a:cubicBezTo>
                  <a:pt x="15053" y="7115"/>
                  <a:pt x="15044" y="7132"/>
                  <a:pt x="15033" y="7148"/>
                </a:cubicBezTo>
                <a:cubicBezTo>
                  <a:pt x="15023" y="7164"/>
                  <a:pt x="15010" y="7179"/>
                  <a:pt x="14997" y="7192"/>
                </a:cubicBezTo>
                <a:cubicBezTo>
                  <a:pt x="14983" y="7206"/>
                  <a:pt x="14969" y="7218"/>
                  <a:pt x="14953" y="7228"/>
                </a:cubicBezTo>
                <a:cubicBezTo>
                  <a:pt x="14937" y="7239"/>
                  <a:pt x="14920" y="7248"/>
                  <a:pt x="14903" y="7255"/>
                </a:cubicBezTo>
                <a:cubicBezTo>
                  <a:pt x="14885" y="7262"/>
                  <a:pt x="14867" y="7268"/>
                  <a:pt x="14848" y="7272"/>
                </a:cubicBezTo>
                <a:cubicBezTo>
                  <a:pt x="14829" y="7275"/>
                  <a:pt x="14810" y="7277"/>
                  <a:pt x="14791" y="7277"/>
                </a:cubicBezTo>
                <a:lnTo>
                  <a:pt x="291" y="7277"/>
                </a:lnTo>
                <a:cubicBezTo>
                  <a:pt x="272" y="7277"/>
                  <a:pt x="253" y="7275"/>
                  <a:pt x="234" y="7272"/>
                </a:cubicBezTo>
                <a:cubicBezTo>
                  <a:pt x="215" y="7268"/>
                  <a:pt x="197" y="7262"/>
                  <a:pt x="180" y="7255"/>
                </a:cubicBezTo>
                <a:cubicBezTo>
                  <a:pt x="162" y="7248"/>
                  <a:pt x="145" y="7239"/>
                  <a:pt x="129" y="7228"/>
                </a:cubicBezTo>
                <a:cubicBezTo>
                  <a:pt x="113" y="7218"/>
                  <a:pt x="99" y="7206"/>
                  <a:pt x="85" y="7192"/>
                </a:cubicBezTo>
                <a:cubicBezTo>
                  <a:pt x="72" y="7179"/>
                  <a:pt x="60" y="7164"/>
                  <a:pt x="49" y="7148"/>
                </a:cubicBezTo>
                <a:cubicBezTo>
                  <a:pt x="38" y="7132"/>
                  <a:pt x="29" y="7115"/>
                  <a:pt x="22" y="7098"/>
                </a:cubicBezTo>
                <a:cubicBezTo>
                  <a:pt x="15" y="7080"/>
                  <a:pt x="9" y="7062"/>
                  <a:pt x="6" y="7043"/>
                </a:cubicBezTo>
                <a:cubicBezTo>
                  <a:pt x="2" y="7024"/>
                  <a:pt x="0" y="7005"/>
                  <a:pt x="0" y="6986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9" name=""/>
          <p:cNvSpPr/>
          <p:nvPr/>
        </p:nvSpPr>
        <p:spPr>
          <a:xfrm>
            <a:off x="6181560" y="2114280"/>
            <a:ext cx="5429520" cy="2619720"/>
          </a:xfrm>
          <a:custGeom>
            <a:avLst/>
            <a:gdLst/>
            <a:ahLst/>
            <a:rect l="0" t="0" r="r" b="b"/>
            <a:pathLst>
              <a:path w="15082" h="7277">
                <a:moveTo>
                  <a:pt x="0" y="6986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2"/>
                  <a:pt x="38" y="145"/>
                  <a:pt x="49" y="130"/>
                </a:cubicBezTo>
                <a:cubicBezTo>
                  <a:pt x="60" y="114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10"/>
                  <a:pt x="14885" y="15"/>
                  <a:pt x="14903" y="22"/>
                </a:cubicBezTo>
                <a:cubicBezTo>
                  <a:pt x="14920" y="30"/>
                  <a:pt x="14937" y="39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4"/>
                  <a:pt x="15033" y="130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8"/>
                  <a:pt x="15073" y="216"/>
                  <a:pt x="15077" y="235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6986"/>
                </a:lnTo>
                <a:cubicBezTo>
                  <a:pt x="15082" y="7005"/>
                  <a:pt x="15080" y="7024"/>
                  <a:pt x="15077" y="7043"/>
                </a:cubicBezTo>
                <a:cubicBezTo>
                  <a:pt x="15073" y="7062"/>
                  <a:pt x="15067" y="7080"/>
                  <a:pt x="15060" y="7098"/>
                </a:cubicBezTo>
                <a:cubicBezTo>
                  <a:pt x="15053" y="7115"/>
                  <a:pt x="15044" y="7132"/>
                  <a:pt x="15033" y="7148"/>
                </a:cubicBezTo>
                <a:cubicBezTo>
                  <a:pt x="15023" y="7164"/>
                  <a:pt x="15010" y="7179"/>
                  <a:pt x="14997" y="7192"/>
                </a:cubicBezTo>
                <a:cubicBezTo>
                  <a:pt x="14983" y="7206"/>
                  <a:pt x="14969" y="7218"/>
                  <a:pt x="14953" y="7228"/>
                </a:cubicBezTo>
                <a:cubicBezTo>
                  <a:pt x="14937" y="7239"/>
                  <a:pt x="14920" y="7248"/>
                  <a:pt x="14903" y="7255"/>
                </a:cubicBezTo>
                <a:cubicBezTo>
                  <a:pt x="14885" y="7262"/>
                  <a:pt x="14867" y="7268"/>
                  <a:pt x="14848" y="7272"/>
                </a:cubicBezTo>
                <a:cubicBezTo>
                  <a:pt x="14829" y="7275"/>
                  <a:pt x="14810" y="7277"/>
                  <a:pt x="14791" y="7277"/>
                </a:cubicBezTo>
                <a:lnTo>
                  <a:pt x="291" y="7277"/>
                </a:lnTo>
                <a:cubicBezTo>
                  <a:pt x="272" y="7277"/>
                  <a:pt x="253" y="7275"/>
                  <a:pt x="234" y="7272"/>
                </a:cubicBezTo>
                <a:cubicBezTo>
                  <a:pt x="215" y="7268"/>
                  <a:pt x="197" y="7262"/>
                  <a:pt x="180" y="7255"/>
                </a:cubicBezTo>
                <a:cubicBezTo>
                  <a:pt x="162" y="7248"/>
                  <a:pt x="145" y="7239"/>
                  <a:pt x="129" y="7228"/>
                </a:cubicBezTo>
                <a:cubicBezTo>
                  <a:pt x="113" y="7218"/>
                  <a:pt x="99" y="7206"/>
                  <a:pt x="85" y="7192"/>
                </a:cubicBezTo>
                <a:cubicBezTo>
                  <a:pt x="72" y="7179"/>
                  <a:pt x="60" y="7164"/>
                  <a:pt x="49" y="7148"/>
                </a:cubicBezTo>
                <a:cubicBezTo>
                  <a:pt x="38" y="7132"/>
                  <a:pt x="29" y="7115"/>
                  <a:pt x="22" y="7098"/>
                </a:cubicBezTo>
                <a:cubicBezTo>
                  <a:pt x="15" y="7080"/>
                  <a:pt x="9" y="7062"/>
                  <a:pt x="6" y="7043"/>
                </a:cubicBezTo>
                <a:cubicBezTo>
                  <a:pt x="2" y="7024"/>
                  <a:pt x="0" y="7005"/>
                  <a:pt x="0" y="6986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880" name=""/>
          <p:cNvPicPr/>
          <p:nvPr/>
        </p:nvPicPr>
        <p:blipFill>
          <a:blip r:embed="rId3"/>
          <a:stretch/>
        </p:blipFill>
        <p:spPr>
          <a:xfrm>
            <a:off x="6362640" y="253368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1" name=""/>
          <p:cNvSpPr txBox="1"/>
          <p:nvPr/>
        </p:nvSpPr>
        <p:spPr>
          <a:xfrm>
            <a:off x="1152720" y="4210200"/>
            <a:ext cx="31759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Customizations &gt; Rules &gt; Global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6514920" y="2513520"/>
            <a:ext cx="24037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Workspace Rules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（個別）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3" name=""/>
          <p:cNvSpPr/>
          <p:nvPr/>
        </p:nvSpPr>
        <p:spPr>
          <a:xfrm>
            <a:off x="6352920" y="34668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3"/>
                  <a:pt x="204" y="205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5"/>
                  <a:pt x="59" y="16"/>
                  <a:pt x="74" y="10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6" y="10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6362640" y="2869560"/>
            <a:ext cx="457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プロジェクトや技術スタックごとのルール。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5" name=""/>
          <p:cNvSpPr/>
          <p:nvPr/>
        </p:nvSpPr>
        <p:spPr>
          <a:xfrm>
            <a:off x="6352920" y="38955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5"/>
                  <a:pt x="59" y="16"/>
                  <a:pt x="74" y="10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6" y="10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6591240" y="3384000"/>
            <a:ext cx="34941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技術スタック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: React / Python / Go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7" name=""/>
          <p:cNvSpPr txBox="1"/>
          <p:nvPr/>
        </p:nvSpPr>
        <p:spPr>
          <a:xfrm>
            <a:off x="6591240" y="3812760"/>
            <a:ext cx="35960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命名規則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: camelCase / snake_case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8" name=""/>
          <p:cNvSpPr/>
          <p:nvPr/>
        </p:nvSpPr>
        <p:spPr>
          <a:xfrm>
            <a:off x="6696000" y="4162320"/>
            <a:ext cx="1447920" cy="257400"/>
          </a:xfrm>
          <a:custGeom>
            <a:avLst/>
            <a:gdLst/>
            <a:ahLst/>
            <a:rect l="0" t="0" r="r" b="b"/>
            <a:pathLst>
              <a:path w="4022" h="715">
                <a:moveTo>
                  <a:pt x="0" y="55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3864" y="0"/>
                </a:lnTo>
                <a:cubicBezTo>
                  <a:pt x="3874" y="0"/>
                  <a:pt x="3884" y="1"/>
                  <a:pt x="3895" y="3"/>
                </a:cubicBezTo>
                <a:cubicBezTo>
                  <a:pt x="3905" y="5"/>
                  <a:pt x="3915" y="8"/>
                  <a:pt x="3924" y="12"/>
                </a:cubicBezTo>
                <a:cubicBezTo>
                  <a:pt x="3934" y="16"/>
                  <a:pt x="3943" y="21"/>
                  <a:pt x="3952" y="27"/>
                </a:cubicBezTo>
                <a:cubicBezTo>
                  <a:pt x="3960" y="32"/>
                  <a:pt x="3969" y="39"/>
                  <a:pt x="3976" y="46"/>
                </a:cubicBezTo>
                <a:cubicBezTo>
                  <a:pt x="3983" y="54"/>
                  <a:pt x="3990" y="62"/>
                  <a:pt x="3996" y="70"/>
                </a:cubicBezTo>
                <a:cubicBezTo>
                  <a:pt x="4001" y="79"/>
                  <a:pt x="4006" y="88"/>
                  <a:pt x="4010" y="98"/>
                </a:cubicBezTo>
                <a:cubicBezTo>
                  <a:pt x="4014" y="107"/>
                  <a:pt x="4017" y="117"/>
                  <a:pt x="4019" y="128"/>
                </a:cubicBezTo>
                <a:cubicBezTo>
                  <a:pt x="4021" y="138"/>
                  <a:pt x="4022" y="148"/>
                  <a:pt x="4022" y="159"/>
                </a:cubicBezTo>
                <a:lnTo>
                  <a:pt x="4022" y="556"/>
                </a:lnTo>
                <a:cubicBezTo>
                  <a:pt x="4022" y="567"/>
                  <a:pt x="4021" y="577"/>
                  <a:pt x="4019" y="587"/>
                </a:cubicBezTo>
                <a:cubicBezTo>
                  <a:pt x="4017" y="598"/>
                  <a:pt x="4014" y="608"/>
                  <a:pt x="4010" y="617"/>
                </a:cubicBezTo>
                <a:cubicBezTo>
                  <a:pt x="4006" y="627"/>
                  <a:pt x="4001" y="636"/>
                  <a:pt x="3996" y="645"/>
                </a:cubicBezTo>
                <a:cubicBezTo>
                  <a:pt x="3990" y="653"/>
                  <a:pt x="3983" y="661"/>
                  <a:pt x="3976" y="669"/>
                </a:cubicBezTo>
                <a:cubicBezTo>
                  <a:pt x="3969" y="676"/>
                  <a:pt x="3960" y="683"/>
                  <a:pt x="3952" y="688"/>
                </a:cubicBezTo>
                <a:cubicBezTo>
                  <a:pt x="3943" y="694"/>
                  <a:pt x="3934" y="699"/>
                  <a:pt x="3924" y="703"/>
                </a:cubicBezTo>
                <a:cubicBezTo>
                  <a:pt x="3915" y="707"/>
                  <a:pt x="3905" y="710"/>
                  <a:pt x="3895" y="712"/>
                </a:cubicBezTo>
                <a:cubicBezTo>
                  <a:pt x="3884" y="714"/>
                  <a:pt x="3874" y="715"/>
                  <a:pt x="3864" y="715"/>
                </a:cubicBezTo>
                <a:lnTo>
                  <a:pt x="158" y="715"/>
                </a:lnTo>
                <a:cubicBezTo>
                  <a:pt x="148" y="715"/>
                  <a:pt x="138" y="714"/>
                  <a:pt x="127" y="712"/>
                </a:cubicBezTo>
                <a:cubicBezTo>
                  <a:pt x="117" y="710"/>
                  <a:pt x="107" y="707"/>
                  <a:pt x="98" y="703"/>
                </a:cubicBezTo>
                <a:cubicBezTo>
                  <a:pt x="88" y="699"/>
                  <a:pt x="79" y="694"/>
                  <a:pt x="70" y="688"/>
                </a:cubicBezTo>
                <a:cubicBezTo>
                  <a:pt x="62" y="683"/>
                  <a:pt x="54" y="676"/>
                  <a:pt x="46" y="669"/>
                </a:cubicBezTo>
                <a:cubicBezTo>
                  <a:pt x="39" y="661"/>
                  <a:pt x="32" y="653"/>
                  <a:pt x="26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8"/>
                  <a:pt x="5" y="598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9" name=""/>
          <p:cNvSpPr txBox="1"/>
          <p:nvPr/>
        </p:nvSpPr>
        <p:spPr>
          <a:xfrm>
            <a:off x="6362640" y="4232160"/>
            <a:ext cx="339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設定</a:t>
            </a:r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: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6753600" y="4210200"/>
            <a:ext cx="13323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.agent/rules/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1" name=""/>
          <p:cNvSpPr/>
          <p:nvPr/>
        </p:nvSpPr>
        <p:spPr>
          <a:xfrm>
            <a:off x="8610480" y="4162320"/>
            <a:ext cx="1038600" cy="257400"/>
          </a:xfrm>
          <a:custGeom>
            <a:avLst/>
            <a:gdLst/>
            <a:ahLst/>
            <a:rect l="0" t="0" r="r" b="b"/>
            <a:pathLst>
              <a:path w="2885" h="715">
                <a:moveTo>
                  <a:pt x="0" y="55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726" y="0"/>
                </a:lnTo>
                <a:cubicBezTo>
                  <a:pt x="2736" y="0"/>
                  <a:pt x="2747" y="1"/>
                  <a:pt x="2757" y="3"/>
                </a:cubicBezTo>
                <a:cubicBezTo>
                  <a:pt x="2767" y="5"/>
                  <a:pt x="2777" y="8"/>
                  <a:pt x="2787" y="12"/>
                </a:cubicBezTo>
                <a:cubicBezTo>
                  <a:pt x="2796" y="16"/>
                  <a:pt x="2806" y="21"/>
                  <a:pt x="2814" y="27"/>
                </a:cubicBezTo>
                <a:cubicBezTo>
                  <a:pt x="2823" y="32"/>
                  <a:pt x="2831" y="39"/>
                  <a:pt x="2838" y="46"/>
                </a:cubicBezTo>
                <a:cubicBezTo>
                  <a:pt x="2846" y="54"/>
                  <a:pt x="2852" y="62"/>
                  <a:pt x="2858" y="70"/>
                </a:cubicBezTo>
                <a:cubicBezTo>
                  <a:pt x="2864" y="79"/>
                  <a:pt x="2869" y="88"/>
                  <a:pt x="2873" y="98"/>
                </a:cubicBezTo>
                <a:cubicBezTo>
                  <a:pt x="2877" y="107"/>
                  <a:pt x="2880" y="117"/>
                  <a:pt x="2882" y="128"/>
                </a:cubicBezTo>
                <a:cubicBezTo>
                  <a:pt x="2884" y="138"/>
                  <a:pt x="2885" y="148"/>
                  <a:pt x="2885" y="159"/>
                </a:cubicBezTo>
                <a:lnTo>
                  <a:pt x="2885" y="556"/>
                </a:lnTo>
                <a:cubicBezTo>
                  <a:pt x="2885" y="567"/>
                  <a:pt x="2884" y="577"/>
                  <a:pt x="2882" y="587"/>
                </a:cubicBezTo>
                <a:cubicBezTo>
                  <a:pt x="2880" y="598"/>
                  <a:pt x="2877" y="608"/>
                  <a:pt x="2873" y="617"/>
                </a:cubicBezTo>
                <a:cubicBezTo>
                  <a:pt x="2869" y="627"/>
                  <a:pt x="2864" y="636"/>
                  <a:pt x="2858" y="645"/>
                </a:cubicBezTo>
                <a:cubicBezTo>
                  <a:pt x="2852" y="653"/>
                  <a:pt x="2846" y="661"/>
                  <a:pt x="2838" y="669"/>
                </a:cubicBezTo>
                <a:cubicBezTo>
                  <a:pt x="2831" y="676"/>
                  <a:pt x="2823" y="683"/>
                  <a:pt x="2814" y="688"/>
                </a:cubicBezTo>
                <a:cubicBezTo>
                  <a:pt x="2806" y="694"/>
                  <a:pt x="2796" y="699"/>
                  <a:pt x="2787" y="703"/>
                </a:cubicBezTo>
                <a:cubicBezTo>
                  <a:pt x="2777" y="707"/>
                  <a:pt x="2767" y="710"/>
                  <a:pt x="2757" y="712"/>
                </a:cubicBezTo>
                <a:cubicBezTo>
                  <a:pt x="2747" y="714"/>
                  <a:pt x="2736" y="715"/>
                  <a:pt x="2726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7" y="710"/>
                  <a:pt x="107" y="707"/>
                  <a:pt x="98" y="703"/>
                </a:cubicBezTo>
                <a:cubicBezTo>
                  <a:pt x="88" y="699"/>
                  <a:pt x="79" y="694"/>
                  <a:pt x="70" y="688"/>
                </a:cubicBezTo>
                <a:cubicBezTo>
                  <a:pt x="62" y="683"/>
                  <a:pt x="54" y="676"/>
                  <a:pt x="46" y="669"/>
                </a:cubicBezTo>
                <a:cubicBezTo>
                  <a:pt x="39" y="661"/>
                  <a:pt x="32" y="653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8"/>
                  <a:pt x="5" y="598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2" name=""/>
          <p:cNvSpPr txBox="1"/>
          <p:nvPr/>
        </p:nvSpPr>
        <p:spPr>
          <a:xfrm>
            <a:off x="8147880" y="4232160"/>
            <a:ext cx="48672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 または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3" name=""/>
          <p:cNvSpPr/>
          <p:nvPr/>
        </p:nvSpPr>
        <p:spPr>
          <a:xfrm>
            <a:off x="820080" y="4976640"/>
            <a:ext cx="226800" cy="308160"/>
          </a:xfrm>
          <a:custGeom>
            <a:avLst/>
            <a:gdLst/>
            <a:ahLst/>
            <a:rect l="0" t="0" r="r" b="b"/>
            <a:pathLst>
              <a:path w="630" h="856">
                <a:moveTo>
                  <a:pt x="254" y="832"/>
                </a:moveTo>
                <a:cubicBezTo>
                  <a:pt x="238" y="815"/>
                  <a:pt x="230" y="795"/>
                  <a:pt x="230" y="772"/>
                </a:cubicBezTo>
                <a:lnTo>
                  <a:pt x="399" y="772"/>
                </a:lnTo>
                <a:cubicBezTo>
                  <a:pt x="399" y="795"/>
                  <a:pt x="391" y="815"/>
                  <a:pt x="375" y="832"/>
                </a:cubicBezTo>
                <a:cubicBezTo>
                  <a:pt x="358" y="848"/>
                  <a:pt x="338" y="856"/>
                  <a:pt x="314" y="856"/>
                </a:cubicBezTo>
                <a:cubicBezTo>
                  <a:pt x="291" y="856"/>
                  <a:pt x="271" y="848"/>
                  <a:pt x="254" y="832"/>
                </a:cubicBezTo>
                <a:moveTo>
                  <a:pt x="145" y="707"/>
                </a:moveTo>
                <a:lnTo>
                  <a:pt x="145" y="644"/>
                </a:lnTo>
                <a:lnTo>
                  <a:pt x="484" y="644"/>
                </a:lnTo>
                <a:lnTo>
                  <a:pt x="484" y="707"/>
                </a:lnTo>
                <a:lnTo>
                  <a:pt x="145" y="707"/>
                </a:lnTo>
                <a:moveTo>
                  <a:pt x="150" y="580"/>
                </a:moveTo>
                <a:cubicBezTo>
                  <a:pt x="104" y="550"/>
                  <a:pt x="67" y="512"/>
                  <a:pt x="41" y="467"/>
                </a:cubicBezTo>
                <a:cubicBezTo>
                  <a:pt x="14" y="422"/>
                  <a:pt x="0" y="372"/>
                  <a:pt x="0" y="315"/>
                </a:cubicBezTo>
                <a:cubicBezTo>
                  <a:pt x="0" y="229"/>
                  <a:pt x="31" y="155"/>
                  <a:pt x="93" y="93"/>
                </a:cubicBezTo>
                <a:cubicBezTo>
                  <a:pt x="156" y="31"/>
                  <a:pt x="229" y="0"/>
                  <a:pt x="314" y="0"/>
                </a:cubicBezTo>
                <a:cubicBezTo>
                  <a:pt x="400" y="0"/>
                  <a:pt x="473" y="31"/>
                  <a:pt x="535" y="93"/>
                </a:cubicBezTo>
                <a:cubicBezTo>
                  <a:pt x="599" y="155"/>
                  <a:pt x="630" y="229"/>
                  <a:pt x="630" y="315"/>
                </a:cubicBezTo>
                <a:cubicBezTo>
                  <a:pt x="630" y="372"/>
                  <a:pt x="616" y="422"/>
                  <a:pt x="590" y="467"/>
                </a:cubicBezTo>
                <a:cubicBezTo>
                  <a:pt x="563" y="512"/>
                  <a:pt x="526" y="550"/>
                  <a:pt x="479" y="580"/>
                </a:cubicBezTo>
                <a:lnTo>
                  <a:pt x="150" y="580"/>
                </a:lnTo>
                <a:moveTo>
                  <a:pt x="173" y="517"/>
                </a:moveTo>
                <a:lnTo>
                  <a:pt x="457" y="517"/>
                </a:lnTo>
                <a:cubicBezTo>
                  <a:pt x="490" y="495"/>
                  <a:pt x="517" y="466"/>
                  <a:pt x="536" y="430"/>
                </a:cubicBezTo>
                <a:cubicBezTo>
                  <a:pt x="557" y="395"/>
                  <a:pt x="567" y="356"/>
                  <a:pt x="567" y="315"/>
                </a:cubicBezTo>
                <a:cubicBezTo>
                  <a:pt x="567" y="245"/>
                  <a:pt x="541" y="186"/>
                  <a:pt x="492" y="136"/>
                </a:cubicBezTo>
                <a:cubicBezTo>
                  <a:pt x="443" y="87"/>
                  <a:pt x="384" y="63"/>
                  <a:pt x="314" y="63"/>
                </a:cubicBezTo>
                <a:cubicBezTo>
                  <a:pt x="245" y="63"/>
                  <a:pt x="186" y="87"/>
                  <a:pt x="137" y="136"/>
                </a:cubicBezTo>
                <a:cubicBezTo>
                  <a:pt x="88" y="186"/>
                  <a:pt x="63" y="245"/>
                  <a:pt x="63" y="315"/>
                </a:cubicBezTo>
                <a:cubicBezTo>
                  <a:pt x="63" y="356"/>
                  <a:pt x="73" y="395"/>
                  <a:pt x="92" y="430"/>
                </a:cubicBezTo>
                <a:cubicBezTo>
                  <a:pt x="112" y="466"/>
                  <a:pt x="139" y="495"/>
                  <a:pt x="173" y="517"/>
                </a:cubicBez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8664840" y="4210200"/>
            <a:ext cx="9226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GEMINI.md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1114560" y="5108040"/>
            <a:ext cx="63921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 まずは </a:t>
            </a:r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Global</a:t>
            </a:r>
            <a:r>
              <a:rPr lang="en-US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 </a:t>
            </a:r>
            <a:r>
              <a:rPr lang="ja-JP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で「日本語化」を設定するのがおすすめです。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0" name=""/>
          <p:cNvSpPr/>
          <p:nvPr/>
        </p:nvSpPr>
        <p:spPr>
          <a:xfrm>
            <a:off x="571320" y="100944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1" name=""/>
          <p:cNvSpPr/>
          <p:nvPr/>
        </p:nvSpPr>
        <p:spPr>
          <a:xfrm>
            <a:off x="630720" y="420480"/>
            <a:ext cx="379080" cy="397440"/>
          </a:xfrm>
          <a:custGeom>
            <a:avLst/>
            <a:gdLst/>
            <a:ahLst/>
            <a:rect l="0" t="0" r="r" b="b"/>
            <a:pathLst>
              <a:path w="1053" h="1104">
                <a:moveTo>
                  <a:pt x="166" y="1104"/>
                </a:moveTo>
                <a:lnTo>
                  <a:pt x="166" y="866"/>
                </a:lnTo>
                <a:cubicBezTo>
                  <a:pt x="113" y="819"/>
                  <a:pt x="73" y="763"/>
                  <a:pt x="44" y="699"/>
                </a:cubicBezTo>
                <a:cubicBezTo>
                  <a:pt x="15" y="635"/>
                  <a:pt x="0" y="568"/>
                  <a:pt x="0" y="497"/>
                </a:cubicBezTo>
                <a:cubicBezTo>
                  <a:pt x="0" y="358"/>
                  <a:pt x="49" y="241"/>
                  <a:pt x="145" y="145"/>
                </a:cubicBezTo>
                <a:cubicBezTo>
                  <a:pt x="242" y="48"/>
                  <a:pt x="359" y="0"/>
                  <a:pt x="496" y="0"/>
                </a:cubicBezTo>
                <a:cubicBezTo>
                  <a:pt x="611" y="0"/>
                  <a:pt x="713" y="34"/>
                  <a:pt x="802" y="101"/>
                </a:cubicBezTo>
                <a:cubicBezTo>
                  <a:pt x="891" y="169"/>
                  <a:pt x="949" y="257"/>
                  <a:pt x="976" y="365"/>
                </a:cubicBezTo>
                <a:lnTo>
                  <a:pt x="1051" y="667"/>
                </a:lnTo>
                <a:cubicBezTo>
                  <a:pt x="1055" y="680"/>
                  <a:pt x="1053" y="691"/>
                  <a:pt x="1045" y="702"/>
                </a:cubicBezTo>
                <a:cubicBezTo>
                  <a:pt x="1036" y="712"/>
                  <a:pt x="1025" y="718"/>
                  <a:pt x="1011" y="718"/>
                </a:cubicBezTo>
                <a:lnTo>
                  <a:pt x="883" y="718"/>
                </a:lnTo>
                <a:lnTo>
                  <a:pt x="883" y="911"/>
                </a:lnTo>
                <a:cubicBezTo>
                  <a:pt x="883" y="933"/>
                  <a:pt x="874" y="953"/>
                  <a:pt x="858" y="969"/>
                </a:cubicBezTo>
                <a:cubicBezTo>
                  <a:pt x="842" y="985"/>
                  <a:pt x="822" y="993"/>
                  <a:pt x="800" y="993"/>
                </a:cubicBezTo>
                <a:lnTo>
                  <a:pt x="662" y="993"/>
                </a:lnTo>
                <a:lnTo>
                  <a:pt x="662" y="1104"/>
                </a:lnTo>
                <a:lnTo>
                  <a:pt x="579" y="1104"/>
                </a:lnTo>
                <a:lnTo>
                  <a:pt x="579" y="911"/>
                </a:lnTo>
                <a:lnTo>
                  <a:pt x="800" y="911"/>
                </a:lnTo>
                <a:lnTo>
                  <a:pt x="800" y="635"/>
                </a:lnTo>
                <a:lnTo>
                  <a:pt x="958" y="635"/>
                </a:lnTo>
                <a:lnTo>
                  <a:pt x="896" y="386"/>
                </a:lnTo>
                <a:cubicBezTo>
                  <a:pt x="873" y="297"/>
                  <a:pt x="824" y="224"/>
                  <a:pt x="750" y="168"/>
                </a:cubicBezTo>
                <a:cubicBezTo>
                  <a:pt x="676" y="111"/>
                  <a:pt x="591" y="83"/>
                  <a:pt x="496" y="83"/>
                </a:cubicBezTo>
                <a:cubicBezTo>
                  <a:pt x="382" y="83"/>
                  <a:pt x="284" y="122"/>
                  <a:pt x="204" y="202"/>
                </a:cubicBezTo>
                <a:cubicBezTo>
                  <a:pt x="123" y="281"/>
                  <a:pt x="83" y="378"/>
                  <a:pt x="83" y="494"/>
                </a:cubicBezTo>
                <a:cubicBezTo>
                  <a:pt x="83" y="553"/>
                  <a:pt x="95" y="609"/>
                  <a:pt x="119" y="662"/>
                </a:cubicBezTo>
                <a:cubicBezTo>
                  <a:pt x="144" y="716"/>
                  <a:pt x="178" y="763"/>
                  <a:pt x="222" y="804"/>
                </a:cubicBezTo>
                <a:lnTo>
                  <a:pt x="248" y="829"/>
                </a:lnTo>
                <a:lnTo>
                  <a:pt x="248" y="1104"/>
                </a:lnTo>
                <a:lnTo>
                  <a:pt x="166" y="1104"/>
                </a:lnTo>
                <a:moveTo>
                  <a:pt x="454" y="698"/>
                </a:moveTo>
                <a:lnTo>
                  <a:pt x="536" y="698"/>
                </a:lnTo>
                <a:lnTo>
                  <a:pt x="541" y="638"/>
                </a:lnTo>
                <a:cubicBezTo>
                  <a:pt x="552" y="636"/>
                  <a:pt x="562" y="632"/>
                  <a:pt x="572" y="626"/>
                </a:cubicBezTo>
                <a:cubicBezTo>
                  <a:pt x="581" y="620"/>
                  <a:pt x="590" y="613"/>
                  <a:pt x="597" y="606"/>
                </a:cubicBezTo>
                <a:lnTo>
                  <a:pt x="655" y="625"/>
                </a:lnTo>
                <a:lnTo>
                  <a:pt x="694" y="559"/>
                </a:lnTo>
                <a:lnTo>
                  <a:pt x="652" y="526"/>
                </a:lnTo>
                <a:cubicBezTo>
                  <a:pt x="657" y="513"/>
                  <a:pt x="659" y="500"/>
                  <a:pt x="659" y="486"/>
                </a:cubicBezTo>
                <a:cubicBezTo>
                  <a:pt x="659" y="471"/>
                  <a:pt x="657" y="458"/>
                  <a:pt x="652" y="445"/>
                </a:cubicBezTo>
                <a:lnTo>
                  <a:pt x="694" y="412"/>
                </a:lnTo>
                <a:lnTo>
                  <a:pt x="655" y="346"/>
                </a:lnTo>
                <a:lnTo>
                  <a:pt x="597" y="365"/>
                </a:lnTo>
                <a:cubicBezTo>
                  <a:pt x="589" y="358"/>
                  <a:pt x="581" y="352"/>
                  <a:pt x="571" y="346"/>
                </a:cubicBezTo>
                <a:cubicBezTo>
                  <a:pt x="561" y="341"/>
                  <a:pt x="551" y="336"/>
                  <a:pt x="541" y="334"/>
                </a:cubicBezTo>
                <a:lnTo>
                  <a:pt x="536" y="273"/>
                </a:lnTo>
                <a:lnTo>
                  <a:pt x="454" y="273"/>
                </a:lnTo>
                <a:lnTo>
                  <a:pt x="450" y="334"/>
                </a:lnTo>
                <a:cubicBezTo>
                  <a:pt x="439" y="336"/>
                  <a:pt x="429" y="341"/>
                  <a:pt x="420" y="346"/>
                </a:cubicBezTo>
                <a:cubicBezTo>
                  <a:pt x="410" y="352"/>
                  <a:pt x="401" y="358"/>
                  <a:pt x="393" y="365"/>
                </a:cubicBezTo>
                <a:lnTo>
                  <a:pt x="335" y="346"/>
                </a:lnTo>
                <a:lnTo>
                  <a:pt x="297" y="412"/>
                </a:lnTo>
                <a:lnTo>
                  <a:pt x="338" y="445"/>
                </a:lnTo>
                <a:cubicBezTo>
                  <a:pt x="333" y="458"/>
                  <a:pt x="331" y="471"/>
                  <a:pt x="331" y="486"/>
                </a:cubicBezTo>
                <a:cubicBezTo>
                  <a:pt x="331" y="500"/>
                  <a:pt x="333" y="513"/>
                  <a:pt x="338" y="526"/>
                </a:cubicBezTo>
                <a:lnTo>
                  <a:pt x="297" y="559"/>
                </a:lnTo>
                <a:lnTo>
                  <a:pt x="335" y="625"/>
                </a:lnTo>
                <a:lnTo>
                  <a:pt x="393" y="606"/>
                </a:lnTo>
                <a:cubicBezTo>
                  <a:pt x="401" y="613"/>
                  <a:pt x="409" y="620"/>
                  <a:pt x="419" y="626"/>
                </a:cubicBezTo>
                <a:cubicBezTo>
                  <a:pt x="428" y="632"/>
                  <a:pt x="439" y="636"/>
                  <a:pt x="450" y="638"/>
                </a:cubicBezTo>
                <a:lnTo>
                  <a:pt x="454" y="698"/>
                </a:lnTo>
                <a:moveTo>
                  <a:pt x="427" y="555"/>
                </a:moveTo>
                <a:cubicBezTo>
                  <a:pt x="408" y="536"/>
                  <a:pt x="399" y="513"/>
                  <a:pt x="399" y="486"/>
                </a:cubicBezTo>
                <a:cubicBezTo>
                  <a:pt x="399" y="459"/>
                  <a:pt x="408" y="436"/>
                  <a:pt x="427" y="417"/>
                </a:cubicBezTo>
                <a:cubicBezTo>
                  <a:pt x="445" y="398"/>
                  <a:pt x="468" y="389"/>
                  <a:pt x="495" y="389"/>
                </a:cubicBezTo>
                <a:cubicBezTo>
                  <a:pt x="522" y="389"/>
                  <a:pt x="544" y="398"/>
                  <a:pt x="563" y="417"/>
                </a:cubicBezTo>
                <a:cubicBezTo>
                  <a:pt x="582" y="435"/>
                  <a:pt x="592" y="458"/>
                  <a:pt x="592" y="486"/>
                </a:cubicBezTo>
                <a:cubicBezTo>
                  <a:pt x="592" y="513"/>
                  <a:pt x="582" y="536"/>
                  <a:pt x="563" y="554"/>
                </a:cubicBezTo>
                <a:cubicBezTo>
                  <a:pt x="545" y="573"/>
                  <a:pt x="522" y="583"/>
                  <a:pt x="495" y="583"/>
                </a:cubicBezTo>
                <a:cubicBezTo>
                  <a:pt x="468" y="583"/>
                  <a:pt x="446" y="573"/>
                  <a:pt x="427" y="555"/>
                </a:cubicBez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2" name=""/>
          <p:cNvSpPr/>
          <p:nvPr/>
        </p:nvSpPr>
        <p:spPr>
          <a:xfrm>
            <a:off x="571320" y="1533240"/>
            <a:ext cx="1400400" cy="19440"/>
          </a:xfrm>
          <a:custGeom>
            <a:avLst/>
            <a:gdLst/>
            <a:ahLst/>
            <a:rect l="0" t="0" r="r" b="b"/>
            <a:pathLst>
              <a:path w="3890" h="54">
                <a:moveTo>
                  <a:pt x="0" y="0"/>
                </a:moveTo>
                <a:lnTo>
                  <a:pt x="3890" y="0"/>
                </a:lnTo>
                <a:lnTo>
                  <a:pt x="389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A8D8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3" name=""/>
          <p:cNvSpPr txBox="1"/>
          <p:nvPr/>
        </p:nvSpPr>
        <p:spPr>
          <a:xfrm>
            <a:off x="1047600" y="529560"/>
            <a:ext cx="216828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Agent Skills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4" name=""/>
          <p:cNvSpPr txBox="1"/>
          <p:nvPr/>
        </p:nvSpPr>
        <p:spPr>
          <a:xfrm>
            <a:off x="571320" y="1260000"/>
            <a:ext cx="10745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6A90C8"/>
                </a:solidFill>
                <a:effectLst/>
                <a:uFillTx/>
                <a:latin typeface="NotoSansJP-Thin_"/>
                <a:ea typeface="NotoSansJP-Thin_"/>
              </a:rPr>
              <a:t>agentskills.io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オープン標準に基づく、エージェントに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専門的な能力をパッケージとして追加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する仕組みで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5" name=""/>
          <p:cNvSpPr/>
          <p:nvPr/>
        </p:nvSpPr>
        <p:spPr>
          <a:xfrm>
            <a:off x="414360" y="1974960"/>
            <a:ext cx="2003040" cy="993960"/>
          </a:xfrm>
          <a:custGeom>
            <a:avLst/>
            <a:gdLst/>
            <a:ahLst/>
            <a:rect l="0" t="0" r="r" b="b"/>
            <a:pathLst>
              <a:path w="5564" h="2761">
                <a:moveTo>
                  <a:pt x="436" y="678"/>
                </a:moveTo>
                <a:lnTo>
                  <a:pt x="436" y="1923"/>
                </a:lnTo>
                <a:cubicBezTo>
                  <a:pt x="436" y="1965"/>
                  <a:pt x="444" y="2005"/>
                  <a:pt x="460" y="2044"/>
                </a:cubicBezTo>
                <a:cubicBezTo>
                  <a:pt x="476" y="2083"/>
                  <a:pt x="499" y="2118"/>
                  <a:pt x="529" y="2147"/>
                </a:cubicBezTo>
                <a:cubicBezTo>
                  <a:pt x="559" y="2177"/>
                  <a:pt x="593" y="2200"/>
                  <a:pt x="632" y="2216"/>
                </a:cubicBezTo>
                <a:cubicBezTo>
                  <a:pt x="671" y="2232"/>
                  <a:pt x="711" y="2240"/>
                  <a:pt x="753" y="2240"/>
                </a:cubicBezTo>
                <a:lnTo>
                  <a:pt x="4803" y="2240"/>
                </a:lnTo>
                <a:cubicBezTo>
                  <a:pt x="4845" y="2240"/>
                  <a:pt x="4885" y="2232"/>
                  <a:pt x="4924" y="2216"/>
                </a:cubicBezTo>
                <a:cubicBezTo>
                  <a:pt x="4963" y="2200"/>
                  <a:pt x="4997" y="2177"/>
                  <a:pt x="5027" y="2147"/>
                </a:cubicBezTo>
                <a:cubicBezTo>
                  <a:pt x="5057" y="2118"/>
                  <a:pt x="5080" y="2083"/>
                  <a:pt x="5096" y="2044"/>
                </a:cubicBezTo>
                <a:cubicBezTo>
                  <a:pt x="5112" y="2005"/>
                  <a:pt x="5120" y="1965"/>
                  <a:pt x="5120" y="1923"/>
                </a:cubicBezTo>
                <a:lnTo>
                  <a:pt x="5120" y="678"/>
                </a:lnTo>
                <a:cubicBezTo>
                  <a:pt x="5120" y="636"/>
                  <a:pt x="5112" y="596"/>
                  <a:pt x="5096" y="557"/>
                </a:cubicBezTo>
                <a:cubicBezTo>
                  <a:pt x="5080" y="518"/>
                  <a:pt x="5057" y="484"/>
                  <a:pt x="5027" y="454"/>
                </a:cubicBezTo>
                <a:cubicBezTo>
                  <a:pt x="4997" y="424"/>
                  <a:pt x="4963" y="401"/>
                  <a:pt x="4924" y="385"/>
                </a:cubicBezTo>
                <a:cubicBezTo>
                  <a:pt x="4885" y="369"/>
                  <a:pt x="4845" y="361"/>
                  <a:pt x="4803" y="361"/>
                </a:cubicBezTo>
                <a:lnTo>
                  <a:pt x="753" y="361"/>
                </a:lnTo>
                <a:cubicBezTo>
                  <a:pt x="711" y="361"/>
                  <a:pt x="671" y="369"/>
                  <a:pt x="632" y="385"/>
                </a:cubicBezTo>
                <a:cubicBezTo>
                  <a:pt x="593" y="401"/>
                  <a:pt x="559" y="424"/>
                  <a:pt x="529" y="454"/>
                </a:cubicBezTo>
                <a:cubicBezTo>
                  <a:pt x="499" y="484"/>
                  <a:pt x="476" y="518"/>
                  <a:pt x="460" y="557"/>
                </a:cubicBezTo>
                <a:cubicBezTo>
                  <a:pt x="444" y="596"/>
                  <a:pt x="436" y="636"/>
                  <a:pt x="436" y="678"/>
                </a:cubicBezTo>
                <a:moveTo>
                  <a:pt x="0" y="0"/>
                </a:moveTo>
                <a:lnTo>
                  <a:pt x="5564" y="0"/>
                </a:lnTo>
                <a:lnTo>
                  <a:pt x="5564" y="2761"/>
                </a:lnTo>
                <a:lnTo>
                  <a:pt x="0" y="2761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06" name=""/>
          <p:cNvSpPr/>
          <p:nvPr/>
        </p:nvSpPr>
        <p:spPr>
          <a:xfrm>
            <a:off x="580680" y="2114280"/>
            <a:ext cx="1667520" cy="657720"/>
          </a:xfrm>
          <a:custGeom>
            <a:avLst/>
            <a:gdLst/>
            <a:ahLst/>
            <a:rect l="0" t="0" r="r" b="b"/>
            <a:pathLst>
              <a:path w="4632" h="1827">
                <a:moveTo>
                  <a:pt x="0" y="1536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5"/>
                  <a:pt x="50" y="130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4341" y="0"/>
                </a:lnTo>
                <a:cubicBezTo>
                  <a:pt x="4360" y="0"/>
                  <a:pt x="4379" y="2"/>
                  <a:pt x="4397" y="6"/>
                </a:cubicBezTo>
                <a:cubicBezTo>
                  <a:pt x="4416" y="10"/>
                  <a:pt x="4434" y="15"/>
                  <a:pt x="4452" y="22"/>
                </a:cubicBezTo>
                <a:cubicBezTo>
                  <a:pt x="4470" y="30"/>
                  <a:pt x="4486" y="39"/>
                  <a:pt x="4502" y="49"/>
                </a:cubicBezTo>
                <a:cubicBezTo>
                  <a:pt x="4518" y="60"/>
                  <a:pt x="4533" y="72"/>
                  <a:pt x="4546" y="85"/>
                </a:cubicBezTo>
                <a:cubicBezTo>
                  <a:pt x="4560" y="99"/>
                  <a:pt x="4572" y="114"/>
                  <a:pt x="4583" y="130"/>
                </a:cubicBezTo>
                <a:cubicBezTo>
                  <a:pt x="4593" y="145"/>
                  <a:pt x="4602" y="162"/>
                  <a:pt x="4610" y="180"/>
                </a:cubicBezTo>
                <a:cubicBezTo>
                  <a:pt x="4617" y="198"/>
                  <a:pt x="4622" y="216"/>
                  <a:pt x="4626" y="235"/>
                </a:cubicBezTo>
                <a:cubicBezTo>
                  <a:pt x="4630" y="253"/>
                  <a:pt x="4632" y="272"/>
                  <a:pt x="4632" y="291"/>
                </a:cubicBezTo>
                <a:lnTo>
                  <a:pt x="4632" y="1536"/>
                </a:lnTo>
                <a:cubicBezTo>
                  <a:pt x="4632" y="1555"/>
                  <a:pt x="4630" y="1574"/>
                  <a:pt x="4626" y="1593"/>
                </a:cubicBezTo>
                <a:cubicBezTo>
                  <a:pt x="4622" y="1611"/>
                  <a:pt x="4617" y="1630"/>
                  <a:pt x="4610" y="1647"/>
                </a:cubicBezTo>
                <a:cubicBezTo>
                  <a:pt x="4602" y="1665"/>
                  <a:pt x="4593" y="1682"/>
                  <a:pt x="4583" y="1698"/>
                </a:cubicBezTo>
                <a:cubicBezTo>
                  <a:pt x="4572" y="1713"/>
                  <a:pt x="4560" y="1728"/>
                  <a:pt x="4546" y="1742"/>
                </a:cubicBezTo>
                <a:cubicBezTo>
                  <a:pt x="4533" y="1755"/>
                  <a:pt x="4518" y="1767"/>
                  <a:pt x="4502" y="1778"/>
                </a:cubicBezTo>
                <a:cubicBezTo>
                  <a:pt x="4486" y="1788"/>
                  <a:pt x="4470" y="1797"/>
                  <a:pt x="4452" y="1805"/>
                </a:cubicBezTo>
                <a:cubicBezTo>
                  <a:pt x="4434" y="1812"/>
                  <a:pt x="4416" y="1818"/>
                  <a:pt x="4397" y="1821"/>
                </a:cubicBezTo>
                <a:cubicBezTo>
                  <a:pt x="4379" y="1825"/>
                  <a:pt x="4360" y="1827"/>
                  <a:pt x="4341" y="1827"/>
                </a:cubicBezTo>
                <a:lnTo>
                  <a:pt x="291" y="1827"/>
                </a:lnTo>
                <a:cubicBezTo>
                  <a:pt x="272" y="1827"/>
                  <a:pt x="253" y="1825"/>
                  <a:pt x="235" y="1821"/>
                </a:cubicBezTo>
                <a:cubicBezTo>
                  <a:pt x="216" y="1818"/>
                  <a:pt x="198" y="1812"/>
                  <a:pt x="180" y="1805"/>
                </a:cubicBezTo>
                <a:cubicBezTo>
                  <a:pt x="162" y="1797"/>
                  <a:pt x="146" y="1788"/>
                  <a:pt x="130" y="1778"/>
                </a:cubicBezTo>
                <a:cubicBezTo>
                  <a:pt x="114" y="1767"/>
                  <a:pt x="99" y="1755"/>
                  <a:pt x="86" y="1742"/>
                </a:cubicBezTo>
                <a:cubicBezTo>
                  <a:pt x="72" y="1728"/>
                  <a:pt x="60" y="1713"/>
                  <a:pt x="50" y="1698"/>
                </a:cubicBezTo>
                <a:cubicBezTo>
                  <a:pt x="39" y="1682"/>
                  <a:pt x="30" y="1665"/>
                  <a:pt x="23" y="1647"/>
                </a:cubicBezTo>
                <a:cubicBezTo>
                  <a:pt x="15" y="1630"/>
                  <a:pt x="10" y="1611"/>
                  <a:pt x="6" y="1593"/>
                </a:cubicBezTo>
                <a:cubicBezTo>
                  <a:pt x="2" y="1574"/>
                  <a:pt x="0" y="1555"/>
                  <a:pt x="0" y="1536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7" name=""/>
          <p:cNvSpPr/>
          <p:nvPr/>
        </p:nvSpPr>
        <p:spPr>
          <a:xfrm>
            <a:off x="580680" y="2114280"/>
            <a:ext cx="1667520" cy="657720"/>
          </a:xfrm>
          <a:custGeom>
            <a:avLst/>
            <a:gdLst/>
            <a:ahLst/>
            <a:rect l="0" t="0" r="r" b="b"/>
            <a:pathLst>
              <a:path w="4632" h="1827">
                <a:moveTo>
                  <a:pt x="0" y="1536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5"/>
                  <a:pt x="50" y="130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4341" y="0"/>
                </a:lnTo>
                <a:cubicBezTo>
                  <a:pt x="4360" y="0"/>
                  <a:pt x="4379" y="2"/>
                  <a:pt x="4397" y="6"/>
                </a:cubicBezTo>
                <a:cubicBezTo>
                  <a:pt x="4416" y="10"/>
                  <a:pt x="4434" y="15"/>
                  <a:pt x="4452" y="22"/>
                </a:cubicBezTo>
                <a:cubicBezTo>
                  <a:pt x="4470" y="30"/>
                  <a:pt x="4486" y="39"/>
                  <a:pt x="4502" y="49"/>
                </a:cubicBezTo>
                <a:cubicBezTo>
                  <a:pt x="4518" y="60"/>
                  <a:pt x="4533" y="72"/>
                  <a:pt x="4546" y="85"/>
                </a:cubicBezTo>
                <a:cubicBezTo>
                  <a:pt x="4560" y="99"/>
                  <a:pt x="4572" y="114"/>
                  <a:pt x="4583" y="130"/>
                </a:cubicBezTo>
                <a:cubicBezTo>
                  <a:pt x="4593" y="145"/>
                  <a:pt x="4602" y="162"/>
                  <a:pt x="4610" y="180"/>
                </a:cubicBezTo>
                <a:cubicBezTo>
                  <a:pt x="4617" y="198"/>
                  <a:pt x="4622" y="216"/>
                  <a:pt x="4626" y="235"/>
                </a:cubicBezTo>
                <a:cubicBezTo>
                  <a:pt x="4630" y="253"/>
                  <a:pt x="4632" y="272"/>
                  <a:pt x="4632" y="291"/>
                </a:cubicBezTo>
                <a:lnTo>
                  <a:pt x="4632" y="1536"/>
                </a:lnTo>
                <a:cubicBezTo>
                  <a:pt x="4632" y="1555"/>
                  <a:pt x="4630" y="1574"/>
                  <a:pt x="4626" y="1593"/>
                </a:cubicBezTo>
                <a:cubicBezTo>
                  <a:pt x="4622" y="1611"/>
                  <a:pt x="4617" y="1630"/>
                  <a:pt x="4610" y="1647"/>
                </a:cubicBezTo>
                <a:cubicBezTo>
                  <a:pt x="4602" y="1665"/>
                  <a:pt x="4593" y="1682"/>
                  <a:pt x="4583" y="1698"/>
                </a:cubicBezTo>
                <a:cubicBezTo>
                  <a:pt x="4572" y="1713"/>
                  <a:pt x="4560" y="1728"/>
                  <a:pt x="4546" y="1742"/>
                </a:cubicBezTo>
                <a:cubicBezTo>
                  <a:pt x="4533" y="1755"/>
                  <a:pt x="4518" y="1767"/>
                  <a:pt x="4502" y="1778"/>
                </a:cubicBezTo>
                <a:cubicBezTo>
                  <a:pt x="4486" y="1788"/>
                  <a:pt x="4470" y="1797"/>
                  <a:pt x="4452" y="1805"/>
                </a:cubicBezTo>
                <a:cubicBezTo>
                  <a:pt x="4434" y="1812"/>
                  <a:pt x="4416" y="1818"/>
                  <a:pt x="4397" y="1821"/>
                </a:cubicBezTo>
                <a:cubicBezTo>
                  <a:pt x="4379" y="1825"/>
                  <a:pt x="4360" y="1827"/>
                  <a:pt x="4341" y="1827"/>
                </a:cubicBezTo>
                <a:lnTo>
                  <a:pt x="291" y="1827"/>
                </a:lnTo>
                <a:cubicBezTo>
                  <a:pt x="272" y="1827"/>
                  <a:pt x="253" y="1825"/>
                  <a:pt x="235" y="1821"/>
                </a:cubicBezTo>
                <a:cubicBezTo>
                  <a:pt x="216" y="1818"/>
                  <a:pt x="198" y="1812"/>
                  <a:pt x="180" y="1805"/>
                </a:cubicBezTo>
                <a:cubicBezTo>
                  <a:pt x="162" y="1797"/>
                  <a:pt x="146" y="1788"/>
                  <a:pt x="130" y="1778"/>
                </a:cubicBezTo>
                <a:cubicBezTo>
                  <a:pt x="114" y="1767"/>
                  <a:pt x="99" y="1755"/>
                  <a:pt x="86" y="1742"/>
                </a:cubicBezTo>
                <a:cubicBezTo>
                  <a:pt x="72" y="1728"/>
                  <a:pt x="60" y="1713"/>
                  <a:pt x="50" y="1698"/>
                </a:cubicBezTo>
                <a:cubicBezTo>
                  <a:pt x="39" y="1682"/>
                  <a:pt x="30" y="1665"/>
                  <a:pt x="23" y="1647"/>
                </a:cubicBezTo>
                <a:cubicBezTo>
                  <a:pt x="15" y="1630"/>
                  <a:pt x="10" y="1611"/>
                  <a:pt x="6" y="1593"/>
                </a:cubicBezTo>
                <a:cubicBezTo>
                  <a:pt x="2" y="1574"/>
                  <a:pt x="0" y="1555"/>
                  <a:pt x="0" y="1536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8" name=""/>
          <p:cNvSpPr txBox="1"/>
          <p:nvPr/>
        </p:nvSpPr>
        <p:spPr>
          <a:xfrm>
            <a:off x="571320" y="1621800"/>
            <a:ext cx="457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9" name=""/>
          <p:cNvSpPr/>
          <p:nvPr/>
        </p:nvSpPr>
        <p:spPr>
          <a:xfrm>
            <a:off x="2194200" y="1974960"/>
            <a:ext cx="2204280" cy="993960"/>
          </a:xfrm>
          <a:custGeom>
            <a:avLst/>
            <a:gdLst/>
            <a:ahLst/>
            <a:rect l="0" t="0" r="r" b="b"/>
            <a:pathLst>
              <a:path w="6123" h="2761">
                <a:moveTo>
                  <a:pt x="440" y="678"/>
                </a:moveTo>
                <a:lnTo>
                  <a:pt x="440" y="1923"/>
                </a:lnTo>
                <a:cubicBezTo>
                  <a:pt x="440" y="1965"/>
                  <a:pt x="448" y="2005"/>
                  <a:pt x="464" y="2044"/>
                </a:cubicBezTo>
                <a:cubicBezTo>
                  <a:pt x="480" y="2083"/>
                  <a:pt x="503" y="2118"/>
                  <a:pt x="533" y="2147"/>
                </a:cubicBezTo>
                <a:cubicBezTo>
                  <a:pt x="562" y="2177"/>
                  <a:pt x="597" y="2200"/>
                  <a:pt x="636" y="2216"/>
                </a:cubicBezTo>
                <a:cubicBezTo>
                  <a:pt x="675" y="2232"/>
                  <a:pt x="715" y="2240"/>
                  <a:pt x="757" y="2240"/>
                </a:cubicBezTo>
                <a:lnTo>
                  <a:pt x="5362" y="2240"/>
                </a:lnTo>
                <a:cubicBezTo>
                  <a:pt x="5404" y="2240"/>
                  <a:pt x="5445" y="2232"/>
                  <a:pt x="5483" y="2216"/>
                </a:cubicBezTo>
                <a:cubicBezTo>
                  <a:pt x="5522" y="2200"/>
                  <a:pt x="5557" y="2177"/>
                  <a:pt x="5586" y="2147"/>
                </a:cubicBezTo>
                <a:cubicBezTo>
                  <a:pt x="5616" y="2118"/>
                  <a:pt x="5639" y="2083"/>
                  <a:pt x="5655" y="2044"/>
                </a:cubicBezTo>
                <a:cubicBezTo>
                  <a:pt x="5671" y="2005"/>
                  <a:pt x="5679" y="1965"/>
                  <a:pt x="5679" y="1923"/>
                </a:cubicBezTo>
                <a:lnTo>
                  <a:pt x="5679" y="678"/>
                </a:lnTo>
                <a:cubicBezTo>
                  <a:pt x="5679" y="636"/>
                  <a:pt x="5671" y="596"/>
                  <a:pt x="5655" y="557"/>
                </a:cubicBezTo>
                <a:cubicBezTo>
                  <a:pt x="5639" y="518"/>
                  <a:pt x="5616" y="484"/>
                  <a:pt x="5586" y="454"/>
                </a:cubicBezTo>
                <a:cubicBezTo>
                  <a:pt x="5557" y="424"/>
                  <a:pt x="5522" y="401"/>
                  <a:pt x="5483" y="385"/>
                </a:cubicBezTo>
                <a:cubicBezTo>
                  <a:pt x="5445" y="369"/>
                  <a:pt x="5404" y="361"/>
                  <a:pt x="5362" y="361"/>
                </a:cubicBezTo>
                <a:lnTo>
                  <a:pt x="757" y="361"/>
                </a:lnTo>
                <a:cubicBezTo>
                  <a:pt x="715" y="361"/>
                  <a:pt x="675" y="369"/>
                  <a:pt x="636" y="385"/>
                </a:cubicBezTo>
                <a:cubicBezTo>
                  <a:pt x="597" y="401"/>
                  <a:pt x="562" y="424"/>
                  <a:pt x="533" y="454"/>
                </a:cubicBezTo>
                <a:cubicBezTo>
                  <a:pt x="503" y="484"/>
                  <a:pt x="480" y="518"/>
                  <a:pt x="464" y="557"/>
                </a:cubicBezTo>
                <a:cubicBezTo>
                  <a:pt x="448" y="596"/>
                  <a:pt x="440" y="636"/>
                  <a:pt x="440" y="678"/>
                </a:cubicBezTo>
                <a:moveTo>
                  <a:pt x="0" y="0"/>
                </a:moveTo>
                <a:lnTo>
                  <a:pt x="6123" y="0"/>
                </a:lnTo>
                <a:lnTo>
                  <a:pt x="6123" y="2761"/>
                </a:lnTo>
                <a:lnTo>
                  <a:pt x="0" y="2761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10" name=""/>
          <p:cNvSpPr/>
          <p:nvPr/>
        </p:nvSpPr>
        <p:spPr>
          <a:xfrm>
            <a:off x="2361960" y="2114280"/>
            <a:ext cx="1867320" cy="657720"/>
          </a:xfrm>
          <a:custGeom>
            <a:avLst/>
            <a:gdLst/>
            <a:ahLst/>
            <a:rect l="0" t="0" r="r" b="b"/>
            <a:pathLst>
              <a:path w="5187" h="1827">
                <a:moveTo>
                  <a:pt x="0" y="1536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30" y="162"/>
                  <a:pt x="39" y="145"/>
                  <a:pt x="49" y="130"/>
                </a:cubicBezTo>
                <a:cubicBezTo>
                  <a:pt x="60" y="114"/>
                  <a:pt x="72" y="99"/>
                  <a:pt x="85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6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4896" y="0"/>
                </a:lnTo>
                <a:cubicBezTo>
                  <a:pt x="4915" y="0"/>
                  <a:pt x="4934" y="2"/>
                  <a:pt x="4953" y="6"/>
                </a:cubicBezTo>
                <a:cubicBezTo>
                  <a:pt x="4971" y="10"/>
                  <a:pt x="4990" y="15"/>
                  <a:pt x="5007" y="22"/>
                </a:cubicBezTo>
                <a:cubicBezTo>
                  <a:pt x="5025" y="30"/>
                  <a:pt x="5042" y="39"/>
                  <a:pt x="5058" y="49"/>
                </a:cubicBezTo>
                <a:cubicBezTo>
                  <a:pt x="5074" y="60"/>
                  <a:pt x="5088" y="72"/>
                  <a:pt x="5102" y="85"/>
                </a:cubicBezTo>
                <a:cubicBezTo>
                  <a:pt x="5115" y="99"/>
                  <a:pt x="5127" y="114"/>
                  <a:pt x="5138" y="130"/>
                </a:cubicBezTo>
                <a:cubicBezTo>
                  <a:pt x="5149" y="145"/>
                  <a:pt x="5158" y="162"/>
                  <a:pt x="5165" y="180"/>
                </a:cubicBezTo>
                <a:cubicBezTo>
                  <a:pt x="5172" y="198"/>
                  <a:pt x="5178" y="216"/>
                  <a:pt x="5181" y="235"/>
                </a:cubicBezTo>
                <a:cubicBezTo>
                  <a:pt x="5185" y="253"/>
                  <a:pt x="5187" y="272"/>
                  <a:pt x="5187" y="291"/>
                </a:cubicBezTo>
                <a:lnTo>
                  <a:pt x="5187" y="1536"/>
                </a:lnTo>
                <a:cubicBezTo>
                  <a:pt x="5187" y="1555"/>
                  <a:pt x="5185" y="1574"/>
                  <a:pt x="5181" y="1593"/>
                </a:cubicBezTo>
                <a:cubicBezTo>
                  <a:pt x="5178" y="1611"/>
                  <a:pt x="5172" y="1630"/>
                  <a:pt x="5165" y="1647"/>
                </a:cubicBezTo>
                <a:cubicBezTo>
                  <a:pt x="5158" y="1665"/>
                  <a:pt x="5149" y="1682"/>
                  <a:pt x="5138" y="1698"/>
                </a:cubicBezTo>
                <a:cubicBezTo>
                  <a:pt x="5127" y="1713"/>
                  <a:pt x="5115" y="1728"/>
                  <a:pt x="5102" y="1742"/>
                </a:cubicBezTo>
                <a:cubicBezTo>
                  <a:pt x="5088" y="1755"/>
                  <a:pt x="5074" y="1767"/>
                  <a:pt x="5058" y="1778"/>
                </a:cubicBezTo>
                <a:cubicBezTo>
                  <a:pt x="5042" y="1788"/>
                  <a:pt x="5025" y="1797"/>
                  <a:pt x="5007" y="1805"/>
                </a:cubicBezTo>
                <a:cubicBezTo>
                  <a:pt x="4990" y="1812"/>
                  <a:pt x="4971" y="1818"/>
                  <a:pt x="4953" y="1821"/>
                </a:cubicBezTo>
                <a:cubicBezTo>
                  <a:pt x="4934" y="1825"/>
                  <a:pt x="4915" y="1827"/>
                  <a:pt x="4896" y="1827"/>
                </a:cubicBezTo>
                <a:lnTo>
                  <a:pt x="291" y="1827"/>
                </a:lnTo>
                <a:cubicBezTo>
                  <a:pt x="272" y="1827"/>
                  <a:pt x="253" y="1825"/>
                  <a:pt x="234" y="1821"/>
                </a:cubicBezTo>
                <a:cubicBezTo>
                  <a:pt x="216" y="1818"/>
                  <a:pt x="197" y="1812"/>
                  <a:pt x="180" y="1805"/>
                </a:cubicBezTo>
                <a:cubicBezTo>
                  <a:pt x="162" y="1797"/>
                  <a:pt x="145" y="1788"/>
                  <a:pt x="130" y="1778"/>
                </a:cubicBezTo>
                <a:cubicBezTo>
                  <a:pt x="114" y="1767"/>
                  <a:pt x="99" y="1755"/>
                  <a:pt x="85" y="1742"/>
                </a:cubicBezTo>
                <a:cubicBezTo>
                  <a:pt x="72" y="1728"/>
                  <a:pt x="60" y="1713"/>
                  <a:pt x="49" y="1698"/>
                </a:cubicBezTo>
                <a:cubicBezTo>
                  <a:pt x="39" y="1682"/>
                  <a:pt x="30" y="1665"/>
                  <a:pt x="22" y="1647"/>
                </a:cubicBezTo>
                <a:cubicBezTo>
                  <a:pt x="15" y="1630"/>
                  <a:pt x="9" y="1611"/>
                  <a:pt x="6" y="1593"/>
                </a:cubicBezTo>
                <a:cubicBezTo>
                  <a:pt x="2" y="1574"/>
                  <a:pt x="0" y="1555"/>
                  <a:pt x="0" y="1536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1" name=""/>
          <p:cNvSpPr/>
          <p:nvPr/>
        </p:nvSpPr>
        <p:spPr>
          <a:xfrm>
            <a:off x="2361960" y="2114280"/>
            <a:ext cx="1867320" cy="657720"/>
          </a:xfrm>
          <a:custGeom>
            <a:avLst/>
            <a:gdLst/>
            <a:ahLst/>
            <a:rect l="0" t="0" r="r" b="b"/>
            <a:pathLst>
              <a:path w="5187" h="1827">
                <a:moveTo>
                  <a:pt x="0" y="1536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30" y="162"/>
                  <a:pt x="39" y="145"/>
                  <a:pt x="49" y="130"/>
                </a:cubicBezTo>
                <a:cubicBezTo>
                  <a:pt x="60" y="114"/>
                  <a:pt x="72" y="99"/>
                  <a:pt x="85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6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4896" y="0"/>
                </a:lnTo>
                <a:cubicBezTo>
                  <a:pt x="4915" y="0"/>
                  <a:pt x="4934" y="2"/>
                  <a:pt x="4953" y="6"/>
                </a:cubicBezTo>
                <a:cubicBezTo>
                  <a:pt x="4971" y="10"/>
                  <a:pt x="4990" y="15"/>
                  <a:pt x="5007" y="22"/>
                </a:cubicBezTo>
                <a:cubicBezTo>
                  <a:pt x="5025" y="30"/>
                  <a:pt x="5042" y="39"/>
                  <a:pt x="5058" y="49"/>
                </a:cubicBezTo>
                <a:cubicBezTo>
                  <a:pt x="5074" y="60"/>
                  <a:pt x="5088" y="72"/>
                  <a:pt x="5102" y="85"/>
                </a:cubicBezTo>
                <a:cubicBezTo>
                  <a:pt x="5115" y="99"/>
                  <a:pt x="5127" y="114"/>
                  <a:pt x="5138" y="130"/>
                </a:cubicBezTo>
                <a:cubicBezTo>
                  <a:pt x="5149" y="145"/>
                  <a:pt x="5158" y="162"/>
                  <a:pt x="5165" y="180"/>
                </a:cubicBezTo>
                <a:cubicBezTo>
                  <a:pt x="5172" y="198"/>
                  <a:pt x="5178" y="216"/>
                  <a:pt x="5181" y="235"/>
                </a:cubicBezTo>
                <a:cubicBezTo>
                  <a:pt x="5185" y="253"/>
                  <a:pt x="5187" y="272"/>
                  <a:pt x="5187" y="291"/>
                </a:cubicBezTo>
                <a:lnTo>
                  <a:pt x="5187" y="1536"/>
                </a:lnTo>
                <a:cubicBezTo>
                  <a:pt x="5187" y="1555"/>
                  <a:pt x="5185" y="1574"/>
                  <a:pt x="5181" y="1593"/>
                </a:cubicBezTo>
                <a:cubicBezTo>
                  <a:pt x="5178" y="1611"/>
                  <a:pt x="5172" y="1630"/>
                  <a:pt x="5165" y="1647"/>
                </a:cubicBezTo>
                <a:cubicBezTo>
                  <a:pt x="5158" y="1665"/>
                  <a:pt x="5149" y="1682"/>
                  <a:pt x="5138" y="1698"/>
                </a:cubicBezTo>
                <a:cubicBezTo>
                  <a:pt x="5127" y="1713"/>
                  <a:pt x="5115" y="1728"/>
                  <a:pt x="5102" y="1742"/>
                </a:cubicBezTo>
                <a:cubicBezTo>
                  <a:pt x="5088" y="1755"/>
                  <a:pt x="5074" y="1767"/>
                  <a:pt x="5058" y="1778"/>
                </a:cubicBezTo>
                <a:cubicBezTo>
                  <a:pt x="5042" y="1788"/>
                  <a:pt x="5025" y="1797"/>
                  <a:pt x="5007" y="1805"/>
                </a:cubicBezTo>
                <a:cubicBezTo>
                  <a:pt x="4990" y="1812"/>
                  <a:pt x="4971" y="1818"/>
                  <a:pt x="4953" y="1821"/>
                </a:cubicBezTo>
                <a:cubicBezTo>
                  <a:pt x="4934" y="1825"/>
                  <a:pt x="4915" y="1827"/>
                  <a:pt x="4896" y="1827"/>
                </a:cubicBezTo>
                <a:lnTo>
                  <a:pt x="291" y="1827"/>
                </a:lnTo>
                <a:cubicBezTo>
                  <a:pt x="272" y="1827"/>
                  <a:pt x="253" y="1825"/>
                  <a:pt x="234" y="1821"/>
                </a:cubicBezTo>
                <a:cubicBezTo>
                  <a:pt x="216" y="1818"/>
                  <a:pt x="197" y="1812"/>
                  <a:pt x="180" y="1805"/>
                </a:cubicBezTo>
                <a:cubicBezTo>
                  <a:pt x="162" y="1797"/>
                  <a:pt x="145" y="1788"/>
                  <a:pt x="130" y="1778"/>
                </a:cubicBezTo>
                <a:cubicBezTo>
                  <a:pt x="114" y="1767"/>
                  <a:pt x="99" y="1755"/>
                  <a:pt x="85" y="1742"/>
                </a:cubicBezTo>
                <a:cubicBezTo>
                  <a:pt x="72" y="1728"/>
                  <a:pt x="60" y="1713"/>
                  <a:pt x="49" y="1698"/>
                </a:cubicBezTo>
                <a:cubicBezTo>
                  <a:pt x="39" y="1682"/>
                  <a:pt x="30" y="1665"/>
                  <a:pt x="22" y="1647"/>
                </a:cubicBezTo>
                <a:cubicBezTo>
                  <a:pt x="15" y="1630"/>
                  <a:pt x="9" y="1611"/>
                  <a:pt x="6" y="1593"/>
                </a:cubicBezTo>
                <a:cubicBezTo>
                  <a:pt x="2" y="1574"/>
                  <a:pt x="0" y="1555"/>
                  <a:pt x="0" y="1536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2" name=""/>
          <p:cNvSpPr txBox="1"/>
          <p:nvPr/>
        </p:nvSpPr>
        <p:spPr>
          <a:xfrm>
            <a:off x="762120" y="2326680"/>
            <a:ext cx="12330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code-review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3" name=""/>
          <p:cNvSpPr/>
          <p:nvPr/>
        </p:nvSpPr>
        <p:spPr>
          <a:xfrm>
            <a:off x="4175640" y="1974960"/>
            <a:ext cx="1554840" cy="993960"/>
          </a:xfrm>
          <a:custGeom>
            <a:avLst/>
            <a:gdLst/>
            <a:ahLst/>
            <a:rect l="0" t="0" r="r" b="b"/>
            <a:pathLst>
              <a:path w="4319" h="2761">
                <a:moveTo>
                  <a:pt x="439" y="678"/>
                </a:moveTo>
                <a:lnTo>
                  <a:pt x="439" y="1923"/>
                </a:lnTo>
                <a:cubicBezTo>
                  <a:pt x="439" y="1965"/>
                  <a:pt x="447" y="2005"/>
                  <a:pt x="463" y="2044"/>
                </a:cubicBezTo>
                <a:cubicBezTo>
                  <a:pt x="479" y="2083"/>
                  <a:pt x="502" y="2118"/>
                  <a:pt x="532" y="2147"/>
                </a:cubicBezTo>
                <a:cubicBezTo>
                  <a:pt x="562" y="2177"/>
                  <a:pt x="596" y="2200"/>
                  <a:pt x="635" y="2216"/>
                </a:cubicBezTo>
                <a:cubicBezTo>
                  <a:pt x="674" y="2232"/>
                  <a:pt x="714" y="2240"/>
                  <a:pt x="757" y="2240"/>
                </a:cubicBezTo>
                <a:lnTo>
                  <a:pt x="3562" y="2240"/>
                </a:lnTo>
                <a:cubicBezTo>
                  <a:pt x="3604" y="2240"/>
                  <a:pt x="3645" y="2232"/>
                  <a:pt x="3684" y="2216"/>
                </a:cubicBezTo>
                <a:cubicBezTo>
                  <a:pt x="3723" y="2200"/>
                  <a:pt x="3757" y="2177"/>
                  <a:pt x="3787" y="2147"/>
                </a:cubicBezTo>
                <a:cubicBezTo>
                  <a:pt x="3816" y="2118"/>
                  <a:pt x="3839" y="2083"/>
                  <a:pt x="3855" y="2044"/>
                </a:cubicBezTo>
                <a:cubicBezTo>
                  <a:pt x="3872" y="2005"/>
                  <a:pt x="3880" y="1965"/>
                  <a:pt x="3880" y="1923"/>
                </a:cubicBezTo>
                <a:lnTo>
                  <a:pt x="3880" y="678"/>
                </a:lnTo>
                <a:cubicBezTo>
                  <a:pt x="3880" y="636"/>
                  <a:pt x="3872" y="596"/>
                  <a:pt x="3855" y="557"/>
                </a:cubicBezTo>
                <a:cubicBezTo>
                  <a:pt x="3839" y="518"/>
                  <a:pt x="3816" y="484"/>
                  <a:pt x="3787" y="454"/>
                </a:cubicBezTo>
                <a:cubicBezTo>
                  <a:pt x="3757" y="424"/>
                  <a:pt x="3723" y="401"/>
                  <a:pt x="3684" y="385"/>
                </a:cubicBezTo>
                <a:cubicBezTo>
                  <a:pt x="3645" y="369"/>
                  <a:pt x="3604" y="361"/>
                  <a:pt x="3562" y="361"/>
                </a:cubicBezTo>
                <a:lnTo>
                  <a:pt x="757" y="361"/>
                </a:lnTo>
                <a:cubicBezTo>
                  <a:pt x="714" y="361"/>
                  <a:pt x="674" y="369"/>
                  <a:pt x="635" y="385"/>
                </a:cubicBezTo>
                <a:cubicBezTo>
                  <a:pt x="596" y="401"/>
                  <a:pt x="562" y="424"/>
                  <a:pt x="532" y="454"/>
                </a:cubicBezTo>
                <a:cubicBezTo>
                  <a:pt x="502" y="484"/>
                  <a:pt x="479" y="518"/>
                  <a:pt x="463" y="557"/>
                </a:cubicBezTo>
                <a:cubicBezTo>
                  <a:pt x="447" y="596"/>
                  <a:pt x="439" y="636"/>
                  <a:pt x="439" y="678"/>
                </a:cubicBezTo>
                <a:moveTo>
                  <a:pt x="0" y="0"/>
                </a:moveTo>
                <a:lnTo>
                  <a:pt x="4319" y="0"/>
                </a:lnTo>
                <a:lnTo>
                  <a:pt x="4319" y="2761"/>
                </a:lnTo>
                <a:lnTo>
                  <a:pt x="0" y="2761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14" name=""/>
          <p:cNvSpPr/>
          <p:nvPr/>
        </p:nvSpPr>
        <p:spPr>
          <a:xfrm>
            <a:off x="4343040" y="2114280"/>
            <a:ext cx="1219680" cy="657720"/>
          </a:xfrm>
          <a:custGeom>
            <a:avLst/>
            <a:gdLst/>
            <a:ahLst/>
            <a:rect l="0" t="0" r="r" b="b"/>
            <a:pathLst>
              <a:path w="3388" h="1827">
                <a:moveTo>
                  <a:pt x="0" y="1536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5"/>
                  <a:pt x="50" y="130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3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4" y="2"/>
                  <a:pt x="272" y="0"/>
                  <a:pt x="292" y="0"/>
                </a:cubicBezTo>
                <a:lnTo>
                  <a:pt x="3096" y="0"/>
                </a:lnTo>
                <a:cubicBezTo>
                  <a:pt x="3115" y="0"/>
                  <a:pt x="3134" y="2"/>
                  <a:pt x="3153" y="6"/>
                </a:cubicBezTo>
                <a:cubicBezTo>
                  <a:pt x="3172" y="10"/>
                  <a:pt x="3191" y="15"/>
                  <a:pt x="3208" y="22"/>
                </a:cubicBezTo>
                <a:cubicBezTo>
                  <a:pt x="3226" y="30"/>
                  <a:pt x="3243" y="39"/>
                  <a:pt x="3259" y="49"/>
                </a:cubicBezTo>
                <a:cubicBezTo>
                  <a:pt x="3275" y="60"/>
                  <a:pt x="3289" y="72"/>
                  <a:pt x="3303" y="85"/>
                </a:cubicBezTo>
                <a:cubicBezTo>
                  <a:pt x="3316" y="99"/>
                  <a:pt x="3328" y="114"/>
                  <a:pt x="3339" y="130"/>
                </a:cubicBezTo>
                <a:cubicBezTo>
                  <a:pt x="3350" y="145"/>
                  <a:pt x="3359" y="162"/>
                  <a:pt x="3366" y="180"/>
                </a:cubicBezTo>
                <a:cubicBezTo>
                  <a:pt x="3373" y="198"/>
                  <a:pt x="3379" y="216"/>
                  <a:pt x="3383" y="235"/>
                </a:cubicBezTo>
                <a:cubicBezTo>
                  <a:pt x="3386" y="253"/>
                  <a:pt x="3388" y="272"/>
                  <a:pt x="3388" y="291"/>
                </a:cubicBezTo>
                <a:lnTo>
                  <a:pt x="3388" y="1536"/>
                </a:lnTo>
                <a:cubicBezTo>
                  <a:pt x="3388" y="1555"/>
                  <a:pt x="3386" y="1574"/>
                  <a:pt x="3383" y="1593"/>
                </a:cubicBezTo>
                <a:cubicBezTo>
                  <a:pt x="3379" y="1611"/>
                  <a:pt x="3373" y="1630"/>
                  <a:pt x="3366" y="1647"/>
                </a:cubicBezTo>
                <a:cubicBezTo>
                  <a:pt x="3359" y="1665"/>
                  <a:pt x="3350" y="1682"/>
                  <a:pt x="3339" y="1698"/>
                </a:cubicBezTo>
                <a:cubicBezTo>
                  <a:pt x="3328" y="1713"/>
                  <a:pt x="3316" y="1728"/>
                  <a:pt x="3303" y="1742"/>
                </a:cubicBezTo>
                <a:cubicBezTo>
                  <a:pt x="3289" y="1755"/>
                  <a:pt x="3275" y="1767"/>
                  <a:pt x="3259" y="1778"/>
                </a:cubicBezTo>
                <a:cubicBezTo>
                  <a:pt x="3243" y="1788"/>
                  <a:pt x="3226" y="1797"/>
                  <a:pt x="3208" y="1805"/>
                </a:cubicBezTo>
                <a:cubicBezTo>
                  <a:pt x="3191" y="1812"/>
                  <a:pt x="3172" y="1818"/>
                  <a:pt x="3153" y="1821"/>
                </a:cubicBezTo>
                <a:cubicBezTo>
                  <a:pt x="3134" y="1825"/>
                  <a:pt x="3115" y="1827"/>
                  <a:pt x="3096" y="1827"/>
                </a:cubicBezTo>
                <a:lnTo>
                  <a:pt x="292" y="1827"/>
                </a:lnTo>
                <a:cubicBezTo>
                  <a:pt x="272" y="1827"/>
                  <a:pt x="254" y="1825"/>
                  <a:pt x="235" y="1821"/>
                </a:cubicBezTo>
                <a:cubicBezTo>
                  <a:pt x="216" y="1818"/>
                  <a:pt x="198" y="1812"/>
                  <a:pt x="180" y="1805"/>
                </a:cubicBezTo>
                <a:cubicBezTo>
                  <a:pt x="163" y="1797"/>
                  <a:pt x="146" y="1788"/>
                  <a:pt x="130" y="1778"/>
                </a:cubicBezTo>
                <a:cubicBezTo>
                  <a:pt x="114" y="1767"/>
                  <a:pt x="99" y="1755"/>
                  <a:pt x="86" y="1742"/>
                </a:cubicBezTo>
                <a:cubicBezTo>
                  <a:pt x="72" y="1728"/>
                  <a:pt x="60" y="1713"/>
                  <a:pt x="50" y="1698"/>
                </a:cubicBezTo>
                <a:cubicBezTo>
                  <a:pt x="39" y="1682"/>
                  <a:pt x="30" y="1665"/>
                  <a:pt x="23" y="1647"/>
                </a:cubicBezTo>
                <a:cubicBezTo>
                  <a:pt x="15" y="1630"/>
                  <a:pt x="10" y="1611"/>
                  <a:pt x="6" y="1593"/>
                </a:cubicBezTo>
                <a:cubicBezTo>
                  <a:pt x="2" y="1574"/>
                  <a:pt x="0" y="1555"/>
                  <a:pt x="0" y="1536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5" name=""/>
          <p:cNvSpPr/>
          <p:nvPr/>
        </p:nvSpPr>
        <p:spPr>
          <a:xfrm>
            <a:off x="4343040" y="2114280"/>
            <a:ext cx="1219680" cy="657720"/>
          </a:xfrm>
          <a:custGeom>
            <a:avLst/>
            <a:gdLst/>
            <a:ahLst/>
            <a:rect l="0" t="0" r="r" b="b"/>
            <a:pathLst>
              <a:path w="3388" h="1827">
                <a:moveTo>
                  <a:pt x="0" y="1536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5"/>
                  <a:pt x="50" y="130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3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4" y="2"/>
                  <a:pt x="272" y="0"/>
                  <a:pt x="292" y="0"/>
                </a:cubicBezTo>
                <a:lnTo>
                  <a:pt x="3096" y="0"/>
                </a:lnTo>
                <a:cubicBezTo>
                  <a:pt x="3115" y="0"/>
                  <a:pt x="3134" y="2"/>
                  <a:pt x="3153" y="6"/>
                </a:cubicBezTo>
                <a:cubicBezTo>
                  <a:pt x="3172" y="10"/>
                  <a:pt x="3191" y="15"/>
                  <a:pt x="3208" y="22"/>
                </a:cubicBezTo>
                <a:cubicBezTo>
                  <a:pt x="3226" y="30"/>
                  <a:pt x="3243" y="39"/>
                  <a:pt x="3259" y="49"/>
                </a:cubicBezTo>
                <a:cubicBezTo>
                  <a:pt x="3275" y="60"/>
                  <a:pt x="3289" y="72"/>
                  <a:pt x="3303" y="85"/>
                </a:cubicBezTo>
                <a:cubicBezTo>
                  <a:pt x="3316" y="99"/>
                  <a:pt x="3328" y="114"/>
                  <a:pt x="3339" y="130"/>
                </a:cubicBezTo>
                <a:cubicBezTo>
                  <a:pt x="3350" y="145"/>
                  <a:pt x="3359" y="162"/>
                  <a:pt x="3366" y="180"/>
                </a:cubicBezTo>
                <a:cubicBezTo>
                  <a:pt x="3373" y="198"/>
                  <a:pt x="3379" y="216"/>
                  <a:pt x="3383" y="235"/>
                </a:cubicBezTo>
                <a:cubicBezTo>
                  <a:pt x="3386" y="253"/>
                  <a:pt x="3388" y="272"/>
                  <a:pt x="3388" y="291"/>
                </a:cubicBezTo>
                <a:lnTo>
                  <a:pt x="3388" y="1536"/>
                </a:lnTo>
                <a:cubicBezTo>
                  <a:pt x="3388" y="1555"/>
                  <a:pt x="3386" y="1574"/>
                  <a:pt x="3383" y="1593"/>
                </a:cubicBezTo>
                <a:cubicBezTo>
                  <a:pt x="3379" y="1611"/>
                  <a:pt x="3373" y="1630"/>
                  <a:pt x="3366" y="1647"/>
                </a:cubicBezTo>
                <a:cubicBezTo>
                  <a:pt x="3359" y="1665"/>
                  <a:pt x="3350" y="1682"/>
                  <a:pt x="3339" y="1698"/>
                </a:cubicBezTo>
                <a:cubicBezTo>
                  <a:pt x="3328" y="1713"/>
                  <a:pt x="3316" y="1728"/>
                  <a:pt x="3303" y="1742"/>
                </a:cubicBezTo>
                <a:cubicBezTo>
                  <a:pt x="3289" y="1755"/>
                  <a:pt x="3275" y="1767"/>
                  <a:pt x="3259" y="1778"/>
                </a:cubicBezTo>
                <a:cubicBezTo>
                  <a:pt x="3243" y="1788"/>
                  <a:pt x="3226" y="1797"/>
                  <a:pt x="3208" y="1805"/>
                </a:cubicBezTo>
                <a:cubicBezTo>
                  <a:pt x="3191" y="1812"/>
                  <a:pt x="3172" y="1818"/>
                  <a:pt x="3153" y="1821"/>
                </a:cubicBezTo>
                <a:cubicBezTo>
                  <a:pt x="3134" y="1825"/>
                  <a:pt x="3115" y="1827"/>
                  <a:pt x="3096" y="1827"/>
                </a:cubicBezTo>
                <a:lnTo>
                  <a:pt x="292" y="1827"/>
                </a:lnTo>
                <a:cubicBezTo>
                  <a:pt x="272" y="1827"/>
                  <a:pt x="254" y="1825"/>
                  <a:pt x="235" y="1821"/>
                </a:cubicBezTo>
                <a:cubicBezTo>
                  <a:pt x="216" y="1818"/>
                  <a:pt x="198" y="1812"/>
                  <a:pt x="180" y="1805"/>
                </a:cubicBezTo>
                <a:cubicBezTo>
                  <a:pt x="163" y="1797"/>
                  <a:pt x="146" y="1788"/>
                  <a:pt x="130" y="1778"/>
                </a:cubicBezTo>
                <a:cubicBezTo>
                  <a:pt x="114" y="1767"/>
                  <a:pt x="99" y="1755"/>
                  <a:pt x="86" y="1742"/>
                </a:cubicBezTo>
                <a:cubicBezTo>
                  <a:pt x="72" y="1728"/>
                  <a:pt x="60" y="1713"/>
                  <a:pt x="50" y="1698"/>
                </a:cubicBezTo>
                <a:cubicBezTo>
                  <a:pt x="39" y="1682"/>
                  <a:pt x="30" y="1665"/>
                  <a:pt x="23" y="1647"/>
                </a:cubicBezTo>
                <a:cubicBezTo>
                  <a:pt x="15" y="1630"/>
                  <a:pt x="10" y="1611"/>
                  <a:pt x="6" y="1593"/>
                </a:cubicBezTo>
                <a:cubicBezTo>
                  <a:pt x="2" y="1574"/>
                  <a:pt x="0" y="1555"/>
                  <a:pt x="0" y="1536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6" name=""/>
          <p:cNvSpPr txBox="1"/>
          <p:nvPr/>
        </p:nvSpPr>
        <p:spPr>
          <a:xfrm>
            <a:off x="2541960" y="2326680"/>
            <a:ext cx="14241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doc-generator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7" name=""/>
          <p:cNvSpPr/>
          <p:nvPr/>
        </p:nvSpPr>
        <p:spPr>
          <a:xfrm>
            <a:off x="5507640" y="1974960"/>
            <a:ext cx="2109600" cy="993960"/>
          </a:xfrm>
          <a:custGeom>
            <a:avLst/>
            <a:gdLst/>
            <a:ahLst/>
            <a:rect l="0" t="0" r="r" b="b"/>
            <a:pathLst>
              <a:path w="5860" h="2761">
                <a:moveTo>
                  <a:pt x="443" y="678"/>
                </a:moveTo>
                <a:lnTo>
                  <a:pt x="443" y="1923"/>
                </a:lnTo>
                <a:cubicBezTo>
                  <a:pt x="443" y="1965"/>
                  <a:pt x="451" y="2005"/>
                  <a:pt x="467" y="2044"/>
                </a:cubicBezTo>
                <a:cubicBezTo>
                  <a:pt x="483" y="2083"/>
                  <a:pt x="506" y="2118"/>
                  <a:pt x="536" y="2147"/>
                </a:cubicBezTo>
                <a:cubicBezTo>
                  <a:pt x="566" y="2177"/>
                  <a:pt x="600" y="2200"/>
                  <a:pt x="639" y="2216"/>
                </a:cubicBezTo>
                <a:cubicBezTo>
                  <a:pt x="678" y="2232"/>
                  <a:pt x="719" y="2240"/>
                  <a:pt x="761" y="2240"/>
                </a:cubicBezTo>
                <a:lnTo>
                  <a:pt x="5100" y="2240"/>
                </a:lnTo>
                <a:cubicBezTo>
                  <a:pt x="5142" y="2240"/>
                  <a:pt x="5182" y="2232"/>
                  <a:pt x="5222" y="2216"/>
                </a:cubicBezTo>
                <a:cubicBezTo>
                  <a:pt x="5261" y="2200"/>
                  <a:pt x="5296" y="2177"/>
                  <a:pt x="5325" y="2147"/>
                </a:cubicBezTo>
                <a:cubicBezTo>
                  <a:pt x="5355" y="2118"/>
                  <a:pt x="5378" y="2083"/>
                  <a:pt x="5394" y="2044"/>
                </a:cubicBezTo>
                <a:cubicBezTo>
                  <a:pt x="5410" y="2005"/>
                  <a:pt x="5418" y="1965"/>
                  <a:pt x="5418" y="1923"/>
                </a:cubicBezTo>
                <a:lnTo>
                  <a:pt x="5418" y="678"/>
                </a:lnTo>
                <a:cubicBezTo>
                  <a:pt x="5418" y="636"/>
                  <a:pt x="5410" y="596"/>
                  <a:pt x="5394" y="557"/>
                </a:cubicBezTo>
                <a:cubicBezTo>
                  <a:pt x="5378" y="518"/>
                  <a:pt x="5355" y="484"/>
                  <a:pt x="5325" y="454"/>
                </a:cubicBezTo>
                <a:cubicBezTo>
                  <a:pt x="5296" y="424"/>
                  <a:pt x="5261" y="401"/>
                  <a:pt x="5222" y="385"/>
                </a:cubicBezTo>
                <a:cubicBezTo>
                  <a:pt x="5182" y="369"/>
                  <a:pt x="5142" y="361"/>
                  <a:pt x="5100" y="361"/>
                </a:cubicBezTo>
                <a:lnTo>
                  <a:pt x="761" y="361"/>
                </a:lnTo>
                <a:cubicBezTo>
                  <a:pt x="719" y="361"/>
                  <a:pt x="678" y="369"/>
                  <a:pt x="639" y="385"/>
                </a:cubicBezTo>
                <a:cubicBezTo>
                  <a:pt x="600" y="401"/>
                  <a:pt x="566" y="424"/>
                  <a:pt x="536" y="454"/>
                </a:cubicBezTo>
                <a:cubicBezTo>
                  <a:pt x="506" y="484"/>
                  <a:pt x="483" y="518"/>
                  <a:pt x="467" y="557"/>
                </a:cubicBezTo>
                <a:cubicBezTo>
                  <a:pt x="451" y="596"/>
                  <a:pt x="443" y="636"/>
                  <a:pt x="443" y="678"/>
                </a:cubicBezTo>
                <a:moveTo>
                  <a:pt x="0" y="0"/>
                </a:moveTo>
                <a:lnTo>
                  <a:pt x="5860" y="0"/>
                </a:lnTo>
                <a:lnTo>
                  <a:pt x="5860" y="2761"/>
                </a:lnTo>
                <a:lnTo>
                  <a:pt x="0" y="2761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18" name=""/>
          <p:cNvSpPr/>
          <p:nvPr/>
        </p:nvSpPr>
        <p:spPr>
          <a:xfrm>
            <a:off x="5676840" y="2114280"/>
            <a:ext cx="1771920" cy="657720"/>
          </a:xfrm>
          <a:custGeom>
            <a:avLst/>
            <a:gdLst/>
            <a:ahLst/>
            <a:rect l="0" t="0" r="r" b="b"/>
            <a:pathLst>
              <a:path w="4922" h="1827">
                <a:moveTo>
                  <a:pt x="0" y="1536"/>
                </a:moveTo>
                <a:lnTo>
                  <a:pt x="0" y="291"/>
                </a:lnTo>
                <a:cubicBezTo>
                  <a:pt x="0" y="272"/>
                  <a:pt x="2" y="253"/>
                  <a:pt x="5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2"/>
                  <a:pt x="38" y="145"/>
                  <a:pt x="49" y="130"/>
                </a:cubicBezTo>
                <a:cubicBezTo>
                  <a:pt x="59" y="114"/>
                  <a:pt x="71" y="99"/>
                  <a:pt x="85" y="85"/>
                </a:cubicBezTo>
                <a:cubicBezTo>
                  <a:pt x="98" y="72"/>
                  <a:pt x="113" y="60"/>
                  <a:pt x="129" y="49"/>
                </a:cubicBezTo>
                <a:cubicBezTo>
                  <a:pt x="145" y="39"/>
                  <a:pt x="162" y="30"/>
                  <a:pt x="179" y="22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4631" y="0"/>
                </a:lnTo>
                <a:cubicBezTo>
                  <a:pt x="4650" y="0"/>
                  <a:pt x="4669" y="2"/>
                  <a:pt x="4688" y="6"/>
                </a:cubicBezTo>
                <a:cubicBezTo>
                  <a:pt x="4706" y="10"/>
                  <a:pt x="4725" y="15"/>
                  <a:pt x="4742" y="22"/>
                </a:cubicBezTo>
                <a:cubicBezTo>
                  <a:pt x="4760" y="30"/>
                  <a:pt x="4777" y="39"/>
                  <a:pt x="4793" y="49"/>
                </a:cubicBezTo>
                <a:cubicBezTo>
                  <a:pt x="4808" y="60"/>
                  <a:pt x="4823" y="72"/>
                  <a:pt x="4837" y="85"/>
                </a:cubicBezTo>
                <a:cubicBezTo>
                  <a:pt x="4850" y="99"/>
                  <a:pt x="4862" y="114"/>
                  <a:pt x="4873" y="130"/>
                </a:cubicBezTo>
                <a:cubicBezTo>
                  <a:pt x="4883" y="145"/>
                  <a:pt x="4892" y="162"/>
                  <a:pt x="4900" y="180"/>
                </a:cubicBezTo>
                <a:cubicBezTo>
                  <a:pt x="4907" y="198"/>
                  <a:pt x="4913" y="216"/>
                  <a:pt x="4916" y="235"/>
                </a:cubicBezTo>
                <a:cubicBezTo>
                  <a:pt x="4920" y="253"/>
                  <a:pt x="4922" y="272"/>
                  <a:pt x="4922" y="291"/>
                </a:cubicBezTo>
                <a:lnTo>
                  <a:pt x="4922" y="1536"/>
                </a:lnTo>
                <a:cubicBezTo>
                  <a:pt x="4922" y="1555"/>
                  <a:pt x="4920" y="1574"/>
                  <a:pt x="4916" y="1593"/>
                </a:cubicBezTo>
                <a:cubicBezTo>
                  <a:pt x="4913" y="1611"/>
                  <a:pt x="4907" y="1630"/>
                  <a:pt x="4900" y="1647"/>
                </a:cubicBezTo>
                <a:cubicBezTo>
                  <a:pt x="4892" y="1665"/>
                  <a:pt x="4883" y="1682"/>
                  <a:pt x="4873" y="1698"/>
                </a:cubicBezTo>
                <a:cubicBezTo>
                  <a:pt x="4862" y="1713"/>
                  <a:pt x="4850" y="1728"/>
                  <a:pt x="4837" y="1742"/>
                </a:cubicBezTo>
                <a:cubicBezTo>
                  <a:pt x="4823" y="1755"/>
                  <a:pt x="4808" y="1767"/>
                  <a:pt x="4793" y="1778"/>
                </a:cubicBezTo>
                <a:cubicBezTo>
                  <a:pt x="4777" y="1788"/>
                  <a:pt x="4760" y="1797"/>
                  <a:pt x="4742" y="1805"/>
                </a:cubicBezTo>
                <a:cubicBezTo>
                  <a:pt x="4725" y="1812"/>
                  <a:pt x="4706" y="1818"/>
                  <a:pt x="4688" y="1821"/>
                </a:cubicBezTo>
                <a:cubicBezTo>
                  <a:pt x="4669" y="1825"/>
                  <a:pt x="4650" y="1827"/>
                  <a:pt x="4631" y="1827"/>
                </a:cubicBezTo>
                <a:lnTo>
                  <a:pt x="291" y="1827"/>
                </a:lnTo>
                <a:cubicBezTo>
                  <a:pt x="272" y="1827"/>
                  <a:pt x="253" y="1825"/>
                  <a:pt x="234" y="1821"/>
                </a:cubicBezTo>
                <a:cubicBezTo>
                  <a:pt x="215" y="1818"/>
                  <a:pt x="197" y="1812"/>
                  <a:pt x="179" y="1805"/>
                </a:cubicBezTo>
                <a:cubicBezTo>
                  <a:pt x="162" y="1797"/>
                  <a:pt x="145" y="1788"/>
                  <a:pt x="129" y="1778"/>
                </a:cubicBezTo>
                <a:cubicBezTo>
                  <a:pt x="113" y="1767"/>
                  <a:pt x="98" y="1755"/>
                  <a:pt x="85" y="1742"/>
                </a:cubicBezTo>
                <a:cubicBezTo>
                  <a:pt x="71" y="1728"/>
                  <a:pt x="59" y="1713"/>
                  <a:pt x="49" y="1698"/>
                </a:cubicBezTo>
                <a:cubicBezTo>
                  <a:pt x="38" y="1682"/>
                  <a:pt x="29" y="1665"/>
                  <a:pt x="22" y="1647"/>
                </a:cubicBezTo>
                <a:cubicBezTo>
                  <a:pt x="15" y="1630"/>
                  <a:pt x="9" y="1611"/>
                  <a:pt x="5" y="1593"/>
                </a:cubicBezTo>
                <a:cubicBezTo>
                  <a:pt x="2" y="1574"/>
                  <a:pt x="0" y="1555"/>
                  <a:pt x="0" y="1536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9" name=""/>
          <p:cNvSpPr/>
          <p:nvPr/>
        </p:nvSpPr>
        <p:spPr>
          <a:xfrm>
            <a:off x="5676840" y="2114280"/>
            <a:ext cx="1771920" cy="657720"/>
          </a:xfrm>
          <a:custGeom>
            <a:avLst/>
            <a:gdLst/>
            <a:ahLst/>
            <a:rect l="0" t="0" r="r" b="b"/>
            <a:pathLst>
              <a:path w="4922" h="1827">
                <a:moveTo>
                  <a:pt x="0" y="1536"/>
                </a:moveTo>
                <a:lnTo>
                  <a:pt x="0" y="291"/>
                </a:lnTo>
                <a:cubicBezTo>
                  <a:pt x="0" y="272"/>
                  <a:pt x="2" y="253"/>
                  <a:pt x="5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2"/>
                  <a:pt x="38" y="145"/>
                  <a:pt x="49" y="130"/>
                </a:cubicBezTo>
                <a:cubicBezTo>
                  <a:pt x="59" y="114"/>
                  <a:pt x="71" y="99"/>
                  <a:pt x="85" y="85"/>
                </a:cubicBezTo>
                <a:cubicBezTo>
                  <a:pt x="98" y="72"/>
                  <a:pt x="113" y="60"/>
                  <a:pt x="129" y="49"/>
                </a:cubicBezTo>
                <a:cubicBezTo>
                  <a:pt x="145" y="39"/>
                  <a:pt x="162" y="30"/>
                  <a:pt x="179" y="22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4631" y="0"/>
                </a:lnTo>
                <a:cubicBezTo>
                  <a:pt x="4650" y="0"/>
                  <a:pt x="4669" y="2"/>
                  <a:pt x="4688" y="6"/>
                </a:cubicBezTo>
                <a:cubicBezTo>
                  <a:pt x="4706" y="10"/>
                  <a:pt x="4725" y="15"/>
                  <a:pt x="4742" y="22"/>
                </a:cubicBezTo>
                <a:cubicBezTo>
                  <a:pt x="4760" y="30"/>
                  <a:pt x="4777" y="39"/>
                  <a:pt x="4793" y="49"/>
                </a:cubicBezTo>
                <a:cubicBezTo>
                  <a:pt x="4808" y="60"/>
                  <a:pt x="4823" y="72"/>
                  <a:pt x="4837" y="85"/>
                </a:cubicBezTo>
                <a:cubicBezTo>
                  <a:pt x="4850" y="99"/>
                  <a:pt x="4862" y="114"/>
                  <a:pt x="4873" y="130"/>
                </a:cubicBezTo>
                <a:cubicBezTo>
                  <a:pt x="4883" y="145"/>
                  <a:pt x="4892" y="162"/>
                  <a:pt x="4900" y="180"/>
                </a:cubicBezTo>
                <a:cubicBezTo>
                  <a:pt x="4907" y="198"/>
                  <a:pt x="4913" y="216"/>
                  <a:pt x="4916" y="235"/>
                </a:cubicBezTo>
                <a:cubicBezTo>
                  <a:pt x="4920" y="253"/>
                  <a:pt x="4922" y="272"/>
                  <a:pt x="4922" y="291"/>
                </a:cubicBezTo>
                <a:lnTo>
                  <a:pt x="4922" y="1536"/>
                </a:lnTo>
                <a:cubicBezTo>
                  <a:pt x="4922" y="1555"/>
                  <a:pt x="4920" y="1574"/>
                  <a:pt x="4916" y="1593"/>
                </a:cubicBezTo>
                <a:cubicBezTo>
                  <a:pt x="4913" y="1611"/>
                  <a:pt x="4907" y="1630"/>
                  <a:pt x="4900" y="1647"/>
                </a:cubicBezTo>
                <a:cubicBezTo>
                  <a:pt x="4892" y="1665"/>
                  <a:pt x="4883" y="1682"/>
                  <a:pt x="4873" y="1698"/>
                </a:cubicBezTo>
                <a:cubicBezTo>
                  <a:pt x="4862" y="1713"/>
                  <a:pt x="4850" y="1728"/>
                  <a:pt x="4837" y="1742"/>
                </a:cubicBezTo>
                <a:cubicBezTo>
                  <a:pt x="4823" y="1755"/>
                  <a:pt x="4808" y="1767"/>
                  <a:pt x="4793" y="1778"/>
                </a:cubicBezTo>
                <a:cubicBezTo>
                  <a:pt x="4777" y="1788"/>
                  <a:pt x="4760" y="1797"/>
                  <a:pt x="4742" y="1805"/>
                </a:cubicBezTo>
                <a:cubicBezTo>
                  <a:pt x="4725" y="1812"/>
                  <a:pt x="4706" y="1818"/>
                  <a:pt x="4688" y="1821"/>
                </a:cubicBezTo>
                <a:cubicBezTo>
                  <a:pt x="4669" y="1825"/>
                  <a:pt x="4650" y="1827"/>
                  <a:pt x="4631" y="1827"/>
                </a:cubicBezTo>
                <a:lnTo>
                  <a:pt x="291" y="1827"/>
                </a:lnTo>
                <a:cubicBezTo>
                  <a:pt x="272" y="1827"/>
                  <a:pt x="253" y="1825"/>
                  <a:pt x="234" y="1821"/>
                </a:cubicBezTo>
                <a:cubicBezTo>
                  <a:pt x="215" y="1818"/>
                  <a:pt x="197" y="1812"/>
                  <a:pt x="179" y="1805"/>
                </a:cubicBezTo>
                <a:cubicBezTo>
                  <a:pt x="162" y="1797"/>
                  <a:pt x="145" y="1788"/>
                  <a:pt x="129" y="1778"/>
                </a:cubicBezTo>
                <a:cubicBezTo>
                  <a:pt x="113" y="1767"/>
                  <a:pt x="98" y="1755"/>
                  <a:pt x="85" y="1742"/>
                </a:cubicBezTo>
                <a:cubicBezTo>
                  <a:pt x="71" y="1728"/>
                  <a:pt x="59" y="1713"/>
                  <a:pt x="49" y="1698"/>
                </a:cubicBezTo>
                <a:cubicBezTo>
                  <a:pt x="38" y="1682"/>
                  <a:pt x="29" y="1665"/>
                  <a:pt x="22" y="1647"/>
                </a:cubicBezTo>
                <a:cubicBezTo>
                  <a:pt x="15" y="1630"/>
                  <a:pt x="9" y="1611"/>
                  <a:pt x="5" y="1593"/>
                </a:cubicBezTo>
                <a:cubicBezTo>
                  <a:pt x="2" y="1574"/>
                  <a:pt x="0" y="1555"/>
                  <a:pt x="0" y="1536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0" name=""/>
          <p:cNvSpPr txBox="1"/>
          <p:nvPr/>
        </p:nvSpPr>
        <p:spPr>
          <a:xfrm>
            <a:off x="4521960" y="2326680"/>
            <a:ext cx="8265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test-gen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1" name=""/>
          <p:cNvSpPr/>
          <p:nvPr/>
        </p:nvSpPr>
        <p:spPr>
          <a:xfrm>
            <a:off x="414360" y="2804040"/>
            <a:ext cx="5763960" cy="4053960"/>
          </a:xfrm>
          <a:custGeom>
            <a:avLst/>
            <a:gdLst/>
            <a:ahLst/>
            <a:rect l="0" t="0" r="r" b="b"/>
            <a:pathLst>
              <a:path w="16011" h="11261">
                <a:moveTo>
                  <a:pt x="0" y="11261"/>
                </a:moveTo>
                <a:lnTo>
                  <a:pt x="0" y="0"/>
                </a:lnTo>
                <a:lnTo>
                  <a:pt x="16011" y="0"/>
                </a:lnTo>
                <a:lnTo>
                  <a:pt x="16011" y="11261"/>
                </a:lnTo>
                <a:lnTo>
                  <a:pt x="0" y="11261"/>
                </a:lnTo>
                <a:moveTo>
                  <a:pt x="436" y="677"/>
                </a:moveTo>
                <a:lnTo>
                  <a:pt x="436" y="10626"/>
                </a:lnTo>
                <a:cubicBezTo>
                  <a:pt x="436" y="10669"/>
                  <a:pt x="444" y="10709"/>
                  <a:pt x="460" y="10748"/>
                </a:cubicBezTo>
                <a:cubicBezTo>
                  <a:pt x="476" y="10787"/>
                  <a:pt x="499" y="10821"/>
                  <a:pt x="529" y="10851"/>
                </a:cubicBezTo>
                <a:cubicBezTo>
                  <a:pt x="559" y="10881"/>
                  <a:pt x="593" y="10904"/>
                  <a:pt x="632" y="10920"/>
                </a:cubicBezTo>
                <a:cubicBezTo>
                  <a:pt x="671" y="10936"/>
                  <a:pt x="711" y="10944"/>
                  <a:pt x="753" y="10944"/>
                </a:cubicBezTo>
                <a:lnTo>
                  <a:pt x="15254" y="10944"/>
                </a:lnTo>
                <a:cubicBezTo>
                  <a:pt x="15296" y="10944"/>
                  <a:pt x="15336" y="10936"/>
                  <a:pt x="15375" y="10920"/>
                </a:cubicBezTo>
                <a:cubicBezTo>
                  <a:pt x="15414" y="10904"/>
                  <a:pt x="15448" y="10881"/>
                  <a:pt x="15478" y="10851"/>
                </a:cubicBezTo>
                <a:cubicBezTo>
                  <a:pt x="15508" y="10821"/>
                  <a:pt x="15531" y="10787"/>
                  <a:pt x="15547" y="10748"/>
                </a:cubicBezTo>
                <a:cubicBezTo>
                  <a:pt x="15563" y="10709"/>
                  <a:pt x="15571" y="10669"/>
                  <a:pt x="15571" y="10626"/>
                </a:cubicBezTo>
                <a:lnTo>
                  <a:pt x="15571" y="677"/>
                </a:lnTo>
                <a:cubicBezTo>
                  <a:pt x="15571" y="635"/>
                  <a:pt x="15563" y="595"/>
                  <a:pt x="15547" y="556"/>
                </a:cubicBezTo>
                <a:cubicBezTo>
                  <a:pt x="15531" y="517"/>
                  <a:pt x="15508" y="482"/>
                  <a:pt x="15478" y="453"/>
                </a:cubicBezTo>
                <a:cubicBezTo>
                  <a:pt x="15448" y="423"/>
                  <a:pt x="15414" y="400"/>
                  <a:pt x="15375" y="384"/>
                </a:cubicBezTo>
                <a:cubicBezTo>
                  <a:pt x="15336" y="368"/>
                  <a:pt x="15296" y="360"/>
                  <a:pt x="15254" y="360"/>
                </a:cubicBezTo>
                <a:lnTo>
                  <a:pt x="753" y="360"/>
                </a:lnTo>
                <a:cubicBezTo>
                  <a:pt x="711" y="360"/>
                  <a:pt x="671" y="368"/>
                  <a:pt x="632" y="384"/>
                </a:cubicBezTo>
                <a:cubicBezTo>
                  <a:pt x="593" y="400"/>
                  <a:pt x="559" y="423"/>
                  <a:pt x="529" y="453"/>
                </a:cubicBezTo>
                <a:cubicBezTo>
                  <a:pt x="499" y="482"/>
                  <a:pt x="476" y="517"/>
                  <a:pt x="460" y="556"/>
                </a:cubicBezTo>
                <a:cubicBezTo>
                  <a:pt x="444" y="595"/>
                  <a:pt x="436" y="635"/>
                  <a:pt x="436" y="677"/>
                </a:cubicBez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22" name=""/>
          <p:cNvSpPr/>
          <p:nvPr/>
        </p:nvSpPr>
        <p:spPr>
          <a:xfrm>
            <a:off x="580680" y="2943000"/>
            <a:ext cx="5429880" cy="3791520"/>
          </a:xfrm>
          <a:custGeom>
            <a:avLst/>
            <a:gdLst/>
            <a:ahLst/>
            <a:rect l="0" t="0" r="r" b="b"/>
            <a:pathLst>
              <a:path w="15083" h="10532">
                <a:moveTo>
                  <a:pt x="0" y="10240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1" y="30"/>
                  <a:pt x="14937" y="39"/>
                  <a:pt x="14953" y="49"/>
                </a:cubicBezTo>
                <a:cubicBezTo>
                  <a:pt x="14969" y="60"/>
                  <a:pt x="14984" y="72"/>
                  <a:pt x="14997" y="85"/>
                </a:cubicBezTo>
                <a:cubicBezTo>
                  <a:pt x="15011" y="99"/>
                  <a:pt x="15023" y="114"/>
                  <a:pt x="15034" y="129"/>
                </a:cubicBezTo>
                <a:cubicBezTo>
                  <a:pt x="15044" y="145"/>
                  <a:pt x="15053" y="162"/>
                  <a:pt x="15061" y="180"/>
                </a:cubicBezTo>
                <a:cubicBezTo>
                  <a:pt x="15068" y="197"/>
                  <a:pt x="15073" y="216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10240"/>
                </a:lnTo>
                <a:cubicBezTo>
                  <a:pt x="15083" y="10260"/>
                  <a:pt x="15081" y="10279"/>
                  <a:pt x="15077" y="10297"/>
                </a:cubicBezTo>
                <a:cubicBezTo>
                  <a:pt x="15073" y="10316"/>
                  <a:pt x="15068" y="10334"/>
                  <a:pt x="15061" y="10352"/>
                </a:cubicBezTo>
                <a:cubicBezTo>
                  <a:pt x="15053" y="10370"/>
                  <a:pt x="15044" y="10386"/>
                  <a:pt x="15034" y="10402"/>
                </a:cubicBezTo>
                <a:cubicBezTo>
                  <a:pt x="15023" y="10418"/>
                  <a:pt x="15011" y="10433"/>
                  <a:pt x="14997" y="10446"/>
                </a:cubicBezTo>
                <a:cubicBezTo>
                  <a:pt x="14984" y="10460"/>
                  <a:pt x="14969" y="10472"/>
                  <a:pt x="14953" y="10482"/>
                </a:cubicBezTo>
                <a:cubicBezTo>
                  <a:pt x="14937" y="10493"/>
                  <a:pt x="14921" y="10502"/>
                  <a:pt x="14903" y="10509"/>
                </a:cubicBezTo>
                <a:cubicBezTo>
                  <a:pt x="14885" y="10517"/>
                  <a:pt x="14867" y="10522"/>
                  <a:pt x="14848" y="10526"/>
                </a:cubicBezTo>
                <a:cubicBezTo>
                  <a:pt x="14830" y="10530"/>
                  <a:pt x="14811" y="10532"/>
                  <a:pt x="14792" y="10532"/>
                </a:cubicBezTo>
                <a:lnTo>
                  <a:pt x="291" y="10532"/>
                </a:lnTo>
                <a:cubicBezTo>
                  <a:pt x="272" y="10532"/>
                  <a:pt x="253" y="10530"/>
                  <a:pt x="235" y="10526"/>
                </a:cubicBezTo>
                <a:cubicBezTo>
                  <a:pt x="216" y="10522"/>
                  <a:pt x="198" y="10517"/>
                  <a:pt x="180" y="10509"/>
                </a:cubicBezTo>
                <a:cubicBezTo>
                  <a:pt x="162" y="10502"/>
                  <a:pt x="146" y="10493"/>
                  <a:pt x="130" y="10482"/>
                </a:cubicBezTo>
                <a:cubicBezTo>
                  <a:pt x="114" y="10472"/>
                  <a:pt x="99" y="10460"/>
                  <a:pt x="86" y="10446"/>
                </a:cubicBezTo>
                <a:cubicBezTo>
                  <a:pt x="72" y="10433"/>
                  <a:pt x="60" y="10418"/>
                  <a:pt x="50" y="10402"/>
                </a:cubicBezTo>
                <a:cubicBezTo>
                  <a:pt x="39" y="10386"/>
                  <a:pt x="30" y="10370"/>
                  <a:pt x="23" y="10352"/>
                </a:cubicBezTo>
                <a:cubicBezTo>
                  <a:pt x="15" y="10334"/>
                  <a:pt x="10" y="10316"/>
                  <a:pt x="6" y="10297"/>
                </a:cubicBezTo>
                <a:cubicBezTo>
                  <a:pt x="2" y="10279"/>
                  <a:pt x="0" y="10260"/>
                  <a:pt x="0" y="10240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3" name=""/>
          <p:cNvSpPr/>
          <p:nvPr/>
        </p:nvSpPr>
        <p:spPr>
          <a:xfrm>
            <a:off x="580680" y="2943000"/>
            <a:ext cx="5429880" cy="3791520"/>
          </a:xfrm>
          <a:custGeom>
            <a:avLst/>
            <a:gdLst/>
            <a:ahLst/>
            <a:rect l="0" t="0" r="r" b="b"/>
            <a:pathLst>
              <a:path w="15083" h="10532">
                <a:moveTo>
                  <a:pt x="0" y="10240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1" y="30"/>
                  <a:pt x="14937" y="39"/>
                  <a:pt x="14953" y="49"/>
                </a:cubicBezTo>
                <a:cubicBezTo>
                  <a:pt x="14969" y="60"/>
                  <a:pt x="14984" y="72"/>
                  <a:pt x="14997" y="85"/>
                </a:cubicBezTo>
                <a:cubicBezTo>
                  <a:pt x="15011" y="99"/>
                  <a:pt x="15023" y="114"/>
                  <a:pt x="15034" y="129"/>
                </a:cubicBezTo>
                <a:cubicBezTo>
                  <a:pt x="15044" y="145"/>
                  <a:pt x="15053" y="162"/>
                  <a:pt x="15061" y="180"/>
                </a:cubicBezTo>
                <a:cubicBezTo>
                  <a:pt x="15068" y="197"/>
                  <a:pt x="15073" y="216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10240"/>
                </a:lnTo>
                <a:cubicBezTo>
                  <a:pt x="15083" y="10260"/>
                  <a:pt x="15081" y="10279"/>
                  <a:pt x="15077" y="10297"/>
                </a:cubicBezTo>
                <a:cubicBezTo>
                  <a:pt x="15073" y="10316"/>
                  <a:pt x="15068" y="10334"/>
                  <a:pt x="15061" y="10352"/>
                </a:cubicBezTo>
                <a:cubicBezTo>
                  <a:pt x="15053" y="10370"/>
                  <a:pt x="15044" y="10386"/>
                  <a:pt x="15034" y="10402"/>
                </a:cubicBezTo>
                <a:cubicBezTo>
                  <a:pt x="15023" y="10418"/>
                  <a:pt x="15011" y="10433"/>
                  <a:pt x="14997" y="10446"/>
                </a:cubicBezTo>
                <a:cubicBezTo>
                  <a:pt x="14984" y="10460"/>
                  <a:pt x="14969" y="10472"/>
                  <a:pt x="14953" y="10482"/>
                </a:cubicBezTo>
                <a:cubicBezTo>
                  <a:pt x="14937" y="10493"/>
                  <a:pt x="14921" y="10502"/>
                  <a:pt x="14903" y="10509"/>
                </a:cubicBezTo>
                <a:cubicBezTo>
                  <a:pt x="14885" y="10517"/>
                  <a:pt x="14867" y="10522"/>
                  <a:pt x="14848" y="10526"/>
                </a:cubicBezTo>
                <a:cubicBezTo>
                  <a:pt x="14830" y="10530"/>
                  <a:pt x="14811" y="10532"/>
                  <a:pt x="14792" y="10532"/>
                </a:cubicBezTo>
                <a:lnTo>
                  <a:pt x="291" y="10532"/>
                </a:lnTo>
                <a:cubicBezTo>
                  <a:pt x="272" y="10532"/>
                  <a:pt x="253" y="10530"/>
                  <a:pt x="235" y="10526"/>
                </a:cubicBezTo>
                <a:cubicBezTo>
                  <a:pt x="216" y="10522"/>
                  <a:pt x="198" y="10517"/>
                  <a:pt x="180" y="10509"/>
                </a:cubicBezTo>
                <a:cubicBezTo>
                  <a:pt x="162" y="10502"/>
                  <a:pt x="146" y="10493"/>
                  <a:pt x="130" y="10482"/>
                </a:cubicBezTo>
                <a:cubicBezTo>
                  <a:pt x="114" y="10472"/>
                  <a:pt x="99" y="10460"/>
                  <a:pt x="86" y="10446"/>
                </a:cubicBezTo>
                <a:cubicBezTo>
                  <a:pt x="72" y="10433"/>
                  <a:pt x="60" y="10418"/>
                  <a:pt x="50" y="10402"/>
                </a:cubicBezTo>
                <a:cubicBezTo>
                  <a:pt x="39" y="10386"/>
                  <a:pt x="30" y="10370"/>
                  <a:pt x="23" y="10352"/>
                </a:cubicBezTo>
                <a:cubicBezTo>
                  <a:pt x="15" y="10334"/>
                  <a:pt x="10" y="10316"/>
                  <a:pt x="6" y="10297"/>
                </a:cubicBezTo>
                <a:cubicBezTo>
                  <a:pt x="2" y="10279"/>
                  <a:pt x="0" y="10260"/>
                  <a:pt x="0" y="10240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4" name=""/>
          <p:cNvSpPr/>
          <p:nvPr/>
        </p:nvSpPr>
        <p:spPr>
          <a:xfrm>
            <a:off x="548280" y="3636000"/>
            <a:ext cx="5492880" cy="2502720"/>
          </a:xfrm>
          <a:custGeom>
            <a:avLst/>
            <a:gdLst/>
            <a:ahLst/>
            <a:rect l="0" t="0" r="r" b="b"/>
            <a:pathLst>
              <a:path w="15258" h="6952">
                <a:moveTo>
                  <a:pt x="620" y="801"/>
                </a:moveTo>
                <a:lnTo>
                  <a:pt x="620" y="5934"/>
                </a:lnTo>
                <a:cubicBezTo>
                  <a:pt x="620" y="5973"/>
                  <a:pt x="627" y="6010"/>
                  <a:pt x="642" y="6046"/>
                </a:cubicBezTo>
                <a:cubicBezTo>
                  <a:pt x="657" y="6081"/>
                  <a:pt x="678" y="6113"/>
                  <a:pt x="705" y="6140"/>
                </a:cubicBezTo>
                <a:cubicBezTo>
                  <a:pt x="732" y="6167"/>
                  <a:pt x="764" y="6188"/>
                  <a:pt x="799" y="6203"/>
                </a:cubicBezTo>
                <a:cubicBezTo>
                  <a:pt x="835" y="6218"/>
                  <a:pt x="872" y="6225"/>
                  <a:pt x="911" y="6225"/>
                </a:cubicBezTo>
                <a:lnTo>
                  <a:pt x="14352" y="6225"/>
                </a:lnTo>
                <a:cubicBezTo>
                  <a:pt x="14391" y="6225"/>
                  <a:pt x="14428" y="6218"/>
                  <a:pt x="14464" y="6203"/>
                </a:cubicBezTo>
                <a:cubicBezTo>
                  <a:pt x="14500" y="6188"/>
                  <a:pt x="14531" y="6167"/>
                  <a:pt x="14558" y="6140"/>
                </a:cubicBezTo>
                <a:cubicBezTo>
                  <a:pt x="14586" y="6113"/>
                  <a:pt x="14607" y="6081"/>
                  <a:pt x="14621" y="6046"/>
                </a:cubicBezTo>
                <a:cubicBezTo>
                  <a:pt x="14636" y="6010"/>
                  <a:pt x="14644" y="5973"/>
                  <a:pt x="14644" y="5934"/>
                </a:cubicBezTo>
                <a:lnTo>
                  <a:pt x="14644" y="801"/>
                </a:lnTo>
                <a:cubicBezTo>
                  <a:pt x="14644" y="763"/>
                  <a:pt x="14636" y="726"/>
                  <a:pt x="14621" y="690"/>
                </a:cubicBezTo>
                <a:cubicBezTo>
                  <a:pt x="14607" y="654"/>
                  <a:pt x="14586" y="623"/>
                  <a:pt x="14558" y="596"/>
                </a:cubicBezTo>
                <a:cubicBezTo>
                  <a:pt x="14531" y="568"/>
                  <a:pt x="14500" y="547"/>
                  <a:pt x="14464" y="532"/>
                </a:cubicBezTo>
                <a:cubicBezTo>
                  <a:pt x="14428" y="518"/>
                  <a:pt x="14391" y="510"/>
                  <a:pt x="14352" y="510"/>
                </a:cubicBezTo>
                <a:lnTo>
                  <a:pt x="911" y="510"/>
                </a:lnTo>
                <a:cubicBezTo>
                  <a:pt x="872" y="510"/>
                  <a:pt x="835" y="518"/>
                  <a:pt x="799" y="532"/>
                </a:cubicBezTo>
                <a:cubicBezTo>
                  <a:pt x="764" y="547"/>
                  <a:pt x="732" y="568"/>
                  <a:pt x="705" y="596"/>
                </a:cubicBezTo>
                <a:cubicBezTo>
                  <a:pt x="678" y="623"/>
                  <a:pt x="657" y="654"/>
                  <a:pt x="642" y="690"/>
                </a:cubicBezTo>
                <a:cubicBezTo>
                  <a:pt x="627" y="726"/>
                  <a:pt x="620" y="763"/>
                  <a:pt x="620" y="801"/>
                </a:cubicBezTo>
                <a:moveTo>
                  <a:pt x="0" y="0"/>
                </a:moveTo>
                <a:lnTo>
                  <a:pt x="15258" y="0"/>
                </a:lnTo>
                <a:lnTo>
                  <a:pt x="15258" y="6952"/>
                </a:lnTo>
                <a:lnTo>
                  <a:pt x="0" y="6952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25" name=""/>
          <p:cNvSpPr/>
          <p:nvPr/>
        </p:nvSpPr>
        <p:spPr>
          <a:xfrm>
            <a:off x="766440" y="3814560"/>
            <a:ext cx="5058360" cy="2067480"/>
          </a:xfrm>
          <a:custGeom>
            <a:avLst/>
            <a:gdLst/>
            <a:ahLst/>
            <a:rect l="0" t="0" r="r" b="b"/>
            <a:pathLst>
              <a:path w="14051" h="5743">
                <a:moveTo>
                  <a:pt x="0" y="5438"/>
                </a:moveTo>
                <a:lnTo>
                  <a:pt x="0" y="304"/>
                </a:lnTo>
                <a:cubicBezTo>
                  <a:pt x="0" y="284"/>
                  <a:pt x="2" y="265"/>
                  <a:pt x="6" y="245"/>
                </a:cubicBezTo>
                <a:cubicBezTo>
                  <a:pt x="10" y="225"/>
                  <a:pt x="16" y="206"/>
                  <a:pt x="24" y="188"/>
                </a:cubicBezTo>
                <a:cubicBezTo>
                  <a:pt x="31" y="169"/>
                  <a:pt x="41" y="152"/>
                  <a:pt x="52" y="135"/>
                </a:cubicBezTo>
                <a:cubicBezTo>
                  <a:pt x="63" y="119"/>
                  <a:pt x="75" y="103"/>
                  <a:pt x="90" y="89"/>
                </a:cubicBezTo>
                <a:cubicBezTo>
                  <a:pt x="104" y="75"/>
                  <a:pt x="119" y="62"/>
                  <a:pt x="136" y="51"/>
                </a:cubicBezTo>
                <a:cubicBezTo>
                  <a:pt x="152" y="40"/>
                  <a:pt x="170" y="31"/>
                  <a:pt x="188" y="23"/>
                </a:cubicBezTo>
                <a:cubicBezTo>
                  <a:pt x="207" y="16"/>
                  <a:pt x="226" y="10"/>
                  <a:pt x="245" y="6"/>
                </a:cubicBezTo>
                <a:cubicBezTo>
                  <a:pt x="265" y="2"/>
                  <a:pt x="285" y="0"/>
                  <a:pt x="305" y="0"/>
                </a:cubicBezTo>
                <a:lnTo>
                  <a:pt x="13746" y="0"/>
                </a:lnTo>
                <a:cubicBezTo>
                  <a:pt x="13766" y="0"/>
                  <a:pt x="13786" y="2"/>
                  <a:pt x="13806" y="6"/>
                </a:cubicBezTo>
                <a:cubicBezTo>
                  <a:pt x="13825" y="10"/>
                  <a:pt x="13844" y="16"/>
                  <a:pt x="13863" y="23"/>
                </a:cubicBezTo>
                <a:cubicBezTo>
                  <a:pt x="13881" y="31"/>
                  <a:pt x="13899" y="40"/>
                  <a:pt x="13916" y="51"/>
                </a:cubicBezTo>
                <a:cubicBezTo>
                  <a:pt x="13932" y="62"/>
                  <a:pt x="13948" y="75"/>
                  <a:pt x="13962" y="89"/>
                </a:cubicBezTo>
                <a:cubicBezTo>
                  <a:pt x="13976" y="103"/>
                  <a:pt x="13988" y="119"/>
                  <a:pt x="13999" y="135"/>
                </a:cubicBezTo>
                <a:cubicBezTo>
                  <a:pt x="14011" y="152"/>
                  <a:pt x="14020" y="169"/>
                  <a:pt x="14028" y="188"/>
                </a:cubicBezTo>
                <a:cubicBezTo>
                  <a:pt x="14035" y="206"/>
                  <a:pt x="14041" y="225"/>
                  <a:pt x="14045" y="245"/>
                </a:cubicBezTo>
                <a:cubicBezTo>
                  <a:pt x="14049" y="265"/>
                  <a:pt x="14051" y="284"/>
                  <a:pt x="14051" y="304"/>
                </a:cubicBezTo>
                <a:lnTo>
                  <a:pt x="14051" y="5438"/>
                </a:lnTo>
                <a:cubicBezTo>
                  <a:pt x="14051" y="5458"/>
                  <a:pt x="14049" y="5478"/>
                  <a:pt x="14045" y="5498"/>
                </a:cubicBezTo>
                <a:cubicBezTo>
                  <a:pt x="14041" y="5517"/>
                  <a:pt x="14035" y="5536"/>
                  <a:pt x="14028" y="5555"/>
                </a:cubicBezTo>
                <a:cubicBezTo>
                  <a:pt x="14020" y="5573"/>
                  <a:pt x="14011" y="5591"/>
                  <a:pt x="13999" y="5607"/>
                </a:cubicBezTo>
                <a:cubicBezTo>
                  <a:pt x="13988" y="5624"/>
                  <a:pt x="13976" y="5639"/>
                  <a:pt x="13962" y="5653"/>
                </a:cubicBezTo>
                <a:cubicBezTo>
                  <a:pt x="13948" y="5668"/>
                  <a:pt x="13932" y="5680"/>
                  <a:pt x="13916" y="5691"/>
                </a:cubicBezTo>
                <a:cubicBezTo>
                  <a:pt x="13899" y="5702"/>
                  <a:pt x="13881" y="5712"/>
                  <a:pt x="13863" y="5719"/>
                </a:cubicBezTo>
                <a:cubicBezTo>
                  <a:pt x="13844" y="5727"/>
                  <a:pt x="13825" y="5733"/>
                  <a:pt x="13806" y="5737"/>
                </a:cubicBezTo>
                <a:cubicBezTo>
                  <a:pt x="13786" y="5741"/>
                  <a:pt x="13766" y="5743"/>
                  <a:pt x="13746" y="5743"/>
                </a:cubicBezTo>
                <a:lnTo>
                  <a:pt x="305" y="5743"/>
                </a:lnTo>
                <a:cubicBezTo>
                  <a:pt x="285" y="5743"/>
                  <a:pt x="265" y="5741"/>
                  <a:pt x="245" y="5737"/>
                </a:cubicBezTo>
                <a:cubicBezTo>
                  <a:pt x="226" y="5733"/>
                  <a:pt x="207" y="5727"/>
                  <a:pt x="188" y="5719"/>
                </a:cubicBezTo>
                <a:cubicBezTo>
                  <a:pt x="170" y="5712"/>
                  <a:pt x="152" y="5702"/>
                  <a:pt x="136" y="5691"/>
                </a:cubicBezTo>
                <a:cubicBezTo>
                  <a:pt x="119" y="5680"/>
                  <a:pt x="104" y="5668"/>
                  <a:pt x="90" y="5653"/>
                </a:cubicBezTo>
                <a:cubicBezTo>
                  <a:pt x="75" y="5639"/>
                  <a:pt x="63" y="5624"/>
                  <a:pt x="52" y="5607"/>
                </a:cubicBezTo>
                <a:cubicBezTo>
                  <a:pt x="41" y="5591"/>
                  <a:pt x="31" y="5573"/>
                  <a:pt x="24" y="5555"/>
                </a:cubicBezTo>
                <a:cubicBezTo>
                  <a:pt x="16" y="5536"/>
                  <a:pt x="10" y="5517"/>
                  <a:pt x="6" y="5498"/>
                </a:cubicBezTo>
                <a:cubicBezTo>
                  <a:pt x="2" y="5478"/>
                  <a:pt x="0" y="5458"/>
                  <a:pt x="0" y="5438"/>
                </a:cubicBezTo>
                <a:close/>
              </a:path>
            </a:pathLst>
          </a:custGeom>
          <a:solidFill>
            <a:srgbClr val="2D2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26" name=""/>
          <p:cNvSpPr/>
          <p:nvPr/>
        </p:nvSpPr>
        <p:spPr>
          <a:xfrm>
            <a:off x="766440" y="3814560"/>
            <a:ext cx="5058360" cy="2067480"/>
          </a:xfrm>
          <a:custGeom>
            <a:avLst/>
            <a:gdLst/>
            <a:ahLst/>
            <a:rect l="0" t="0" r="r" b="b"/>
            <a:pathLst>
              <a:path w="14051" h="5743">
                <a:moveTo>
                  <a:pt x="0" y="5438"/>
                </a:moveTo>
                <a:lnTo>
                  <a:pt x="0" y="304"/>
                </a:lnTo>
                <a:cubicBezTo>
                  <a:pt x="0" y="284"/>
                  <a:pt x="2" y="265"/>
                  <a:pt x="6" y="245"/>
                </a:cubicBezTo>
                <a:cubicBezTo>
                  <a:pt x="10" y="225"/>
                  <a:pt x="16" y="206"/>
                  <a:pt x="24" y="188"/>
                </a:cubicBezTo>
                <a:cubicBezTo>
                  <a:pt x="31" y="169"/>
                  <a:pt x="41" y="152"/>
                  <a:pt x="52" y="135"/>
                </a:cubicBezTo>
                <a:cubicBezTo>
                  <a:pt x="63" y="119"/>
                  <a:pt x="75" y="103"/>
                  <a:pt x="90" y="89"/>
                </a:cubicBezTo>
                <a:cubicBezTo>
                  <a:pt x="104" y="75"/>
                  <a:pt x="119" y="62"/>
                  <a:pt x="136" y="51"/>
                </a:cubicBezTo>
                <a:cubicBezTo>
                  <a:pt x="152" y="40"/>
                  <a:pt x="170" y="31"/>
                  <a:pt x="188" y="23"/>
                </a:cubicBezTo>
                <a:cubicBezTo>
                  <a:pt x="207" y="16"/>
                  <a:pt x="226" y="10"/>
                  <a:pt x="245" y="6"/>
                </a:cubicBezTo>
                <a:cubicBezTo>
                  <a:pt x="265" y="2"/>
                  <a:pt x="285" y="0"/>
                  <a:pt x="305" y="0"/>
                </a:cubicBezTo>
                <a:lnTo>
                  <a:pt x="13746" y="0"/>
                </a:lnTo>
                <a:cubicBezTo>
                  <a:pt x="13766" y="0"/>
                  <a:pt x="13786" y="2"/>
                  <a:pt x="13806" y="6"/>
                </a:cubicBezTo>
                <a:cubicBezTo>
                  <a:pt x="13825" y="10"/>
                  <a:pt x="13844" y="16"/>
                  <a:pt x="13863" y="23"/>
                </a:cubicBezTo>
                <a:cubicBezTo>
                  <a:pt x="13881" y="31"/>
                  <a:pt x="13899" y="40"/>
                  <a:pt x="13916" y="51"/>
                </a:cubicBezTo>
                <a:cubicBezTo>
                  <a:pt x="13932" y="62"/>
                  <a:pt x="13948" y="75"/>
                  <a:pt x="13962" y="89"/>
                </a:cubicBezTo>
                <a:cubicBezTo>
                  <a:pt x="13976" y="103"/>
                  <a:pt x="13988" y="119"/>
                  <a:pt x="13999" y="135"/>
                </a:cubicBezTo>
                <a:cubicBezTo>
                  <a:pt x="14011" y="152"/>
                  <a:pt x="14020" y="169"/>
                  <a:pt x="14028" y="188"/>
                </a:cubicBezTo>
                <a:cubicBezTo>
                  <a:pt x="14035" y="206"/>
                  <a:pt x="14041" y="225"/>
                  <a:pt x="14045" y="245"/>
                </a:cubicBezTo>
                <a:cubicBezTo>
                  <a:pt x="14049" y="265"/>
                  <a:pt x="14051" y="284"/>
                  <a:pt x="14051" y="304"/>
                </a:cubicBezTo>
                <a:lnTo>
                  <a:pt x="14051" y="5438"/>
                </a:lnTo>
                <a:cubicBezTo>
                  <a:pt x="14051" y="5458"/>
                  <a:pt x="14049" y="5478"/>
                  <a:pt x="14045" y="5498"/>
                </a:cubicBezTo>
                <a:cubicBezTo>
                  <a:pt x="14041" y="5517"/>
                  <a:pt x="14035" y="5536"/>
                  <a:pt x="14028" y="5555"/>
                </a:cubicBezTo>
                <a:cubicBezTo>
                  <a:pt x="14020" y="5573"/>
                  <a:pt x="14011" y="5591"/>
                  <a:pt x="13999" y="5607"/>
                </a:cubicBezTo>
                <a:cubicBezTo>
                  <a:pt x="13988" y="5624"/>
                  <a:pt x="13976" y="5639"/>
                  <a:pt x="13962" y="5653"/>
                </a:cubicBezTo>
                <a:cubicBezTo>
                  <a:pt x="13948" y="5668"/>
                  <a:pt x="13932" y="5680"/>
                  <a:pt x="13916" y="5691"/>
                </a:cubicBezTo>
                <a:cubicBezTo>
                  <a:pt x="13899" y="5702"/>
                  <a:pt x="13881" y="5712"/>
                  <a:pt x="13863" y="5719"/>
                </a:cubicBezTo>
                <a:cubicBezTo>
                  <a:pt x="13844" y="5727"/>
                  <a:pt x="13825" y="5733"/>
                  <a:pt x="13806" y="5737"/>
                </a:cubicBezTo>
                <a:cubicBezTo>
                  <a:pt x="13786" y="5741"/>
                  <a:pt x="13766" y="5743"/>
                  <a:pt x="13746" y="5743"/>
                </a:cubicBezTo>
                <a:lnTo>
                  <a:pt x="305" y="5743"/>
                </a:lnTo>
                <a:cubicBezTo>
                  <a:pt x="285" y="5743"/>
                  <a:pt x="265" y="5741"/>
                  <a:pt x="245" y="5737"/>
                </a:cubicBezTo>
                <a:cubicBezTo>
                  <a:pt x="226" y="5733"/>
                  <a:pt x="207" y="5727"/>
                  <a:pt x="188" y="5719"/>
                </a:cubicBezTo>
                <a:cubicBezTo>
                  <a:pt x="170" y="5712"/>
                  <a:pt x="152" y="5702"/>
                  <a:pt x="136" y="5691"/>
                </a:cubicBezTo>
                <a:cubicBezTo>
                  <a:pt x="119" y="5680"/>
                  <a:pt x="104" y="5668"/>
                  <a:pt x="90" y="5653"/>
                </a:cubicBezTo>
                <a:cubicBezTo>
                  <a:pt x="75" y="5639"/>
                  <a:pt x="63" y="5624"/>
                  <a:pt x="52" y="5607"/>
                </a:cubicBezTo>
                <a:cubicBezTo>
                  <a:pt x="41" y="5591"/>
                  <a:pt x="31" y="5573"/>
                  <a:pt x="24" y="5555"/>
                </a:cubicBezTo>
                <a:cubicBezTo>
                  <a:pt x="16" y="5536"/>
                  <a:pt x="10" y="5517"/>
                  <a:pt x="6" y="5498"/>
                </a:cubicBezTo>
                <a:cubicBezTo>
                  <a:pt x="2" y="5478"/>
                  <a:pt x="0" y="5458"/>
                  <a:pt x="0" y="543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7" name=""/>
          <p:cNvSpPr/>
          <p:nvPr/>
        </p:nvSpPr>
        <p:spPr>
          <a:xfrm>
            <a:off x="792000" y="3375000"/>
            <a:ext cx="302040" cy="241560"/>
          </a:xfrm>
          <a:custGeom>
            <a:avLst/>
            <a:gdLst/>
            <a:ahLst/>
            <a:rect l="0" t="0" r="r" b="b"/>
            <a:pathLst>
              <a:path w="839" h="671">
                <a:moveTo>
                  <a:pt x="448" y="523"/>
                </a:moveTo>
                <a:lnTo>
                  <a:pt x="540" y="459"/>
                </a:lnTo>
                <a:lnTo>
                  <a:pt x="631" y="523"/>
                </a:lnTo>
                <a:lnTo>
                  <a:pt x="597" y="412"/>
                </a:lnTo>
                <a:lnTo>
                  <a:pt x="688" y="335"/>
                </a:lnTo>
                <a:lnTo>
                  <a:pt x="577" y="335"/>
                </a:lnTo>
                <a:lnTo>
                  <a:pt x="540" y="226"/>
                </a:lnTo>
                <a:lnTo>
                  <a:pt x="503" y="335"/>
                </a:lnTo>
                <a:lnTo>
                  <a:pt x="392" y="335"/>
                </a:lnTo>
                <a:lnTo>
                  <a:pt x="483" y="412"/>
                </a:lnTo>
                <a:lnTo>
                  <a:pt x="448" y="523"/>
                </a:lnTo>
                <a:moveTo>
                  <a:pt x="63" y="671"/>
                </a:moveTo>
                <a:cubicBezTo>
                  <a:pt x="46" y="671"/>
                  <a:pt x="31" y="664"/>
                  <a:pt x="19" y="651"/>
                </a:cubicBezTo>
                <a:cubicBezTo>
                  <a:pt x="6" y="639"/>
                  <a:pt x="0" y="624"/>
                  <a:pt x="0" y="608"/>
                </a:cubicBezTo>
                <a:lnTo>
                  <a:pt x="0" y="62"/>
                </a:lnTo>
                <a:cubicBezTo>
                  <a:pt x="0" y="46"/>
                  <a:pt x="6" y="32"/>
                  <a:pt x="19" y="19"/>
                </a:cubicBezTo>
                <a:cubicBezTo>
                  <a:pt x="31" y="6"/>
                  <a:pt x="46" y="0"/>
                  <a:pt x="63" y="0"/>
                </a:cubicBezTo>
                <a:lnTo>
                  <a:pt x="357" y="0"/>
                </a:lnTo>
                <a:lnTo>
                  <a:pt x="420" y="62"/>
                </a:lnTo>
                <a:lnTo>
                  <a:pt x="776" y="62"/>
                </a:lnTo>
                <a:cubicBezTo>
                  <a:pt x="792" y="62"/>
                  <a:pt x="807" y="69"/>
                  <a:pt x="819" y="82"/>
                </a:cubicBezTo>
                <a:cubicBezTo>
                  <a:pt x="832" y="95"/>
                  <a:pt x="839" y="109"/>
                  <a:pt x="839" y="125"/>
                </a:cubicBezTo>
                <a:lnTo>
                  <a:pt x="839" y="608"/>
                </a:lnTo>
                <a:cubicBezTo>
                  <a:pt x="839" y="624"/>
                  <a:pt x="832" y="639"/>
                  <a:pt x="819" y="651"/>
                </a:cubicBezTo>
                <a:cubicBezTo>
                  <a:pt x="807" y="664"/>
                  <a:pt x="792" y="671"/>
                  <a:pt x="776" y="671"/>
                </a:cubicBezTo>
                <a:lnTo>
                  <a:pt x="63" y="671"/>
                </a:lnTo>
                <a:moveTo>
                  <a:pt x="63" y="608"/>
                </a:moveTo>
                <a:lnTo>
                  <a:pt x="776" y="608"/>
                </a:lnTo>
                <a:lnTo>
                  <a:pt x="776" y="125"/>
                </a:lnTo>
                <a:lnTo>
                  <a:pt x="394" y="125"/>
                </a:lnTo>
                <a:lnTo>
                  <a:pt x="331" y="62"/>
                </a:lnTo>
                <a:lnTo>
                  <a:pt x="63" y="62"/>
                </a:lnTo>
                <a:lnTo>
                  <a:pt x="63" y="608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28" name=""/>
          <p:cNvSpPr txBox="1"/>
          <p:nvPr/>
        </p:nvSpPr>
        <p:spPr>
          <a:xfrm>
            <a:off x="5857560" y="2326680"/>
            <a:ext cx="1283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flutter-expert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9" name=""/>
          <p:cNvSpPr txBox="1"/>
          <p:nvPr/>
        </p:nvSpPr>
        <p:spPr>
          <a:xfrm>
            <a:off x="1123920" y="3504240"/>
            <a:ext cx="1567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SKILL.md 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の構造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0" name=""/>
          <p:cNvSpPr txBox="1"/>
          <p:nvPr/>
        </p:nvSpPr>
        <p:spPr>
          <a:xfrm>
            <a:off x="942840" y="3997440"/>
            <a:ext cx="2750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---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1" name=""/>
          <p:cNvSpPr txBox="1"/>
          <p:nvPr/>
        </p:nvSpPr>
        <p:spPr>
          <a:xfrm>
            <a:off x="942840" y="4216320"/>
            <a:ext cx="155556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name: code-review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2" name=""/>
          <p:cNvSpPr txBox="1"/>
          <p:nvPr/>
        </p:nvSpPr>
        <p:spPr>
          <a:xfrm>
            <a:off x="942840" y="4444920"/>
            <a:ext cx="11898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0550AE"/>
                </a:solidFill>
                <a:effectLst/>
                <a:uFillTx/>
                <a:latin typeface="JetBrainsMonoRoman"/>
                <a:ea typeface="JetBrainsMonoRoman"/>
              </a:rPr>
              <a:t>description: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3" name=""/>
          <p:cNvSpPr txBox="1"/>
          <p:nvPr/>
        </p:nvSpPr>
        <p:spPr>
          <a:xfrm>
            <a:off x="2131560" y="4441680"/>
            <a:ext cx="19818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0550AE"/>
                </a:solidFill>
                <a:effectLst/>
                <a:uFillTx/>
                <a:latin typeface="Osaka"/>
                <a:ea typeface="Osaka"/>
              </a:rPr>
              <a:t>コードの品質レビューを行う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4" name=""/>
          <p:cNvSpPr txBox="1"/>
          <p:nvPr/>
        </p:nvSpPr>
        <p:spPr>
          <a:xfrm>
            <a:off x="942840" y="4664160"/>
            <a:ext cx="2750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0550AE"/>
                </a:solidFill>
                <a:effectLst/>
                <a:uFillTx/>
                <a:latin typeface="JetBrainsMonoRoman"/>
                <a:ea typeface="JetBrainsMonoRoman"/>
              </a:rPr>
              <a:t>##-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5" name=""/>
          <p:cNvSpPr txBox="1"/>
          <p:nvPr/>
        </p:nvSpPr>
        <p:spPr>
          <a:xfrm>
            <a:off x="942840" y="4892760"/>
            <a:ext cx="1836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0550AE"/>
                </a:solidFill>
                <a:effectLst/>
                <a:uFillTx/>
                <a:latin typeface="JetBrainsMonoRoman"/>
                <a:ea typeface="JetBrainsMonoRoman"/>
              </a:rPr>
              <a:t>#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6" name=""/>
          <p:cNvSpPr txBox="1"/>
          <p:nvPr/>
        </p:nvSpPr>
        <p:spPr>
          <a:xfrm>
            <a:off x="1125720" y="4889520"/>
            <a:ext cx="13723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0550AE"/>
                </a:solidFill>
                <a:effectLst/>
                <a:uFillTx/>
                <a:latin typeface="Osaka"/>
                <a:ea typeface="Osaka"/>
              </a:rPr>
              <a:t>コードレビュー手順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7" name=""/>
          <p:cNvSpPr txBox="1"/>
          <p:nvPr/>
        </p:nvSpPr>
        <p:spPr>
          <a:xfrm>
            <a:off x="942840" y="5111640"/>
            <a:ext cx="2750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B2300"/>
                </a:solidFill>
                <a:effectLst/>
                <a:uFillTx/>
                <a:latin typeface="JetBrainsMono"/>
                <a:ea typeface="JetBrainsMono"/>
              </a:rPr>
              <a:t>1.</a:t>
            </a:r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8" name=""/>
          <p:cNvSpPr txBox="1"/>
          <p:nvPr/>
        </p:nvSpPr>
        <p:spPr>
          <a:xfrm>
            <a:off x="1217160" y="5108400"/>
            <a:ext cx="167724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指定ファイルを読み込む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9" name=""/>
          <p:cNvSpPr txBox="1"/>
          <p:nvPr/>
        </p:nvSpPr>
        <p:spPr>
          <a:xfrm>
            <a:off x="942840" y="5340240"/>
            <a:ext cx="2750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B2300"/>
                </a:solidFill>
                <a:effectLst/>
                <a:uFillTx/>
                <a:latin typeface="JetBrainsMono"/>
                <a:ea typeface="JetBrainsMono"/>
              </a:rPr>
              <a:t>2.</a:t>
            </a:r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0" name=""/>
          <p:cNvSpPr txBox="1"/>
          <p:nvPr/>
        </p:nvSpPr>
        <p:spPr>
          <a:xfrm>
            <a:off x="1217160" y="5337000"/>
            <a:ext cx="18295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セキュリティ脆弱性を確認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1" name=""/>
          <p:cNvSpPr txBox="1"/>
          <p:nvPr/>
        </p:nvSpPr>
        <p:spPr>
          <a:xfrm>
            <a:off x="942840" y="5559480"/>
            <a:ext cx="2750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B2300"/>
                </a:solidFill>
                <a:effectLst/>
                <a:uFillTx/>
                <a:latin typeface="JetBrainsMono"/>
                <a:ea typeface="JetBrainsMono"/>
              </a:rPr>
              <a:t>3.</a:t>
            </a:r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2" name=""/>
          <p:cNvSpPr/>
          <p:nvPr/>
        </p:nvSpPr>
        <p:spPr>
          <a:xfrm>
            <a:off x="6013440" y="2804040"/>
            <a:ext cx="5764320" cy="4053960"/>
          </a:xfrm>
          <a:custGeom>
            <a:avLst/>
            <a:gdLst/>
            <a:ahLst/>
            <a:rect l="0" t="0" r="r" b="b"/>
            <a:pathLst>
              <a:path w="16012" h="11261">
                <a:moveTo>
                  <a:pt x="0" y="11261"/>
                </a:moveTo>
                <a:lnTo>
                  <a:pt x="0" y="0"/>
                </a:lnTo>
                <a:lnTo>
                  <a:pt x="16012" y="0"/>
                </a:lnTo>
                <a:lnTo>
                  <a:pt x="16012" y="11261"/>
                </a:lnTo>
                <a:lnTo>
                  <a:pt x="0" y="11261"/>
                </a:lnTo>
                <a:moveTo>
                  <a:pt x="440" y="677"/>
                </a:moveTo>
                <a:lnTo>
                  <a:pt x="440" y="10626"/>
                </a:lnTo>
                <a:cubicBezTo>
                  <a:pt x="440" y="10669"/>
                  <a:pt x="449" y="10709"/>
                  <a:pt x="465" y="10748"/>
                </a:cubicBezTo>
                <a:cubicBezTo>
                  <a:pt x="481" y="10787"/>
                  <a:pt x="504" y="10821"/>
                  <a:pt x="533" y="10851"/>
                </a:cubicBezTo>
                <a:cubicBezTo>
                  <a:pt x="563" y="10881"/>
                  <a:pt x="598" y="10904"/>
                  <a:pt x="636" y="10920"/>
                </a:cubicBezTo>
                <a:cubicBezTo>
                  <a:pt x="675" y="10936"/>
                  <a:pt x="716" y="10944"/>
                  <a:pt x="758" y="10944"/>
                </a:cubicBezTo>
                <a:lnTo>
                  <a:pt x="15258" y="10944"/>
                </a:lnTo>
                <a:cubicBezTo>
                  <a:pt x="15300" y="10944"/>
                  <a:pt x="15341" y="10936"/>
                  <a:pt x="15380" y="10920"/>
                </a:cubicBezTo>
                <a:cubicBezTo>
                  <a:pt x="15419" y="10904"/>
                  <a:pt x="15453" y="10881"/>
                  <a:pt x="15483" y="10851"/>
                </a:cubicBezTo>
                <a:cubicBezTo>
                  <a:pt x="15512" y="10821"/>
                  <a:pt x="15535" y="10787"/>
                  <a:pt x="15551" y="10748"/>
                </a:cubicBezTo>
                <a:cubicBezTo>
                  <a:pt x="15568" y="10709"/>
                  <a:pt x="15576" y="10669"/>
                  <a:pt x="15576" y="10626"/>
                </a:cubicBezTo>
                <a:lnTo>
                  <a:pt x="15576" y="677"/>
                </a:lnTo>
                <a:cubicBezTo>
                  <a:pt x="15576" y="635"/>
                  <a:pt x="15568" y="595"/>
                  <a:pt x="15551" y="556"/>
                </a:cubicBezTo>
                <a:cubicBezTo>
                  <a:pt x="15535" y="517"/>
                  <a:pt x="15512" y="482"/>
                  <a:pt x="15483" y="453"/>
                </a:cubicBezTo>
                <a:cubicBezTo>
                  <a:pt x="15453" y="423"/>
                  <a:pt x="15419" y="400"/>
                  <a:pt x="15380" y="384"/>
                </a:cubicBezTo>
                <a:cubicBezTo>
                  <a:pt x="15341" y="368"/>
                  <a:pt x="15300" y="360"/>
                  <a:pt x="15258" y="360"/>
                </a:cubicBezTo>
                <a:lnTo>
                  <a:pt x="758" y="360"/>
                </a:lnTo>
                <a:cubicBezTo>
                  <a:pt x="716" y="360"/>
                  <a:pt x="675" y="368"/>
                  <a:pt x="636" y="384"/>
                </a:cubicBezTo>
                <a:cubicBezTo>
                  <a:pt x="598" y="400"/>
                  <a:pt x="563" y="423"/>
                  <a:pt x="533" y="453"/>
                </a:cubicBezTo>
                <a:cubicBezTo>
                  <a:pt x="504" y="482"/>
                  <a:pt x="481" y="517"/>
                  <a:pt x="465" y="556"/>
                </a:cubicBezTo>
                <a:cubicBezTo>
                  <a:pt x="449" y="595"/>
                  <a:pt x="440" y="635"/>
                  <a:pt x="440" y="677"/>
                </a:cubicBez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43" name=""/>
          <p:cNvSpPr/>
          <p:nvPr/>
        </p:nvSpPr>
        <p:spPr>
          <a:xfrm>
            <a:off x="6181560" y="2943000"/>
            <a:ext cx="5429520" cy="3791520"/>
          </a:xfrm>
          <a:custGeom>
            <a:avLst/>
            <a:gdLst/>
            <a:ahLst/>
            <a:rect l="0" t="0" r="r" b="b"/>
            <a:pathLst>
              <a:path w="15082" h="10532">
                <a:moveTo>
                  <a:pt x="0" y="10240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6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4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30"/>
                  <a:pt x="14937" y="39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4"/>
                  <a:pt x="15033" y="129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7"/>
                  <a:pt x="15073" y="216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10240"/>
                </a:lnTo>
                <a:cubicBezTo>
                  <a:pt x="15082" y="10260"/>
                  <a:pt x="15080" y="10279"/>
                  <a:pt x="15077" y="10297"/>
                </a:cubicBezTo>
                <a:cubicBezTo>
                  <a:pt x="15073" y="10316"/>
                  <a:pt x="15067" y="10334"/>
                  <a:pt x="15060" y="10352"/>
                </a:cubicBezTo>
                <a:cubicBezTo>
                  <a:pt x="15053" y="10370"/>
                  <a:pt x="15044" y="10386"/>
                  <a:pt x="15033" y="10402"/>
                </a:cubicBezTo>
                <a:cubicBezTo>
                  <a:pt x="15023" y="10418"/>
                  <a:pt x="15010" y="10433"/>
                  <a:pt x="14997" y="10446"/>
                </a:cubicBezTo>
                <a:cubicBezTo>
                  <a:pt x="14983" y="10460"/>
                  <a:pt x="14969" y="10472"/>
                  <a:pt x="14953" y="10482"/>
                </a:cubicBezTo>
                <a:cubicBezTo>
                  <a:pt x="14937" y="10493"/>
                  <a:pt x="14920" y="10502"/>
                  <a:pt x="14903" y="10509"/>
                </a:cubicBezTo>
                <a:cubicBezTo>
                  <a:pt x="14885" y="10517"/>
                  <a:pt x="14867" y="10522"/>
                  <a:pt x="14848" y="10526"/>
                </a:cubicBezTo>
                <a:cubicBezTo>
                  <a:pt x="14829" y="10530"/>
                  <a:pt x="14810" y="10532"/>
                  <a:pt x="14791" y="10532"/>
                </a:cubicBezTo>
                <a:lnTo>
                  <a:pt x="291" y="10532"/>
                </a:lnTo>
                <a:cubicBezTo>
                  <a:pt x="272" y="10532"/>
                  <a:pt x="253" y="10530"/>
                  <a:pt x="234" y="10526"/>
                </a:cubicBezTo>
                <a:cubicBezTo>
                  <a:pt x="215" y="10522"/>
                  <a:pt x="197" y="10517"/>
                  <a:pt x="180" y="10509"/>
                </a:cubicBezTo>
                <a:cubicBezTo>
                  <a:pt x="162" y="10502"/>
                  <a:pt x="145" y="10493"/>
                  <a:pt x="129" y="10482"/>
                </a:cubicBezTo>
                <a:cubicBezTo>
                  <a:pt x="113" y="10472"/>
                  <a:pt x="99" y="10460"/>
                  <a:pt x="85" y="10446"/>
                </a:cubicBezTo>
                <a:cubicBezTo>
                  <a:pt x="72" y="10433"/>
                  <a:pt x="60" y="10418"/>
                  <a:pt x="49" y="10402"/>
                </a:cubicBezTo>
                <a:cubicBezTo>
                  <a:pt x="38" y="10386"/>
                  <a:pt x="29" y="10370"/>
                  <a:pt x="22" y="10352"/>
                </a:cubicBezTo>
                <a:cubicBezTo>
                  <a:pt x="15" y="10334"/>
                  <a:pt x="9" y="10316"/>
                  <a:pt x="6" y="10297"/>
                </a:cubicBezTo>
                <a:cubicBezTo>
                  <a:pt x="2" y="10279"/>
                  <a:pt x="0" y="10260"/>
                  <a:pt x="0" y="10240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4" name=""/>
          <p:cNvSpPr/>
          <p:nvPr/>
        </p:nvSpPr>
        <p:spPr>
          <a:xfrm>
            <a:off x="6181560" y="2943000"/>
            <a:ext cx="5429520" cy="3791520"/>
          </a:xfrm>
          <a:custGeom>
            <a:avLst/>
            <a:gdLst/>
            <a:ahLst/>
            <a:rect l="0" t="0" r="r" b="b"/>
            <a:pathLst>
              <a:path w="15082" h="10532">
                <a:moveTo>
                  <a:pt x="0" y="10240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6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4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30"/>
                  <a:pt x="14937" y="39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4"/>
                  <a:pt x="15033" y="129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7"/>
                  <a:pt x="15073" y="216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10240"/>
                </a:lnTo>
                <a:cubicBezTo>
                  <a:pt x="15082" y="10260"/>
                  <a:pt x="15080" y="10279"/>
                  <a:pt x="15077" y="10297"/>
                </a:cubicBezTo>
                <a:cubicBezTo>
                  <a:pt x="15073" y="10316"/>
                  <a:pt x="15067" y="10334"/>
                  <a:pt x="15060" y="10352"/>
                </a:cubicBezTo>
                <a:cubicBezTo>
                  <a:pt x="15053" y="10370"/>
                  <a:pt x="15044" y="10386"/>
                  <a:pt x="15033" y="10402"/>
                </a:cubicBezTo>
                <a:cubicBezTo>
                  <a:pt x="15023" y="10418"/>
                  <a:pt x="15010" y="10433"/>
                  <a:pt x="14997" y="10446"/>
                </a:cubicBezTo>
                <a:cubicBezTo>
                  <a:pt x="14983" y="10460"/>
                  <a:pt x="14969" y="10472"/>
                  <a:pt x="14953" y="10482"/>
                </a:cubicBezTo>
                <a:cubicBezTo>
                  <a:pt x="14937" y="10493"/>
                  <a:pt x="14920" y="10502"/>
                  <a:pt x="14903" y="10509"/>
                </a:cubicBezTo>
                <a:cubicBezTo>
                  <a:pt x="14885" y="10517"/>
                  <a:pt x="14867" y="10522"/>
                  <a:pt x="14848" y="10526"/>
                </a:cubicBezTo>
                <a:cubicBezTo>
                  <a:pt x="14829" y="10530"/>
                  <a:pt x="14810" y="10532"/>
                  <a:pt x="14791" y="10532"/>
                </a:cubicBezTo>
                <a:lnTo>
                  <a:pt x="291" y="10532"/>
                </a:lnTo>
                <a:cubicBezTo>
                  <a:pt x="272" y="10532"/>
                  <a:pt x="253" y="10530"/>
                  <a:pt x="234" y="10526"/>
                </a:cubicBezTo>
                <a:cubicBezTo>
                  <a:pt x="215" y="10522"/>
                  <a:pt x="197" y="10517"/>
                  <a:pt x="180" y="10509"/>
                </a:cubicBezTo>
                <a:cubicBezTo>
                  <a:pt x="162" y="10502"/>
                  <a:pt x="145" y="10493"/>
                  <a:pt x="129" y="10482"/>
                </a:cubicBezTo>
                <a:cubicBezTo>
                  <a:pt x="113" y="10472"/>
                  <a:pt x="99" y="10460"/>
                  <a:pt x="85" y="10446"/>
                </a:cubicBezTo>
                <a:cubicBezTo>
                  <a:pt x="72" y="10433"/>
                  <a:pt x="60" y="10418"/>
                  <a:pt x="49" y="10402"/>
                </a:cubicBezTo>
                <a:cubicBezTo>
                  <a:pt x="38" y="10386"/>
                  <a:pt x="29" y="10370"/>
                  <a:pt x="22" y="10352"/>
                </a:cubicBezTo>
                <a:cubicBezTo>
                  <a:pt x="15" y="10334"/>
                  <a:pt x="9" y="10316"/>
                  <a:pt x="6" y="10297"/>
                </a:cubicBezTo>
                <a:cubicBezTo>
                  <a:pt x="2" y="10279"/>
                  <a:pt x="0" y="10260"/>
                  <a:pt x="0" y="10240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5" name=""/>
          <p:cNvSpPr/>
          <p:nvPr/>
        </p:nvSpPr>
        <p:spPr>
          <a:xfrm>
            <a:off x="6392520" y="3375000"/>
            <a:ext cx="302040" cy="241560"/>
          </a:xfrm>
          <a:custGeom>
            <a:avLst/>
            <a:gdLst/>
            <a:ahLst/>
            <a:rect l="0" t="0" r="r" b="b"/>
            <a:pathLst>
              <a:path w="839" h="671">
                <a:moveTo>
                  <a:pt x="63" y="671"/>
                </a:moveTo>
                <a:cubicBezTo>
                  <a:pt x="47" y="671"/>
                  <a:pt x="32" y="664"/>
                  <a:pt x="19" y="651"/>
                </a:cubicBezTo>
                <a:cubicBezTo>
                  <a:pt x="7" y="639"/>
                  <a:pt x="0" y="624"/>
                  <a:pt x="0" y="608"/>
                </a:cubicBezTo>
                <a:lnTo>
                  <a:pt x="0" y="62"/>
                </a:lnTo>
                <a:cubicBezTo>
                  <a:pt x="0" y="46"/>
                  <a:pt x="7" y="32"/>
                  <a:pt x="19" y="19"/>
                </a:cubicBezTo>
                <a:cubicBezTo>
                  <a:pt x="32" y="6"/>
                  <a:pt x="47" y="0"/>
                  <a:pt x="63" y="0"/>
                </a:cubicBezTo>
                <a:lnTo>
                  <a:pt x="359" y="0"/>
                </a:lnTo>
                <a:lnTo>
                  <a:pt x="421" y="62"/>
                </a:lnTo>
                <a:lnTo>
                  <a:pt x="776" y="62"/>
                </a:lnTo>
                <a:cubicBezTo>
                  <a:pt x="793" y="62"/>
                  <a:pt x="807" y="69"/>
                  <a:pt x="820" y="82"/>
                </a:cubicBezTo>
                <a:cubicBezTo>
                  <a:pt x="833" y="95"/>
                  <a:pt x="839" y="109"/>
                  <a:pt x="839" y="125"/>
                </a:cubicBezTo>
                <a:lnTo>
                  <a:pt x="839" y="608"/>
                </a:lnTo>
                <a:cubicBezTo>
                  <a:pt x="839" y="624"/>
                  <a:pt x="833" y="639"/>
                  <a:pt x="820" y="651"/>
                </a:cubicBezTo>
                <a:cubicBezTo>
                  <a:pt x="807" y="664"/>
                  <a:pt x="793" y="671"/>
                  <a:pt x="776" y="671"/>
                </a:cubicBezTo>
                <a:lnTo>
                  <a:pt x="63" y="671"/>
                </a:lnTo>
                <a:moveTo>
                  <a:pt x="63" y="608"/>
                </a:moveTo>
                <a:lnTo>
                  <a:pt x="776" y="608"/>
                </a:lnTo>
                <a:lnTo>
                  <a:pt x="776" y="125"/>
                </a:lnTo>
                <a:lnTo>
                  <a:pt x="395" y="125"/>
                </a:lnTo>
                <a:lnTo>
                  <a:pt x="332" y="62"/>
                </a:lnTo>
                <a:lnTo>
                  <a:pt x="63" y="62"/>
                </a:lnTo>
                <a:lnTo>
                  <a:pt x="63" y="608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6" name=""/>
          <p:cNvSpPr txBox="1"/>
          <p:nvPr/>
        </p:nvSpPr>
        <p:spPr>
          <a:xfrm>
            <a:off x="1217160" y="5556240"/>
            <a:ext cx="243900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変数名・パフォーマンスをチェック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7" name=""/>
          <p:cNvSpPr txBox="1"/>
          <p:nvPr/>
        </p:nvSpPr>
        <p:spPr>
          <a:xfrm>
            <a:off x="6724800" y="3504240"/>
            <a:ext cx="816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配置場所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8" name=""/>
          <p:cNvSpPr/>
          <p:nvPr/>
        </p:nvSpPr>
        <p:spPr>
          <a:xfrm>
            <a:off x="6362640" y="4238280"/>
            <a:ext cx="3096000" cy="257760"/>
          </a:xfrm>
          <a:custGeom>
            <a:avLst/>
            <a:gdLst/>
            <a:ahLst/>
            <a:rect l="0" t="0" r="r" b="b"/>
            <a:pathLst>
              <a:path w="8600" h="716">
                <a:moveTo>
                  <a:pt x="0" y="557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6" y="72"/>
                </a:cubicBezTo>
                <a:cubicBezTo>
                  <a:pt x="32" y="63"/>
                  <a:pt x="39" y="55"/>
                  <a:pt x="46" y="48"/>
                </a:cubicBezTo>
                <a:cubicBezTo>
                  <a:pt x="54" y="41"/>
                  <a:pt x="62" y="34"/>
                  <a:pt x="70" y="28"/>
                </a:cubicBezTo>
                <a:cubicBezTo>
                  <a:pt x="79" y="22"/>
                  <a:pt x="88" y="18"/>
                  <a:pt x="98" y="14"/>
                </a:cubicBezTo>
                <a:cubicBezTo>
                  <a:pt x="107" y="10"/>
                  <a:pt x="117" y="6"/>
                  <a:pt x="127" y="4"/>
                </a:cubicBezTo>
                <a:cubicBezTo>
                  <a:pt x="138" y="1"/>
                  <a:pt x="148" y="0"/>
                  <a:pt x="158" y="0"/>
                </a:cubicBezTo>
                <a:lnTo>
                  <a:pt x="8441" y="0"/>
                </a:lnTo>
                <a:cubicBezTo>
                  <a:pt x="8451" y="0"/>
                  <a:pt x="8462" y="1"/>
                  <a:pt x="8472" y="4"/>
                </a:cubicBezTo>
                <a:cubicBezTo>
                  <a:pt x="8482" y="6"/>
                  <a:pt x="8492" y="10"/>
                  <a:pt x="8502" y="14"/>
                </a:cubicBezTo>
                <a:cubicBezTo>
                  <a:pt x="8511" y="18"/>
                  <a:pt x="8520" y="22"/>
                  <a:pt x="8529" y="28"/>
                </a:cubicBezTo>
                <a:cubicBezTo>
                  <a:pt x="8538" y="34"/>
                  <a:pt x="8546" y="41"/>
                  <a:pt x="8553" y="48"/>
                </a:cubicBezTo>
                <a:cubicBezTo>
                  <a:pt x="8560" y="55"/>
                  <a:pt x="8567" y="63"/>
                  <a:pt x="8573" y="72"/>
                </a:cubicBezTo>
                <a:cubicBezTo>
                  <a:pt x="8579" y="81"/>
                  <a:pt x="8584" y="90"/>
                  <a:pt x="8588" y="99"/>
                </a:cubicBezTo>
                <a:cubicBezTo>
                  <a:pt x="8592" y="109"/>
                  <a:pt x="8595" y="119"/>
                  <a:pt x="8597" y="129"/>
                </a:cubicBezTo>
                <a:cubicBezTo>
                  <a:pt x="8599" y="139"/>
                  <a:pt x="8600" y="150"/>
                  <a:pt x="8600" y="160"/>
                </a:cubicBezTo>
                <a:lnTo>
                  <a:pt x="8600" y="557"/>
                </a:lnTo>
                <a:cubicBezTo>
                  <a:pt x="8600" y="568"/>
                  <a:pt x="8599" y="578"/>
                  <a:pt x="8597" y="588"/>
                </a:cubicBezTo>
                <a:cubicBezTo>
                  <a:pt x="8595" y="598"/>
                  <a:pt x="8592" y="608"/>
                  <a:pt x="8588" y="618"/>
                </a:cubicBezTo>
                <a:cubicBezTo>
                  <a:pt x="8584" y="627"/>
                  <a:pt x="8579" y="637"/>
                  <a:pt x="8573" y="645"/>
                </a:cubicBezTo>
                <a:cubicBezTo>
                  <a:pt x="8567" y="654"/>
                  <a:pt x="8560" y="662"/>
                  <a:pt x="8553" y="669"/>
                </a:cubicBezTo>
                <a:cubicBezTo>
                  <a:pt x="8546" y="677"/>
                  <a:pt x="8538" y="683"/>
                  <a:pt x="8529" y="689"/>
                </a:cubicBezTo>
                <a:cubicBezTo>
                  <a:pt x="8520" y="695"/>
                  <a:pt x="8511" y="700"/>
                  <a:pt x="8502" y="704"/>
                </a:cubicBezTo>
                <a:cubicBezTo>
                  <a:pt x="8492" y="708"/>
                  <a:pt x="8482" y="711"/>
                  <a:pt x="8472" y="713"/>
                </a:cubicBezTo>
                <a:cubicBezTo>
                  <a:pt x="8462" y="715"/>
                  <a:pt x="8451" y="716"/>
                  <a:pt x="8441" y="716"/>
                </a:cubicBezTo>
                <a:lnTo>
                  <a:pt x="158" y="716"/>
                </a:lnTo>
                <a:cubicBezTo>
                  <a:pt x="148" y="716"/>
                  <a:pt x="138" y="715"/>
                  <a:pt x="127" y="713"/>
                </a:cubicBezTo>
                <a:cubicBezTo>
                  <a:pt x="117" y="711"/>
                  <a:pt x="107" y="708"/>
                  <a:pt x="98" y="704"/>
                </a:cubicBezTo>
                <a:cubicBezTo>
                  <a:pt x="88" y="700"/>
                  <a:pt x="79" y="695"/>
                  <a:pt x="70" y="689"/>
                </a:cubicBezTo>
                <a:cubicBezTo>
                  <a:pt x="62" y="683"/>
                  <a:pt x="54" y="677"/>
                  <a:pt x="46" y="669"/>
                </a:cubicBezTo>
                <a:cubicBezTo>
                  <a:pt x="39" y="662"/>
                  <a:pt x="32" y="654"/>
                  <a:pt x="26" y="645"/>
                </a:cubicBezTo>
                <a:cubicBezTo>
                  <a:pt x="21" y="637"/>
                  <a:pt x="16" y="627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8"/>
                  <a:pt x="0" y="557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9" name=""/>
          <p:cNvSpPr txBox="1"/>
          <p:nvPr/>
        </p:nvSpPr>
        <p:spPr>
          <a:xfrm>
            <a:off x="6362640" y="3860280"/>
            <a:ext cx="1664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ワークスペース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0" name=""/>
          <p:cNvSpPr txBox="1"/>
          <p:nvPr/>
        </p:nvSpPr>
        <p:spPr>
          <a:xfrm>
            <a:off x="6419880" y="4286160"/>
            <a:ext cx="2971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.agent/skills/&lt;name&gt;/SKILL.md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1" name=""/>
          <p:cNvSpPr/>
          <p:nvPr/>
        </p:nvSpPr>
        <p:spPr>
          <a:xfrm>
            <a:off x="6362640" y="5124240"/>
            <a:ext cx="4638960" cy="257400"/>
          </a:xfrm>
          <a:custGeom>
            <a:avLst/>
            <a:gdLst/>
            <a:ahLst/>
            <a:rect l="0" t="0" r="r" b="b"/>
            <a:pathLst>
              <a:path w="12886" h="715">
                <a:moveTo>
                  <a:pt x="0" y="557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2727" y="0"/>
                </a:lnTo>
                <a:cubicBezTo>
                  <a:pt x="12738" y="0"/>
                  <a:pt x="12748" y="1"/>
                  <a:pt x="12758" y="3"/>
                </a:cubicBezTo>
                <a:cubicBezTo>
                  <a:pt x="12768" y="5"/>
                  <a:pt x="12778" y="8"/>
                  <a:pt x="12788" y="12"/>
                </a:cubicBezTo>
                <a:cubicBezTo>
                  <a:pt x="12798" y="16"/>
                  <a:pt x="12807" y="21"/>
                  <a:pt x="12815" y="27"/>
                </a:cubicBezTo>
                <a:cubicBezTo>
                  <a:pt x="12824" y="33"/>
                  <a:pt x="12832" y="39"/>
                  <a:pt x="12839" y="47"/>
                </a:cubicBezTo>
                <a:cubicBezTo>
                  <a:pt x="12847" y="54"/>
                  <a:pt x="12853" y="62"/>
                  <a:pt x="12859" y="71"/>
                </a:cubicBezTo>
                <a:cubicBezTo>
                  <a:pt x="12865" y="79"/>
                  <a:pt x="12870" y="88"/>
                  <a:pt x="12874" y="98"/>
                </a:cubicBezTo>
                <a:cubicBezTo>
                  <a:pt x="12878" y="108"/>
                  <a:pt x="12881" y="118"/>
                  <a:pt x="12883" y="128"/>
                </a:cubicBezTo>
                <a:cubicBezTo>
                  <a:pt x="12885" y="138"/>
                  <a:pt x="12886" y="148"/>
                  <a:pt x="12886" y="159"/>
                </a:cubicBezTo>
                <a:lnTo>
                  <a:pt x="12886" y="557"/>
                </a:lnTo>
                <a:cubicBezTo>
                  <a:pt x="12886" y="567"/>
                  <a:pt x="12885" y="577"/>
                  <a:pt x="12883" y="588"/>
                </a:cubicBezTo>
                <a:cubicBezTo>
                  <a:pt x="12881" y="598"/>
                  <a:pt x="12878" y="608"/>
                  <a:pt x="12874" y="617"/>
                </a:cubicBezTo>
                <a:cubicBezTo>
                  <a:pt x="12870" y="627"/>
                  <a:pt x="12865" y="636"/>
                  <a:pt x="12859" y="645"/>
                </a:cubicBezTo>
                <a:cubicBezTo>
                  <a:pt x="12853" y="654"/>
                  <a:pt x="12847" y="662"/>
                  <a:pt x="12839" y="669"/>
                </a:cubicBezTo>
                <a:cubicBezTo>
                  <a:pt x="12832" y="676"/>
                  <a:pt x="12824" y="683"/>
                  <a:pt x="12815" y="689"/>
                </a:cubicBezTo>
                <a:cubicBezTo>
                  <a:pt x="12807" y="694"/>
                  <a:pt x="12798" y="699"/>
                  <a:pt x="12788" y="703"/>
                </a:cubicBezTo>
                <a:cubicBezTo>
                  <a:pt x="12778" y="707"/>
                  <a:pt x="12768" y="710"/>
                  <a:pt x="12758" y="712"/>
                </a:cubicBezTo>
                <a:cubicBezTo>
                  <a:pt x="12748" y="714"/>
                  <a:pt x="12738" y="715"/>
                  <a:pt x="12727" y="715"/>
                </a:cubicBezTo>
                <a:lnTo>
                  <a:pt x="158" y="715"/>
                </a:lnTo>
                <a:cubicBezTo>
                  <a:pt x="148" y="715"/>
                  <a:pt x="138" y="714"/>
                  <a:pt x="127" y="712"/>
                </a:cubicBezTo>
                <a:cubicBezTo>
                  <a:pt x="117" y="710"/>
                  <a:pt x="107" y="707"/>
                  <a:pt x="98" y="703"/>
                </a:cubicBezTo>
                <a:cubicBezTo>
                  <a:pt x="88" y="699"/>
                  <a:pt x="79" y="694"/>
                  <a:pt x="70" y="689"/>
                </a:cubicBezTo>
                <a:cubicBezTo>
                  <a:pt x="62" y="683"/>
                  <a:pt x="54" y="676"/>
                  <a:pt x="46" y="669"/>
                </a:cubicBezTo>
                <a:cubicBezTo>
                  <a:pt x="39" y="662"/>
                  <a:pt x="32" y="654"/>
                  <a:pt x="26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7"/>
                  <a:pt x="0" y="567"/>
                  <a:pt x="0" y="557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2" name=""/>
          <p:cNvSpPr txBox="1"/>
          <p:nvPr/>
        </p:nvSpPr>
        <p:spPr>
          <a:xfrm>
            <a:off x="6362640" y="4736520"/>
            <a:ext cx="12070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グローバル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3" name=""/>
          <p:cNvSpPr/>
          <p:nvPr/>
        </p:nvSpPr>
        <p:spPr>
          <a:xfrm>
            <a:off x="6381720" y="5619600"/>
            <a:ext cx="190800" cy="190800"/>
          </a:xfrm>
          <a:custGeom>
            <a:avLst/>
            <a:gdLst/>
            <a:ahLst/>
            <a:rect l="0" t="0" r="r" b="b"/>
            <a:pathLst>
              <a:path w="530" h="530">
                <a:moveTo>
                  <a:pt x="225" y="385"/>
                </a:moveTo>
                <a:lnTo>
                  <a:pt x="412" y="198"/>
                </a:lnTo>
                <a:lnTo>
                  <a:pt x="382" y="168"/>
                </a:lnTo>
                <a:lnTo>
                  <a:pt x="225" y="325"/>
                </a:lnTo>
                <a:lnTo>
                  <a:pt x="146" y="245"/>
                </a:lnTo>
                <a:lnTo>
                  <a:pt x="116" y="275"/>
                </a:lnTo>
                <a:lnTo>
                  <a:pt x="225" y="385"/>
                </a:lnTo>
                <a:moveTo>
                  <a:pt x="264" y="530"/>
                </a:moveTo>
                <a:cubicBezTo>
                  <a:pt x="228" y="530"/>
                  <a:pt x="194" y="522"/>
                  <a:pt x="162" y="508"/>
                </a:cubicBezTo>
                <a:cubicBezTo>
                  <a:pt x="129" y="494"/>
                  <a:pt x="101" y="475"/>
                  <a:pt x="77" y="451"/>
                </a:cubicBezTo>
                <a:cubicBezTo>
                  <a:pt x="53" y="427"/>
                  <a:pt x="34" y="399"/>
                  <a:pt x="20" y="367"/>
                </a:cubicBezTo>
                <a:cubicBezTo>
                  <a:pt x="7" y="335"/>
                  <a:pt x="0" y="301"/>
                  <a:pt x="0" y="264"/>
                </a:cubicBezTo>
                <a:cubicBezTo>
                  <a:pt x="0" y="228"/>
                  <a:pt x="7" y="194"/>
                  <a:pt x="20" y="161"/>
                </a:cubicBezTo>
                <a:cubicBezTo>
                  <a:pt x="34" y="129"/>
                  <a:pt x="53" y="101"/>
                  <a:pt x="77" y="77"/>
                </a:cubicBezTo>
                <a:cubicBezTo>
                  <a:pt x="101" y="53"/>
                  <a:pt x="129" y="35"/>
                  <a:pt x="162" y="21"/>
                </a:cubicBezTo>
                <a:cubicBezTo>
                  <a:pt x="194" y="7"/>
                  <a:pt x="228" y="0"/>
                  <a:pt x="264" y="0"/>
                </a:cubicBezTo>
                <a:cubicBezTo>
                  <a:pt x="301" y="0"/>
                  <a:pt x="335" y="7"/>
                  <a:pt x="367" y="21"/>
                </a:cubicBezTo>
                <a:cubicBezTo>
                  <a:pt x="400" y="35"/>
                  <a:pt x="428" y="53"/>
                  <a:pt x="451" y="77"/>
                </a:cubicBezTo>
                <a:cubicBezTo>
                  <a:pt x="475" y="101"/>
                  <a:pt x="494" y="129"/>
                  <a:pt x="508" y="161"/>
                </a:cubicBezTo>
                <a:cubicBezTo>
                  <a:pt x="522" y="194"/>
                  <a:pt x="530" y="228"/>
                  <a:pt x="530" y="264"/>
                </a:cubicBezTo>
                <a:cubicBezTo>
                  <a:pt x="530" y="301"/>
                  <a:pt x="522" y="335"/>
                  <a:pt x="508" y="367"/>
                </a:cubicBezTo>
                <a:cubicBezTo>
                  <a:pt x="494" y="399"/>
                  <a:pt x="475" y="427"/>
                  <a:pt x="451" y="451"/>
                </a:cubicBezTo>
                <a:cubicBezTo>
                  <a:pt x="428" y="475"/>
                  <a:pt x="400" y="494"/>
                  <a:pt x="367" y="508"/>
                </a:cubicBezTo>
                <a:cubicBezTo>
                  <a:pt x="335" y="522"/>
                  <a:pt x="301" y="530"/>
                  <a:pt x="264" y="530"/>
                </a:cubicBezTo>
                <a:moveTo>
                  <a:pt x="264" y="489"/>
                </a:moveTo>
                <a:cubicBezTo>
                  <a:pt x="327" y="489"/>
                  <a:pt x="380" y="467"/>
                  <a:pt x="424" y="424"/>
                </a:cubicBezTo>
                <a:cubicBezTo>
                  <a:pt x="467" y="380"/>
                  <a:pt x="489" y="327"/>
                  <a:pt x="489" y="264"/>
                </a:cubicBezTo>
                <a:cubicBezTo>
                  <a:pt x="489" y="202"/>
                  <a:pt x="467" y="149"/>
                  <a:pt x="424" y="105"/>
                </a:cubicBezTo>
                <a:cubicBezTo>
                  <a:pt x="380" y="61"/>
                  <a:pt x="327" y="40"/>
                  <a:pt x="264" y="40"/>
                </a:cubicBezTo>
                <a:cubicBezTo>
                  <a:pt x="202" y="40"/>
                  <a:pt x="149" y="61"/>
                  <a:pt x="105" y="105"/>
                </a:cubicBezTo>
                <a:cubicBezTo>
                  <a:pt x="61" y="149"/>
                  <a:pt x="39" y="202"/>
                  <a:pt x="39" y="264"/>
                </a:cubicBezTo>
                <a:cubicBezTo>
                  <a:pt x="39" y="327"/>
                  <a:pt x="61" y="380"/>
                  <a:pt x="105" y="424"/>
                </a:cubicBezTo>
                <a:cubicBezTo>
                  <a:pt x="149" y="467"/>
                  <a:pt x="202" y="489"/>
                  <a:pt x="264" y="489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6419880" y="5172120"/>
            <a:ext cx="45075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~/.gemini/antigravity/skills/&lt;name&gt;/SKILL.md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5" name=""/>
          <p:cNvSpPr/>
          <p:nvPr/>
        </p:nvSpPr>
        <p:spPr>
          <a:xfrm>
            <a:off x="6381720" y="6143400"/>
            <a:ext cx="190800" cy="190800"/>
          </a:xfrm>
          <a:custGeom>
            <a:avLst/>
            <a:gdLst/>
            <a:ahLst/>
            <a:rect l="0" t="0" r="r" b="b"/>
            <a:pathLst>
              <a:path w="530" h="530">
                <a:moveTo>
                  <a:pt x="225" y="386"/>
                </a:moveTo>
                <a:lnTo>
                  <a:pt x="412" y="199"/>
                </a:lnTo>
                <a:lnTo>
                  <a:pt x="382" y="169"/>
                </a:lnTo>
                <a:lnTo>
                  <a:pt x="225" y="326"/>
                </a:lnTo>
                <a:lnTo>
                  <a:pt x="146" y="247"/>
                </a:lnTo>
                <a:lnTo>
                  <a:pt x="116" y="276"/>
                </a:lnTo>
                <a:lnTo>
                  <a:pt x="225" y="386"/>
                </a:lnTo>
                <a:moveTo>
                  <a:pt x="264" y="530"/>
                </a:moveTo>
                <a:cubicBezTo>
                  <a:pt x="228" y="530"/>
                  <a:pt x="194" y="523"/>
                  <a:pt x="162" y="509"/>
                </a:cubicBezTo>
                <a:cubicBezTo>
                  <a:pt x="129" y="496"/>
                  <a:pt x="101" y="477"/>
                  <a:pt x="77" y="453"/>
                </a:cubicBezTo>
                <a:cubicBezTo>
                  <a:pt x="53" y="429"/>
                  <a:pt x="34" y="400"/>
                  <a:pt x="20" y="368"/>
                </a:cubicBezTo>
                <a:cubicBezTo>
                  <a:pt x="7" y="336"/>
                  <a:pt x="0" y="302"/>
                  <a:pt x="0" y="266"/>
                </a:cubicBezTo>
                <a:cubicBezTo>
                  <a:pt x="0" y="229"/>
                  <a:pt x="7" y="195"/>
                  <a:pt x="20" y="163"/>
                </a:cubicBezTo>
                <a:cubicBezTo>
                  <a:pt x="34" y="130"/>
                  <a:pt x="53" y="101"/>
                  <a:pt x="77" y="78"/>
                </a:cubicBezTo>
                <a:cubicBezTo>
                  <a:pt x="101" y="54"/>
                  <a:pt x="129" y="35"/>
                  <a:pt x="162" y="21"/>
                </a:cubicBezTo>
                <a:cubicBezTo>
                  <a:pt x="194" y="7"/>
                  <a:pt x="228" y="0"/>
                  <a:pt x="264" y="0"/>
                </a:cubicBezTo>
                <a:cubicBezTo>
                  <a:pt x="301" y="0"/>
                  <a:pt x="335" y="7"/>
                  <a:pt x="367" y="21"/>
                </a:cubicBezTo>
                <a:cubicBezTo>
                  <a:pt x="400" y="35"/>
                  <a:pt x="428" y="54"/>
                  <a:pt x="451" y="78"/>
                </a:cubicBezTo>
                <a:cubicBezTo>
                  <a:pt x="475" y="101"/>
                  <a:pt x="494" y="130"/>
                  <a:pt x="508" y="163"/>
                </a:cubicBezTo>
                <a:cubicBezTo>
                  <a:pt x="522" y="195"/>
                  <a:pt x="530" y="229"/>
                  <a:pt x="530" y="266"/>
                </a:cubicBezTo>
                <a:cubicBezTo>
                  <a:pt x="530" y="302"/>
                  <a:pt x="522" y="336"/>
                  <a:pt x="508" y="368"/>
                </a:cubicBezTo>
                <a:cubicBezTo>
                  <a:pt x="494" y="400"/>
                  <a:pt x="475" y="429"/>
                  <a:pt x="451" y="453"/>
                </a:cubicBezTo>
                <a:cubicBezTo>
                  <a:pt x="428" y="477"/>
                  <a:pt x="400" y="496"/>
                  <a:pt x="367" y="509"/>
                </a:cubicBezTo>
                <a:cubicBezTo>
                  <a:pt x="335" y="523"/>
                  <a:pt x="301" y="530"/>
                  <a:pt x="264" y="530"/>
                </a:cubicBezTo>
                <a:moveTo>
                  <a:pt x="264" y="491"/>
                </a:moveTo>
                <a:cubicBezTo>
                  <a:pt x="327" y="491"/>
                  <a:pt x="380" y="469"/>
                  <a:pt x="424" y="425"/>
                </a:cubicBezTo>
                <a:cubicBezTo>
                  <a:pt x="467" y="381"/>
                  <a:pt x="489" y="328"/>
                  <a:pt x="489" y="266"/>
                </a:cubicBezTo>
                <a:cubicBezTo>
                  <a:pt x="489" y="203"/>
                  <a:pt x="467" y="150"/>
                  <a:pt x="424" y="105"/>
                </a:cubicBezTo>
                <a:cubicBezTo>
                  <a:pt x="380" y="62"/>
                  <a:pt x="327" y="40"/>
                  <a:pt x="264" y="40"/>
                </a:cubicBezTo>
                <a:cubicBezTo>
                  <a:pt x="202" y="40"/>
                  <a:pt x="149" y="62"/>
                  <a:pt x="105" y="105"/>
                </a:cubicBezTo>
                <a:cubicBezTo>
                  <a:pt x="61" y="150"/>
                  <a:pt x="39" y="203"/>
                  <a:pt x="39" y="266"/>
                </a:cubicBezTo>
                <a:cubicBezTo>
                  <a:pt x="39" y="328"/>
                  <a:pt x="61" y="381"/>
                  <a:pt x="105" y="425"/>
                </a:cubicBezTo>
                <a:cubicBezTo>
                  <a:pt x="149" y="469"/>
                  <a:pt x="202" y="491"/>
                  <a:pt x="264" y="491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6591240" y="5622480"/>
            <a:ext cx="19054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単一の責任に集中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6591240" y="6146280"/>
            <a:ext cx="19054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明確な名前と説明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8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2" name=""/>
          <p:cNvSpPr/>
          <p:nvPr/>
        </p:nvSpPr>
        <p:spPr>
          <a:xfrm>
            <a:off x="571320" y="185724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3" name=""/>
          <p:cNvSpPr/>
          <p:nvPr/>
        </p:nvSpPr>
        <p:spPr>
          <a:xfrm>
            <a:off x="591120" y="1307880"/>
            <a:ext cx="437040" cy="317880"/>
          </a:xfrm>
          <a:custGeom>
            <a:avLst/>
            <a:gdLst/>
            <a:ahLst/>
            <a:rect l="0" t="0" r="r" b="b"/>
            <a:pathLst>
              <a:path w="1214" h="883">
                <a:moveTo>
                  <a:pt x="690" y="525"/>
                </a:moveTo>
                <a:cubicBezTo>
                  <a:pt x="644" y="525"/>
                  <a:pt x="605" y="509"/>
                  <a:pt x="573" y="477"/>
                </a:cubicBezTo>
                <a:cubicBezTo>
                  <a:pt x="541" y="444"/>
                  <a:pt x="525" y="405"/>
                  <a:pt x="525" y="359"/>
                </a:cubicBezTo>
                <a:cubicBezTo>
                  <a:pt x="525" y="312"/>
                  <a:pt x="541" y="273"/>
                  <a:pt x="573" y="241"/>
                </a:cubicBezTo>
                <a:cubicBezTo>
                  <a:pt x="605" y="209"/>
                  <a:pt x="644" y="193"/>
                  <a:pt x="690" y="193"/>
                </a:cubicBezTo>
                <a:cubicBezTo>
                  <a:pt x="736" y="193"/>
                  <a:pt x="775" y="209"/>
                  <a:pt x="807" y="241"/>
                </a:cubicBezTo>
                <a:cubicBezTo>
                  <a:pt x="839" y="273"/>
                  <a:pt x="856" y="312"/>
                  <a:pt x="856" y="359"/>
                </a:cubicBezTo>
                <a:cubicBezTo>
                  <a:pt x="856" y="405"/>
                  <a:pt x="839" y="444"/>
                  <a:pt x="807" y="477"/>
                </a:cubicBezTo>
                <a:cubicBezTo>
                  <a:pt x="775" y="509"/>
                  <a:pt x="736" y="525"/>
                  <a:pt x="690" y="525"/>
                </a:cubicBezTo>
                <a:moveTo>
                  <a:pt x="249" y="718"/>
                </a:moveTo>
                <a:cubicBezTo>
                  <a:pt x="226" y="718"/>
                  <a:pt x="207" y="710"/>
                  <a:pt x="191" y="693"/>
                </a:cubicBezTo>
                <a:cubicBezTo>
                  <a:pt x="174" y="677"/>
                  <a:pt x="165" y="658"/>
                  <a:pt x="165" y="635"/>
                </a:cubicBezTo>
                <a:lnTo>
                  <a:pt x="165" y="83"/>
                </a:lnTo>
                <a:cubicBezTo>
                  <a:pt x="165" y="60"/>
                  <a:pt x="174" y="41"/>
                  <a:pt x="191" y="24"/>
                </a:cubicBezTo>
                <a:cubicBezTo>
                  <a:pt x="207" y="8"/>
                  <a:pt x="226" y="0"/>
                  <a:pt x="249" y="0"/>
                </a:cubicBezTo>
                <a:lnTo>
                  <a:pt x="1131" y="0"/>
                </a:lnTo>
                <a:cubicBezTo>
                  <a:pt x="1154" y="0"/>
                  <a:pt x="1173" y="8"/>
                  <a:pt x="1190" y="24"/>
                </a:cubicBezTo>
                <a:cubicBezTo>
                  <a:pt x="1206" y="41"/>
                  <a:pt x="1214" y="60"/>
                  <a:pt x="1214" y="83"/>
                </a:cubicBezTo>
                <a:lnTo>
                  <a:pt x="1214" y="635"/>
                </a:lnTo>
                <a:cubicBezTo>
                  <a:pt x="1214" y="658"/>
                  <a:pt x="1206" y="677"/>
                  <a:pt x="1190" y="693"/>
                </a:cubicBezTo>
                <a:cubicBezTo>
                  <a:pt x="1173" y="710"/>
                  <a:pt x="1154" y="718"/>
                  <a:pt x="1131" y="718"/>
                </a:cubicBezTo>
                <a:lnTo>
                  <a:pt x="249" y="718"/>
                </a:lnTo>
                <a:moveTo>
                  <a:pt x="387" y="635"/>
                </a:moveTo>
                <a:lnTo>
                  <a:pt x="993" y="635"/>
                </a:lnTo>
                <a:cubicBezTo>
                  <a:pt x="993" y="596"/>
                  <a:pt x="1007" y="564"/>
                  <a:pt x="1033" y="537"/>
                </a:cubicBezTo>
                <a:cubicBezTo>
                  <a:pt x="1060" y="511"/>
                  <a:pt x="1093" y="497"/>
                  <a:pt x="1131" y="497"/>
                </a:cubicBezTo>
                <a:lnTo>
                  <a:pt x="1131" y="221"/>
                </a:lnTo>
                <a:cubicBezTo>
                  <a:pt x="1093" y="221"/>
                  <a:pt x="1060" y="207"/>
                  <a:pt x="1033" y="181"/>
                </a:cubicBezTo>
                <a:cubicBezTo>
                  <a:pt x="1007" y="154"/>
                  <a:pt x="993" y="121"/>
                  <a:pt x="993" y="83"/>
                </a:cubicBezTo>
                <a:lnTo>
                  <a:pt x="387" y="83"/>
                </a:lnTo>
                <a:cubicBezTo>
                  <a:pt x="387" y="121"/>
                  <a:pt x="374" y="154"/>
                  <a:pt x="347" y="181"/>
                </a:cubicBezTo>
                <a:cubicBezTo>
                  <a:pt x="320" y="207"/>
                  <a:pt x="288" y="221"/>
                  <a:pt x="249" y="221"/>
                </a:cubicBezTo>
                <a:lnTo>
                  <a:pt x="249" y="497"/>
                </a:lnTo>
                <a:cubicBezTo>
                  <a:pt x="288" y="497"/>
                  <a:pt x="320" y="511"/>
                  <a:pt x="347" y="537"/>
                </a:cubicBezTo>
                <a:cubicBezTo>
                  <a:pt x="374" y="564"/>
                  <a:pt x="387" y="596"/>
                  <a:pt x="387" y="635"/>
                </a:cubicBezTo>
                <a:moveTo>
                  <a:pt x="1048" y="883"/>
                </a:moveTo>
                <a:lnTo>
                  <a:pt x="83" y="883"/>
                </a:lnTo>
                <a:cubicBezTo>
                  <a:pt x="60" y="883"/>
                  <a:pt x="41" y="875"/>
                  <a:pt x="24" y="859"/>
                </a:cubicBezTo>
                <a:cubicBezTo>
                  <a:pt x="8" y="843"/>
                  <a:pt x="0" y="823"/>
                  <a:pt x="0" y="800"/>
                </a:cubicBezTo>
                <a:lnTo>
                  <a:pt x="0" y="165"/>
                </a:lnTo>
                <a:lnTo>
                  <a:pt x="83" y="165"/>
                </a:lnTo>
                <a:lnTo>
                  <a:pt x="83" y="800"/>
                </a:lnTo>
                <a:lnTo>
                  <a:pt x="1048" y="800"/>
                </a:lnTo>
                <a:lnTo>
                  <a:pt x="1048" y="883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4" name=""/>
          <p:cNvSpPr/>
          <p:nvPr/>
        </p:nvSpPr>
        <p:spPr>
          <a:xfrm>
            <a:off x="414360" y="1947600"/>
            <a:ext cx="3926160" cy="3383640"/>
          </a:xfrm>
          <a:custGeom>
            <a:avLst/>
            <a:gdLst/>
            <a:ahLst/>
            <a:rect l="0" t="0" r="r" b="b"/>
            <a:pathLst>
              <a:path w="10906" h="9399">
                <a:moveTo>
                  <a:pt x="436" y="675"/>
                </a:moveTo>
                <a:lnTo>
                  <a:pt x="436" y="8559"/>
                </a:lnTo>
                <a:cubicBezTo>
                  <a:pt x="436" y="8602"/>
                  <a:pt x="444" y="8642"/>
                  <a:pt x="460" y="8681"/>
                </a:cubicBezTo>
                <a:cubicBezTo>
                  <a:pt x="476" y="8721"/>
                  <a:pt x="499" y="8755"/>
                  <a:pt x="529" y="8785"/>
                </a:cubicBezTo>
                <a:cubicBezTo>
                  <a:pt x="559" y="8815"/>
                  <a:pt x="593" y="8838"/>
                  <a:pt x="632" y="8854"/>
                </a:cubicBezTo>
                <a:cubicBezTo>
                  <a:pt x="671" y="8870"/>
                  <a:pt x="711" y="8878"/>
                  <a:pt x="753" y="8878"/>
                </a:cubicBezTo>
                <a:lnTo>
                  <a:pt x="10147" y="8878"/>
                </a:lnTo>
                <a:cubicBezTo>
                  <a:pt x="10189" y="8878"/>
                  <a:pt x="10230" y="8870"/>
                  <a:pt x="10269" y="8854"/>
                </a:cubicBezTo>
                <a:cubicBezTo>
                  <a:pt x="10308" y="8838"/>
                  <a:pt x="10342" y="8815"/>
                  <a:pt x="10372" y="8785"/>
                </a:cubicBezTo>
                <a:cubicBezTo>
                  <a:pt x="10401" y="8755"/>
                  <a:pt x="10424" y="8721"/>
                  <a:pt x="10441" y="8681"/>
                </a:cubicBezTo>
                <a:cubicBezTo>
                  <a:pt x="10457" y="8642"/>
                  <a:pt x="10465" y="8602"/>
                  <a:pt x="10465" y="8559"/>
                </a:cubicBezTo>
                <a:lnTo>
                  <a:pt x="10465" y="675"/>
                </a:lnTo>
                <a:cubicBezTo>
                  <a:pt x="10465" y="633"/>
                  <a:pt x="10457" y="592"/>
                  <a:pt x="10441" y="553"/>
                </a:cubicBezTo>
                <a:cubicBezTo>
                  <a:pt x="10424" y="515"/>
                  <a:pt x="10401" y="480"/>
                  <a:pt x="10372" y="450"/>
                </a:cubicBezTo>
                <a:cubicBezTo>
                  <a:pt x="10342" y="421"/>
                  <a:pt x="10308" y="398"/>
                  <a:pt x="10269" y="382"/>
                </a:cubicBezTo>
                <a:cubicBezTo>
                  <a:pt x="10230" y="365"/>
                  <a:pt x="10189" y="357"/>
                  <a:pt x="10147" y="357"/>
                </a:cubicBezTo>
                <a:lnTo>
                  <a:pt x="753" y="357"/>
                </a:lnTo>
                <a:cubicBezTo>
                  <a:pt x="711" y="357"/>
                  <a:pt x="671" y="365"/>
                  <a:pt x="632" y="382"/>
                </a:cubicBezTo>
                <a:cubicBezTo>
                  <a:pt x="593" y="398"/>
                  <a:pt x="559" y="421"/>
                  <a:pt x="529" y="450"/>
                </a:cubicBezTo>
                <a:cubicBezTo>
                  <a:pt x="499" y="480"/>
                  <a:pt x="476" y="515"/>
                  <a:pt x="460" y="553"/>
                </a:cubicBezTo>
                <a:cubicBezTo>
                  <a:pt x="444" y="592"/>
                  <a:pt x="436" y="633"/>
                  <a:pt x="436" y="675"/>
                </a:cubicBezTo>
                <a:moveTo>
                  <a:pt x="0" y="0"/>
                </a:moveTo>
                <a:lnTo>
                  <a:pt x="10906" y="0"/>
                </a:lnTo>
                <a:lnTo>
                  <a:pt x="10906" y="9399"/>
                </a:lnTo>
                <a:lnTo>
                  <a:pt x="0" y="9399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65" name=""/>
          <p:cNvSpPr/>
          <p:nvPr/>
        </p:nvSpPr>
        <p:spPr>
          <a:xfrm>
            <a:off x="580680" y="2085840"/>
            <a:ext cx="3591360" cy="3048480"/>
          </a:xfrm>
          <a:custGeom>
            <a:avLst/>
            <a:gdLst/>
            <a:ahLst/>
            <a:rect l="0" t="0" r="r" b="b"/>
            <a:pathLst>
              <a:path w="9976" h="8468">
                <a:moveTo>
                  <a:pt x="0" y="817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60"/>
                  <a:pt x="9877" y="72"/>
                  <a:pt x="9891" y="85"/>
                </a:cubicBezTo>
                <a:cubicBezTo>
                  <a:pt x="9905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80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8176"/>
                </a:lnTo>
                <a:cubicBezTo>
                  <a:pt x="9976" y="8196"/>
                  <a:pt x="9974" y="8215"/>
                  <a:pt x="9971" y="8233"/>
                </a:cubicBezTo>
                <a:cubicBezTo>
                  <a:pt x="9967" y="8252"/>
                  <a:pt x="9961" y="8270"/>
                  <a:pt x="9954" y="8288"/>
                </a:cubicBezTo>
                <a:cubicBezTo>
                  <a:pt x="9947" y="8306"/>
                  <a:pt x="9938" y="8322"/>
                  <a:pt x="9927" y="8338"/>
                </a:cubicBezTo>
                <a:cubicBezTo>
                  <a:pt x="9917" y="8354"/>
                  <a:pt x="9905" y="8369"/>
                  <a:pt x="9891" y="8382"/>
                </a:cubicBezTo>
                <a:cubicBezTo>
                  <a:pt x="9877" y="8396"/>
                  <a:pt x="9863" y="8408"/>
                  <a:pt x="9847" y="8418"/>
                </a:cubicBezTo>
                <a:cubicBezTo>
                  <a:pt x="9831" y="8429"/>
                  <a:pt x="9814" y="8438"/>
                  <a:pt x="9797" y="8445"/>
                </a:cubicBezTo>
                <a:cubicBezTo>
                  <a:pt x="9779" y="8453"/>
                  <a:pt x="9761" y="8458"/>
                  <a:pt x="9742" y="8462"/>
                </a:cubicBezTo>
                <a:cubicBezTo>
                  <a:pt x="9723" y="8466"/>
                  <a:pt x="9704" y="8468"/>
                  <a:pt x="9685" y="8468"/>
                </a:cubicBezTo>
                <a:lnTo>
                  <a:pt x="291" y="8468"/>
                </a:lnTo>
                <a:cubicBezTo>
                  <a:pt x="272" y="8468"/>
                  <a:pt x="253" y="8466"/>
                  <a:pt x="235" y="8462"/>
                </a:cubicBezTo>
                <a:cubicBezTo>
                  <a:pt x="216" y="8458"/>
                  <a:pt x="198" y="8453"/>
                  <a:pt x="180" y="8445"/>
                </a:cubicBezTo>
                <a:cubicBezTo>
                  <a:pt x="162" y="8438"/>
                  <a:pt x="146" y="8429"/>
                  <a:pt x="130" y="8418"/>
                </a:cubicBezTo>
                <a:cubicBezTo>
                  <a:pt x="114" y="8408"/>
                  <a:pt x="99" y="8396"/>
                  <a:pt x="86" y="8382"/>
                </a:cubicBezTo>
                <a:cubicBezTo>
                  <a:pt x="72" y="8369"/>
                  <a:pt x="60" y="8354"/>
                  <a:pt x="50" y="8338"/>
                </a:cubicBezTo>
                <a:cubicBezTo>
                  <a:pt x="39" y="8322"/>
                  <a:pt x="30" y="8306"/>
                  <a:pt x="23" y="8288"/>
                </a:cubicBezTo>
                <a:cubicBezTo>
                  <a:pt x="15" y="8270"/>
                  <a:pt x="10" y="8252"/>
                  <a:pt x="6" y="8233"/>
                </a:cubicBezTo>
                <a:cubicBezTo>
                  <a:pt x="2" y="8215"/>
                  <a:pt x="0" y="8196"/>
                  <a:pt x="0" y="8176"/>
                </a:cubicBezTo>
                <a:close/>
              </a:path>
            </a:pathLst>
          </a:custGeom>
          <a:solidFill>
            <a:srgbClr val="C1E6C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6" name=""/>
          <p:cNvSpPr/>
          <p:nvPr/>
        </p:nvSpPr>
        <p:spPr>
          <a:xfrm>
            <a:off x="580680" y="2085840"/>
            <a:ext cx="3591360" cy="3048480"/>
          </a:xfrm>
          <a:custGeom>
            <a:avLst/>
            <a:gdLst/>
            <a:ahLst/>
            <a:rect l="0" t="0" r="r" b="b"/>
            <a:pathLst>
              <a:path w="9976" h="8468">
                <a:moveTo>
                  <a:pt x="0" y="817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60"/>
                  <a:pt x="9877" y="72"/>
                  <a:pt x="9891" y="85"/>
                </a:cubicBezTo>
                <a:cubicBezTo>
                  <a:pt x="9905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80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8176"/>
                </a:lnTo>
                <a:cubicBezTo>
                  <a:pt x="9976" y="8196"/>
                  <a:pt x="9974" y="8215"/>
                  <a:pt x="9971" y="8233"/>
                </a:cubicBezTo>
                <a:cubicBezTo>
                  <a:pt x="9967" y="8252"/>
                  <a:pt x="9961" y="8270"/>
                  <a:pt x="9954" y="8288"/>
                </a:cubicBezTo>
                <a:cubicBezTo>
                  <a:pt x="9947" y="8306"/>
                  <a:pt x="9938" y="8322"/>
                  <a:pt x="9927" y="8338"/>
                </a:cubicBezTo>
                <a:cubicBezTo>
                  <a:pt x="9917" y="8354"/>
                  <a:pt x="9905" y="8369"/>
                  <a:pt x="9891" y="8382"/>
                </a:cubicBezTo>
                <a:cubicBezTo>
                  <a:pt x="9877" y="8396"/>
                  <a:pt x="9863" y="8408"/>
                  <a:pt x="9847" y="8418"/>
                </a:cubicBezTo>
                <a:cubicBezTo>
                  <a:pt x="9831" y="8429"/>
                  <a:pt x="9814" y="8438"/>
                  <a:pt x="9797" y="8445"/>
                </a:cubicBezTo>
                <a:cubicBezTo>
                  <a:pt x="9779" y="8453"/>
                  <a:pt x="9761" y="8458"/>
                  <a:pt x="9742" y="8462"/>
                </a:cubicBezTo>
                <a:cubicBezTo>
                  <a:pt x="9723" y="8466"/>
                  <a:pt x="9704" y="8468"/>
                  <a:pt x="9685" y="8468"/>
                </a:cubicBezTo>
                <a:lnTo>
                  <a:pt x="291" y="8468"/>
                </a:lnTo>
                <a:cubicBezTo>
                  <a:pt x="272" y="8468"/>
                  <a:pt x="253" y="8466"/>
                  <a:pt x="235" y="8462"/>
                </a:cubicBezTo>
                <a:cubicBezTo>
                  <a:pt x="216" y="8458"/>
                  <a:pt x="198" y="8453"/>
                  <a:pt x="180" y="8445"/>
                </a:cubicBezTo>
                <a:cubicBezTo>
                  <a:pt x="162" y="8438"/>
                  <a:pt x="146" y="8429"/>
                  <a:pt x="130" y="8418"/>
                </a:cubicBezTo>
                <a:cubicBezTo>
                  <a:pt x="114" y="8408"/>
                  <a:pt x="99" y="8396"/>
                  <a:pt x="86" y="8382"/>
                </a:cubicBezTo>
                <a:cubicBezTo>
                  <a:pt x="72" y="8369"/>
                  <a:pt x="60" y="8354"/>
                  <a:pt x="50" y="8338"/>
                </a:cubicBezTo>
                <a:cubicBezTo>
                  <a:pt x="39" y="8322"/>
                  <a:pt x="30" y="8306"/>
                  <a:pt x="23" y="8288"/>
                </a:cubicBezTo>
                <a:cubicBezTo>
                  <a:pt x="15" y="8270"/>
                  <a:pt x="10" y="8252"/>
                  <a:pt x="6" y="8233"/>
                </a:cubicBezTo>
                <a:cubicBezTo>
                  <a:pt x="2" y="8215"/>
                  <a:pt x="0" y="8196"/>
                  <a:pt x="0" y="8176"/>
                </a:cubicBezTo>
                <a:close/>
              </a:path>
            </a:pathLst>
          </a:custGeom>
          <a:noFill/>
          <a:ln w="18720">
            <a:solidFill>
              <a:srgbClr val="C1E6C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7" name=""/>
          <p:cNvSpPr/>
          <p:nvPr/>
        </p:nvSpPr>
        <p:spPr>
          <a:xfrm>
            <a:off x="2092320" y="2279520"/>
            <a:ext cx="533520" cy="528480"/>
          </a:xfrm>
          <a:custGeom>
            <a:avLst/>
            <a:gdLst/>
            <a:ahLst/>
            <a:rect l="0" t="0" r="r" b="b"/>
            <a:pathLst>
              <a:path w="1482" h="1468">
                <a:moveTo>
                  <a:pt x="1069" y="749"/>
                </a:moveTo>
                <a:lnTo>
                  <a:pt x="779" y="467"/>
                </a:lnTo>
                <a:cubicBezTo>
                  <a:pt x="745" y="434"/>
                  <a:pt x="715" y="398"/>
                  <a:pt x="692" y="358"/>
                </a:cubicBezTo>
                <a:cubicBezTo>
                  <a:pt x="668" y="318"/>
                  <a:pt x="656" y="275"/>
                  <a:pt x="656" y="227"/>
                </a:cubicBezTo>
                <a:cubicBezTo>
                  <a:pt x="656" y="165"/>
                  <a:pt x="676" y="112"/>
                  <a:pt x="717" y="67"/>
                </a:cubicBezTo>
                <a:cubicBezTo>
                  <a:pt x="759" y="22"/>
                  <a:pt x="810" y="0"/>
                  <a:pt x="872" y="0"/>
                </a:cubicBezTo>
                <a:cubicBezTo>
                  <a:pt x="912" y="0"/>
                  <a:pt x="948" y="10"/>
                  <a:pt x="981" y="31"/>
                </a:cubicBezTo>
                <a:cubicBezTo>
                  <a:pt x="1014" y="51"/>
                  <a:pt x="1044" y="77"/>
                  <a:pt x="1069" y="107"/>
                </a:cubicBezTo>
                <a:cubicBezTo>
                  <a:pt x="1095" y="77"/>
                  <a:pt x="1125" y="51"/>
                  <a:pt x="1158" y="31"/>
                </a:cubicBezTo>
                <a:cubicBezTo>
                  <a:pt x="1191" y="10"/>
                  <a:pt x="1227" y="0"/>
                  <a:pt x="1267" y="0"/>
                </a:cubicBezTo>
                <a:cubicBezTo>
                  <a:pt x="1328" y="0"/>
                  <a:pt x="1379" y="22"/>
                  <a:pt x="1420" y="67"/>
                </a:cubicBezTo>
                <a:cubicBezTo>
                  <a:pt x="1462" y="112"/>
                  <a:pt x="1482" y="165"/>
                  <a:pt x="1482" y="227"/>
                </a:cubicBezTo>
                <a:cubicBezTo>
                  <a:pt x="1482" y="275"/>
                  <a:pt x="1470" y="318"/>
                  <a:pt x="1446" y="358"/>
                </a:cubicBezTo>
                <a:cubicBezTo>
                  <a:pt x="1422" y="397"/>
                  <a:pt x="1393" y="434"/>
                  <a:pt x="1359" y="467"/>
                </a:cubicBezTo>
                <a:lnTo>
                  <a:pt x="1069" y="749"/>
                </a:lnTo>
                <a:moveTo>
                  <a:pt x="1069" y="602"/>
                </a:moveTo>
                <a:lnTo>
                  <a:pt x="1281" y="392"/>
                </a:lnTo>
                <a:cubicBezTo>
                  <a:pt x="1305" y="369"/>
                  <a:pt x="1327" y="344"/>
                  <a:pt x="1346" y="318"/>
                </a:cubicBezTo>
                <a:cubicBezTo>
                  <a:pt x="1366" y="291"/>
                  <a:pt x="1376" y="261"/>
                  <a:pt x="1376" y="227"/>
                </a:cubicBezTo>
                <a:cubicBezTo>
                  <a:pt x="1376" y="194"/>
                  <a:pt x="1366" y="166"/>
                  <a:pt x="1345" y="142"/>
                </a:cubicBezTo>
                <a:cubicBezTo>
                  <a:pt x="1325" y="118"/>
                  <a:pt x="1299" y="106"/>
                  <a:pt x="1267" y="106"/>
                </a:cubicBezTo>
                <a:cubicBezTo>
                  <a:pt x="1243" y="106"/>
                  <a:pt x="1222" y="112"/>
                  <a:pt x="1202" y="125"/>
                </a:cubicBezTo>
                <a:cubicBezTo>
                  <a:pt x="1182" y="138"/>
                  <a:pt x="1164" y="154"/>
                  <a:pt x="1149" y="173"/>
                </a:cubicBezTo>
                <a:lnTo>
                  <a:pt x="1069" y="271"/>
                </a:lnTo>
                <a:lnTo>
                  <a:pt x="990" y="173"/>
                </a:lnTo>
                <a:cubicBezTo>
                  <a:pt x="975" y="154"/>
                  <a:pt x="957" y="138"/>
                  <a:pt x="937" y="125"/>
                </a:cubicBezTo>
                <a:cubicBezTo>
                  <a:pt x="917" y="112"/>
                  <a:pt x="895" y="106"/>
                  <a:pt x="872" y="106"/>
                </a:cubicBezTo>
                <a:cubicBezTo>
                  <a:pt x="839" y="106"/>
                  <a:pt x="813" y="118"/>
                  <a:pt x="792" y="142"/>
                </a:cubicBezTo>
                <a:cubicBezTo>
                  <a:pt x="772" y="166"/>
                  <a:pt x="762" y="194"/>
                  <a:pt x="762" y="227"/>
                </a:cubicBezTo>
                <a:cubicBezTo>
                  <a:pt x="762" y="261"/>
                  <a:pt x="771" y="291"/>
                  <a:pt x="791" y="318"/>
                </a:cubicBezTo>
                <a:cubicBezTo>
                  <a:pt x="811" y="344"/>
                  <a:pt x="833" y="369"/>
                  <a:pt x="858" y="392"/>
                </a:cubicBezTo>
                <a:lnTo>
                  <a:pt x="1069" y="602"/>
                </a:lnTo>
                <a:moveTo>
                  <a:pt x="379" y="1200"/>
                </a:moveTo>
                <a:lnTo>
                  <a:pt x="921" y="1359"/>
                </a:lnTo>
                <a:lnTo>
                  <a:pt x="1359" y="1221"/>
                </a:lnTo>
                <a:cubicBezTo>
                  <a:pt x="1359" y="1198"/>
                  <a:pt x="1350" y="1178"/>
                  <a:pt x="1331" y="1162"/>
                </a:cubicBezTo>
                <a:cubicBezTo>
                  <a:pt x="1313" y="1147"/>
                  <a:pt x="1292" y="1139"/>
                  <a:pt x="1267" y="1139"/>
                </a:cubicBezTo>
                <a:lnTo>
                  <a:pt x="898" y="1139"/>
                </a:lnTo>
                <a:cubicBezTo>
                  <a:pt x="880" y="1139"/>
                  <a:pt x="861" y="1137"/>
                  <a:pt x="842" y="1134"/>
                </a:cubicBezTo>
                <a:cubicBezTo>
                  <a:pt x="824" y="1131"/>
                  <a:pt x="806" y="1127"/>
                  <a:pt x="788" y="1121"/>
                </a:cubicBezTo>
                <a:lnTo>
                  <a:pt x="619" y="1070"/>
                </a:lnTo>
                <a:lnTo>
                  <a:pt x="652" y="962"/>
                </a:lnTo>
                <a:lnTo>
                  <a:pt x="818" y="1019"/>
                </a:lnTo>
                <a:cubicBezTo>
                  <a:pt x="831" y="1023"/>
                  <a:pt x="844" y="1027"/>
                  <a:pt x="859" y="1029"/>
                </a:cubicBezTo>
                <a:cubicBezTo>
                  <a:pt x="872" y="1032"/>
                  <a:pt x="885" y="1033"/>
                  <a:pt x="898" y="1033"/>
                </a:cubicBezTo>
                <a:lnTo>
                  <a:pt x="997" y="1033"/>
                </a:lnTo>
                <a:cubicBezTo>
                  <a:pt x="997" y="1008"/>
                  <a:pt x="989" y="987"/>
                  <a:pt x="972" y="968"/>
                </a:cubicBezTo>
                <a:cubicBezTo>
                  <a:pt x="956" y="950"/>
                  <a:pt x="936" y="936"/>
                  <a:pt x="912" y="927"/>
                </a:cubicBezTo>
                <a:lnTo>
                  <a:pt x="527" y="780"/>
                </a:lnTo>
                <a:lnTo>
                  <a:pt x="379" y="780"/>
                </a:lnTo>
                <a:lnTo>
                  <a:pt x="379" y="1200"/>
                </a:lnTo>
                <a:moveTo>
                  <a:pt x="0" y="1412"/>
                </a:moveTo>
                <a:lnTo>
                  <a:pt x="0" y="675"/>
                </a:lnTo>
                <a:lnTo>
                  <a:pt x="525" y="675"/>
                </a:lnTo>
                <a:cubicBezTo>
                  <a:pt x="531" y="675"/>
                  <a:pt x="538" y="675"/>
                  <a:pt x="544" y="676"/>
                </a:cubicBezTo>
                <a:cubicBezTo>
                  <a:pt x="550" y="678"/>
                  <a:pt x="556" y="679"/>
                  <a:pt x="562" y="682"/>
                </a:cubicBezTo>
                <a:lnTo>
                  <a:pt x="948" y="826"/>
                </a:lnTo>
                <a:cubicBezTo>
                  <a:pt x="992" y="843"/>
                  <a:pt x="1030" y="869"/>
                  <a:pt x="1061" y="906"/>
                </a:cubicBezTo>
                <a:cubicBezTo>
                  <a:pt x="1093" y="942"/>
                  <a:pt x="1108" y="985"/>
                  <a:pt x="1108" y="1033"/>
                </a:cubicBezTo>
                <a:lnTo>
                  <a:pt x="1267" y="1033"/>
                </a:lnTo>
                <a:cubicBezTo>
                  <a:pt x="1327" y="1033"/>
                  <a:pt x="1378" y="1054"/>
                  <a:pt x="1419" y="1098"/>
                </a:cubicBezTo>
                <a:cubicBezTo>
                  <a:pt x="1461" y="1142"/>
                  <a:pt x="1482" y="1193"/>
                  <a:pt x="1482" y="1253"/>
                </a:cubicBezTo>
                <a:lnTo>
                  <a:pt x="1482" y="1299"/>
                </a:lnTo>
                <a:lnTo>
                  <a:pt x="930" y="1468"/>
                </a:lnTo>
                <a:lnTo>
                  <a:pt x="379" y="1311"/>
                </a:lnTo>
                <a:lnTo>
                  <a:pt x="379" y="1412"/>
                </a:lnTo>
                <a:lnTo>
                  <a:pt x="0" y="1412"/>
                </a:lnTo>
                <a:moveTo>
                  <a:pt x="105" y="1306"/>
                </a:moveTo>
                <a:lnTo>
                  <a:pt x="271" y="1306"/>
                </a:lnTo>
                <a:lnTo>
                  <a:pt x="271" y="780"/>
                </a:lnTo>
                <a:lnTo>
                  <a:pt x="105" y="780"/>
                </a:lnTo>
                <a:lnTo>
                  <a:pt x="105" y="1306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8" name=""/>
          <p:cNvSpPr txBox="1"/>
          <p:nvPr/>
        </p:nvSpPr>
        <p:spPr>
          <a:xfrm>
            <a:off x="1047600" y="1377360"/>
            <a:ext cx="190944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料金プラン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9" name=""/>
          <p:cNvSpPr txBox="1"/>
          <p:nvPr/>
        </p:nvSpPr>
        <p:spPr>
          <a:xfrm>
            <a:off x="2171160" y="3180240"/>
            <a:ext cx="4032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Free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0" name=""/>
          <p:cNvSpPr txBox="1"/>
          <p:nvPr/>
        </p:nvSpPr>
        <p:spPr>
          <a:xfrm>
            <a:off x="2146320" y="3536280"/>
            <a:ext cx="457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無料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1397880" y="4032360"/>
            <a:ext cx="1901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Gemini 3 Pro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（</a:t>
            </a:r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Rate Limit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あり）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2" name=""/>
          <p:cNvSpPr txBox="1"/>
          <p:nvPr/>
        </p:nvSpPr>
        <p:spPr>
          <a:xfrm>
            <a:off x="1614600" y="4241880"/>
            <a:ext cx="1490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Nano Banana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（月</a:t>
            </a:r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50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枚）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3" name=""/>
          <p:cNvSpPr/>
          <p:nvPr/>
        </p:nvSpPr>
        <p:spPr>
          <a:xfrm>
            <a:off x="4136040" y="1947600"/>
            <a:ext cx="3920040" cy="3383640"/>
          </a:xfrm>
          <a:custGeom>
            <a:avLst/>
            <a:gdLst/>
            <a:ahLst/>
            <a:rect l="0" t="0" r="r" b="b"/>
            <a:pathLst>
              <a:path w="10889" h="9399">
                <a:moveTo>
                  <a:pt x="443" y="675"/>
                </a:moveTo>
                <a:lnTo>
                  <a:pt x="443" y="8559"/>
                </a:lnTo>
                <a:cubicBezTo>
                  <a:pt x="443" y="8602"/>
                  <a:pt x="451" y="8642"/>
                  <a:pt x="467" y="8681"/>
                </a:cubicBezTo>
                <a:cubicBezTo>
                  <a:pt x="483" y="8721"/>
                  <a:pt x="506" y="8755"/>
                  <a:pt x="536" y="8785"/>
                </a:cubicBezTo>
                <a:cubicBezTo>
                  <a:pt x="566" y="8815"/>
                  <a:pt x="600" y="8838"/>
                  <a:pt x="639" y="8854"/>
                </a:cubicBezTo>
                <a:cubicBezTo>
                  <a:pt x="678" y="8870"/>
                  <a:pt x="719" y="8878"/>
                  <a:pt x="761" y="8878"/>
                </a:cubicBezTo>
                <a:lnTo>
                  <a:pt x="10128" y="8878"/>
                </a:lnTo>
                <a:cubicBezTo>
                  <a:pt x="10170" y="8878"/>
                  <a:pt x="10211" y="8870"/>
                  <a:pt x="10249" y="8854"/>
                </a:cubicBezTo>
                <a:cubicBezTo>
                  <a:pt x="10288" y="8838"/>
                  <a:pt x="10323" y="8815"/>
                  <a:pt x="10352" y="8785"/>
                </a:cubicBezTo>
                <a:cubicBezTo>
                  <a:pt x="10382" y="8755"/>
                  <a:pt x="10405" y="8721"/>
                  <a:pt x="10421" y="8681"/>
                </a:cubicBezTo>
                <a:cubicBezTo>
                  <a:pt x="10437" y="8642"/>
                  <a:pt x="10445" y="8602"/>
                  <a:pt x="10445" y="8559"/>
                </a:cubicBezTo>
                <a:lnTo>
                  <a:pt x="10445" y="675"/>
                </a:lnTo>
                <a:cubicBezTo>
                  <a:pt x="10445" y="633"/>
                  <a:pt x="10437" y="592"/>
                  <a:pt x="10421" y="553"/>
                </a:cubicBezTo>
                <a:cubicBezTo>
                  <a:pt x="10405" y="515"/>
                  <a:pt x="10382" y="480"/>
                  <a:pt x="10352" y="450"/>
                </a:cubicBezTo>
                <a:cubicBezTo>
                  <a:pt x="10323" y="421"/>
                  <a:pt x="10288" y="398"/>
                  <a:pt x="10249" y="382"/>
                </a:cubicBezTo>
                <a:cubicBezTo>
                  <a:pt x="10211" y="365"/>
                  <a:pt x="10170" y="357"/>
                  <a:pt x="10128" y="357"/>
                </a:cubicBezTo>
                <a:lnTo>
                  <a:pt x="761" y="357"/>
                </a:lnTo>
                <a:cubicBezTo>
                  <a:pt x="719" y="357"/>
                  <a:pt x="678" y="365"/>
                  <a:pt x="639" y="382"/>
                </a:cubicBezTo>
                <a:cubicBezTo>
                  <a:pt x="600" y="398"/>
                  <a:pt x="566" y="421"/>
                  <a:pt x="536" y="450"/>
                </a:cubicBezTo>
                <a:cubicBezTo>
                  <a:pt x="506" y="480"/>
                  <a:pt x="483" y="515"/>
                  <a:pt x="467" y="553"/>
                </a:cubicBezTo>
                <a:cubicBezTo>
                  <a:pt x="451" y="592"/>
                  <a:pt x="443" y="633"/>
                  <a:pt x="443" y="675"/>
                </a:cubicBezTo>
                <a:moveTo>
                  <a:pt x="0" y="0"/>
                </a:moveTo>
                <a:lnTo>
                  <a:pt x="10889" y="0"/>
                </a:lnTo>
                <a:lnTo>
                  <a:pt x="10889" y="9399"/>
                </a:lnTo>
                <a:lnTo>
                  <a:pt x="0" y="9399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74" name=""/>
          <p:cNvSpPr/>
          <p:nvPr/>
        </p:nvSpPr>
        <p:spPr>
          <a:xfrm>
            <a:off x="4305240" y="2085840"/>
            <a:ext cx="3581640" cy="3048480"/>
          </a:xfrm>
          <a:custGeom>
            <a:avLst/>
            <a:gdLst/>
            <a:ahLst/>
            <a:rect l="0" t="0" r="r" b="b"/>
            <a:pathLst>
              <a:path w="9949" h="8468">
                <a:moveTo>
                  <a:pt x="0" y="8176"/>
                </a:moveTo>
                <a:lnTo>
                  <a:pt x="0" y="291"/>
                </a:lnTo>
                <a:cubicBezTo>
                  <a:pt x="0" y="272"/>
                  <a:pt x="2" y="253"/>
                  <a:pt x="5" y="234"/>
                </a:cubicBezTo>
                <a:cubicBezTo>
                  <a:pt x="9" y="215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59" y="113"/>
                  <a:pt x="71" y="99"/>
                  <a:pt x="85" y="85"/>
                </a:cubicBezTo>
                <a:cubicBezTo>
                  <a:pt x="98" y="72"/>
                  <a:pt x="113" y="60"/>
                  <a:pt x="129" y="49"/>
                </a:cubicBezTo>
                <a:cubicBezTo>
                  <a:pt x="145" y="38"/>
                  <a:pt x="162" y="29"/>
                  <a:pt x="179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9658" y="0"/>
                </a:lnTo>
                <a:cubicBezTo>
                  <a:pt x="9677" y="0"/>
                  <a:pt x="9696" y="2"/>
                  <a:pt x="9715" y="5"/>
                </a:cubicBezTo>
                <a:cubicBezTo>
                  <a:pt x="9733" y="9"/>
                  <a:pt x="9752" y="15"/>
                  <a:pt x="9769" y="22"/>
                </a:cubicBezTo>
                <a:cubicBezTo>
                  <a:pt x="9787" y="29"/>
                  <a:pt x="9804" y="38"/>
                  <a:pt x="9820" y="49"/>
                </a:cubicBezTo>
                <a:cubicBezTo>
                  <a:pt x="9836" y="60"/>
                  <a:pt x="9850" y="72"/>
                  <a:pt x="9864" y="85"/>
                </a:cubicBezTo>
                <a:cubicBezTo>
                  <a:pt x="9877" y="99"/>
                  <a:pt x="9889" y="113"/>
                  <a:pt x="9900" y="129"/>
                </a:cubicBezTo>
                <a:cubicBezTo>
                  <a:pt x="9911" y="145"/>
                  <a:pt x="9920" y="162"/>
                  <a:pt x="9927" y="180"/>
                </a:cubicBezTo>
                <a:cubicBezTo>
                  <a:pt x="9934" y="197"/>
                  <a:pt x="9940" y="215"/>
                  <a:pt x="9943" y="234"/>
                </a:cubicBezTo>
                <a:cubicBezTo>
                  <a:pt x="9947" y="253"/>
                  <a:pt x="9949" y="272"/>
                  <a:pt x="9949" y="291"/>
                </a:cubicBezTo>
                <a:lnTo>
                  <a:pt x="9949" y="8176"/>
                </a:lnTo>
                <a:cubicBezTo>
                  <a:pt x="9949" y="8196"/>
                  <a:pt x="9947" y="8215"/>
                  <a:pt x="9943" y="8233"/>
                </a:cubicBezTo>
                <a:cubicBezTo>
                  <a:pt x="9940" y="8252"/>
                  <a:pt x="9934" y="8270"/>
                  <a:pt x="9927" y="8288"/>
                </a:cubicBezTo>
                <a:cubicBezTo>
                  <a:pt x="9920" y="8306"/>
                  <a:pt x="9911" y="8322"/>
                  <a:pt x="9900" y="8338"/>
                </a:cubicBezTo>
                <a:cubicBezTo>
                  <a:pt x="9889" y="8354"/>
                  <a:pt x="9877" y="8369"/>
                  <a:pt x="9864" y="8382"/>
                </a:cubicBezTo>
                <a:cubicBezTo>
                  <a:pt x="9850" y="8396"/>
                  <a:pt x="9836" y="8408"/>
                  <a:pt x="9820" y="8418"/>
                </a:cubicBezTo>
                <a:cubicBezTo>
                  <a:pt x="9804" y="8429"/>
                  <a:pt x="9787" y="8438"/>
                  <a:pt x="9769" y="8445"/>
                </a:cubicBezTo>
                <a:cubicBezTo>
                  <a:pt x="9752" y="8453"/>
                  <a:pt x="9733" y="8458"/>
                  <a:pt x="9715" y="8462"/>
                </a:cubicBezTo>
                <a:cubicBezTo>
                  <a:pt x="9696" y="8466"/>
                  <a:pt x="9677" y="8468"/>
                  <a:pt x="9658" y="8468"/>
                </a:cubicBezTo>
                <a:lnTo>
                  <a:pt x="291" y="8468"/>
                </a:lnTo>
                <a:cubicBezTo>
                  <a:pt x="272" y="8468"/>
                  <a:pt x="253" y="8466"/>
                  <a:pt x="234" y="8462"/>
                </a:cubicBezTo>
                <a:cubicBezTo>
                  <a:pt x="215" y="8458"/>
                  <a:pt x="197" y="8453"/>
                  <a:pt x="179" y="8445"/>
                </a:cubicBezTo>
                <a:cubicBezTo>
                  <a:pt x="162" y="8438"/>
                  <a:pt x="145" y="8429"/>
                  <a:pt x="129" y="8418"/>
                </a:cubicBezTo>
                <a:cubicBezTo>
                  <a:pt x="113" y="8408"/>
                  <a:pt x="98" y="8396"/>
                  <a:pt x="85" y="8382"/>
                </a:cubicBezTo>
                <a:cubicBezTo>
                  <a:pt x="71" y="8369"/>
                  <a:pt x="59" y="8354"/>
                  <a:pt x="49" y="8338"/>
                </a:cubicBezTo>
                <a:cubicBezTo>
                  <a:pt x="38" y="8322"/>
                  <a:pt x="29" y="8306"/>
                  <a:pt x="22" y="8288"/>
                </a:cubicBezTo>
                <a:cubicBezTo>
                  <a:pt x="15" y="8270"/>
                  <a:pt x="9" y="8252"/>
                  <a:pt x="5" y="8233"/>
                </a:cubicBezTo>
                <a:cubicBezTo>
                  <a:pt x="2" y="8215"/>
                  <a:pt x="0" y="8196"/>
                  <a:pt x="0" y="8176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5" name=""/>
          <p:cNvSpPr/>
          <p:nvPr/>
        </p:nvSpPr>
        <p:spPr>
          <a:xfrm>
            <a:off x="4305240" y="2085840"/>
            <a:ext cx="3581640" cy="3048480"/>
          </a:xfrm>
          <a:custGeom>
            <a:avLst/>
            <a:gdLst/>
            <a:ahLst/>
            <a:rect l="0" t="0" r="r" b="b"/>
            <a:pathLst>
              <a:path w="9949" h="8468">
                <a:moveTo>
                  <a:pt x="0" y="8176"/>
                </a:moveTo>
                <a:lnTo>
                  <a:pt x="0" y="291"/>
                </a:lnTo>
                <a:cubicBezTo>
                  <a:pt x="0" y="272"/>
                  <a:pt x="2" y="253"/>
                  <a:pt x="5" y="234"/>
                </a:cubicBezTo>
                <a:cubicBezTo>
                  <a:pt x="9" y="215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59" y="113"/>
                  <a:pt x="71" y="99"/>
                  <a:pt x="85" y="85"/>
                </a:cubicBezTo>
                <a:cubicBezTo>
                  <a:pt x="98" y="72"/>
                  <a:pt x="113" y="60"/>
                  <a:pt x="129" y="49"/>
                </a:cubicBezTo>
                <a:cubicBezTo>
                  <a:pt x="145" y="38"/>
                  <a:pt x="162" y="29"/>
                  <a:pt x="179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9658" y="0"/>
                </a:lnTo>
                <a:cubicBezTo>
                  <a:pt x="9677" y="0"/>
                  <a:pt x="9696" y="2"/>
                  <a:pt x="9715" y="5"/>
                </a:cubicBezTo>
                <a:cubicBezTo>
                  <a:pt x="9733" y="9"/>
                  <a:pt x="9752" y="15"/>
                  <a:pt x="9769" y="22"/>
                </a:cubicBezTo>
                <a:cubicBezTo>
                  <a:pt x="9787" y="29"/>
                  <a:pt x="9804" y="38"/>
                  <a:pt x="9820" y="49"/>
                </a:cubicBezTo>
                <a:cubicBezTo>
                  <a:pt x="9836" y="60"/>
                  <a:pt x="9850" y="72"/>
                  <a:pt x="9864" y="85"/>
                </a:cubicBezTo>
                <a:cubicBezTo>
                  <a:pt x="9877" y="99"/>
                  <a:pt x="9889" y="113"/>
                  <a:pt x="9900" y="129"/>
                </a:cubicBezTo>
                <a:cubicBezTo>
                  <a:pt x="9911" y="145"/>
                  <a:pt x="9920" y="162"/>
                  <a:pt x="9927" y="180"/>
                </a:cubicBezTo>
                <a:cubicBezTo>
                  <a:pt x="9934" y="197"/>
                  <a:pt x="9940" y="215"/>
                  <a:pt x="9943" y="234"/>
                </a:cubicBezTo>
                <a:cubicBezTo>
                  <a:pt x="9947" y="253"/>
                  <a:pt x="9949" y="272"/>
                  <a:pt x="9949" y="291"/>
                </a:cubicBezTo>
                <a:lnTo>
                  <a:pt x="9949" y="8176"/>
                </a:lnTo>
                <a:cubicBezTo>
                  <a:pt x="9949" y="8196"/>
                  <a:pt x="9947" y="8215"/>
                  <a:pt x="9943" y="8233"/>
                </a:cubicBezTo>
                <a:cubicBezTo>
                  <a:pt x="9940" y="8252"/>
                  <a:pt x="9934" y="8270"/>
                  <a:pt x="9927" y="8288"/>
                </a:cubicBezTo>
                <a:cubicBezTo>
                  <a:pt x="9920" y="8306"/>
                  <a:pt x="9911" y="8322"/>
                  <a:pt x="9900" y="8338"/>
                </a:cubicBezTo>
                <a:cubicBezTo>
                  <a:pt x="9889" y="8354"/>
                  <a:pt x="9877" y="8369"/>
                  <a:pt x="9864" y="8382"/>
                </a:cubicBezTo>
                <a:cubicBezTo>
                  <a:pt x="9850" y="8396"/>
                  <a:pt x="9836" y="8408"/>
                  <a:pt x="9820" y="8418"/>
                </a:cubicBezTo>
                <a:cubicBezTo>
                  <a:pt x="9804" y="8429"/>
                  <a:pt x="9787" y="8438"/>
                  <a:pt x="9769" y="8445"/>
                </a:cubicBezTo>
                <a:cubicBezTo>
                  <a:pt x="9752" y="8453"/>
                  <a:pt x="9733" y="8458"/>
                  <a:pt x="9715" y="8462"/>
                </a:cubicBezTo>
                <a:cubicBezTo>
                  <a:pt x="9696" y="8466"/>
                  <a:pt x="9677" y="8468"/>
                  <a:pt x="9658" y="8468"/>
                </a:cubicBezTo>
                <a:lnTo>
                  <a:pt x="291" y="8468"/>
                </a:lnTo>
                <a:cubicBezTo>
                  <a:pt x="272" y="8468"/>
                  <a:pt x="253" y="8466"/>
                  <a:pt x="234" y="8462"/>
                </a:cubicBezTo>
                <a:cubicBezTo>
                  <a:pt x="215" y="8458"/>
                  <a:pt x="197" y="8453"/>
                  <a:pt x="179" y="8445"/>
                </a:cubicBezTo>
                <a:cubicBezTo>
                  <a:pt x="162" y="8438"/>
                  <a:pt x="145" y="8429"/>
                  <a:pt x="129" y="8418"/>
                </a:cubicBezTo>
                <a:cubicBezTo>
                  <a:pt x="113" y="8408"/>
                  <a:pt x="98" y="8396"/>
                  <a:pt x="85" y="8382"/>
                </a:cubicBezTo>
                <a:cubicBezTo>
                  <a:pt x="71" y="8369"/>
                  <a:pt x="59" y="8354"/>
                  <a:pt x="49" y="8338"/>
                </a:cubicBezTo>
                <a:cubicBezTo>
                  <a:pt x="38" y="8322"/>
                  <a:pt x="29" y="8306"/>
                  <a:pt x="22" y="8288"/>
                </a:cubicBezTo>
                <a:cubicBezTo>
                  <a:pt x="15" y="8270"/>
                  <a:pt x="9" y="8252"/>
                  <a:pt x="5" y="8233"/>
                </a:cubicBezTo>
                <a:cubicBezTo>
                  <a:pt x="2" y="8215"/>
                  <a:pt x="0" y="8196"/>
                  <a:pt x="0" y="8176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6" name=""/>
          <p:cNvSpPr/>
          <p:nvPr/>
        </p:nvSpPr>
        <p:spPr>
          <a:xfrm>
            <a:off x="5841720" y="2279520"/>
            <a:ext cx="508320" cy="482760"/>
          </a:xfrm>
          <a:custGeom>
            <a:avLst/>
            <a:gdLst/>
            <a:ahLst/>
            <a:rect l="0" t="0" r="r" b="b"/>
            <a:pathLst>
              <a:path w="1412" h="1341">
                <a:moveTo>
                  <a:pt x="429" y="1121"/>
                </a:moveTo>
                <a:lnTo>
                  <a:pt x="706" y="954"/>
                </a:lnTo>
                <a:lnTo>
                  <a:pt x="983" y="1123"/>
                </a:lnTo>
                <a:lnTo>
                  <a:pt x="909" y="808"/>
                </a:lnTo>
                <a:lnTo>
                  <a:pt x="1152" y="596"/>
                </a:lnTo>
                <a:lnTo>
                  <a:pt x="831" y="568"/>
                </a:lnTo>
                <a:lnTo>
                  <a:pt x="706" y="271"/>
                </a:lnTo>
                <a:lnTo>
                  <a:pt x="581" y="566"/>
                </a:lnTo>
                <a:lnTo>
                  <a:pt x="260" y="594"/>
                </a:lnTo>
                <a:lnTo>
                  <a:pt x="503" y="806"/>
                </a:lnTo>
                <a:lnTo>
                  <a:pt x="429" y="1121"/>
                </a:lnTo>
                <a:moveTo>
                  <a:pt x="270" y="1341"/>
                </a:moveTo>
                <a:lnTo>
                  <a:pt x="385" y="845"/>
                </a:lnTo>
                <a:lnTo>
                  <a:pt x="0" y="511"/>
                </a:lnTo>
                <a:lnTo>
                  <a:pt x="508" y="467"/>
                </a:lnTo>
                <a:lnTo>
                  <a:pt x="706" y="0"/>
                </a:lnTo>
                <a:lnTo>
                  <a:pt x="903" y="467"/>
                </a:lnTo>
                <a:lnTo>
                  <a:pt x="1412" y="511"/>
                </a:lnTo>
                <a:lnTo>
                  <a:pt x="1027" y="845"/>
                </a:lnTo>
                <a:lnTo>
                  <a:pt x="1142" y="1341"/>
                </a:lnTo>
                <a:lnTo>
                  <a:pt x="706" y="1079"/>
                </a:lnTo>
                <a:lnTo>
                  <a:pt x="270" y="1341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7" name=""/>
          <p:cNvSpPr txBox="1"/>
          <p:nvPr/>
        </p:nvSpPr>
        <p:spPr>
          <a:xfrm>
            <a:off x="1969200" y="4451400"/>
            <a:ext cx="825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ローカル</a:t>
            </a:r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MCP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8" name=""/>
          <p:cNvSpPr txBox="1"/>
          <p:nvPr/>
        </p:nvSpPr>
        <p:spPr>
          <a:xfrm>
            <a:off x="5932800" y="3180240"/>
            <a:ext cx="3182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Pro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9" name=""/>
          <p:cNvSpPr txBox="1"/>
          <p:nvPr/>
        </p:nvSpPr>
        <p:spPr>
          <a:xfrm>
            <a:off x="5746320" y="3536280"/>
            <a:ext cx="674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$19/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0" name=""/>
          <p:cNvSpPr txBox="1"/>
          <p:nvPr/>
        </p:nvSpPr>
        <p:spPr>
          <a:xfrm>
            <a:off x="5175720" y="4032360"/>
            <a:ext cx="1761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Gemini 3 Pro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（</a:t>
            </a:r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High Priority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5532840" y="4241880"/>
            <a:ext cx="1099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Claude Sonnet 4.5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2" name=""/>
          <p:cNvSpPr txBox="1"/>
          <p:nvPr/>
        </p:nvSpPr>
        <p:spPr>
          <a:xfrm>
            <a:off x="5342760" y="4451400"/>
            <a:ext cx="1474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Nano Banana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（無制限）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3" name=""/>
          <p:cNvSpPr/>
          <p:nvPr/>
        </p:nvSpPr>
        <p:spPr>
          <a:xfrm>
            <a:off x="7851600" y="1947600"/>
            <a:ext cx="3926160" cy="3383640"/>
          </a:xfrm>
          <a:custGeom>
            <a:avLst/>
            <a:gdLst/>
            <a:ahLst/>
            <a:rect l="0" t="0" r="r" b="b"/>
            <a:pathLst>
              <a:path w="10906" h="9399">
                <a:moveTo>
                  <a:pt x="441" y="675"/>
                </a:moveTo>
                <a:lnTo>
                  <a:pt x="441" y="8559"/>
                </a:lnTo>
                <a:cubicBezTo>
                  <a:pt x="441" y="8602"/>
                  <a:pt x="449" y="8642"/>
                  <a:pt x="465" y="8681"/>
                </a:cubicBezTo>
                <a:cubicBezTo>
                  <a:pt x="481" y="8721"/>
                  <a:pt x="504" y="8755"/>
                  <a:pt x="534" y="8785"/>
                </a:cubicBezTo>
                <a:cubicBezTo>
                  <a:pt x="564" y="8815"/>
                  <a:pt x="598" y="8838"/>
                  <a:pt x="637" y="8854"/>
                </a:cubicBezTo>
                <a:cubicBezTo>
                  <a:pt x="676" y="8870"/>
                  <a:pt x="716" y="8878"/>
                  <a:pt x="758" y="8878"/>
                </a:cubicBezTo>
                <a:lnTo>
                  <a:pt x="10152" y="8878"/>
                </a:lnTo>
                <a:cubicBezTo>
                  <a:pt x="10194" y="8878"/>
                  <a:pt x="10235" y="8870"/>
                  <a:pt x="10274" y="8854"/>
                </a:cubicBezTo>
                <a:cubicBezTo>
                  <a:pt x="10313" y="8838"/>
                  <a:pt x="10347" y="8815"/>
                  <a:pt x="10377" y="8785"/>
                </a:cubicBezTo>
                <a:cubicBezTo>
                  <a:pt x="10406" y="8755"/>
                  <a:pt x="10429" y="8721"/>
                  <a:pt x="10445" y="8681"/>
                </a:cubicBezTo>
                <a:cubicBezTo>
                  <a:pt x="10462" y="8642"/>
                  <a:pt x="10470" y="8602"/>
                  <a:pt x="10470" y="8559"/>
                </a:cubicBezTo>
                <a:lnTo>
                  <a:pt x="10470" y="675"/>
                </a:lnTo>
                <a:cubicBezTo>
                  <a:pt x="10470" y="633"/>
                  <a:pt x="10462" y="592"/>
                  <a:pt x="10445" y="553"/>
                </a:cubicBezTo>
                <a:cubicBezTo>
                  <a:pt x="10429" y="515"/>
                  <a:pt x="10406" y="480"/>
                  <a:pt x="10377" y="450"/>
                </a:cubicBezTo>
                <a:cubicBezTo>
                  <a:pt x="10347" y="421"/>
                  <a:pt x="10313" y="398"/>
                  <a:pt x="10274" y="382"/>
                </a:cubicBezTo>
                <a:cubicBezTo>
                  <a:pt x="10235" y="365"/>
                  <a:pt x="10194" y="357"/>
                  <a:pt x="10152" y="357"/>
                </a:cubicBezTo>
                <a:lnTo>
                  <a:pt x="758" y="357"/>
                </a:lnTo>
                <a:cubicBezTo>
                  <a:pt x="716" y="357"/>
                  <a:pt x="676" y="365"/>
                  <a:pt x="637" y="382"/>
                </a:cubicBezTo>
                <a:cubicBezTo>
                  <a:pt x="598" y="398"/>
                  <a:pt x="564" y="421"/>
                  <a:pt x="534" y="450"/>
                </a:cubicBezTo>
                <a:cubicBezTo>
                  <a:pt x="504" y="480"/>
                  <a:pt x="481" y="515"/>
                  <a:pt x="465" y="553"/>
                </a:cubicBezTo>
                <a:cubicBezTo>
                  <a:pt x="449" y="592"/>
                  <a:pt x="441" y="633"/>
                  <a:pt x="441" y="675"/>
                </a:cubicBezTo>
                <a:moveTo>
                  <a:pt x="0" y="0"/>
                </a:moveTo>
                <a:lnTo>
                  <a:pt x="10906" y="0"/>
                </a:lnTo>
                <a:lnTo>
                  <a:pt x="10906" y="9399"/>
                </a:lnTo>
                <a:lnTo>
                  <a:pt x="0" y="9399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84" name=""/>
          <p:cNvSpPr/>
          <p:nvPr/>
        </p:nvSpPr>
        <p:spPr>
          <a:xfrm>
            <a:off x="8019720" y="2085840"/>
            <a:ext cx="3591360" cy="3048480"/>
          </a:xfrm>
          <a:custGeom>
            <a:avLst/>
            <a:gdLst/>
            <a:ahLst/>
            <a:rect l="0" t="0" r="r" b="b"/>
            <a:pathLst>
              <a:path w="9976" h="8468">
                <a:moveTo>
                  <a:pt x="0" y="817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60"/>
                  <a:pt x="9877" y="72"/>
                  <a:pt x="9891" y="85"/>
                </a:cubicBezTo>
                <a:cubicBezTo>
                  <a:pt x="9904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80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8176"/>
                </a:lnTo>
                <a:cubicBezTo>
                  <a:pt x="9976" y="8196"/>
                  <a:pt x="9974" y="8215"/>
                  <a:pt x="9971" y="8233"/>
                </a:cubicBezTo>
                <a:cubicBezTo>
                  <a:pt x="9967" y="8252"/>
                  <a:pt x="9961" y="8270"/>
                  <a:pt x="9954" y="8288"/>
                </a:cubicBezTo>
                <a:cubicBezTo>
                  <a:pt x="9947" y="8306"/>
                  <a:pt x="9938" y="8322"/>
                  <a:pt x="9927" y="8338"/>
                </a:cubicBezTo>
                <a:cubicBezTo>
                  <a:pt x="9917" y="8354"/>
                  <a:pt x="9904" y="8369"/>
                  <a:pt x="9891" y="8382"/>
                </a:cubicBezTo>
                <a:cubicBezTo>
                  <a:pt x="9877" y="8396"/>
                  <a:pt x="9863" y="8408"/>
                  <a:pt x="9847" y="8418"/>
                </a:cubicBezTo>
                <a:cubicBezTo>
                  <a:pt x="9831" y="8429"/>
                  <a:pt x="9814" y="8438"/>
                  <a:pt x="9797" y="8445"/>
                </a:cubicBezTo>
                <a:cubicBezTo>
                  <a:pt x="9779" y="8453"/>
                  <a:pt x="9761" y="8458"/>
                  <a:pt x="9742" y="8462"/>
                </a:cubicBezTo>
                <a:cubicBezTo>
                  <a:pt x="9723" y="8466"/>
                  <a:pt x="9704" y="8468"/>
                  <a:pt x="9685" y="8468"/>
                </a:cubicBezTo>
                <a:lnTo>
                  <a:pt x="291" y="8468"/>
                </a:lnTo>
                <a:cubicBezTo>
                  <a:pt x="272" y="8468"/>
                  <a:pt x="253" y="8466"/>
                  <a:pt x="235" y="8462"/>
                </a:cubicBezTo>
                <a:cubicBezTo>
                  <a:pt x="216" y="8458"/>
                  <a:pt x="198" y="8453"/>
                  <a:pt x="180" y="8445"/>
                </a:cubicBezTo>
                <a:cubicBezTo>
                  <a:pt x="162" y="8438"/>
                  <a:pt x="146" y="8429"/>
                  <a:pt x="130" y="8418"/>
                </a:cubicBezTo>
                <a:cubicBezTo>
                  <a:pt x="114" y="8408"/>
                  <a:pt x="99" y="8396"/>
                  <a:pt x="86" y="8382"/>
                </a:cubicBezTo>
                <a:cubicBezTo>
                  <a:pt x="72" y="8369"/>
                  <a:pt x="60" y="8354"/>
                  <a:pt x="49" y="8338"/>
                </a:cubicBezTo>
                <a:cubicBezTo>
                  <a:pt x="39" y="8322"/>
                  <a:pt x="30" y="8306"/>
                  <a:pt x="23" y="8288"/>
                </a:cubicBezTo>
                <a:cubicBezTo>
                  <a:pt x="15" y="8270"/>
                  <a:pt x="10" y="8252"/>
                  <a:pt x="6" y="8233"/>
                </a:cubicBezTo>
                <a:cubicBezTo>
                  <a:pt x="2" y="8215"/>
                  <a:pt x="0" y="8196"/>
                  <a:pt x="0" y="8176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5" name=""/>
          <p:cNvSpPr/>
          <p:nvPr/>
        </p:nvSpPr>
        <p:spPr>
          <a:xfrm>
            <a:off x="8019720" y="2085840"/>
            <a:ext cx="3591360" cy="3048480"/>
          </a:xfrm>
          <a:custGeom>
            <a:avLst/>
            <a:gdLst/>
            <a:ahLst/>
            <a:rect l="0" t="0" r="r" b="b"/>
            <a:pathLst>
              <a:path w="9976" h="8468">
                <a:moveTo>
                  <a:pt x="0" y="817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60"/>
                  <a:pt x="9877" y="72"/>
                  <a:pt x="9891" y="85"/>
                </a:cubicBezTo>
                <a:cubicBezTo>
                  <a:pt x="9904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80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8176"/>
                </a:lnTo>
                <a:cubicBezTo>
                  <a:pt x="9976" y="8196"/>
                  <a:pt x="9974" y="8215"/>
                  <a:pt x="9971" y="8233"/>
                </a:cubicBezTo>
                <a:cubicBezTo>
                  <a:pt x="9967" y="8252"/>
                  <a:pt x="9961" y="8270"/>
                  <a:pt x="9954" y="8288"/>
                </a:cubicBezTo>
                <a:cubicBezTo>
                  <a:pt x="9947" y="8306"/>
                  <a:pt x="9938" y="8322"/>
                  <a:pt x="9927" y="8338"/>
                </a:cubicBezTo>
                <a:cubicBezTo>
                  <a:pt x="9917" y="8354"/>
                  <a:pt x="9904" y="8369"/>
                  <a:pt x="9891" y="8382"/>
                </a:cubicBezTo>
                <a:cubicBezTo>
                  <a:pt x="9877" y="8396"/>
                  <a:pt x="9863" y="8408"/>
                  <a:pt x="9847" y="8418"/>
                </a:cubicBezTo>
                <a:cubicBezTo>
                  <a:pt x="9831" y="8429"/>
                  <a:pt x="9814" y="8438"/>
                  <a:pt x="9797" y="8445"/>
                </a:cubicBezTo>
                <a:cubicBezTo>
                  <a:pt x="9779" y="8453"/>
                  <a:pt x="9761" y="8458"/>
                  <a:pt x="9742" y="8462"/>
                </a:cubicBezTo>
                <a:cubicBezTo>
                  <a:pt x="9723" y="8466"/>
                  <a:pt x="9704" y="8468"/>
                  <a:pt x="9685" y="8468"/>
                </a:cubicBezTo>
                <a:lnTo>
                  <a:pt x="291" y="8468"/>
                </a:lnTo>
                <a:cubicBezTo>
                  <a:pt x="272" y="8468"/>
                  <a:pt x="253" y="8466"/>
                  <a:pt x="235" y="8462"/>
                </a:cubicBezTo>
                <a:cubicBezTo>
                  <a:pt x="216" y="8458"/>
                  <a:pt x="198" y="8453"/>
                  <a:pt x="180" y="8445"/>
                </a:cubicBezTo>
                <a:cubicBezTo>
                  <a:pt x="162" y="8438"/>
                  <a:pt x="146" y="8429"/>
                  <a:pt x="130" y="8418"/>
                </a:cubicBezTo>
                <a:cubicBezTo>
                  <a:pt x="114" y="8408"/>
                  <a:pt x="99" y="8396"/>
                  <a:pt x="86" y="8382"/>
                </a:cubicBezTo>
                <a:cubicBezTo>
                  <a:pt x="72" y="8369"/>
                  <a:pt x="60" y="8354"/>
                  <a:pt x="49" y="8338"/>
                </a:cubicBezTo>
                <a:cubicBezTo>
                  <a:pt x="39" y="8322"/>
                  <a:pt x="30" y="8306"/>
                  <a:pt x="23" y="8288"/>
                </a:cubicBezTo>
                <a:cubicBezTo>
                  <a:pt x="15" y="8270"/>
                  <a:pt x="10" y="8252"/>
                  <a:pt x="6" y="8233"/>
                </a:cubicBezTo>
                <a:cubicBezTo>
                  <a:pt x="2" y="8215"/>
                  <a:pt x="0" y="8196"/>
                  <a:pt x="0" y="8176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6" name=""/>
          <p:cNvSpPr/>
          <p:nvPr/>
        </p:nvSpPr>
        <p:spPr>
          <a:xfrm>
            <a:off x="9565920" y="2304720"/>
            <a:ext cx="508680" cy="457920"/>
          </a:xfrm>
          <a:custGeom>
            <a:avLst/>
            <a:gdLst/>
            <a:ahLst/>
            <a:rect l="0" t="0" r="r" b="b"/>
            <a:pathLst>
              <a:path w="1413" h="1272">
                <a:moveTo>
                  <a:pt x="0" y="1272"/>
                </a:moveTo>
                <a:lnTo>
                  <a:pt x="0" y="0"/>
                </a:lnTo>
                <a:lnTo>
                  <a:pt x="688" y="0"/>
                </a:lnTo>
                <a:lnTo>
                  <a:pt x="688" y="292"/>
                </a:lnTo>
                <a:lnTo>
                  <a:pt x="1413" y="292"/>
                </a:lnTo>
                <a:lnTo>
                  <a:pt x="1413" y="1272"/>
                </a:lnTo>
                <a:lnTo>
                  <a:pt x="0" y="1272"/>
                </a:lnTo>
                <a:moveTo>
                  <a:pt x="106" y="1167"/>
                </a:moveTo>
                <a:lnTo>
                  <a:pt x="292" y="1167"/>
                </a:lnTo>
                <a:lnTo>
                  <a:pt x="292" y="981"/>
                </a:lnTo>
                <a:lnTo>
                  <a:pt x="106" y="981"/>
                </a:lnTo>
                <a:lnTo>
                  <a:pt x="106" y="1167"/>
                </a:lnTo>
                <a:moveTo>
                  <a:pt x="106" y="875"/>
                </a:moveTo>
                <a:lnTo>
                  <a:pt x="292" y="875"/>
                </a:lnTo>
                <a:lnTo>
                  <a:pt x="292" y="689"/>
                </a:lnTo>
                <a:lnTo>
                  <a:pt x="106" y="689"/>
                </a:lnTo>
                <a:lnTo>
                  <a:pt x="106" y="875"/>
                </a:lnTo>
                <a:moveTo>
                  <a:pt x="106" y="583"/>
                </a:moveTo>
                <a:lnTo>
                  <a:pt x="292" y="583"/>
                </a:lnTo>
                <a:lnTo>
                  <a:pt x="292" y="398"/>
                </a:lnTo>
                <a:lnTo>
                  <a:pt x="106" y="398"/>
                </a:lnTo>
                <a:lnTo>
                  <a:pt x="106" y="583"/>
                </a:lnTo>
                <a:moveTo>
                  <a:pt x="106" y="292"/>
                </a:moveTo>
                <a:lnTo>
                  <a:pt x="292" y="292"/>
                </a:lnTo>
                <a:lnTo>
                  <a:pt x="292" y="106"/>
                </a:lnTo>
                <a:lnTo>
                  <a:pt x="106" y="106"/>
                </a:lnTo>
                <a:lnTo>
                  <a:pt x="106" y="292"/>
                </a:lnTo>
                <a:moveTo>
                  <a:pt x="397" y="1167"/>
                </a:moveTo>
                <a:lnTo>
                  <a:pt x="583" y="1167"/>
                </a:lnTo>
                <a:lnTo>
                  <a:pt x="583" y="981"/>
                </a:lnTo>
                <a:lnTo>
                  <a:pt x="397" y="981"/>
                </a:lnTo>
                <a:lnTo>
                  <a:pt x="397" y="1167"/>
                </a:lnTo>
                <a:moveTo>
                  <a:pt x="397" y="875"/>
                </a:moveTo>
                <a:lnTo>
                  <a:pt x="583" y="875"/>
                </a:lnTo>
                <a:lnTo>
                  <a:pt x="583" y="689"/>
                </a:lnTo>
                <a:lnTo>
                  <a:pt x="397" y="689"/>
                </a:lnTo>
                <a:lnTo>
                  <a:pt x="397" y="875"/>
                </a:lnTo>
                <a:moveTo>
                  <a:pt x="397" y="583"/>
                </a:moveTo>
                <a:lnTo>
                  <a:pt x="583" y="583"/>
                </a:lnTo>
                <a:lnTo>
                  <a:pt x="583" y="398"/>
                </a:lnTo>
                <a:lnTo>
                  <a:pt x="397" y="398"/>
                </a:lnTo>
                <a:lnTo>
                  <a:pt x="397" y="583"/>
                </a:lnTo>
                <a:moveTo>
                  <a:pt x="397" y="292"/>
                </a:moveTo>
                <a:lnTo>
                  <a:pt x="583" y="292"/>
                </a:lnTo>
                <a:lnTo>
                  <a:pt x="583" y="106"/>
                </a:lnTo>
                <a:lnTo>
                  <a:pt x="397" y="106"/>
                </a:lnTo>
                <a:lnTo>
                  <a:pt x="397" y="292"/>
                </a:lnTo>
                <a:moveTo>
                  <a:pt x="688" y="1167"/>
                </a:moveTo>
                <a:lnTo>
                  <a:pt x="1307" y="1167"/>
                </a:lnTo>
                <a:lnTo>
                  <a:pt x="1307" y="398"/>
                </a:lnTo>
                <a:lnTo>
                  <a:pt x="688" y="398"/>
                </a:lnTo>
                <a:lnTo>
                  <a:pt x="688" y="583"/>
                </a:lnTo>
                <a:lnTo>
                  <a:pt x="830" y="583"/>
                </a:lnTo>
                <a:lnTo>
                  <a:pt x="830" y="689"/>
                </a:lnTo>
                <a:lnTo>
                  <a:pt x="688" y="689"/>
                </a:lnTo>
                <a:lnTo>
                  <a:pt x="688" y="875"/>
                </a:lnTo>
                <a:lnTo>
                  <a:pt x="830" y="875"/>
                </a:lnTo>
                <a:lnTo>
                  <a:pt x="830" y="981"/>
                </a:lnTo>
                <a:lnTo>
                  <a:pt x="688" y="981"/>
                </a:lnTo>
                <a:lnTo>
                  <a:pt x="688" y="1167"/>
                </a:lnTo>
                <a:moveTo>
                  <a:pt x="1016" y="689"/>
                </a:moveTo>
                <a:lnTo>
                  <a:pt x="1016" y="583"/>
                </a:lnTo>
                <a:lnTo>
                  <a:pt x="1122" y="583"/>
                </a:lnTo>
                <a:lnTo>
                  <a:pt x="1122" y="689"/>
                </a:lnTo>
                <a:lnTo>
                  <a:pt x="1016" y="689"/>
                </a:lnTo>
                <a:moveTo>
                  <a:pt x="1016" y="981"/>
                </a:moveTo>
                <a:lnTo>
                  <a:pt x="1016" y="875"/>
                </a:lnTo>
                <a:lnTo>
                  <a:pt x="1122" y="875"/>
                </a:lnTo>
                <a:lnTo>
                  <a:pt x="1122" y="981"/>
                </a:lnTo>
                <a:lnTo>
                  <a:pt x="1016" y="981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87" name=""/>
          <p:cNvSpPr txBox="1"/>
          <p:nvPr/>
        </p:nvSpPr>
        <p:spPr>
          <a:xfrm>
            <a:off x="5690160" y="4670280"/>
            <a:ext cx="825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クラウド</a:t>
            </a:r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MCP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8" name=""/>
          <p:cNvSpPr txBox="1"/>
          <p:nvPr/>
        </p:nvSpPr>
        <p:spPr>
          <a:xfrm>
            <a:off x="9328320" y="3180240"/>
            <a:ext cx="9428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Enterprise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9" name=""/>
          <p:cNvSpPr txBox="1"/>
          <p:nvPr/>
        </p:nvSpPr>
        <p:spPr>
          <a:xfrm>
            <a:off x="9474120" y="3536280"/>
            <a:ext cx="686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要相談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0" name=""/>
          <p:cNvSpPr txBox="1"/>
          <p:nvPr/>
        </p:nvSpPr>
        <p:spPr>
          <a:xfrm>
            <a:off x="9229680" y="4032360"/>
            <a:ext cx="1142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チーム共有</a:t>
            </a:r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Artifacts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9100440" y="4241880"/>
            <a:ext cx="1400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Enterprise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セキュリティ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2" name=""/>
          <p:cNvSpPr txBox="1"/>
          <p:nvPr/>
        </p:nvSpPr>
        <p:spPr>
          <a:xfrm>
            <a:off x="9166320" y="4451400"/>
            <a:ext cx="13266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カスタムモデル </a:t>
            </a:r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/ SSO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3908520" y="5327280"/>
            <a:ext cx="43696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学生でも</a:t>
            </a:r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Free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プランで十分に活用できます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17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8" name=""/>
          <p:cNvSpPr/>
          <p:nvPr/>
        </p:nvSpPr>
        <p:spPr>
          <a:xfrm>
            <a:off x="571320" y="177156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9" name=""/>
          <p:cNvSpPr/>
          <p:nvPr/>
        </p:nvSpPr>
        <p:spPr>
          <a:xfrm>
            <a:off x="414360" y="1822680"/>
            <a:ext cx="11363400" cy="2173320"/>
          </a:xfrm>
          <a:custGeom>
            <a:avLst/>
            <a:gdLst/>
            <a:ahLst/>
            <a:rect l="0" t="0" r="r" b="b"/>
            <a:pathLst>
              <a:path w="31565" h="6037">
                <a:moveTo>
                  <a:pt x="436" y="678"/>
                </a:moveTo>
                <a:lnTo>
                  <a:pt x="436" y="5203"/>
                </a:lnTo>
                <a:cubicBezTo>
                  <a:pt x="436" y="5245"/>
                  <a:pt x="444" y="5286"/>
                  <a:pt x="460" y="5325"/>
                </a:cubicBezTo>
                <a:cubicBezTo>
                  <a:pt x="476" y="5364"/>
                  <a:pt x="499" y="5398"/>
                  <a:pt x="529" y="5428"/>
                </a:cubicBezTo>
                <a:cubicBezTo>
                  <a:pt x="559" y="5458"/>
                  <a:pt x="593" y="5481"/>
                  <a:pt x="632" y="5497"/>
                </a:cubicBezTo>
                <a:cubicBezTo>
                  <a:pt x="671" y="5513"/>
                  <a:pt x="711" y="5521"/>
                  <a:pt x="753" y="5521"/>
                </a:cubicBezTo>
                <a:lnTo>
                  <a:pt x="30811" y="5521"/>
                </a:lnTo>
                <a:cubicBezTo>
                  <a:pt x="30853" y="5521"/>
                  <a:pt x="30894" y="5513"/>
                  <a:pt x="30933" y="5497"/>
                </a:cubicBezTo>
                <a:cubicBezTo>
                  <a:pt x="30972" y="5481"/>
                  <a:pt x="31006" y="5458"/>
                  <a:pt x="31036" y="5428"/>
                </a:cubicBezTo>
                <a:cubicBezTo>
                  <a:pt x="31065" y="5398"/>
                  <a:pt x="31088" y="5364"/>
                  <a:pt x="31104" y="5325"/>
                </a:cubicBezTo>
                <a:cubicBezTo>
                  <a:pt x="31121" y="5286"/>
                  <a:pt x="31129" y="5245"/>
                  <a:pt x="31129" y="5203"/>
                </a:cubicBezTo>
                <a:lnTo>
                  <a:pt x="31129" y="678"/>
                </a:lnTo>
                <a:cubicBezTo>
                  <a:pt x="31129" y="636"/>
                  <a:pt x="31121" y="595"/>
                  <a:pt x="31104" y="556"/>
                </a:cubicBezTo>
                <a:cubicBezTo>
                  <a:pt x="31088" y="518"/>
                  <a:pt x="31065" y="483"/>
                  <a:pt x="31036" y="453"/>
                </a:cubicBezTo>
                <a:cubicBezTo>
                  <a:pt x="31006" y="424"/>
                  <a:pt x="30972" y="401"/>
                  <a:pt x="30933" y="385"/>
                </a:cubicBezTo>
                <a:cubicBezTo>
                  <a:pt x="30894" y="369"/>
                  <a:pt x="30853" y="360"/>
                  <a:pt x="30811" y="360"/>
                </a:cubicBezTo>
                <a:lnTo>
                  <a:pt x="753" y="360"/>
                </a:lnTo>
                <a:cubicBezTo>
                  <a:pt x="711" y="360"/>
                  <a:pt x="671" y="369"/>
                  <a:pt x="632" y="385"/>
                </a:cubicBezTo>
                <a:cubicBezTo>
                  <a:pt x="593" y="401"/>
                  <a:pt x="559" y="424"/>
                  <a:pt x="529" y="453"/>
                </a:cubicBezTo>
                <a:cubicBezTo>
                  <a:pt x="499" y="483"/>
                  <a:pt x="476" y="518"/>
                  <a:pt x="460" y="556"/>
                </a:cubicBezTo>
                <a:cubicBezTo>
                  <a:pt x="444" y="595"/>
                  <a:pt x="436" y="636"/>
                  <a:pt x="436" y="678"/>
                </a:cubicBezTo>
                <a:moveTo>
                  <a:pt x="0" y="0"/>
                </a:moveTo>
                <a:lnTo>
                  <a:pt x="31565" y="0"/>
                </a:lnTo>
                <a:lnTo>
                  <a:pt x="31565" y="6037"/>
                </a:lnTo>
                <a:lnTo>
                  <a:pt x="0" y="6037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00" name=""/>
          <p:cNvSpPr/>
          <p:nvPr/>
        </p:nvSpPr>
        <p:spPr>
          <a:xfrm>
            <a:off x="580680" y="1962000"/>
            <a:ext cx="11030400" cy="1838520"/>
          </a:xfrm>
          <a:custGeom>
            <a:avLst/>
            <a:gdLst/>
            <a:ahLst/>
            <a:rect l="0" t="0" r="r" b="b"/>
            <a:pathLst>
              <a:path w="30640" h="5107">
                <a:moveTo>
                  <a:pt x="0" y="481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29"/>
                  <a:pt x="30495" y="38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3"/>
                  <a:pt x="30591" y="129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7"/>
                  <a:pt x="30631" y="215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4816"/>
                </a:lnTo>
                <a:cubicBezTo>
                  <a:pt x="30640" y="4835"/>
                  <a:pt x="30638" y="4854"/>
                  <a:pt x="30635" y="4873"/>
                </a:cubicBezTo>
                <a:cubicBezTo>
                  <a:pt x="30631" y="4892"/>
                  <a:pt x="30625" y="4910"/>
                  <a:pt x="30618" y="4928"/>
                </a:cubicBezTo>
                <a:cubicBezTo>
                  <a:pt x="30611" y="4945"/>
                  <a:pt x="30602" y="4962"/>
                  <a:pt x="30591" y="4978"/>
                </a:cubicBezTo>
                <a:cubicBezTo>
                  <a:pt x="30581" y="4994"/>
                  <a:pt x="30568" y="5009"/>
                  <a:pt x="30555" y="5022"/>
                </a:cubicBezTo>
                <a:cubicBezTo>
                  <a:pt x="30541" y="5036"/>
                  <a:pt x="30527" y="5048"/>
                  <a:pt x="30511" y="5058"/>
                </a:cubicBezTo>
                <a:cubicBezTo>
                  <a:pt x="30495" y="5069"/>
                  <a:pt x="30478" y="5078"/>
                  <a:pt x="30461" y="5085"/>
                </a:cubicBezTo>
                <a:cubicBezTo>
                  <a:pt x="30443" y="5093"/>
                  <a:pt x="30425" y="5098"/>
                  <a:pt x="30406" y="5102"/>
                </a:cubicBezTo>
                <a:cubicBezTo>
                  <a:pt x="30387" y="5106"/>
                  <a:pt x="30368" y="5107"/>
                  <a:pt x="30349" y="5107"/>
                </a:cubicBezTo>
                <a:lnTo>
                  <a:pt x="291" y="5107"/>
                </a:lnTo>
                <a:cubicBezTo>
                  <a:pt x="272" y="5107"/>
                  <a:pt x="253" y="5106"/>
                  <a:pt x="235" y="5102"/>
                </a:cubicBezTo>
                <a:cubicBezTo>
                  <a:pt x="216" y="5098"/>
                  <a:pt x="198" y="5093"/>
                  <a:pt x="180" y="5085"/>
                </a:cubicBezTo>
                <a:cubicBezTo>
                  <a:pt x="162" y="5078"/>
                  <a:pt x="146" y="5069"/>
                  <a:pt x="130" y="5058"/>
                </a:cubicBezTo>
                <a:cubicBezTo>
                  <a:pt x="114" y="5048"/>
                  <a:pt x="99" y="5036"/>
                  <a:pt x="86" y="5022"/>
                </a:cubicBezTo>
                <a:cubicBezTo>
                  <a:pt x="72" y="5009"/>
                  <a:pt x="60" y="4994"/>
                  <a:pt x="50" y="4978"/>
                </a:cubicBezTo>
                <a:cubicBezTo>
                  <a:pt x="39" y="4962"/>
                  <a:pt x="30" y="4945"/>
                  <a:pt x="23" y="4928"/>
                </a:cubicBezTo>
                <a:cubicBezTo>
                  <a:pt x="15" y="4910"/>
                  <a:pt x="10" y="4892"/>
                  <a:pt x="6" y="4873"/>
                </a:cubicBezTo>
                <a:cubicBezTo>
                  <a:pt x="2" y="4854"/>
                  <a:pt x="0" y="4835"/>
                  <a:pt x="0" y="4816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1" name=""/>
          <p:cNvSpPr/>
          <p:nvPr/>
        </p:nvSpPr>
        <p:spPr>
          <a:xfrm>
            <a:off x="580680" y="1962000"/>
            <a:ext cx="11030400" cy="1838520"/>
          </a:xfrm>
          <a:custGeom>
            <a:avLst/>
            <a:gdLst/>
            <a:ahLst/>
            <a:rect l="0" t="0" r="r" b="b"/>
            <a:pathLst>
              <a:path w="30640" h="5107">
                <a:moveTo>
                  <a:pt x="0" y="481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29"/>
                  <a:pt x="30495" y="38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3"/>
                  <a:pt x="30591" y="129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7"/>
                  <a:pt x="30631" y="215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4816"/>
                </a:lnTo>
                <a:cubicBezTo>
                  <a:pt x="30640" y="4835"/>
                  <a:pt x="30638" y="4854"/>
                  <a:pt x="30635" y="4873"/>
                </a:cubicBezTo>
                <a:cubicBezTo>
                  <a:pt x="30631" y="4892"/>
                  <a:pt x="30625" y="4910"/>
                  <a:pt x="30618" y="4928"/>
                </a:cubicBezTo>
                <a:cubicBezTo>
                  <a:pt x="30611" y="4945"/>
                  <a:pt x="30602" y="4962"/>
                  <a:pt x="30591" y="4978"/>
                </a:cubicBezTo>
                <a:cubicBezTo>
                  <a:pt x="30581" y="4994"/>
                  <a:pt x="30568" y="5009"/>
                  <a:pt x="30555" y="5022"/>
                </a:cubicBezTo>
                <a:cubicBezTo>
                  <a:pt x="30541" y="5036"/>
                  <a:pt x="30527" y="5048"/>
                  <a:pt x="30511" y="5058"/>
                </a:cubicBezTo>
                <a:cubicBezTo>
                  <a:pt x="30495" y="5069"/>
                  <a:pt x="30478" y="5078"/>
                  <a:pt x="30461" y="5085"/>
                </a:cubicBezTo>
                <a:cubicBezTo>
                  <a:pt x="30443" y="5093"/>
                  <a:pt x="30425" y="5098"/>
                  <a:pt x="30406" y="5102"/>
                </a:cubicBezTo>
                <a:cubicBezTo>
                  <a:pt x="30387" y="5106"/>
                  <a:pt x="30368" y="5107"/>
                  <a:pt x="30349" y="5107"/>
                </a:cubicBezTo>
                <a:lnTo>
                  <a:pt x="291" y="5107"/>
                </a:lnTo>
                <a:cubicBezTo>
                  <a:pt x="272" y="5107"/>
                  <a:pt x="253" y="5106"/>
                  <a:pt x="235" y="5102"/>
                </a:cubicBezTo>
                <a:cubicBezTo>
                  <a:pt x="216" y="5098"/>
                  <a:pt x="198" y="5093"/>
                  <a:pt x="180" y="5085"/>
                </a:cubicBezTo>
                <a:cubicBezTo>
                  <a:pt x="162" y="5078"/>
                  <a:pt x="146" y="5069"/>
                  <a:pt x="130" y="5058"/>
                </a:cubicBezTo>
                <a:cubicBezTo>
                  <a:pt x="114" y="5048"/>
                  <a:pt x="99" y="5036"/>
                  <a:pt x="86" y="5022"/>
                </a:cubicBezTo>
                <a:cubicBezTo>
                  <a:pt x="72" y="5009"/>
                  <a:pt x="60" y="4994"/>
                  <a:pt x="50" y="4978"/>
                </a:cubicBezTo>
                <a:cubicBezTo>
                  <a:pt x="39" y="4962"/>
                  <a:pt x="30" y="4945"/>
                  <a:pt x="23" y="4928"/>
                </a:cubicBezTo>
                <a:cubicBezTo>
                  <a:pt x="15" y="4910"/>
                  <a:pt x="10" y="4892"/>
                  <a:pt x="6" y="4873"/>
                </a:cubicBezTo>
                <a:cubicBezTo>
                  <a:pt x="2" y="4854"/>
                  <a:pt x="0" y="4835"/>
                  <a:pt x="0" y="4816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2" name=""/>
          <p:cNvSpPr/>
          <p:nvPr/>
        </p:nvSpPr>
        <p:spPr>
          <a:xfrm>
            <a:off x="414360" y="3718440"/>
            <a:ext cx="11363400" cy="1688760"/>
          </a:xfrm>
          <a:custGeom>
            <a:avLst/>
            <a:gdLst/>
            <a:ahLst/>
            <a:rect l="0" t="0" r="r" b="b"/>
            <a:pathLst>
              <a:path w="31565" h="4691">
                <a:moveTo>
                  <a:pt x="436" y="677"/>
                </a:moveTo>
                <a:lnTo>
                  <a:pt x="436" y="3853"/>
                </a:lnTo>
                <a:cubicBezTo>
                  <a:pt x="436" y="3895"/>
                  <a:pt x="444" y="3936"/>
                  <a:pt x="460" y="3975"/>
                </a:cubicBezTo>
                <a:cubicBezTo>
                  <a:pt x="476" y="4014"/>
                  <a:pt x="499" y="4048"/>
                  <a:pt x="529" y="4078"/>
                </a:cubicBezTo>
                <a:cubicBezTo>
                  <a:pt x="559" y="4107"/>
                  <a:pt x="593" y="4130"/>
                  <a:pt x="632" y="4146"/>
                </a:cubicBezTo>
                <a:cubicBezTo>
                  <a:pt x="671" y="4163"/>
                  <a:pt x="711" y="4171"/>
                  <a:pt x="753" y="4171"/>
                </a:cubicBezTo>
                <a:lnTo>
                  <a:pt x="30811" y="4171"/>
                </a:lnTo>
                <a:cubicBezTo>
                  <a:pt x="30853" y="4171"/>
                  <a:pt x="30894" y="4163"/>
                  <a:pt x="30933" y="4146"/>
                </a:cubicBezTo>
                <a:cubicBezTo>
                  <a:pt x="30972" y="4130"/>
                  <a:pt x="31006" y="4107"/>
                  <a:pt x="31036" y="4078"/>
                </a:cubicBezTo>
                <a:cubicBezTo>
                  <a:pt x="31065" y="4048"/>
                  <a:pt x="31088" y="4014"/>
                  <a:pt x="31104" y="3975"/>
                </a:cubicBezTo>
                <a:cubicBezTo>
                  <a:pt x="31121" y="3936"/>
                  <a:pt x="31129" y="3895"/>
                  <a:pt x="31129" y="3853"/>
                </a:cubicBezTo>
                <a:lnTo>
                  <a:pt x="31129" y="677"/>
                </a:lnTo>
                <a:cubicBezTo>
                  <a:pt x="31129" y="635"/>
                  <a:pt x="31121" y="595"/>
                  <a:pt x="31104" y="556"/>
                </a:cubicBezTo>
                <a:cubicBezTo>
                  <a:pt x="31088" y="517"/>
                  <a:pt x="31065" y="482"/>
                  <a:pt x="31036" y="453"/>
                </a:cubicBezTo>
                <a:cubicBezTo>
                  <a:pt x="31006" y="423"/>
                  <a:pt x="30972" y="400"/>
                  <a:pt x="30933" y="384"/>
                </a:cubicBezTo>
                <a:cubicBezTo>
                  <a:pt x="30894" y="368"/>
                  <a:pt x="30853" y="360"/>
                  <a:pt x="30811" y="360"/>
                </a:cubicBezTo>
                <a:lnTo>
                  <a:pt x="753" y="360"/>
                </a:lnTo>
                <a:cubicBezTo>
                  <a:pt x="711" y="360"/>
                  <a:pt x="671" y="368"/>
                  <a:pt x="632" y="384"/>
                </a:cubicBezTo>
                <a:cubicBezTo>
                  <a:pt x="593" y="400"/>
                  <a:pt x="559" y="423"/>
                  <a:pt x="529" y="453"/>
                </a:cubicBezTo>
                <a:cubicBezTo>
                  <a:pt x="499" y="482"/>
                  <a:pt x="476" y="517"/>
                  <a:pt x="460" y="556"/>
                </a:cubicBezTo>
                <a:cubicBezTo>
                  <a:pt x="444" y="595"/>
                  <a:pt x="436" y="635"/>
                  <a:pt x="436" y="677"/>
                </a:cubicBezTo>
                <a:moveTo>
                  <a:pt x="0" y="0"/>
                </a:moveTo>
                <a:lnTo>
                  <a:pt x="31565" y="0"/>
                </a:lnTo>
                <a:lnTo>
                  <a:pt x="31565" y="4691"/>
                </a:lnTo>
                <a:lnTo>
                  <a:pt x="0" y="4691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03" name=""/>
          <p:cNvSpPr/>
          <p:nvPr/>
        </p:nvSpPr>
        <p:spPr>
          <a:xfrm>
            <a:off x="580680" y="3857400"/>
            <a:ext cx="11030400" cy="1352880"/>
          </a:xfrm>
          <a:custGeom>
            <a:avLst/>
            <a:gdLst/>
            <a:ahLst/>
            <a:rect l="0" t="0" r="r" b="b"/>
            <a:pathLst>
              <a:path w="30640" h="3758">
                <a:moveTo>
                  <a:pt x="0" y="3467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30"/>
                  <a:pt x="30495" y="39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4"/>
                  <a:pt x="30591" y="129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7"/>
                  <a:pt x="30631" y="216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3467"/>
                </a:lnTo>
                <a:cubicBezTo>
                  <a:pt x="30640" y="3486"/>
                  <a:pt x="30638" y="3505"/>
                  <a:pt x="30635" y="3524"/>
                </a:cubicBezTo>
                <a:cubicBezTo>
                  <a:pt x="30631" y="3543"/>
                  <a:pt x="30625" y="3561"/>
                  <a:pt x="30618" y="3579"/>
                </a:cubicBezTo>
                <a:cubicBezTo>
                  <a:pt x="30611" y="3596"/>
                  <a:pt x="30602" y="3613"/>
                  <a:pt x="30591" y="3629"/>
                </a:cubicBezTo>
                <a:cubicBezTo>
                  <a:pt x="30581" y="3645"/>
                  <a:pt x="30568" y="3659"/>
                  <a:pt x="30555" y="3673"/>
                </a:cubicBezTo>
                <a:cubicBezTo>
                  <a:pt x="30541" y="3686"/>
                  <a:pt x="30527" y="3699"/>
                  <a:pt x="30511" y="3709"/>
                </a:cubicBezTo>
                <a:cubicBezTo>
                  <a:pt x="30495" y="3720"/>
                  <a:pt x="30478" y="3729"/>
                  <a:pt x="30461" y="3736"/>
                </a:cubicBezTo>
                <a:cubicBezTo>
                  <a:pt x="30443" y="3743"/>
                  <a:pt x="30425" y="3749"/>
                  <a:pt x="30406" y="3753"/>
                </a:cubicBezTo>
                <a:cubicBezTo>
                  <a:pt x="30387" y="3756"/>
                  <a:pt x="30368" y="3758"/>
                  <a:pt x="30349" y="3758"/>
                </a:cubicBezTo>
                <a:lnTo>
                  <a:pt x="291" y="3758"/>
                </a:lnTo>
                <a:cubicBezTo>
                  <a:pt x="272" y="3758"/>
                  <a:pt x="253" y="3756"/>
                  <a:pt x="235" y="3753"/>
                </a:cubicBezTo>
                <a:cubicBezTo>
                  <a:pt x="216" y="3749"/>
                  <a:pt x="198" y="3743"/>
                  <a:pt x="180" y="3736"/>
                </a:cubicBezTo>
                <a:cubicBezTo>
                  <a:pt x="162" y="3729"/>
                  <a:pt x="146" y="3720"/>
                  <a:pt x="130" y="3709"/>
                </a:cubicBezTo>
                <a:cubicBezTo>
                  <a:pt x="114" y="3699"/>
                  <a:pt x="99" y="3686"/>
                  <a:pt x="86" y="3673"/>
                </a:cubicBezTo>
                <a:cubicBezTo>
                  <a:pt x="72" y="3659"/>
                  <a:pt x="60" y="3645"/>
                  <a:pt x="50" y="3629"/>
                </a:cubicBezTo>
                <a:cubicBezTo>
                  <a:pt x="39" y="3613"/>
                  <a:pt x="30" y="3596"/>
                  <a:pt x="23" y="3579"/>
                </a:cubicBezTo>
                <a:cubicBezTo>
                  <a:pt x="15" y="3561"/>
                  <a:pt x="10" y="3543"/>
                  <a:pt x="6" y="3524"/>
                </a:cubicBezTo>
                <a:cubicBezTo>
                  <a:pt x="2" y="3505"/>
                  <a:pt x="0" y="3486"/>
                  <a:pt x="0" y="3467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4" name=""/>
          <p:cNvSpPr/>
          <p:nvPr/>
        </p:nvSpPr>
        <p:spPr>
          <a:xfrm>
            <a:off x="580680" y="3857400"/>
            <a:ext cx="11030400" cy="1352880"/>
          </a:xfrm>
          <a:custGeom>
            <a:avLst/>
            <a:gdLst/>
            <a:ahLst/>
            <a:rect l="0" t="0" r="r" b="b"/>
            <a:pathLst>
              <a:path w="30640" h="3758">
                <a:moveTo>
                  <a:pt x="0" y="3467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30"/>
                  <a:pt x="30495" y="39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4"/>
                  <a:pt x="30591" y="129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7"/>
                  <a:pt x="30631" y="216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3467"/>
                </a:lnTo>
                <a:cubicBezTo>
                  <a:pt x="30640" y="3486"/>
                  <a:pt x="30638" y="3505"/>
                  <a:pt x="30635" y="3524"/>
                </a:cubicBezTo>
                <a:cubicBezTo>
                  <a:pt x="30631" y="3543"/>
                  <a:pt x="30625" y="3561"/>
                  <a:pt x="30618" y="3579"/>
                </a:cubicBezTo>
                <a:cubicBezTo>
                  <a:pt x="30611" y="3596"/>
                  <a:pt x="30602" y="3613"/>
                  <a:pt x="30591" y="3629"/>
                </a:cubicBezTo>
                <a:cubicBezTo>
                  <a:pt x="30581" y="3645"/>
                  <a:pt x="30568" y="3659"/>
                  <a:pt x="30555" y="3673"/>
                </a:cubicBezTo>
                <a:cubicBezTo>
                  <a:pt x="30541" y="3686"/>
                  <a:pt x="30527" y="3699"/>
                  <a:pt x="30511" y="3709"/>
                </a:cubicBezTo>
                <a:cubicBezTo>
                  <a:pt x="30495" y="3720"/>
                  <a:pt x="30478" y="3729"/>
                  <a:pt x="30461" y="3736"/>
                </a:cubicBezTo>
                <a:cubicBezTo>
                  <a:pt x="30443" y="3743"/>
                  <a:pt x="30425" y="3749"/>
                  <a:pt x="30406" y="3753"/>
                </a:cubicBezTo>
                <a:cubicBezTo>
                  <a:pt x="30387" y="3756"/>
                  <a:pt x="30368" y="3758"/>
                  <a:pt x="30349" y="3758"/>
                </a:cubicBezTo>
                <a:lnTo>
                  <a:pt x="291" y="3758"/>
                </a:lnTo>
                <a:cubicBezTo>
                  <a:pt x="272" y="3758"/>
                  <a:pt x="253" y="3756"/>
                  <a:pt x="235" y="3753"/>
                </a:cubicBezTo>
                <a:cubicBezTo>
                  <a:pt x="216" y="3749"/>
                  <a:pt x="198" y="3743"/>
                  <a:pt x="180" y="3736"/>
                </a:cubicBezTo>
                <a:cubicBezTo>
                  <a:pt x="162" y="3729"/>
                  <a:pt x="146" y="3720"/>
                  <a:pt x="130" y="3709"/>
                </a:cubicBezTo>
                <a:cubicBezTo>
                  <a:pt x="114" y="3699"/>
                  <a:pt x="99" y="3686"/>
                  <a:pt x="86" y="3673"/>
                </a:cubicBezTo>
                <a:cubicBezTo>
                  <a:pt x="72" y="3659"/>
                  <a:pt x="60" y="3645"/>
                  <a:pt x="50" y="3629"/>
                </a:cubicBezTo>
                <a:cubicBezTo>
                  <a:pt x="39" y="3613"/>
                  <a:pt x="30" y="3596"/>
                  <a:pt x="23" y="3579"/>
                </a:cubicBezTo>
                <a:cubicBezTo>
                  <a:pt x="15" y="3561"/>
                  <a:pt x="10" y="3543"/>
                  <a:pt x="6" y="3524"/>
                </a:cubicBezTo>
                <a:cubicBezTo>
                  <a:pt x="2" y="3505"/>
                  <a:pt x="0" y="3486"/>
                  <a:pt x="0" y="3467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5" name=""/>
          <p:cNvSpPr/>
          <p:nvPr/>
        </p:nvSpPr>
        <p:spPr>
          <a:xfrm>
            <a:off x="650520" y="1231560"/>
            <a:ext cx="317880" cy="317880"/>
          </a:xfrm>
          <a:custGeom>
            <a:avLst/>
            <a:gdLst/>
            <a:ahLst/>
            <a:rect l="0" t="0" r="r" b="b"/>
            <a:pathLst>
              <a:path w="883" h="883">
                <a:moveTo>
                  <a:pt x="442" y="673"/>
                </a:moveTo>
                <a:lnTo>
                  <a:pt x="175" y="406"/>
                </a:lnTo>
                <a:lnTo>
                  <a:pt x="235" y="346"/>
                </a:lnTo>
                <a:lnTo>
                  <a:pt x="401" y="512"/>
                </a:lnTo>
                <a:lnTo>
                  <a:pt x="401" y="0"/>
                </a:lnTo>
                <a:lnTo>
                  <a:pt x="484" y="0"/>
                </a:lnTo>
                <a:lnTo>
                  <a:pt x="484" y="512"/>
                </a:lnTo>
                <a:lnTo>
                  <a:pt x="649" y="346"/>
                </a:lnTo>
                <a:lnTo>
                  <a:pt x="708" y="406"/>
                </a:lnTo>
                <a:lnTo>
                  <a:pt x="442" y="673"/>
                </a:lnTo>
                <a:moveTo>
                  <a:pt x="83" y="883"/>
                </a:moveTo>
                <a:cubicBezTo>
                  <a:pt x="61" y="883"/>
                  <a:pt x="42" y="875"/>
                  <a:pt x="25" y="859"/>
                </a:cubicBezTo>
                <a:cubicBezTo>
                  <a:pt x="9" y="842"/>
                  <a:pt x="0" y="823"/>
                  <a:pt x="0" y="801"/>
                </a:cubicBezTo>
                <a:lnTo>
                  <a:pt x="0" y="604"/>
                </a:lnTo>
                <a:lnTo>
                  <a:pt x="83" y="604"/>
                </a:lnTo>
                <a:lnTo>
                  <a:pt x="83" y="801"/>
                </a:lnTo>
                <a:lnTo>
                  <a:pt x="801" y="801"/>
                </a:lnTo>
                <a:lnTo>
                  <a:pt x="801" y="604"/>
                </a:lnTo>
                <a:lnTo>
                  <a:pt x="883" y="604"/>
                </a:lnTo>
                <a:lnTo>
                  <a:pt x="883" y="801"/>
                </a:lnTo>
                <a:cubicBezTo>
                  <a:pt x="883" y="823"/>
                  <a:pt x="875" y="842"/>
                  <a:pt x="859" y="859"/>
                </a:cubicBezTo>
                <a:cubicBezTo>
                  <a:pt x="842" y="875"/>
                  <a:pt x="823" y="883"/>
                  <a:pt x="801" y="883"/>
                </a:cubicBezTo>
                <a:lnTo>
                  <a:pt x="83" y="883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6" name=""/>
          <p:cNvSpPr/>
          <p:nvPr/>
        </p:nvSpPr>
        <p:spPr>
          <a:xfrm>
            <a:off x="761760" y="2152440"/>
            <a:ext cx="324360" cy="324360"/>
          </a:xfrm>
          <a:custGeom>
            <a:avLst/>
            <a:gdLst/>
            <a:ahLst/>
            <a:rect l="0" t="0" r="r" b="b"/>
            <a:pathLst>
              <a:path w="901" h="901">
                <a:moveTo>
                  <a:pt x="901" y="450"/>
                </a:moveTo>
                <a:cubicBezTo>
                  <a:pt x="901" y="479"/>
                  <a:pt x="898" y="509"/>
                  <a:pt x="892" y="538"/>
                </a:cubicBezTo>
                <a:cubicBezTo>
                  <a:pt x="886" y="567"/>
                  <a:pt x="878" y="595"/>
                  <a:pt x="867" y="622"/>
                </a:cubicBezTo>
                <a:cubicBezTo>
                  <a:pt x="855" y="649"/>
                  <a:pt x="841" y="675"/>
                  <a:pt x="825" y="700"/>
                </a:cubicBezTo>
                <a:cubicBezTo>
                  <a:pt x="809" y="724"/>
                  <a:pt x="790" y="747"/>
                  <a:pt x="769" y="769"/>
                </a:cubicBezTo>
                <a:cubicBezTo>
                  <a:pt x="748" y="790"/>
                  <a:pt x="725" y="808"/>
                  <a:pt x="701" y="825"/>
                </a:cubicBezTo>
                <a:cubicBezTo>
                  <a:pt x="676" y="841"/>
                  <a:pt x="650" y="855"/>
                  <a:pt x="623" y="866"/>
                </a:cubicBezTo>
                <a:cubicBezTo>
                  <a:pt x="596" y="878"/>
                  <a:pt x="568" y="886"/>
                  <a:pt x="539" y="892"/>
                </a:cubicBezTo>
                <a:cubicBezTo>
                  <a:pt x="510" y="898"/>
                  <a:pt x="480" y="901"/>
                  <a:pt x="451" y="901"/>
                </a:cubicBezTo>
                <a:cubicBezTo>
                  <a:pt x="421" y="901"/>
                  <a:pt x="392" y="898"/>
                  <a:pt x="363" y="892"/>
                </a:cubicBezTo>
                <a:cubicBezTo>
                  <a:pt x="334" y="886"/>
                  <a:pt x="306" y="878"/>
                  <a:pt x="279" y="866"/>
                </a:cubicBezTo>
                <a:cubicBezTo>
                  <a:pt x="252" y="855"/>
                  <a:pt x="226" y="841"/>
                  <a:pt x="201" y="825"/>
                </a:cubicBezTo>
                <a:cubicBezTo>
                  <a:pt x="177" y="808"/>
                  <a:pt x="154" y="790"/>
                  <a:pt x="133" y="769"/>
                </a:cubicBezTo>
                <a:cubicBezTo>
                  <a:pt x="111" y="747"/>
                  <a:pt x="92" y="724"/>
                  <a:pt x="76" y="700"/>
                </a:cubicBezTo>
                <a:cubicBezTo>
                  <a:pt x="60" y="675"/>
                  <a:pt x="46" y="649"/>
                  <a:pt x="34" y="622"/>
                </a:cubicBezTo>
                <a:cubicBezTo>
                  <a:pt x="23" y="595"/>
                  <a:pt x="15" y="567"/>
                  <a:pt x="9" y="538"/>
                </a:cubicBezTo>
                <a:cubicBezTo>
                  <a:pt x="3" y="509"/>
                  <a:pt x="0" y="479"/>
                  <a:pt x="0" y="450"/>
                </a:cubicBezTo>
                <a:cubicBezTo>
                  <a:pt x="0" y="420"/>
                  <a:pt x="3" y="391"/>
                  <a:pt x="9" y="362"/>
                </a:cubicBezTo>
                <a:cubicBezTo>
                  <a:pt x="15" y="333"/>
                  <a:pt x="23" y="305"/>
                  <a:pt x="34" y="278"/>
                </a:cubicBezTo>
                <a:cubicBezTo>
                  <a:pt x="46" y="250"/>
                  <a:pt x="60" y="225"/>
                  <a:pt x="76" y="200"/>
                </a:cubicBezTo>
                <a:cubicBezTo>
                  <a:pt x="92" y="175"/>
                  <a:pt x="111" y="153"/>
                  <a:pt x="133" y="132"/>
                </a:cubicBezTo>
                <a:cubicBezTo>
                  <a:pt x="154" y="111"/>
                  <a:pt x="177" y="92"/>
                  <a:pt x="201" y="76"/>
                </a:cubicBezTo>
                <a:cubicBezTo>
                  <a:pt x="226" y="59"/>
                  <a:pt x="252" y="46"/>
                  <a:pt x="279" y="34"/>
                </a:cubicBezTo>
                <a:cubicBezTo>
                  <a:pt x="306" y="23"/>
                  <a:pt x="334" y="14"/>
                  <a:pt x="363" y="9"/>
                </a:cubicBezTo>
                <a:cubicBezTo>
                  <a:pt x="392" y="3"/>
                  <a:pt x="421" y="0"/>
                  <a:pt x="451" y="0"/>
                </a:cubicBezTo>
                <a:cubicBezTo>
                  <a:pt x="480" y="0"/>
                  <a:pt x="510" y="3"/>
                  <a:pt x="539" y="9"/>
                </a:cubicBezTo>
                <a:cubicBezTo>
                  <a:pt x="568" y="14"/>
                  <a:pt x="596" y="23"/>
                  <a:pt x="623" y="34"/>
                </a:cubicBezTo>
                <a:cubicBezTo>
                  <a:pt x="650" y="46"/>
                  <a:pt x="676" y="59"/>
                  <a:pt x="701" y="76"/>
                </a:cubicBezTo>
                <a:cubicBezTo>
                  <a:pt x="725" y="92"/>
                  <a:pt x="748" y="111"/>
                  <a:pt x="769" y="132"/>
                </a:cubicBezTo>
                <a:cubicBezTo>
                  <a:pt x="790" y="153"/>
                  <a:pt x="809" y="175"/>
                  <a:pt x="825" y="200"/>
                </a:cubicBezTo>
                <a:cubicBezTo>
                  <a:pt x="841" y="225"/>
                  <a:pt x="855" y="250"/>
                  <a:pt x="867" y="278"/>
                </a:cubicBezTo>
                <a:cubicBezTo>
                  <a:pt x="878" y="305"/>
                  <a:pt x="886" y="333"/>
                  <a:pt x="892" y="362"/>
                </a:cubicBezTo>
                <a:cubicBezTo>
                  <a:pt x="898" y="391"/>
                  <a:pt x="901" y="420"/>
                  <a:pt x="901" y="450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1047600" y="1301040"/>
            <a:ext cx="299304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インストール方法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871560" y="222624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9" name=""/>
          <p:cNvSpPr/>
          <p:nvPr/>
        </p:nvSpPr>
        <p:spPr>
          <a:xfrm>
            <a:off x="3819240" y="2447640"/>
            <a:ext cx="1924560" cy="19440"/>
          </a:xfrm>
          <a:custGeom>
            <a:avLst/>
            <a:gdLst/>
            <a:ahLst/>
            <a:rect l="0" t="0" r="r" b="b"/>
            <a:pathLst>
              <a:path w="5346" h="54">
                <a:moveTo>
                  <a:pt x="0" y="0"/>
                </a:moveTo>
                <a:lnTo>
                  <a:pt x="5346" y="0"/>
                </a:lnTo>
                <a:lnTo>
                  <a:pt x="534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A8D8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0" name=""/>
          <p:cNvSpPr/>
          <p:nvPr/>
        </p:nvSpPr>
        <p:spPr>
          <a:xfrm>
            <a:off x="761760" y="2666880"/>
            <a:ext cx="324360" cy="324000"/>
          </a:xfrm>
          <a:custGeom>
            <a:avLst/>
            <a:gdLst/>
            <a:ahLst/>
            <a:rect l="0" t="0" r="r" b="b"/>
            <a:pathLst>
              <a:path w="901" h="900">
                <a:moveTo>
                  <a:pt x="901" y="451"/>
                </a:moveTo>
                <a:cubicBezTo>
                  <a:pt x="901" y="480"/>
                  <a:pt x="898" y="509"/>
                  <a:pt x="892" y="538"/>
                </a:cubicBezTo>
                <a:cubicBezTo>
                  <a:pt x="886" y="567"/>
                  <a:pt x="878" y="595"/>
                  <a:pt x="867" y="623"/>
                </a:cubicBezTo>
                <a:cubicBezTo>
                  <a:pt x="855" y="650"/>
                  <a:pt x="841" y="676"/>
                  <a:pt x="825" y="701"/>
                </a:cubicBezTo>
                <a:cubicBezTo>
                  <a:pt x="809" y="725"/>
                  <a:pt x="790" y="748"/>
                  <a:pt x="769" y="769"/>
                </a:cubicBezTo>
                <a:cubicBezTo>
                  <a:pt x="748" y="790"/>
                  <a:pt x="725" y="808"/>
                  <a:pt x="701" y="825"/>
                </a:cubicBezTo>
                <a:cubicBezTo>
                  <a:pt x="676" y="841"/>
                  <a:pt x="650" y="855"/>
                  <a:pt x="623" y="866"/>
                </a:cubicBezTo>
                <a:cubicBezTo>
                  <a:pt x="596" y="877"/>
                  <a:pt x="568" y="886"/>
                  <a:pt x="539" y="892"/>
                </a:cubicBezTo>
                <a:cubicBezTo>
                  <a:pt x="510" y="898"/>
                  <a:pt x="480" y="900"/>
                  <a:pt x="451" y="900"/>
                </a:cubicBezTo>
                <a:cubicBezTo>
                  <a:pt x="421" y="900"/>
                  <a:pt x="392" y="898"/>
                  <a:pt x="363" y="892"/>
                </a:cubicBezTo>
                <a:cubicBezTo>
                  <a:pt x="334" y="886"/>
                  <a:pt x="306" y="877"/>
                  <a:pt x="279" y="866"/>
                </a:cubicBezTo>
                <a:cubicBezTo>
                  <a:pt x="252" y="855"/>
                  <a:pt x="226" y="841"/>
                  <a:pt x="201" y="825"/>
                </a:cubicBezTo>
                <a:cubicBezTo>
                  <a:pt x="177" y="808"/>
                  <a:pt x="154" y="790"/>
                  <a:pt x="133" y="769"/>
                </a:cubicBezTo>
                <a:cubicBezTo>
                  <a:pt x="111" y="748"/>
                  <a:pt x="92" y="725"/>
                  <a:pt x="76" y="701"/>
                </a:cubicBezTo>
                <a:cubicBezTo>
                  <a:pt x="60" y="676"/>
                  <a:pt x="46" y="650"/>
                  <a:pt x="34" y="623"/>
                </a:cubicBezTo>
                <a:cubicBezTo>
                  <a:pt x="23" y="595"/>
                  <a:pt x="15" y="567"/>
                  <a:pt x="9" y="538"/>
                </a:cubicBezTo>
                <a:cubicBezTo>
                  <a:pt x="3" y="509"/>
                  <a:pt x="0" y="480"/>
                  <a:pt x="0" y="451"/>
                </a:cubicBezTo>
                <a:cubicBezTo>
                  <a:pt x="0" y="421"/>
                  <a:pt x="3" y="392"/>
                  <a:pt x="9" y="363"/>
                </a:cubicBezTo>
                <a:cubicBezTo>
                  <a:pt x="15" y="334"/>
                  <a:pt x="23" y="306"/>
                  <a:pt x="34" y="278"/>
                </a:cubicBezTo>
                <a:cubicBezTo>
                  <a:pt x="46" y="251"/>
                  <a:pt x="60" y="224"/>
                  <a:pt x="76" y="200"/>
                </a:cubicBezTo>
                <a:cubicBezTo>
                  <a:pt x="92" y="175"/>
                  <a:pt x="111" y="152"/>
                  <a:pt x="133" y="132"/>
                </a:cubicBezTo>
                <a:cubicBezTo>
                  <a:pt x="154" y="111"/>
                  <a:pt x="177" y="92"/>
                  <a:pt x="201" y="76"/>
                </a:cubicBezTo>
                <a:cubicBezTo>
                  <a:pt x="226" y="59"/>
                  <a:pt x="252" y="45"/>
                  <a:pt x="279" y="34"/>
                </a:cubicBezTo>
                <a:cubicBezTo>
                  <a:pt x="306" y="23"/>
                  <a:pt x="334" y="14"/>
                  <a:pt x="363" y="8"/>
                </a:cubicBezTo>
                <a:cubicBezTo>
                  <a:pt x="392" y="3"/>
                  <a:pt x="421" y="0"/>
                  <a:pt x="451" y="0"/>
                </a:cubicBezTo>
                <a:cubicBezTo>
                  <a:pt x="480" y="0"/>
                  <a:pt x="510" y="3"/>
                  <a:pt x="539" y="8"/>
                </a:cubicBezTo>
                <a:cubicBezTo>
                  <a:pt x="568" y="14"/>
                  <a:pt x="596" y="23"/>
                  <a:pt x="623" y="34"/>
                </a:cubicBezTo>
                <a:cubicBezTo>
                  <a:pt x="650" y="45"/>
                  <a:pt x="676" y="59"/>
                  <a:pt x="701" y="76"/>
                </a:cubicBezTo>
                <a:cubicBezTo>
                  <a:pt x="725" y="92"/>
                  <a:pt x="748" y="111"/>
                  <a:pt x="769" y="132"/>
                </a:cubicBezTo>
                <a:cubicBezTo>
                  <a:pt x="790" y="152"/>
                  <a:pt x="809" y="175"/>
                  <a:pt x="825" y="200"/>
                </a:cubicBezTo>
                <a:cubicBezTo>
                  <a:pt x="841" y="224"/>
                  <a:pt x="855" y="251"/>
                  <a:pt x="867" y="278"/>
                </a:cubicBezTo>
                <a:cubicBezTo>
                  <a:pt x="878" y="306"/>
                  <a:pt x="886" y="334"/>
                  <a:pt x="892" y="363"/>
                </a:cubicBezTo>
                <a:cubicBezTo>
                  <a:pt x="898" y="392"/>
                  <a:pt x="901" y="421"/>
                  <a:pt x="901" y="4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1213200" y="2174400"/>
            <a:ext cx="445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公式サイトへアクセス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― </a:t>
            </a:r>
            <a:r>
              <a:rPr lang="en-US" sz="1800" b="0" u="none" strike="noStrike">
                <a:solidFill>
                  <a:srgbClr val="6A90C8"/>
                </a:solidFill>
                <a:effectLst/>
                <a:uFillTx/>
                <a:latin typeface="NotoSansJP-Thin_"/>
                <a:ea typeface="NotoSansJP-Thin_"/>
              </a:rPr>
              <a:t>antigravity.google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871560" y="275004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3" name=""/>
          <p:cNvSpPr/>
          <p:nvPr/>
        </p:nvSpPr>
        <p:spPr>
          <a:xfrm>
            <a:off x="761760" y="3181320"/>
            <a:ext cx="324360" cy="324000"/>
          </a:xfrm>
          <a:custGeom>
            <a:avLst/>
            <a:gdLst/>
            <a:ahLst/>
            <a:rect l="0" t="0" r="r" b="b"/>
            <a:pathLst>
              <a:path w="901" h="900">
                <a:moveTo>
                  <a:pt x="901" y="449"/>
                </a:moveTo>
                <a:cubicBezTo>
                  <a:pt x="901" y="479"/>
                  <a:pt x="898" y="508"/>
                  <a:pt x="892" y="537"/>
                </a:cubicBezTo>
                <a:cubicBezTo>
                  <a:pt x="886" y="566"/>
                  <a:pt x="878" y="594"/>
                  <a:pt x="867" y="623"/>
                </a:cubicBezTo>
                <a:cubicBezTo>
                  <a:pt x="855" y="650"/>
                  <a:pt x="841" y="676"/>
                  <a:pt x="825" y="700"/>
                </a:cubicBezTo>
                <a:cubicBezTo>
                  <a:pt x="809" y="725"/>
                  <a:pt x="790" y="748"/>
                  <a:pt x="769" y="768"/>
                </a:cubicBezTo>
                <a:cubicBezTo>
                  <a:pt x="748" y="789"/>
                  <a:pt x="725" y="808"/>
                  <a:pt x="701" y="824"/>
                </a:cubicBezTo>
                <a:cubicBezTo>
                  <a:pt x="676" y="841"/>
                  <a:pt x="650" y="855"/>
                  <a:pt x="623" y="866"/>
                </a:cubicBezTo>
                <a:cubicBezTo>
                  <a:pt x="596" y="877"/>
                  <a:pt x="568" y="886"/>
                  <a:pt x="539" y="892"/>
                </a:cubicBezTo>
                <a:cubicBezTo>
                  <a:pt x="510" y="897"/>
                  <a:pt x="480" y="900"/>
                  <a:pt x="451" y="900"/>
                </a:cubicBezTo>
                <a:cubicBezTo>
                  <a:pt x="421" y="900"/>
                  <a:pt x="392" y="897"/>
                  <a:pt x="363" y="892"/>
                </a:cubicBezTo>
                <a:cubicBezTo>
                  <a:pt x="334" y="886"/>
                  <a:pt x="306" y="877"/>
                  <a:pt x="279" y="866"/>
                </a:cubicBezTo>
                <a:cubicBezTo>
                  <a:pt x="252" y="855"/>
                  <a:pt x="226" y="841"/>
                  <a:pt x="201" y="824"/>
                </a:cubicBezTo>
                <a:cubicBezTo>
                  <a:pt x="177" y="808"/>
                  <a:pt x="154" y="789"/>
                  <a:pt x="133" y="768"/>
                </a:cubicBezTo>
                <a:cubicBezTo>
                  <a:pt x="111" y="748"/>
                  <a:pt x="92" y="725"/>
                  <a:pt x="76" y="700"/>
                </a:cubicBezTo>
                <a:cubicBezTo>
                  <a:pt x="60" y="676"/>
                  <a:pt x="46" y="650"/>
                  <a:pt x="34" y="623"/>
                </a:cubicBezTo>
                <a:cubicBezTo>
                  <a:pt x="23" y="594"/>
                  <a:pt x="15" y="566"/>
                  <a:pt x="9" y="537"/>
                </a:cubicBezTo>
                <a:cubicBezTo>
                  <a:pt x="3" y="508"/>
                  <a:pt x="0" y="479"/>
                  <a:pt x="0" y="449"/>
                </a:cubicBezTo>
                <a:cubicBezTo>
                  <a:pt x="0" y="420"/>
                  <a:pt x="3" y="391"/>
                  <a:pt x="9" y="362"/>
                </a:cubicBezTo>
                <a:cubicBezTo>
                  <a:pt x="15" y="333"/>
                  <a:pt x="23" y="305"/>
                  <a:pt x="34" y="277"/>
                </a:cubicBezTo>
                <a:cubicBezTo>
                  <a:pt x="46" y="250"/>
                  <a:pt x="60" y="224"/>
                  <a:pt x="76" y="199"/>
                </a:cubicBezTo>
                <a:cubicBezTo>
                  <a:pt x="92" y="175"/>
                  <a:pt x="111" y="152"/>
                  <a:pt x="133" y="131"/>
                </a:cubicBezTo>
                <a:cubicBezTo>
                  <a:pt x="154" y="110"/>
                  <a:pt x="177" y="92"/>
                  <a:pt x="201" y="75"/>
                </a:cubicBezTo>
                <a:cubicBezTo>
                  <a:pt x="226" y="59"/>
                  <a:pt x="252" y="45"/>
                  <a:pt x="279" y="34"/>
                </a:cubicBezTo>
                <a:cubicBezTo>
                  <a:pt x="306" y="23"/>
                  <a:pt x="334" y="14"/>
                  <a:pt x="363" y="8"/>
                </a:cubicBezTo>
                <a:cubicBezTo>
                  <a:pt x="392" y="2"/>
                  <a:pt x="421" y="0"/>
                  <a:pt x="451" y="0"/>
                </a:cubicBezTo>
                <a:cubicBezTo>
                  <a:pt x="480" y="0"/>
                  <a:pt x="510" y="2"/>
                  <a:pt x="539" y="8"/>
                </a:cubicBezTo>
                <a:cubicBezTo>
                  <a:pt x="568" y="14"/>
                  <a:pt x="596" y="23"/>
                  <a:pt x="623" y="34"/>
                </a:cubicBezTo>
                <a:cubicBezTo>
                  <a:pt x="650" y="45"/>
                  <a:pt x="676" y="59"/>
                  <a:pt x="701" y="75"/>
                </a:cubicBezTo>
                <a:cubicBezTo>
                  <a:pt x="725" y="92"/>
                  <a:pt x="748" y="110"/>
                  <a:pt x="769" y="131"/>
                </a:cubicBezTo>
                <a:cubicBezTo>
                  <a:pt x="790" y="152"/>
                  <a:pt x="809" y="175"/>
                  <a:pt x="825" y="199"/>
                </a:cubicBezTo>
                <a:cubicBezTo>
                  <a:pt x="841" y="224"/>
                  <a:pt x="855" y="250"/>
                  <a:pt x="867" y="277"/>
                </a:cubicBezTo>
                <a:cubicBezTo>
                  <a:pt x="878" y="305"/>
                  <a:pt x="886" y="333"/>
                  <a:pt x="892" y="362"/>
                </a:cubicBezTo>
                <a:cubicBezTo>
                  <a:pt x="898" y="391"/>
                  <a:pt x="901" y="420"/>
                  <a:pt x="901" y="449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1213200" y="2698200"/>
            <a:ext cx="51195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ダウンロード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― 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macOS / Windows / Linux 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に対応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871560" y="326448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1016" name=""/>
          <p:cNvPicPr/>
          <p:nvPr/>
        </p:nvPicPr>
        <p:blipFill>
          <a:blip r:embed="rId1"/>
          <a:stretch/>
        </p:blipFill>
        <p:spPr>
          <a:xfrm>
            <a:off x="762120" y="427680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7" name=""/>
          <p:cNvSpPr txBox="1"/>
          <p:nvPr/>
        </p:nvSpPr>
        <p:spPr>
          <a:xfrm>
            <a:off x="1213200" y="3212640"/>
            <a:ext cx="5462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ログイン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― 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Google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アカウントでサインインするだけ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8" name=""/>
          <p:cNvSpPr txBox="1"/>
          <p:nvPr/>
        </p:nvSpPr>
        <p:spPr>
          <a:xfrm>
            <a:off x="914400" y="4256640"/>
            <a:ext cx="11980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システム要件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9" name=""/>
          <p:cNvSpPr/>
          <p:nvPr/>
        </p:nvSpPr>
        <p:spPr>
          <a:xfrm>
            <a:off x="4617000" y="5272560"/>
            <a:ext cx="271800" cy="316800"/>
          </a:xfrm>
          <a:custGeom>
            <a:avLst/>
            <a:gdLst/>
            <a:ahLst/>
            <a:rect l="0" t="0" r="r" b="b"/>
            <a:pathLst>
              <a:path w="755" h="880">
                <a:moveTo>
                  <a:pt x="252" y="63"/>
                </a:moveTo>
                <a:lnTo>
                  <a:pt x="252" y="0"/>
                </a:lnTo>
                <a:lnTo>
                  <a:pt x="504" y="0"/>
                </a:lnTo>
                <a:lnTo>
                  <a:pt x="504" y="63"/>
                </a:lnTo>
                <a:lnTo>
                  <a:pt x="252" y="63"/>
                </a:lnTo>
                <a:moveTo>
                  <a:pt x="346" y="531"/>
                </a:moveTo>
                <a:lnTo>
                  <a:pt x="410" y="531"/>
                </a:lnTo>
                <a:lnTo>
                  <a:pt x="410" y="290"/>
                </a:lnTo>
                <a:lnTo>
                  <a:pt x="346" y="290"/>
                </a:lnTo>
                <a:lnTo>
                  <a:pt x="346" y="531"/>
                </a:lnTo>
                <a:moveTo>
                  <a:pt x="231" y="850"/>
                </a:moveTo>
                <a:cubicBezTo>
                  <a:pt x="185" y="830"/>
                  <a:pt x="145" y="803"/>
                  <a:pt x="111" y="769"/>
                </a:cubicBezTo>
                <a:cubicBezTo>
                  <a:pt x="77" y="735"/>
                  <a:pt x="50" y="694"/>
                  <a:pt x="30" y="648"/>
                </a:cubicBezTo>
                <a:cubicBezTo>
                  <a:pt x="10" y="602"/>
                  <a:pt x="0" y="554"/>
                  <a:pt x="0" y="502"/>
                </a:cubicBezTo>
                <a:cubicBezTo>
                  <a:pt x="0" y="450"/>
                  <a:pt x="10" y="402"/>
                  <a:pt x="30" y="356"/>
                </a:cubicBezTo>
                <a:cubicBezTo>
                  <a:pt x="50" y="310"/>
                  <a:pt x="77" y="270"/>
                  <a:pt x="111" y="236"/>
                </a:cubicBezTo>
                <a:cubicBezTo>
                  <a:pt x="145" y="202"/>
                  <a:pt x="185" y="175"/>
                  <a:pt x="231" y="155"/>
                </a:cubicBezTo>
                <a:cubicBezTo>
                  <a:pt x="277" y="135"/>
                  <a:pt x="326" y="125"/>
                  <a:pt x="378" y="125"/>
                </a:cubicBezTo>
                <a:cubicBezTo>
                  <a:pt x="425" y="125"/>
                  <a:pt x="469" y="133"/>
                  <a:pt x="510" y="149"/>
                </a:cubicBezTo>
                <a:cubicBezTo>
                  <a:pt x="551" y="164"/>
                  <a:pt x="588" y="186"/>
                  <a:pt x="620" y="214"/>
                </a:cubicBezTo>
                <a:lnTo>
                  <a:pt x="674" y="161"/>
                </a:lnTo>
                <a:lnTo>
                  <a:pt x="718" y="205"/>
                </a:lnTo>
                <a:lnTo>
                  <a:pt x="664" y="258"/>
                </a:lnTo>
                <a:cubicBezTo>
                  <a:pt x="689" y="286"/>
                  <a:pt x="711" y="320"/>
                  <a:pt x="729" y="360"/>
                </a:cubicBezTo>
                <a:cubicBezTo>
                  <a:pt x="746" y="399"/>
                  <a:pt x="755" y="447"/>
                  <a:pt x="755" y="502"/>
                </a:cubicBezTo>
                <a:cubicBezTo>
                  <a:pt x="755" y="554"/>
                  <a:pt x="745" y="602"/>
                  <a:pt x="725" y="648"/>
                </a:cubicBezTo>
                <a:cubicBezTo>
                  <a:pt x="705" y="694"/>
                  <a:pt x="678" y="735"/>
                  <a:pt x="644" y="769"/>
                </a:cubicBezTo>
                <a:cubicBezTo>
                  <a:pt x="610" y="803"/>
                  <a:pt x="570" y="830"/>
                  <a:pt x="524" y="850"/>
                </a:cubicBezTo>
                <a:cubicBezTo>
                  <a:pt x="479" y="870"/>
                  <a:pt x="430" y="880"/>
                  <a:pt x="378" y="880"/>
                </a:cubicBezTo>
                <a:cubicBezTo>
                  <a:pt x="326" y="880"/>
                  <a:pt x="277" y="870"/>
                  <a:pt x="231" y="850"/>
                </a:cubicBezTo>
                <a:moveTo>
                  <a:pt x="601" y="726"/>
                </a:moveTo>
                <a:cubicBezTo>
                  <a:pt x="662" y="664"/>
                  <a:pt x="692" y="589"/>
                  <a:pt x="692" y="502"/>
                </a:cubicBezTo>
                <a:cubicBezTo>
                  <a:pt x="692" y="415"/>
                  <a:pt x="662" y="341"/>
                  <a:pt x="601" y="279"/>
                </a:cubicBezTo>
                <a:cubicBezTo>
                  <a:pt x="540" y="218"/>
                  <a:pt x="465" y="188"/>
                  <a:pt x="378" y="188"/>
                </a:cubicBezTo>
                <a:cubicBezTo>
                  <a:pt x="290" y="188"/>
                  <a:pt x="216" y="218"/>
                  <a:pt x="155" y="279"/>
                </a:cubicBezTo>
                <a:cubicBezTo>
                  <a:pt x="94" y="341"/>
                  <a:pt x="63" y="415"/>
                  <a:pt x="63" y="502"/>
                </a:cubicBezTo>
                <a:cubicBezTo>
                  <a:pt x="63" y="589"/>
                  <a:pt x="94" y="664"/>
                  <a:pt x="155" y="726"/>
                </a:cubicBezTo>
                <a:cubicBezTo>
                  <a:pt x="216" y="787"/>
                  <a:pt x="290" y="817"/>
                  <a:pt x="378" y="817"/>
                </a:cubicBezTo>
                <a:cubicBezTo>
                  <a:pt x="465" y="817"/>
                  <a:pt x="540" y="787"/>
                  <a:pt x="601" y="726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0" name=""/>
          <p:cNvSpPr txBox="1"/>
          <p:nvPr/>
        </p:nvSpPr>
        <p:spPr>
          <a:xfrm>
            <a:off x="762120" y="4612680"/>
            <a:ext cx="10353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macOS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: v12 (Monterey)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以上 ※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Apple Silicon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のみ  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/  </a:t>
            </a:r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Windows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: 10 (64-bit)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以上  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/  </a:t>
            </a:r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Linux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: glibc &gt;= 2.28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1" name=""/>
          <p:cNvSpPr txBox="1"/>
          <p:nvPr/>
        </p:nvSpPr>
        <p:spPr>
          <a:xfrm>
            <a:off x="4930560" y="5412960"/>
            <a:ext cx="27061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5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分で開発環境が整います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2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18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6" name=""/>
          <p:cNvSpPr/>
          <p:nvPr/>
        </p:nvSpPr>
        <p:spPr>
          <a:xfrm>
            <a:off x="571320" y="100944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7" name=""/>
          <p:cNvSpPr/>
          <p:nvPr/>
        </p:nvSpPr>
        <p:spPr>
          <a:xfrm>
            <a:off x="414360" y="6233040"/>
            <a:ext cx="11363400" cy="624960"/>
          </a:xfrm>
          <a:custGeom>
            <a:avLst/>
            <a:gdLst/>
            <a:ahLst/>
            <a:rect l="0" t="0" r="r" b="b"/>
            <a:pathLst>
              <a:path w="31565" h="1736">
                <a:moveTo>
                  <a:pt x="31129" y="1736"/>
                </a:moveTo>
                <a:lnTo>
                  <a:pt x="31129" y="677"/>
                </a:lnTo>
                <a:cubicBezTo>
                  <a:pt x="31129" y="635"/>
                  <a:pt x="31121" y="595"/>
                  <a:pt x="31104" y="556"/>
                </a:cubicBezTo>
                <a:cubicBezTo>
                  <a:pt x="31088" y="517"/>
                  <a:pt x="31065" y="482"/>
                  <a:pt x="31036" y="453"/>
                </a:cubicBezTo>
                <a:cubicBezTo>
                  <a:pt x="31006" y="423"/>
                  <a:pt x="30972" y="400"/>
                  <a:pt x="30933" y="384"/>
                </a:cubicBezTo>
                <a:cubicBezTo>
                  <a:pt x="30894" y="368"/>
                  <a:pt x="30853" y="360"/>
                  <a:pt x="30811" y="360"/>
                </a:cubicBezTo>
                <a:lnTo>
                  <a:pt x="753" y="360"/>
                </a:lnTo>
                <a:cubicBezTo>
                  <a:pt x="711" y="360"/>
                  <a:pt x="671" y="368"/>
                  <a:pt x="632" y="384"/>
                </a:cubicBezTo>
                <a:cubicBezTo>
                  <a:pt x="593" y="400"/>
                  <a:pt x="559" y="423"/>
                  <a:pt x="529" y="453"/>
                </a:cubicBezTo>
                <a:cubicBezTo>
                  <a:pt x="499" y="482"/>
                  <a:pt x="476" y="517"/>
                  <a:pt x="460" y="556"/>
                </a:cubicBezTo>
                <a:cubicBezTo>
                  <a:pt x="444" y="595"/>
                  <a:pt x="436" y="635"/>
                  <a:pt x="436" y="677"/>
                </a:cubicBezTo>
                <a:lnTo>
                  <a:pt x="436" y="1736"/>
                </a:lnTo>
                <a:lnTo>
                  <a:pt x="0" y="1736"/>
                </a:lnTo>
                <a:lnTo>
                  <a:pt x="0" y="0"/>
                </a:lnTo>
                <a:lnTo>
                  <a:pt x="31565" y="0"/>
                </a:lnTo>
                <a:lnTo>
                  <a:pt x="31565" y="1736"/>
                </a:lnTo>
                <a:lnTo>
                  <a:pt x="31129" y="1736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28" name=""/>
          <p:cNvSpPr/>
          <p:nvPr/>
        </p:nvSpPr>
        <p:spPr>
          <a:xfrm>
            <a:off x="580680" y="6372000"/>
            <a:ext cx="11030400" cy="486000"/>
          </a:xfrm>
          <a:custGeom>
            <a:avLst/>
            <a:gdLst/>
            <a:ahLst/>
            <a:rect l="0" t="0" r="r" b="b"/>
            <a:pathLst>
              <a:path w="30640" h="1350">
                <a:moveTo>
                  <a:pt x="0" y="1350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30"/>
                  <a:pt x="30495" y="39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4"/>
                  <a:pt x="30591" y="129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7"/>
                  <a:pt x="30631" y="216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1350"/>
                </a:lnTo>
                <a:lnTo>
                  <a:pt x="0" y="1350"/>
                </a:ln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9" name=""/>
          <p:cNvSpPr/>
          <p:nvPr/>
        </p:nvSpPr>
        <p:spPr>
          <a:xfrm>
            <a:off x="580680" y="6372000"/>
            <a:ext cx="11030400" cy="486000"/>
          </a:xfrm>
          <a:custGeom>
            <a:avLst/>
            <a:gdLst/>
            <a:ahLst/>
            <a:rect l="0" t="0" r="r" b="b"/>
            <a:pathLst>
              <a:path w="30640" h="1350">
                <a:moveTo>
                  <a:pt x="0" y="1350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30"/>
                  <a:pt x="30495" y="39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4"/>
                  <a:pt x="30591" y="129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7"/>
                  <a:pt x="30631" y="216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1350"/>
                </a:lnTo>
                <a:lnTo>
                  <a:pt x="0" y="1350"/>
                </a:ln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0" name=""/>
          <p:cNvSpPr/>
          <p:nvPr/>
        </p:nvSpPr>
        <p:spPr>
          <a:xfrm>
            <a:off x="630720" y="440280"/>
            <a:ext cx="357840" cy="357480"/>
          </a:xfrm>
          <a:custGeom>
            <a:avLst/>
            <a:gdLst/>
            <a:ahLst/>
            <a:rect l="0" t="0" r="r" b="b"/>
            <a:pathLst>
              <a:path w="994" h="993">
                <a:moveTo>
                  <a:pt x="423" y="993"/>
                </a:moveTo>
                <a:lnTo>
                  <a:pt x="423" y="683"/>
                </a:lnTo>
                <a:lnTo>
                  <a:pt x="506" y="683"/>
                </a:lnTo>
                <a:lnTo>
                  <a:pt x="506" y="798"/>
                </a:lnTo>
                <a:lnTo>
                  <a:pt x="994" y="798"/>
                </a:lnTo>
                <a:lnTo>
                  <a:pt x="994" y="880"/>
                </a:lnTo>
                <a:lnTo>
                  <a:pt x="506" y="880"/>
                </a:lnTo>
                <a:lnTo>
                  <a:pt x="506" y="993"/>
                </a:lnTo>
                <a:lnTo>
                  <a:pt x="423" y="993"/>
                </a:lnTo>
                <a:moveTo>
                  <a:pt x="0" y="880"/>
                </a:moveTo>
                <a:lnTo>
                  <a:pt x="0" y="798"/>
                </a:lnTo>
                <a:lnTo>
                  <a:pt x="341" y="798"/>
                </a:lnTo>
                <a:lnTo>
                  <a:pt x="341" y="880"/>
                </a:lnTo>
                <a:lnTo>
                  <a:pt x="0" y="880"/>
                </a:lnTo>
                <a:moveTo>
                  <a:pt x="258" y="652"/>
                </a:moveTo>
                <a:lnTo>
                  <a:pt x="258" y="539"/>
                </a:lnTo>
                <a:lnTo>
                  <a:pt x="0" y="539"/>
                </a:lnTo>
                <a:lnTo>
                  <a:pt x="0" y="456"/>
                </a:lnTo>
                <a:lnTo>
                  <a:pt x="258" y="456"/>
                </a:lnTo>
                <a:lnTo>
                  <a:pt x="258" y="340"/>
                </a:lnTo>
                <a:lnTo>
                  <a:pt x="341" y="340"/>
                </a:lnTo>
                <a:lnTo>
                  <a:pt x="341" y="652"/>
                </a:lnTo>
                <a:lnTo>
                  <a:pt x="258" y="652"/>
                </a:lnTo>
                <a:moveTo>
                  <a:pt x="423" y="539"/>
                </a:moveTo>
                <a:lnTo>
                  <a:pt x="423" y="456"/>
                </a:lnTo>
                <a:lnTo>
                  <a:pt x="994" y="456"/>
                </a:lnTo>
                <a:lnTo>
                  <a:pt x="994" y="539"/>
                </a:lnTo>
                <a:lnTo>
                  <a:pt x="423" y="539"/>
                </a:lnTo>
                <a:moveTo>
                  <a:pt x="652" y="311"/>
                </a:moveTo>
                <a:lnTo>
                  <a:pt x="652" y="0"/>
                </a:lnTo>
                <a:lnTo>
                  <a:pt x="736" y="0"/>
                </a:lnTo>
                <a:lnTo>
                  <a:pt x="736" y="113"/>
                </a:lnTo>
                <a:lnTo>
                  <a:pt x="994" y="113"/>
                </a:lnTo>
                <a:lnTo>
                  <a:pt x="994" y="196"/>
                </a:lnTo>
                <a:lnTo>
                  <a:pt x="736" y="196"/>
                </a:lnTo>
                <a:lnTo>
                  <a:pt x="736" y="311"/>
                </a:lnTo>
                <a:lnTo>
                  <a:pt x="652" y="311"/>
                </a:lnTo>
                <a:moveTo>
                  <a:pt x="0" y="196"/>
                </a:moveTo>
                <a:lnTo>
                  <a:pt x="0" y="113"/>
                </a:lnTo>
                <a:lnTo>
                  <a:pt x="569" y="113"/>
                </a:lnTo>
                <a:lnTo>
                  <a:pt x="569" y="196"/>
                </a:lnTo>
                <a:lnTo>
                  <a:pt x="0" y="196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pic>
        <p:nvPicPr>
          <p:cNvPr id="1031" name=""/>
          <p:cNvPicPr/>
          <p:nvPr/>
        </p:nvPicPr>
        <p:blipFill>
          <a:blip r:embed="rId1"/>
          <a:stretch/>
        </p:blipFill>
        <p:spPr>
          <a:xfrm>
            <a:off x="571320" y="1190520"/>
            <a:ext cx="4381200" cy="438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2" name=""/>
          <p:cNvSpPr/>
          <p:nvPr/>
        </p:nvSpPr>
        <p:spPr>
          <a:xfrm>
            <a:off x="601560" y="5946480"/>
            <a:ext cx="302040" cy="241920"/>
          </a:xfrm>
          <a:custGeom>
            <a:avLst/>
            <a:gdLst/>
            <a:ahLst/>
            <a:rect l="0" t="0" r="r" b="b"/>
            <a:pathLst>
              <a:path w="839" h="672">
                <a:moveTo>
                  <a:pt x="63" y="672"/>
                </a:moveTo>
                <a:cubicBezTo>
                  <a:pt x="46" y="672"/>
                  <a:pt x="31" y="665"/>
                  <a:pt x="19" y="653"/>
                </a:cubicBezTo>
                <a:cubicBezTo>
                  <a:pt x="6" y="640"/>
                  <a:pt x="0" y="626"/>
                  <a:pt x="0" y="609"/>
                </a:cubicBezTo>
                <a:lnTo>
                  <a:pt x="0" y="63"/>
                </a:lnTo>
                <a:cubicBezTo>
                  <a:pt x="0" y="46"/>
                  <a:pt x="6" y="32"/>
                  <a:pt x="19" y="19"/>
                </a:cubicBezTo>
                <a:cubicBezTo>
                  <a:pt x="31" y="7"/>
                  <a:pt x="46" y="0"/>
                  <a:pt x="63" y="0"/>
                </a:cubicBezTo>
                <a:lnTo>
                  <a:pt x="776" y="0"/>
                </a:lnTo>
                <a:cubicBezTo>
                  <a:pt x="793" y="0"/>
                  <a:pt x="807" y="7"/>
                  <a:pt x="820" y="19"/>
                </a:cubicBezTo>
                <a:cubicBezTo>
                  <a:pt x="832" y="32"/>
                  <a:pt x="839" y="46"/>
                  <a:pt x="839" y="63"/>
                </a:cubicBezTo>
                <a:lnTo>
                  <a:pt x="839" y="609"/>
                </a:lnTo>
                <a:cubicBezTo>
                  <a:pt x="839" y="626"/>
                  <a:pt x="832" y="640"/>
                  <a:pt x="820" y="653"/>
                </a:cubicBezTo>
                <a:cubicBezTo>
                  <a:pt x="807" y="665"/>
                  <a:pt x="793" y="672"/>
                  <a:pt x="776" y="672"/>
                </a:cubicBezTo>
                <a:lnTo>
                  <a:pt x="63" y="672"/>
                </a:lnTo>
                <a:moveTo>
                  <a:pt x="63" y="609"/>
                </a:moveTo>
                <a:lnTo>
                  <a:pt x="776" y="609"/>
                </a:lnTo>
                <a:lnTo>
                  <a:pt x="776" y="151"/>
                </a:lnTo>
                <a:lnTo>
                  <a:pt x="63" y="151"/>
                </a:lnTo>
                <a:lnTo>
                  <a:pt x="63" y="609"/>
                </a:lnTo>
                <a:moveTo>
                  <a:pt x="230" y="532"/>
                </a:moveTo>
                <a:lnTo>
                  <a:pt x="186" y="488"/>
                </a:lnTo>
                <a:lnTo>
                  <a:pt x="294" y="379"/>
                </a:lnTo>
                <a:lnTo>
                  <a:pt x="185" y="271"/>
                </a:lnTo>
                <a:lnTo>
                  <a:pt x="230" y="227"/>
                </a:lnTo>
                <a:lnTo>
                  <a:pt x="383" y="379"/>
                </a:lnTo>
                <a:lnTo>
                  <a:pt x="230" y="532"/>
                </a:lnTo>
                <a:moveTo>
                  <a:pt x="430" y="537"/>
                </a:moveTo>
                <a:lnTo>
                  <a:pt x="430" y="474"/>
                </a:lnTo>
                <a:lnTo>
                  <a:pt x="661" y="474"/>
                </a:lnTo>
                <a:lnTo>
                  <a:pt x="661" y="537"/>
                </a:lnTo>
                <a:lnTo>
                  <a:pt x="430" y="537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33" name=""/>
          <p:cNvSpPr txBox="1"/>
          <p:nvPr/>
        </p:nvSpPr>
        <p:spPr>
          <a:xfrm>
            <a:off x="1047600" y="529560"/>
            <a:ext cx="516024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インストール時の設定ポリシー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4" name=""/>
          <p:cNvSpPr/>
          <p:nvPr/>
        </p:nvSpPr>
        <p:spPr>
          <a:xfrm>
            <a:off x="752400" y="67244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4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3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3" y="47"/>
                  <a:pt x="35" y="36"/>
                </a:cubicBezTo>
                <a:cubicBezTo>
                  <a:pt x="46" y="25"/>
                  <a:pt x="59" y="16"/>
                  <a:pt x="73" y="10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4" y="10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5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5" name=""/>
          <p:cNvSpPr txBox="1"/>
          <p:nvPr/>
        </p:nvSpPr>
        <p:spPr>
          <a:xfrm>
            <a:off x="933480" y="6076080"/>
            <a:ext cx="21506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ターミナル実行ポリシー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6" name=""/>
          <p:cNvSpPr txBox="1"/>
          <p:nvPr/>
        </p:nvSpPr>
        <p:spPr>
          <a:xfrm>
            <a:off x="990720" y="6641640"/>
            <a:ext cx="4801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常に続行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：ターミナルコマンドを常に自動実行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7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19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1" name=""/>
          <p:cNvSpPr/>
          <p:nvPr/>
        </p:nvSpPr>
        <p:spPr>
          <a:xfrm>
            <a:off x="571320" y="158112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2" name=""/>
          <p:cNvSpPr/>
          <p:nvPr/>
        </p:nvSpPr>
        <p:spPr>
          <a:xfrm>
            <a:off x="595080" y="1761840"/>
            <a:ext cx="11025720" cy="648000"/>
          </a:xfrm>
          <a:custGeom>
            <a:avLst/>
            <a:gdLst/>
            <a:ahLst/>
            <a:rect l="0" t="0" r="r" b="b"/>
            <a:pathLst>
              <a:path w="30627" h="1800">
                <a:moveTo>
                  <a:pt x="0" y="1589"/>
                </a:moveTo>
                <a:lnTo>
                  <a:pt x="0" y="212"/>
                </a:lnTo>
                <a:cubicBezTo>
                  <a:pt x="0" y="198"/>
                  <a:pt x="1" y="184"/>
                  <a:pt x="3" y="171"/>
                </a:cubicBezTo>
                <a:cubicBezTo>
                  <a:pt x="5" y="157"/>
                  <a:pt x="8" y="144"/>
                  <a:pt x="11" y="131"/>
                </a:cubicBezTo>
                <a:cubicBezTo>
                  <a:pt x="15" y="118"/>
                  <a:pt x="19" y="106"/>
                  <a:pt x="25" y="94"/>
                </a:cubicBezTo>
                <a:cubicBezTo>
                  <a:pt x="30" y="83"/>
                  <a:pt x="36" y="72"/>
                  <a:pt x="43" y="62"/>
                </a:cubicBezTo>
                <a:cubicBezTo>
                  <a:pt x="50" y="52"/>
                  <a:pt x="57" y="44"/>
                  <a:pt x="65" y="36"/>
                </a:cubicBezTo>
                <a:cubicBezTo>
                  <a:pt x="73" y="28"/>
                  <a:pt x="81" y="22"/>
                  <a:pt x="90" y="16"/>
                </a:cubicBezTo>
                <a:cubicBezTo>
                  <a:pt x="99" y="11"/>
                  <a:pt x="108" y="7"/>
                  <a:pt x="117" y="4"/>
                </a:cubicBezTo>
                <a:cubicBezTo>
                  <a:pt x="127" y="2"/>
                  <a:pt x="136" y="0"/>
                  <a:pt x="146" y="0"/>
                </a:cubicBezTo>
                <a:lnTo>
                  <a:pt x="30415" y="0"/>
                </a:lnTo>
                <a:cubicBezTo>
                  <a:pt x="30429" y="0"/>
                  <a:pt x="30443" y="2"/>
                  <a:pt x="30456" y="4"/>
                </a:cubicBezTo>
                <a:cubicBezTo>
                  <a:pt x="30470" y="7"/>
                  <a:pt x="30483" y="11"/>
                  <a:pt x="30496" y="16"/>
                </a:cubicBezTo>
                <a:cubicBezTo>
                  <a:pt x="30509" y="22"/>
                  <a:pt x="30521" y="28"/>
                  <a:pt x="30533" y="36"/>
                </a:cubicBezTo>
                <a:cubicBezTo>
                  <a:pt x="30544" y="44"/>
                  <a:pt x="30555" y="52"/>
                  <a:pt x="30565" y="62"/>
                </a:cubicBezTo>
                <a:cubicBezTo>
                  <a:pt x="30574" y="72"/>
                  <a:pt x="30583" y="83"/>
                  <a:pt x="30591" y="94"/>
                </a:cubicBezTo>
                <a:cubicBezTo>
                  <a:pt x="30599" y="106"/>
                  <a:pt x="30605" y="118"/>
                  <a:pt x="30611" y="131"/>
                </a:cubicBezTo>
                <a:cubicBezTo>
                  <a:pt x="30616" y="144"/>
                  <a:pt x="30620" y="157"/>
                  <a:pt x="30623" y="171"/>
                </a:cubicBezTo>
                <a:cubicBezTo>
                  <a:pt x="30625" y="184"/>
                  <a:pt x="30627" y="198"/>
                  <a:pt x="30627" y="212"/>
                </a:cubicBezTo>
                <a:lnTo>
                  <a:pt x="30627" y="1589"/>
                </a:lnTo>
                <a:cubicBezTo>
                  <a:pt x="30627" y="1603"/>
                  <a:pt x="30625" y="1616"/>
                  <a:pt x="30623" y="1630"/>
                </a:cubicBezTo>
                <a:cubicBezTo>
                  <a:pt x="30620" y="1644"/>
                  <a:pt x="30616" y="1657"/>
                  <a:pt x="30611" y="1670"/>
                </a:cubicBezTo>
                <a:cubicBezTo>
                  <a:pt x="30605" y="1683"/>
                  <a:pt x="30599" y="1695"/>
                  <a:pt x="30591" y="1706"/>
                </a:cubicBezTo>
                <a:cubicBezTo>
                  <a:pt x="30583" y="1718"/>
                  <a:pt x="30574" y="1729"/>
                  <a:pt x="30565" y="1738"/>
                </a:cubicBezTo>
                <a:cubicBezTo>
                  <a:pt x="30555" y="1748"/>
                  <a:pt x="30544" y="1757"/>
                  <a:pt x="30533" y="1765"/>
                </a:cubicBezTo>
                <a:cubicBezTo>
                  <a:pt x="30521" y="1773"/>
                  <a:pt x="30509" y="1779"/>
                  <a:pt x="30496" y="1784"/>
                </a:cubicBezTo>
                <a:cubicBezTo>
                  <a:pt x="30483" y="1790"/>
                  <a:pt x="30470" y="1794"/>
                  <a:pt x="30456" y="1796"/>
                </a:cubicBezTo>
                <a:cubicBezTo>
                  <a:pt x="30443" y="1799"/>
                  <a:pt x="30429" y="1800"/>
                  <a:pt x="30415" y="1800"/>
                </a:cubicBezTo>
                <a:lnTo>
                  <a:pt x="146" y="1800"/>
                </a:lnTo>
                <a:cubicBezTo>
                  <a:pt x="136" y="1800"/>
                  <a:pt x="127" y="1799"/>
                  <a:pt x="117" y="1796"/>
                </a:cubicBezTo>
                <a:cubicBezTo>
                  <a:pt x="108" y="1794"/>
                  <a:pt x="99" y="1790"/>
                  <a:pt x="90" y="1784"/>
                </a:cubicBezTo>
                <a:cubicBezTo>
                  <a:pt x="81" y="1779"/>
                  <a:pt x="73" y="1773"/>
                  <a:pt x="65" y="1765"/>
                </a:cubicBezTo>
                <a:cubicBezTo>
                  <a:pt x="57" y="1757"/>
                  <a:pt x="50" y="1748"/>
                  <a:pt x="43" y="1738"/>
                </a:cubicBezTo>
                <a:cubicBezTo>
                  <a:pt x="36" y="1729"/>
                  <a:pt x="30" y="1718"/>
                  <a:pt x="25" y="1706"/>
                </a:cubicBezTo>
                <a:cubicBezTo>
                  <a:pt x="19" y="1695"/>
                  <a:pt x="15" y="1683"/>
                  <a:pt x="11" y="1670"/>
                </a:cubicBezTo>
                <a:cubicBezTo>
                  <a:pt x="8" y="1657"/>
                  <a:pt x="5" y="1644"/>
                  <a:pt x="3" y="1630"/>
                </a:cubicBezTo>
                <a:cubicBezTo>
                  <a:pt x="1" y="1616"/>
                  <a:pt x="0" y="1603"/>
                  <a:pt x="0" y="1589"/>
                </a:cubicBez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3" name=""/>
          <p:cNvSpPr/>
          <p:nvPr/>
        </p:nvSpPr>
        <p:spPr>
          <a:xfrm>
            <a:off x="571320" y="1761840"/>
            <a:ext cx="76680" cy="648000"/>
          </a:xfrm>
          <a:custGeom>
            <a:avLst/>
            <a:gdLst/>
            <a:ahLst/>
            <a:rect l="0" t="0" r="r" b="b"/>
            <a:pathLst>
              <a:path w="213" h="1800">
                <a:moveTo>
                  <a:pt x="0" y="0"/>
                </a:moveTo>
                <a:lnTo>
                  <a:pt x="213" y="0"/>
                </a:lnTo>
                <a:lnTo>
                  <a:pt x="213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4" name=""/>
          <p:cNvSpPr/>
          <p:nvPr/>
        </p:nvSpPr>
        <p:spPr>
          <a:xfrm>
            <a:off x="414360" y="2374200"/>
            <a:ext cx="11363400" cy="3404880"/>
          </a:xfrm>
          <a:custGeom>
            <a:avLst/>
            <a:gdLst/>
            <a:ahLst/>
            <a:rect l="0" t="0" r="r" b="b"/>
            <a:pathLst>
              <a:path w="31565" h="9458">
                <a:moveTo>
                  <a:pt x="436" y="628"/>
                </a:moveTo>
                <a:lnTo>
                  <a:pt x="436" y="8672"/>
                </a:lnTo>
                <a:cubicBezTo>
                  <a:pt x="436" y="8707"/>
                  <a:pt x="443" y="8741"/>
                  <a:pt x="456" y="8773"/>
                </a:cubicBezTo>
                <a:cubicBezTo>
                  <a:pt x="470" y="8806"/>
                  <a:pt x="489" y="8834"/>
                  <a:pt x="513" y="8859"/>
                </a:cubicBezTo>
                <a:cubicBezTo>
                  <a:pt x="538" y="8884"/>
                  <a:pt x="567" y="8903"/>
                  <a:pt x="599" y="8916"/>
                </a:cubicBezTo>
                <a:cubicBezTo>
                  <a:pt x="632" y="8930"/>
                  <a:pt x="665" y="8937"/>
                  <a:pt x="701" y="8937"/>
                </a:cubicBezTo>
                <a:lnTo>
                  <a:pt x="30864" y="8937"/>
                </a:lnTo>
                <a:cubicBezTo>
                  <a:pt x="30899" y="8937"/>
                  <a:pt x="30933" y="8930"/>
                  <a:pt x="30965" y="8916"/>
                </a:cubicBezTo>
                <a:cubicBezTo>
                  <a:pt x="30998" y="8903"/>
                  <a:pt x="31026" y="8884"/>
                  <a:pt x="31051" y="8859"/>
                </a:cubicBezTo>
                <a:cubicBezTo>
                  <a:pt x="31076" y="8834"/>
                  <a:pt x="31095" y="8806"/>
                  <a:pt x="31109" y="8773"/>
                </a:cubicBezTo>
                <a:cubicBezTo>
                  <a:pt x="31122" y="8741"/>
                  <a:pt x="31129" y="8707"/>
                  <a:pt x="31129" y="8672"/>
                </a:cubicBezTo>
                <a:lnTo>
                  <a:pt x="31129" y="628"/>
                </a:lnTo>
                <a:cubicBezTo>
                  <a:pt x="31129" y="593"/>
                  <a:pt x="31122" y="559"/>
                  <a:pt x="31109" y="526"/>
                </a:cubicBezTo>
                <a:cubicBezTo>
                  <a:pt x="31095" y="494"/>
                  <a:pt x="31076" y="465"/>
                  <a:pt x="31051" y="441"/>
                </a:cubicBezTo>
                <a:cubicBezTo>
                  <a:pt x="31026" y="416"/>
                  <a:pt x="30998" y="397"/>
                  <a:pt x="30965" y="383"/>
                </a:cubicBezTo>
                <a:cubicBezTo>
                  <a:pt x="30933" y="370"/>
                  <a:pt x="30899" y="363"/>
                  <a:pt x="30864" y="363"/>
                </a:cubicBezTo>
                <a:lnTo>
                  <a:pt x="701" y="363"/>
                </a:lnTo>
                <a:cubicBezTo>
                  <a:pt x="665" y="363"/>
                  <a:pt x="632" y="370"/>
                  <a:pt x="599" y="383"/>
                </a:cubicBezTo>
                <a:cubicBezTo>
                  <a:pt x="567" y="397"/>
                  <a:pt x="538" y="416"/>
                  <a:pt x="513" y="441"/>
                </a:cubicBezTo>
                <a:cubicBezTo>
                  <a:pt x="489" y="465"/>
                  <a:pt x="470" y="494"/>
                  <a:pt x="456" y="526"/>
                </a:cubicBezTo>
                <a:cubicBezTo>
                  <a:pt x="443" y="559"/>
                  <a:pt x="436" y="593"/>
                  <a:pt x="436" y="628"/>
                </a:cubicBezTo>
                <a:moveTo>
                  <a:pt x="0" y="0"/>
                </a:moveTo>
                <a:lnTo>
                  <a:pt x="31565" y="0"/>
                </a:lnTo>
                <a:lnTo>
                  <a:pt x="31565" y="9458"/>
                </a:lnTo>
                <a:lnTo>
                  <a:pt x="0" y="9458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45" name=""/>
          <p:cNvSpPr/>
          <p:nvPr/>
        </p:nvSpPr>
        <p:spPr>
          <a:xfrm>
            <a:off x="580680" y="2504880"/>
            <a:ext cx="3677040" cy="400320"/>
          </a:xfrm>
          <a:custGeom>
            <a:avLst/>
            <a:gdLst/>
            <a:ahLst/>
            <a:rect l="0" t="0" r="r" b="b"/>
            <a:pathLst>
              <a:path w="10214" h="1112">
                <a:moveTo>
                  <a:pt x="51" y="78"/>
                </a:moveTo>
                <a:cubicBezTo>
                  <a:pt x="76" y="53"/>
                  <a:pt x="105" y="34"/>
                  <a:pt x="137" y="20"/>
                </a:cubicBezTo>
                <a:cubicBezTo>
                  <a:pt x="170" y="7"/>
                  <a:pt x="203" y="0"/>
                  <a:pt x="239" y="0"/>
                </a:cubicBezTo>
                <a:lnTo>
                  <a:pt x="10214" y="0"/>
                </a:lnTo>
                <a:lnTo>
                  <a:pt x="10214" y="1112"/>
                </a:lnTo>
                <a:lnTo>
                  <a:pt x="0" y="1112"/>
                </a:lnTo>
                <a:lnTo>
                  <a:pt x="0" y="149"/>
                </a:lnTo>
                <a:cubicBezTo>
                  <a:pt x="13" y="123"/>
                  <a:pt x="30" y="99"/>
                  <a:pt x="51" y="7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6" name=""/>
          <p:cNvSpPr/>
          <p:nvPr/>
        </p:nvSpPr>
        <p:spPr>
          <a:xfrm>
            <a:off x="4257360" y="2504880"/>
            <a:ext cx="3677040" cy="400320"/>
          </a:xfrm>
          <a:custGeom>
            <a:avLst/>
            <a:gdLst/>
            <a:ahLst/>
            <a:rect l="0" t="0" r="r" b="b"/>
            <a:pathLst>
              <a:path w="10214" h="1112">
                <a:moveTo>
                  <a:pt x="0" y="0"/>
                </a:moveTo>
                <a:lnTo>
                  <a:pt x="10214" y="0"/>
                </a:lnTo>
                <a:lnTo>
                  <a:pt x="10214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7" name=""/>
          <p:cNvSpPr/>
          <p:nvPr/>
        </p:nvSpPr>
        <p:spPr>
          <a:xfrm>
            <a:off x="7934040" y="2504880"/>
            <a:ext cx="3686760" cy="400320"/>
          </a:xfrm>
          <a:custGeom>
            <a:avLst/>
            <a:gdLst/>
            <a:ahLst/>
            <a:rect l="0" t="0" r="r" b="b"/>
            <a:pathLst>
              <a:path w="10241" h="1112">
                <a:moveTo>
                  <a:pt x="10077" y="20"/>
                </a:moveTo>
                <a:cubicBezTo>
                  <a:pt x="10110" y="34"/>
                  <a:pt x="10138" y="53"/>
                  <a:pt x="10163" y="78"/>
                </a:cubicBezTo>
                <a:cubicBezTo>
                  <a:pt x="10188" y="102"/>
                  <a:pt x="10207" y="131"/>
                  <a:pt x="10221" y="163"/>
                </a:cubicBezTo>
                <a:cubicBezTo>
                  <a:pt x="10234" y="196"/>
                  <a:pt x="10241" y="230"/>
                  <a:pt x="10241" y="266"/>
                </a:cubicBezTo>
                <a:lnTo>
                  <a:pt x="10241" y="1112"/>
                </a:lnTo>
                <a:lnTo>
                  <a:pt x="0" y="1112"/>
                </a:lnTo>
                <a:lnTo>
                  <a:pt x="0" y="0"/>
                </a:lnTo>
                <a:lnTo>
                  <a:pt x="9976" y="0"/>
                </a:lnTo>
                <a:cubicBezTo>
                  <a:pt x="10011" y="0"/>
                  <a:pt x="10045" y="7"/>
                  <a:pt x="10077" y="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8" name=""/>
          <p:cNvSpPr/>
          <p:nvPr/>
        </p:nvSpPr>
        <p:spPr>
          <a:xfrm>
            <a:off x="580680" y="2504880"/>
            <a:ext cx="3677040" cy="400320"/>
          </a:xfrm>
          <a:custGeom>
            <a:avLst/>
            <a:gdLst/>
            <a:ahLst/>
            <a:rect l="0" t="0" r="r" b="b"/>
            <a:pathLst>
              <a:path w="10214" h="1112">
                <a:moveTo>
                  <a:pt x="51" y="78"/>
                </a:moveTo>
                <a:cubicBezTo>
                  <a:pt x="76" y="53"/>
                  <a:pt x="105" y="34"/>
                  <a:pt x="137" y="20"/>
                </a:cubicBezTo>
                <a:cubicBezTo>
                  <a:pt x="170" y="7"/>
                  <a:pt x="203" y="0"/>
                  <a:pt x="239" y="0"/>
                </a:cubicBezTo>
                <a:lnTo>
                  <a:pt x="10214" y="0"/>
                </a:lnTo>
                <a:lnTo>
                  <a:pt x="10214" y="1112"/>
                </a:lnTo>
                <a:lnTo>
                  <a:pt x="0" y="1112"/>
                </a:lnTo>
                <a:lnTo>
                  <a:pt x="0" y="149"/>
                </a:lnTo>
                <a:cubicBezTo>
                  <a:pt x="13" y="123"/>
                  <a:pt x="30" y="99"/>
                  <a:pt x="51" y="78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9" name=""/>
          <p:cNvSpPr/>
          <p:nvPr/>
        </p:nvSpPr>
        <p:spPr>
          <a:xfrm>
            <a:off x="4257360" y="2504880"/>
            <a:ext cx="3677040" cy="400320"/>
          </a:xfrm>
          <a:custGeom>
            <a:avLst/>
            <a:gdLst/>
            <a:ahLst/>
            <a:rect l="0" t="0" r="r" b="b"/>
            <a:pathLst>
              <a:path w="10214" h="1112">
                <a:moveTo>
                  <a:pt x="0" y="0"/>
                </a:moveTo>
                <a:lnTo>
                  <a:pt x="10214" y="0"/>
                </a:lnTo>
                <a:lnTo>
                  <a:pt x="10214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0" name=""/>
          <p:cNvSpPr/>
          <p:nvPr/>
        </p:nvSpPr>
        <p:spPr>
          <a:xfrm>
            <a:off x="7934040" y="2504880"/>
            <a:ext cx="3686760" cy="400320"/>
          </a:xfrm>
          <a:custGeom>
            <a:avLst/>
            <a:gdLst/>
            <a:ahLst/>
            <a:rect l="0" t="0" r="r" b="b"/>
            <a:pathLst>
              <a:path w="10241" h="1112">
                <a:moveTo>
                  <a:pt x="10077" y="20"/>
                </a:moveTo>
                <a:cubicBezTo>
                  <a:pt x="10110" y="34"/>
                  <a:pt x="10138" y="53"/>
                  <a:pt x="10163" y="78"/>
                </a:cubicBezTo>
                <a:cubicBezTo>
                  <a:pt x="10188" y="102"/>
                  <a:pt x="10207" y="131"/>
                  <a:pt x="10221" y="163"/>
                </a:cubicBezTo>
                <a:cubicBezTo>
                  <a:pt x="10234" y="196"/>
                  <a:pt x="10241" y="230"/>
                  <a:pt x="10241" y="266"/>
                </a:cubicBezTo>
                <a:lnTo>
                  <a:pt x="10241" y="1112"/>
                </a:lnTo>
                <a:lnTo>
                  <a:pt x="0" y="1112"/>
                </a:lnTo>
                <a:lnTo>
                  <a:pt x="0" y="0"/>
                </a:lnTo>
                <a:lnTo>
                  <a:pt x="9976" y="0"/>
                </a:lnTo>
                <a:cubicBezTo>
                  <a:pt x="10011" y="0"/>
                  <a:pt x="10045" y="7"/>
                  <a:pt x="10077" y="20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1" name=""/>
          <p:cNvSpPr/>
          <p:nvPr/>
        </p:nvSpPr>
        <p:spPr>
          <a:xfrm>
            <a:off x="580680" y="2904840"/>
            <a:ext cx="3677040" cy="448200"/>
          </a:xfrm>
          <a:custGeom>
            <a:avLst/>
            <a:gdLst/>
            <a:ahLst/>
            <a:rect l="0" t="0" r="r" b="b"/>
            <a:pathLst>
              <a:path w="10214" h="1245">
                <a:moveTo>
                  <a:pt x="0" y="0"/>
                </a:moveTo>
                <a:lnTo>
                  <a:pt x="10214" y="0"/>
                </a:lnTo>
                <a:lnTo>
                  <a:pt x="10214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2" name=""/>
          <p:cNvSpPr/>
          <p:nvPr/>
        </p:nvSpPr>
        <p:spPr>
          <a:xfrm>
            <a:off x="4257360" y="2904840"/>
            <a:ext cx="3677040" cy="448200"/>
          </a:xfrm>
          <a:custGeom>
            <a:avLst/>
            <a:gdLst/>
            <a:ahLst/>
            <a:rect l="0" t="0" r="r" b="b"/>
            <a:pathLst>
              <a:path w="10214" h="1245">
                <a:moveTo>
                  <a:pt x="0" y="0"/>
                </a:moveTo>
                <a:lnTo>
                  <a:pt x="10214" y="0"/>
                </a:lnTo>
                <a:lnTo>
                  <a:pt x="10214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3" name=""/>
          <p:cNvSpPr/>
          <p:nvPr/>
        </p:nvSpPr>
        <p:spPr>
          <a:xfrm>
            <a:off x="7934040" y="2904840"/>
            <a:ext cx="3686760" cy="448200"/>
          </a:xfrm>
          <a:custGeom>
            <a:avLst/>
            <a:gdLst/>
            <a:ahLst/>
            <a:rect l="0" t="0" r="r" b="b"/>
            <a:pathLst>
              <a:path w="10241" h="1245">
                <a:moveTo>
                  <a:pt x="10241" y="1245"/>
                </a:moveTo>
                <a:lnTo>
                  <a:pt x="0" y="1245"/>
                </a:lnTo>
                <a:lnTo>
                  <a:pt x="0" y="0"/>
                </a:lnTo>
                <a:lnTo>
                  <a:pt x="10241" y="0"/>
                </a:lnTo>
                <a:lnTo>
                  <a:pt x="10241" y="124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4" name=""/>
          <p:cNvSpPr/>
          <p:nvPr/>
        </p:nvSpPr>
        <p:spPr>
          <a:xfrm>
            <a:off x="580680" y="2904840"/>
            <a:ext cx="3677040" cy="448200"/>
          </a:xfrm>
          <a:custGeom>
            <a:avLst/>
            <a:gdLst/>
            <a:ahLst/>
            <a:rect l="0" t="0" r="r" b="b"/>
            <a:pathLst>
              <a:path w="10214" h="1245">
                <a:moveTo>
                  <a:pt x="0" y="0"/>
                </a:moveTo>
                <a:lnTo>
                  <a:pt x="10214" y="0"/>
                </a:lnTo>
                <a:lnTo>
                  <a:pt x="10214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5" name=""/>
          <p:cNvSpPr/>
          <p:nvPr/>
        </p:nvSpPr>
        <p:spPr>
          <a:xfrm>
            <a:off x="4257360" y="2904840"/>
            <a:ext cx="3677040" cy="448200"/>
          </a:xfrm>
          <a:custGeom>
            <a:avLst/>
            <a:gdLst/>
            <a:ahLst/>
            <a:rect l="0" t="0" r="r" b="b"/>
            <a:pathLst>
              <a:path w="10214" h="1245">
                <a:moveTo>
                  <a:pt x="0" y="0"/>
                </a:moveTo>
                <a:lnTo>
                  <a:pt x="10214" y="0"/>
                </a:lnTo>
                <a:lnTo>
                  <a:pt x="10214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6" name=""/>
          <p:cNvSpPr/>
          <p:nvPr/>
        </p:nvSpPr>
        <p:spPr>
          <a:xfrm>
            <a:off x="7934040" y="2904840"/>
            <a:ext cx="3686760" cy="448200"/>
          </a:xfrm>
          <a:custGeom>
            <a:avLst/>
            <a:gdLst/>
            <a:ahLst/>
            <a:rect l="0" t="0" r="r" b="b"/>
            <a:pathLst>
              <a:path w="10241" h="1245">
                <a:moveTo>
                  <a:pt x="10241" y="1245"/>
                </a:moveTo>
                <a:lnTo>
                  <a:pt x="0" y="1245"/>
                </a:lnTo>
                <a:lnTo>
                  <a:pt x="0" y="0"/>
                </a:lnTo>
                <a:lnTo>
                  <a:pt x="10241" y="0"/>
                </a:lnTo>
                <a:lnTo>
                  <a:pt x="10241" y="1245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7" name=""/>
          <p:cNvSpPr/>
          <p:nvPr/>
        </p:nvSpPr>
        <p:spPr>
          <a:xfrm>
            <a:off x="580680" y="3352680"/>
            <a:ext cx="3677040" cy="447840"/>
          </a:xfrm>
          <a:custGeom>
            <a:avLst/>
            <a:gdLst/>
            <a:ahLst/>
            <a:rect l="0" t="0" r="r" b="b"/>
            <a:pathLst>
              <a:path w="10214" h="1244">
                <a:moveTo>
                  <a:pt x="0" y="0"/>
                </a:moveTo>
                <a:lnTo>
                  <a:pt x="10214" y="0"/>
                </a:lnTo>
                <a:lnTo>
                  <a:pt x="10214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8" name=""/>
          <p:cNvSpPr/>
          <p:nvPr/>
        </p:nvSpPr>
        <p:spPr>
          <a:xfrm>
            <a:off x="4257360" y="3352680"/>
            <a:ext cx="3677040" cy="447840"/>
          </a:xfrm>
          <a:custGeom>
            <a:avLst/>
            <a:gdLst/>
            <a:ahLst/>
            <a:rect l="0" t="0" r="r" b="b"/>
            <a:pathLst>
              <a:path w="10214" h="1244">
                <a:moveTo>
                  <a:pt x="0" y="0"/>
                </a:moveTo>
                <a:lnTo>
                  <a:pt x="10214" y="0"/>
                </a:lnTo>
                <a:lnTo>
                  <a:pt x="10214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9" name=""/>
          <p:cNvSpPr/>
          <p:nvPr/>
        </p:nvSpPr>
        <p:spPr>
          <a:xfrm>
            <a:off x="7934040" y="3352680"/>
            <a:ext cx="3686760" cy="447840"/>
          </a:xfrm>
          <a:custGeom>
            <a:avLst/>
            <a:gdLst/>
            <a:ahLst/>
            <a:rect l="0" t="0" r="r" b="b"/>
            <a:pathLst>
              <a:path w="10241" h="1244">
                <a:moveTo>
                  <a:pt x="10241" y="1244"/>
                </a:moveTo>
                <a:lnTo>
                  <a:pt x="0" y="1244"/>
                </a:lnTo>
                <a:lnTo>
                  <a:pt x="0" y="0"/>
                </a:lnTo>
                <a:lnTo>
                  <a:pt x="10241" y="0"/>
                </a:lnTo>
                <a:lnTo>
                  <a:pt x="10241" y="1244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0" name=""/>
          <p:cNvSpPr/>
          <p:nvPr/>
        </p:nvSpPr>
        <p:spPr>
          <a:xfrm>
            <a:off x="580680" y="3352680"/>
            <a:ext cx="3677040" cy="447840"/>
          </a:xfrm>
          <a:custGeom>
            <a:avLst/>
            <a:gdLst/>
            <a:ahLst/>
            <a:rect l="0" t="0" r="r" b="b"/>
            <a:pathLst>
              <a:path w="10214" h="1244">
                <a:moveTo>
                  <a:pt x="0" y="0"/>
                </a:moveTo>
                <a:lnTo>
                  <a:pt x="10214" y="0"/>
                </a:lnTo>
                <a:lnTo>
                  <a:pt x="10214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1" name=""/>
          <p:cNvSpPr/>
          <p:nvPr/>
        </p:nvSpPr>
        <p:spPr>
          <a:xfrm>
            <a:off x="4257360" y="3352680"/>
            <a:ext cx="3677040" cy="447840"/>
          </a:xfrm>
          <a:custGeom>
            <a:avLst/>
            <a:gdLst/>
            <a:ahLst/>
            <a:rect l="0" t="0" r="r" b="b"/>
            <a:pathLst>
              <a:path w="10214" h="1244">
                <a:moveTo>
                  <a:pt x="0" y="0"/>
                </a:moveTo>
                <a:lnTo>
                  <a:pt x="10214" y="0"/>
                </a:lnTo>
                <a:lnTo>
                  <a:pt x="10214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2" name=""/>
          <p:cNvSpPr/>
          <p:nvPr/>
        </p:nvSpPr>
        <p:spPr>
          <a:xfrm>
            <a:off x="7934040" y="3352680"/>
            <a:ext cx="3686760" cy="447840"/>
          </a:xfrm>
          <a:custGeom>
            <a:avLst/>
            <a:gdLst/>
            <a:ahLst/>
            <a:rect l="0" t="0" r="r" b="b"/>
            <a:pathLst>
              <a:path w="10241" h="1244">
                <a:moveTo>
                  <a:pt x="10241" y="1244"/>
                </a:moveTo>
                <a:lnTo>
                  <a:pt x="0" y="1244"/>
                </a:lnTo>
                <a:lnTo>
                  <a:pt x="0" y="0"/>
                </a:lnTo>
                <a:lnTo>
                  <a:pt x="10241" y="0"/>
                </a:lnTo>
                <a:lnTo>
                  <a:pt x="10241" y="1244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3" name=""/>
          <p:cNvSpPr/>
          <p:nvPr/>
        </p:nvSpPr>
        <p:spPr>
          <a:xfrm>
            <a:off x="580680" y="3800160"/>
            <a:ext cx="3677040" cy="448200"/>
          </a:xfrm>
          <a:custGeom>
            <a:avLst/>
            <a:gdLst/>
            <a:ahLst/>
            <a:rect l="0" t="0" r="r" b="b"/>
            <a:pathLst>
              <a:path w="10214" h="1245">
                <a:moveTo>
                  <a:pt x="0" y="0"/>
                </a:moveTo>
                <a:lnTo>
                  <a:pt x="10214" y="0"/>
                </a:lnTo>
                <a:lnTo>
                  <a:pt x="10214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4" name=""/>
          <p:cNvSpPr/>
          <p:nvPr/>
        </p:nvSpPr>
        <p:spPr>
          <a:xfrm>
            <a:off x="4257360" y="3800160"/>
            <a:ext cx="3677040" cy="448200"/>
          </a:xfrm>
          <a:custGeom>
            <a:avLst/>
            <a:gdLst/>
            <a:ahLst/>
            <a:rect l="0" t="0" r="r" b="b"/>
            <a:pathLst>
              <a:path w="10214" h="1245">
                <a:moveTo>
                  <a:pt x="0" y="0"/>
                </a:moveTo>
                <a:lnTo>
                  <a:pt x="10214" y="0"/>
                </a:lnTo>
                <a:lnTo>
                  <a:pt x="10214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5" name=""/>
          <p:cNvSpPr/>
          <p:nvPr/>
        </p:nvSpPr>
        <p:spPr>
          <a:xfrm>
            <a:off x="7934040" y="3800160"/>
            <a:ext cx="3686760" cy="448200"/>
          </a:xfrm>
          <a:custGeom>
            <a:avLst/>
            <a:gdLst/>
            <a:ahLst/>
            <a:rect l="0" t="0" r="r" b="b"/>
            <a:pathLst>
              <a:path w="10241" h="1245">
                <a:moveTo>
                  <a:pt x="10241" y="1245"/>
                </a:moveTo>
                <a:lnTo>
                  <a:pt x="0" y="1245"/>
                </a:lnTo>
                <a:lnTo>
                  <a:pt x="0" y="0"/>
                </a:lnTo>
                <a:lnTo>
                  <a:pt x="10241" y="0"/>
                </a:lnTo>
                <a:lnTo>
                  <a:pt x="10241" y="124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6" name=""/>
          <p:cNvSpPr/>
          <p:nvPr/>
        </p:nvSpPr>
        <p:spPr>
          <a:xfrm>
            <a:off x="580680" y="3800160"/>
            <a:ext cx="3677040" cy="448200"/>
          </a:xfrm>
          <a:custGeom>
            <a:avLst/>
            <a:gdLst/>
            <a:ahLst/>
            <a:rect l="0" t="0" r="r" b="b"/>
            <a:pathLst>
              <a:path w="10214" h="1245">
                <a:moveTo>
                  <a:pt x="0" y="0"/>
                </a:moveTo>
                <a:lnTo>
                  <a:pt x="10214" y="0"/>
                </a:lnTo>
                <a:lnTo>
                  <a:pt x="10214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7" name=""/>
          <p:cNvSpPr/>
          <p:nvPr/>
        </p:nvSpPr>
        <p:spPr>
          <a:xfrm>
            <a:off x="4257360" y="3800160"/>
            <a:ext cx="3677040" cy="448200"/>
          </a:xfrm>
          <a:custGeom>
            <a:avLst/>
            <a:gdLst/>
            <a:ahLst/>
            <a:rect l="0" t="0" r="r" b="b"/>
            <a:pathLst>
              <a:path w="10214" h="1245">
                <a:moveTo>
                  <a:pt x="0" y="0"/>
                </a:moveTo>
                <a:lnTo>
                  <a:pt x="10214" y="0"/>
                </a:lnTo>
                <a:lnTo>
                  <a:pt x="10214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8" name=""/>
          <p:cNvSpPr/>
          <p:nvPr/>
        </p:nvSpPr>
        <p:spPr>
          <a:xfrm>
            <a:off x="7934040" y="3800160"/>
            <a:ext cx="3686760" cy="448200"/>
          </a:xfrm>
          <a:custGeom>
            <a:avLst/>
            <a:gdLst/>
            <a:ahLst/>
            <a:rect l="0" t="0" r="r" b="b"/>
            <a:pathLst>
              <a:path w="10241" h="1245">
                <a:moveTo>
                  <a:pt x="10241" y="1245"/>
                </a:moveTo>
                <a:lnTo>
                  <a:pt x="0" y="1245"/>
                </a:lnTo>
                <a:lnTo>
                  <a:pt x="0" y="0"/>
                </a:lnTo>
                <a:lnTo>
                  <a:pt x="10241" y="0"/>
                </a:lnTo>
                <a:lnTo>
                  <a:pt x="10241" y="1245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9" name=""/>
          <p:cNvSpPr/>
          <p:nvPr/>
        </p:nvSpPr>
        <p:spPr>
          <a:xfrm>
            <a:off x="580680" y="4248000"/>
            <a:ext cx="3677040" cy="447840"/>
          </a:xfrm>
          <a:custGeom>
            <a:avLst/>
            <a:gdLst/>
            <a:ahLst/>
            <a:rect l="0" t="0" r="r" b="b"/>
            <a:pathLst>
              <a:path w="10214" h="1244">
                <a:moveTo>
                  <a:pt x="0" y="0"/>
                </a:moveTo>
                <a:lnTo>
                  <a:pt x="10214" y="0"/>
                </a:lnTo>
                <a:lnTo>
                  <a:pt x="10214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70" name=""/>
          <p:cNvSpPr/>
          <p:nvPr/>
        </p:nvSpPr>
        <p:spPr>
          <a:xfrm>
            <a:off x="4257360" y="4248000"/>
            <a:ext cx="3677040" cy="447840"/>
          </a:xfrm>
          <a:custGeom>
            <a:avLst/>
            <a:gdLst/>
            <a:ahLst/>
            <a:rect l="0" t="0" r="r" b="b"/>
            <a:pathLst>
              <a:path w="10214" h="1244">
                <a:moveTo>
                  <a:pt x="0" y="0"/>
                </a:moveTo>
                <a:lnTo>
                  <a:pt x="10214" y="0"/>
                </a:lnTo>
                <a:lnTo>
                  <a:pt x="10214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71" name=""/>
          <p:cNvSpPr/>
          <p:nvPr/>
        </p:nvSpPr>
        <p:spPr>
          <a:xfrm>
            <a:off x="7934040" y="4248000"/>
            <a:ext cx="3686760" cy="447840"/>
          </a:xfrm>
          <a:custGeom>
            <a:avLst/>
            <a:gdLst/>
            <a:ahLst/>
            <a:rect l="0" t="0" r="r" b="b"/>
            <a:pathLst>
              <a:path w="10241" h="1244">
                <a:moveTo>
                  <a:pt x="10241" y="1244"/>
                </a:moveTo>
                <a:lnTo>
                  <a:pt x="0" y="1244"/>
                </a:lnTo>
                <a:lnTo>
                  <a:pt x="0" y="0"/>
                </a:lnTo>
                <a:lnTo>
                  <a:pt x="10241" y="0"/>
                </a:lnTo>
                <a:lnTo>
                  <a:pt x="10241" y="1244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72" name=""/>
          <p:cNvSpPr/>
          <p:nvPr/>
        </p:nvSpPr>
        <p:spPr>
          <a:xfrm>
            <a:off x="580680" y="4248000"/>
            <a:ext cx="3677040" cy="447840"/>
          </a:xfrm>
          <a:custGeom>
            <a:avLst/>
            <a:gdLst/>
            <a:ahLst/>
            <a:rect l="0" t="0" r="r" b="b"/>
            <a:pathLst>
              <a:path w="10214" h="1244">
                <a:moveTo>
                  <a:pt x="0" y="0"/>
                </a:moveTo>
                <a:lnTo>
                  <a:pt x="10214" y="0"/>
                </a:lnTo>
                <a:lnTo>
                  <a:pt x="10214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73" name=""/>
          <p:cNvSpPr/>
          <p:nvPr/>
        </p:nvSpPr>
        <p:spPr>
          <a:xfrm>
            <a:off x="4257360" y="4248000"/>
            <a:ext cx="3677040" cy="447840"/>
          </a:xfrm>
          <a:custGeom>
            <a:avLst/>
            <a:gdLst/>
            <a:ahLst/>
            <a:rect l="0" t="0" r="r" b="b"/>
            <a:pathLst>
              <a:path w="10214" h="1244">
                <a:moveTo>
                  <a:pt x="0" y="0"/>
                </a:moveTo>
                <a:lnTo>
                  <a:pt x="10214" y="0"/>
                </a:lnTo>
                <a:lnTo>
                  <a:pt x="10214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74" name=""/>
          <p:cNvSpPr/>
          <p:nvPr/>
        </p:nvSpPr>
        <p:spPr>
          <a:xfrm>
            <a:off x="7934040" y="4248000"/>
            <a:ext cx="3686760" cy="447840"/>
          </a:xfrm>
          <a:custGeom>
            <a:avLst/>
            <a:gdLst/>
            <a:ahLst/>
            <a:rect l="0" t="0" r="r" b="b"/>
            <a:pathLst>
              <a:path w="10241" h="1244">
                <a:moveTo>
                  <a:pt x="10241" y="1244"/>
                </a:moveTo>
                <a:lnTo>
                  <a:pt x="0" y="1244"/>
                </a:lnTo>
                <a:lnTo>
                  <a:pt x="0" y="0"/>
                </a:lnTo>
                <a:lnTo>
                  <a:pt x="10241" y="0"/>
                </a:lnTo>
                <a:lnTo>
                  <a:pt x="10241" y="1244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75" name=""/>
          <p:cNvSpPr/>
          <p:nvPr/>
        </p:nvSpPr>
        <p:spPr>
          <a:xfrm>
            <a:off x="580680" y="4695480"/>
            <a:ext cx="3677040" cy="448200"/>
          </a:xfrm>
          <a:custGeom>
            <a:avLst/>
            <a:gdLst/>
            <a:ahLst/>
            <a:rect l="0" t="0" r="r" b="b"/>
            <a:pathLst>
              <a:path w="10214" h="1245">
                <a:moveTo>
                  <a:pt x="0" y="0"/>
                </a:moveTo>
                <a:lnTo>
                  <a:pt x="10214" y="0"/>
                </a:lnTo>
                <a:lnTo>
                  <a:pt x="10214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76" name=""/>
          <p:cNvSpPr/>
          <p:nvPr/>
        </p:nvSpPr>
        <p:spPr>
          <a:xfrm>
            <a:off x="4257360" y="4695480"/>
            <a:ext cx="3677040" cy="448200"/>
          </a:xfrm>
          <a:custGeom>
            <a:avLst/>
            <a:gdLst/>
            <a:ahLst/>
            <a:rect l="0" t="0" r="r" b="b"/>
            <a:pathLst>
              <a:path w="10214" h="1245">
                <a:moveTo>
                  <a:pt x="0" y="0"/>
                </a:moveTo>
                <a:lnTo>
                  <a:pt x="10214" y="0"/>
                </a:lnTo>
                <a:lnTo>
                  <a:pt x="10214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77" name=""/>
          <p:cNvSpPr/>
          <p:nvPr/>
        </p:nvSpPr>
        <p:spPr>
          <a:xfrm>
            <a:off x="7934040" y="4695480"/>
            <a:ext cx="3686760" cy="448200"/>
          </a:xfrm>
          <a:custGeom>
            <a:avLst/>
            <a:gdLst/>
            <a:ahLst/>
            <a:rect l="0" t="0" r="r" b="b"/>
            <a:pathLst>
              <a:path w="10241" h="1245">
                <a:moveTo>
                  <a:pt x="10241" y="1245"/>
                </a:moveTo>
                <a:lnTo>
                  <a:pt x="0" y="1245"/>
                </a:lnTo>
                <a:lnTo>
                  <a:pt x="0" y="0"/>
                </a:lnTo>
                <a:lnTo>
                  <a:pt x="10241" y="0"/>
                </a:lnTo>
                <a:lnTo>
                  <a:pt x="10241" y="124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78" name=""/>
          <p:cNvSpPr/>
          <p:nvPr/>
        </p:nvSpPr>
        <p:spPr>
          <a:xfrm>
            <a:off x="580680" y="4695480"/>
            <a:ext cx="3677040" cy="448200"/>
          </a:xfrm>
          <a:custGeom>
            <a:avLst/>
            <a:gdLst/>
            <a:ahLst/>
            <a:rect l="0" t="0" r="r" b="b"/>
            <a:pathLst>
              <a:path w="10214" h="1245">
                <a:moveTo>
                  <a:pt x="0" y="0"/>
                </a:moveTo>
                <a:lnTo>
                  <a:pt x="10214" y="0"/>
                </a:lnTo>
                <a:lnTo>
                  <a:pt x="10214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79" name=""/>
          <p:cNvSpPr/>
          <p:nvPr/>
        </p:nvSpPr>
        <p:spPr>
          <a:xfrm>
            <a:off x="4257360" y="4695480"/>
            <a:ext cx="3677040" cy="448200"/>
          </a:xfrm>
          <a:custGeom>
            <a:avLst/>
            <a:gdLst/>
            <a:ahLst/>
            <a:rect l="0" t="0" r="r" b="b"/>
            <a:pathLst>
              <a:path w="10214" h="1245">
                <a:moveTo>
                  <a:pt x="0" y="0"/>
                </a:moveTo>
                <a:lnTo>
                  <a:pt x="10214" y="0"/>
                </a:lnTo>
                <a:lnTo>
                  <a:pt x="10214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80" name=""/>
          <p:cNvSpPr/>
          <p:nvPr/>
        </p:nvSpPr>
        <p:spPr>
          <a:xfrm>
            <a:off x="7934040" y="4695480"/>
            <a:ext cx="3686760" cy="448200"/>
          </a:xfrm>
          <a:custGeom>
            <a:avLst/>
            <a:gdLst/>
            <a:ahLst/>
            <a:rect l="0" t="0" r="r" b="b"/>
            <a:pathLst>
              <a:path w="10241" h="1245">
                <a:moveTo>
                  <a:pt x="10241" y="1245"/>
                </a:moveTo>
                <a:lnTo>
                  <a:pt x="0" y="1245"/>
                </a:lnTo>
                <a:lnTo>
                  <a:pt x="0" y="0"/>
                </a:lnTo>
                <a:lnTo>
                  <a:pt x="10241" y="0"/>
                </a:lnTo>
                <a:lnTo>
                  <a:pt x="10241" y="1245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81" name=""/>
          <p:cNvSpPr/>
          <p:nvPr/>
        </p:nvSpPr>
        <p:spPr>
          <a:xfrm>
            <a:off x="580680" y="5143320"/>
            <a:ext cx="3677040" cy="448200"/>
          </a:xfrm>
          <a:custGeom>
            <a:avLst/>
            <a:gdLst/>
            <a:ahLst/>
            <a:rect l="0" t="0" r="r" b="b"/>
            <a:pathLst>
              <a:path w="10214" h="1245">
                <a:moveTo>
                  <a:pt x="239" y="1245"/>
                </a:moveTo>
                <a:cubicBezTo>
                  <a:pt x="203" y="1245"/>
                  <a:pt x="170" y="1238"/>
                  <a:pt x="137" y="1224"/>
                </a:cubicBezTo>
                <a:cubicBezTo>
                  <a:pt x="105" y="1211"/>
                  <a:pt x="76" y="1192"/>
                  <a:pt x="51" y="1167"/>
                </a:cubicBezTo>
                <a:cubicBezTo>
                  <a:pt x="30" y="1146"/>
                  <a:pt x="13" y="1122"/>
                  <a:pt x="0" y="1095"/>
                </a:cubicBezTo>
                <a:lnTo>
                  <a:pt x="0" y="0"/>
                </a:lnTo>
                <a:lnTo>
                  <a:pt x="10214" y="0"/>
                </a:lnTo>
                <a:lnTo>
                  <a:pt x="10214" y="1245"/>
                </a:lnTo>
                <a:lnTo>
                  <a:pt x="239" y="1245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82" name=""/>
          <p:cNvSpPr/>
          <p:nvPr/>
        </p:nvSpPr>
        <p:spPr>
          <a:xfrm>
            <a:off x="4257360" y="5143320"/>
            <a:ext cx="3677040" cy="448200"/>
          </a:xfrm>
          <a:custGeom>
            <a:avLst/>
            <a:gdLst/>
            <a:ahLst/>
            <a:rect l="0" t="0" r="r" b="b"/>
            <a:pathLst>
              <a:path w="10214" h="1245">
                <a:moveTo>
                  <a:pt x="0" y="1245"/>
                </a:moveTo>
                <a:lnTo>
                  <a:pt x="0" y="0"/>
                </a:lnTo>
                <a:lnTo>
                  <a:pt x="10214" y="0"/>
                </a:lnTo>
                <a:lnTo>
                  <a:pt x="10214" y="1245"/>
                </a:lnTo>
                <a:lnTo>
                  <a:pt x="0" y="1245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83" name=""/>
          <p:cNvSpPr/>
          <p:nvPr/>
        </p:nvSpPr>
        <p:spPr>
          <a:xfrm>
            <a:off x="7934040" y="5143320"/>
            <a:ext cx="3686760" cy="448200"/>
          </a:xfrm>
          <a:custGeom>
            <a:avLst/>
            <a:gdLst/>
            <a:ahLst/>
            <a:rect l="0" t="0" r="r" b="b"/>
            <a:pathLst>
              <a:path w="10241" h="1245">
                <a:moveTo>
                  <a:pt x="10241" y="980"/>
                </a:moveTo>
                <a:cubicBezTo>
                  <a:pt x="10241" y="1015"/>
                  <a:pt x="10234" y="1049"/>
                  <a:pt x="10221" y="1081"/>
                </a:cubicBezTo>
                <a:cubicBezTo>
                  <a:pt x="10207" y="1114"/>
                  <a:pt x="10188" y="1142"/>
                  <a:pt x="10163" y="1167"/>
                </a:cubicBezTo>
                <a:cubicBezTo>
                  <a:pt x="10138" y="1192"/>
                  <a:pt x="10110" y="1211"/>
                  <a:pt x="10077" y="1224"/>
                </a:cubicBezTo>
                <a:cubicBezTo>
                  <a:pt x="10045" y="1238"/>
                  <a:pt x="10011" y="1245"/>
                  <a:pt x="9976" y="1245"/>
                </a:cubicBezTo>
                <a:lnTo>
                  <a:pt x="0" y="1245"/>
                </a:lnTo>
                <a:lnTo>
                  <a:pt x="0" y="0"/>
                </a:lnTo>
                <a:lnTo>
                  <a:pt x="10241" y="0"/>
                </a:lnTo>
                <a:lnTo>
                  <a:pt x="10241" y="98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84" name=""/>
          <p:cNvSpPr/>
          <p:nvPr/>
        </p:nvSpPr>
        <p:spPr>
          <a:xfrm>
            <a:off x="580680" y="5143320"/>
            <a:ext cx="3677040" cy="448200"/>
          </a:xfrm>
          <a:custGeom>
            <a:avLst/>
            <a:gdLst/>
            <a:ahLst/>
            <a:rect l="0" t="0" r="r" b="b"/>
            <a:pathLst>
              <a:path w="10214" h="1245">
                <a:moveTo>
                  <a:pt x="239" y="1245"/>
                </a:moveTo>
                <a:cubicBezTo>
                  <a:pt x="203" y="1245"/>
                  <a:pt x="170" y="1238"/>
                  <a:pt x="137" y="1224"/>
                </a:cubicBezTo>
                <a:cubicBezTo>
                  <a:pt x="105" y="1211"/>
                  <a:pt x="76" y="1192"/>
                  <a:pt x="51" y="1167"/>
                </a:cubicBezTo>
                <a:cubicBezTo>
                  <a:pt x="30" y="1146"/>
                  <a:pt x="13" y="1122"/>
                  <a:pt x="0" y="1095"/>
                </a:cubicBezTo>
                <a:lnTo>
                  <a:pt x="0" y="0"/>
                </a:lnTo>
                <a:lnTo>
                  <a:pt x="10214" y="0"/>
                </a:lnTo>
                <a:lnTo>
                  <a:pt x="10214" y="1245"/>
                </a:lnTo>
                <a:lnTo>
                  <a:pt x="239" y="1245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85" name=""/>
          <p:cNvSpPr/>
          <p:nvPr/>
        </p:nvSpPr>
        <p:spPr>
          <a:xfrm>
            <a:off x="4257360" y="5143320"/>
            <a:ext cx="3677040" cy="448200"/>
          </a:xfrm>
          <a:custGeom>
            <a:avLst/>
            <a:gdLst/>
            <a:ahLst/>
            <a:rect l="0" t="0" r="r" b="b"/>
            <a:pathLst>
              <a:path w="10214" h="1245">
                <a:moveTo>
                  <a:pt x="0" y="1245"/>
                </a:moveTo>
                <a:lnTo>
                  <a:pt x="0" y="0"/>
                </a:lnTo>
                <a:lnTo>
                  <a:pt x="10214" y="0"/>
                </a:lnTo>
                <a:lnTo>
                  <a:pt x="10214" y="1245"/>
                </a:lnTo>
                <a:lnTo>
                  <a:pt x="0" y="1245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86" name=""/>
          <p:cNvSpPr/>
          <p:nvPr/>
        </p:nvSpPr>
        <p:spPr>
          <a:xfrm>
            <a:off x="7934040" y="5143320"/>
            <a:ext cx="3686760" cy="448200"/>
          </a:xfrm>
          <a:custGeom>
            <a:avLst/>
            <a:gdLst/>
            <a:ahLst/>
            <a:rect l="0" t="0" r="r" b="b"/>
            <a:pathLst>
              <a:path w="10241" h="1245">
                <a:moveTo>
                  <a:pt x="10241" y="980"/>
                </a:moveTo>
                <a:cubicBezTo>
                  <a:pt x="10241" y="1015"/>
                  <a:pt x="10234" y="1049"/>
                  <a:pt x="10221" y="1081"/>
                </a:cubicBezTo>
                <a:cubicBezTo>
                  <a:pt x="10207" y="1114"/>
                  <a:pt x="10188" y="1142"/>
                  <a:pt x="10163" y="1167"/>
                </a:cubicBezTo>
                <a:cubicBezTo>
                  <a:pt x="10138" y="1192"/>
                  <a:pt x="10110" y="1211"/>
                  <a:pt x="10077" y="1224"/>
                </a:cubicBezTo>
                <a:cubicBezTo>
                  <a:pt x="10045" y="1238"/>
                  <a:pt x="10011" y="1245"/>
                  <a:pt x="9976" y="1245"/>
                </a:cubicBezTo>
                <a:lnTo>
                  <a:pt x="0" y="1245"/>
                </a:lnTo>
                <a:lnTo>
                  <a:pt x="0" y="0"/>
                </a:lnTo>
                <a:lnTo>
                  <a:pt x="10241" y="0"/>
                </a:lnTo>
                <a:lnTo>
                  <a:pt x="10241" y="98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87" name=""/>
          <p:cNvSpPr/>
          <p:nvPr/>
        </p:nvSpPr>
        <p:spPr>
          <a:xfrm>
            <a:off x="571320" y="2558520"/>
            <a:ext cx="9720" cy="356400"/>
          </a:xfrm>
          <a:custGeom>
            <a:avLst/>
            <a:gdLst/>
            <a:ahLst/>
            <a:rect l="0" t="0" r="r" b="b"/>
            <a:pathLst>
              <a:path w="27" h="990">
                <a:moveTo>
                  <a:pt x="21" y="14"/>
                </a:moveTo>
                <a:cubicBezTo>
                  <a:pt x="23" y="10"/>
                  <a:pt x="25" y="5"/>
                  <a:pt x="27" y="0"/>
                </a:cubicBezTo>
                <a:lnTo>
                  <a:pt x="27" y="990"/>
                </a:lnTo>
                <a:lnTo>
                  <a:pt x="0" y="990"/>
                </a:lnTo>
                <a:lnTo>
                  <a:pt x="0" y="116"/>
                </a:lnTo>
                <a:cubicBezTo>
                  <a:pt x="0" y="81"/>
                  <a:pt x="7" y="47"/>
                  <a:pt x="21" y="14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88" name=""/>
          <p:cNvSpPr/>
          <p:nvPr/>
        </p:nvSpPr>
        <p:spPr>
          <a:xfrm>
            <a:off x="624960" y="2504880"/>
            <a:ext cx="3632760" cy="9720"/>
          </a:xfrm>
          <a:custGeom>
            <a:avLst/>
            <a:gdLst/>
            <a:ahLst/>
            <a:rect l="0" t="0" r="r" b="b"/>
            <a:pathLst>
              <a:path w="10091" h="27">
                <a:moveTo>
                  <a:pt x="14" y="20"/>
                </a:moveTo>
                <a:cubicBezTo>
                  <a:pt x="47" y="7"/>
                  <a:pt x="80" y="0"/>
                  <a:pt x="116" y="0"/>
                </a:cubicBezTo>
                <a:lnTo>
                  <a:pt x="10091" y="0"/>
                </a:lnTo>
                <a:lnTo>
                  <a:pt x="10091" y="27"/>
                </a:lnTo>
                <a:lnTo>
                  <a:pt x="0" y="27"/>
                </a:lnTo>
                <a:cubicBezTo>
                  <a:pt x="5" y="25"/>
                  <a:pt x="10" y="22"/>
                  <a:pt x="14" y="20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89" name=""/>
          <p:cNvSpPr/>
          <p:nvPr/>
        </p:nvSpPr>
        <p:spPr>
          <a:xfrm>
            <a:off x="4248000" y="250488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90" name=""/>
          <p:cNvSpPr/>
          <p:nvPr/>
        </p:nvSpPr>
        <p:spPr>
          <a:xfrm>
            <a:off x="4257360" y="2504880"/>
            <a:ext cx="3686760" cy="9720"/>
          </a:xfrm>
          <a:custGeom>
            <a:avLst/>
            <a:gdLst/>
            <a:ahLst/>
            <a:rect l="0" t="0" r="r" b="b"/>
            <a:pathLst>
              <a:path w="10241" h="27">
                <a:moveTo>
                  <a:pt x="0" y="0"/>
                </a:moveTo>
                <a:lnTo>
                  <a:pt x="10241" y="0"/>
                </a:lnTo>
                <a:lnTo>
                  <a:pt x="102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91" name=""/>
          <p:cNvSpPr/>
          <p:nvPr/>
        </p:nvSpPr>
        <p:spPr>
          <a:xfrm>
            <a:off x="7934040" y="2504880"/>
            <a:ext cx="10080" cy="410040"/>
          </a:xfrm>
          <a:custGeom>
            <a:avLst/>
            <a:gdLst/>
            <a:ah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92" name=""/>
          <p:cNvSpPr/>
          <p:nvPr/>
        </p:nvSpPr>
        <p:spPr>
          <a:xfrm>
            <a:off x="7943760" y="2504880"/>
            <a:ext cx="3623040" cy="9720"/>
          </a:xfrm>
          <a:custGeom>
            <a:avLst/>
            <a:gdLst/>
            <a:ahLst/>
            <a:rect l="0" t="0" r="r" b="b"/>
            <a:pathLst>
              <a:path w="10064" h="27">
                <a:moveTo>
                  <a:pt x="10050" y="20"/>
                </a:moveTo>
                <a:cubicBezTo>
                  <a:pt x="10055" y="22"/>
                  <a:pt x="10060" y="25"/>
                  <a:pt x="10064" y="27"/>
                </a:cubicBezTo>
                <a:lnTo>
                  <a:pt x="0" y="27"/>
                </a:lnTo>
                <a:lnTo>
                  <a:pt x="0" y="0"/>
                </a:lnTo>
                <a:lnTo>
                  <a:pt x="9949" y="0"/>
                </a:lnTo>
                <a:cubicBezTo>
                  <a:pt x="9984" y="0"/>
                  <a:pt x="10018" y="7"/>
                  <a:pt x="10050" y="20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93" name=""/>
          <p:cNvSpPr/>
          <p:nvPr/>
        </p:nvSpPr>
        <p:spPr>
          <a:xfrm>
            <a:off x="11610720" y="2558520"/>
            <a:ext cx="10440" cy="356400"/>
          </a:xfrm>
          <a:custGeom>
            <a:avLst/>
            <a:gdLst/>
            <a:ahLst/>
            <a:rect l="0" t="0" r="r" b="b"/>
            <a:pathLst>
              <a:path w="29" h="990">
                <a:moveTo>
                  <a:pt x="8" y="14"/>
                </a:moveTo>
                <a:cubicBezTo>
                  <a:pt x="21" y="47"/>
                  <a:pt x="29" y="81"/>
                  <a:pt x="29" y="116"/>
                </a:cubicBezTo>
                <a:lnTo>
                  <a:pt x="29" y="990"/>
                </a:lnTo>
                <a:lnTo>
                  <a:pt x="0" y="990"/>
                </a:lnTo>
                <a:lnTo>
                  <a:pt x="0" y="0"/>
                </a:lnTo>
                <a:cubicBezTo>
                  <a:pt x="3" y="5"/>
                  <a:pt x="6" y="10"/>
                  <a:pt x="8" y="14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94" name=""/>
          <p:cNvSpPr/>
          <p:nvPr/>
        </p:nvSpPr>
        <p:spPr>
          <a:xfrm>
            <a:off x="571320" y="2904840"/>
            <a:ext cx="3686400" cy="10080"/>
          </a:xfrm>
          <a:custGeom>
            <a:avLst/>
            <a:gdLst/>
            <a:ahLst/>
            <a:rect l="0" t="0" r="r" b="b"/>
            <a:pathLst>
              <a:path w="10240" h="28">
                <a:moveTo>
                  <a:pt x="0" y="0"/>
                </a:moveTo>
                <a:lnTo>
                  <a:pt x="10240" y="0"/>
                </a:lnTo>
                <a:lnTo>
                  <a:pt x="102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95" name=""/>
          <p:cNvSpPr/>
          <p:nvPr/>
        </p:nvSpPr>
        <p:spPr>
          <a:xfrm>
            <a:off x="4257360" y="2904840"/>
            <a:ext cx="3686760" cy="10080"/>
          </a:xfrm>
          <a:custGeom>
            <a:avLst/>
            <a:gdLst/>
            <a:ahLst/>
            <a:rect l="0" t="0" r="r" b="b"/>
            <a:pathLst>
              <a:path w="10241" h="28">
                <a:moveTo>
                  <a:pt x="0" y="0"/>
                </a:moveTo>
                <a:lnTo>
                  <a:pt x="10241" y="0"/>
                </a:lnTo>
                <a:lnTo>
                  <a:pt x="102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96" name=""/>
          <p:cNvSpPr/>
          <p:nvPr/>
        </p:nvSpPr>
        <p:spPr>
          <a:xfrm>
            <a:off x="7943760" y="2904840"/>
            <a:ext cx="3677040" cy="10080"/>
          </a:xfrm>
          <a:custGeom>
            <a:avLst/>
            <a:gdLst/>
            <a:ahLst/>
            <a:rect l="0" t="0" r="r" b="b"/>
            <a:pathLst>
              <a:path w="10214" h="28">
                <a:moveTo>
                  <a:pt x="10214" y="28"/>
                </a:moveTo>
                <a:lnTo>
                  <a:pt x="0" y="28"/>
                </a:lnTo>
                <a:lnTo>
                  <a:pt x="0" y="0"/>
                </a:lnTo>
                <a:lnTo>
                  <a:pt x="10214" y="0"/>
                </a:lnTo>
                <a:lnTo>
                  <a:pt x="10214" y="28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97" name=""/>
          <p:cNvSpPr/>
          <p:nvPr/>
        </p:nvSpPr>
        <p:spPr>
          <a:xfrm>
            <a:off x="571320" y="291456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98" name=""/>
          <p:cNvSpPr/>
          <p:nvPr/>
        </p:nvSpPr>
        <p:spPr>
          <a:xfrm>
            <a:off x="4248000" y="291456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99" name=""/>
          <p:cNvSpPr/>
          <p:nvPr/>
        </p:nvSpPr>
        <p:spPr>
          <a:xfrm>
            <a:off x="7934040" y="2914560"/>
            <a:ext cx="10080" cy="447840"/>
          </a:xfrm>
          <a:custGeom>
            <a:avLst/>
            <a:gdLst/>
            <a:ahLst/>
            <a:rect l="0" t="0" r="r" b="b"/>
            <a:pathLst>
              <a:path w="28" h="1244">
                <a:moveTo>
                  <a:pt x="0" y="0"/>
                </a:moveTo>
                <a:lnTo>
                  <a:pt x="28" y="0"/>
                </a:lnTo>
                <a:lnTo>
                  <a:pt x="28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00" name=""/>
          <p:cNvSpPr/>
          <p:nvPr/>
        </p:nvSpPr>
        <p:spPr>
          <a:xfrm>
            <a:off x="11610720" y="2914560"/>
            <a:ext cx="10440" cy="447840"/>
          </a:xfrm>
          <a:custGeom>
            <a:avLst/>
            <a:gdLst/>
            <a:ahLst/>
            <a:rect l="0" t="0" r="r" b="b"/>
            <a:pathLst>
              <a:path w="29" h="1244">
                <a:moveTo>
                  <a:pt x="29" y="1244"/>
                </a:moveTo>
                <a:lnTo>
                  <a:pt x="0" y="1244"/>
                </a:lnTo>
                <a:lnTo>
                  <a:pt x="0" y="0"/>
                </a:lnTo>
                <a:lnTo>
                  <a:pt x="29" y="0"/>
                </a:lnTo>
                <a:lnTo>
                  <a:pt x="29" y="1244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01" name=""/>
          <p:cNvSpPr/>
          <p:nvPr/>
        </p:nvSpPr>
        <p:spPr>
          <a:xfrm>
            <a:off x="571320" y="336204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02" name=""/>
          <p:cNvSpPr/>
          <p:nvPr/>
        </p:nvSpPr>
        <p:spPr>
          <a:xfrm>
            <a:off x="571320" y="3352680"/>
            <a:ext cx="3686400" cy="9720"/>
          </a:xfrm>
          <a:custGeom>
            <a:avLst/>
            <a:gdLst/>
            <a:ahLst/>
            <a:rect l="0" t="0" r="r" b="b"/>
            <a:pathLst>
              <a:path w="10240" h="27">
                <a:moveTo>
                  <a:pt x="0" y="0"/>
                </a:moveTo>
                <a:lnTo>
                  <a:pt x="10240" y="0"/>
                </a:lnTo>
                <a:lnTo>
                  <a:pt x="102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03" name=""/>
          <p:cNvSpPr/>
          <p:nvPr/>
        </p:nvSpPr>
        <p:spPr>
          <a:xfrm>
            <a:off x="4248000" y="336204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04" name=""/>
          <p:cNvSpPr/>
          <p:nvPr/>
        </p:nvSpPr>
        <p:spPr>
          <a:xfrm>
            <a:off x="4257360" y="3352680"/>
            <a:ext cx="3686760" cy="9720"/>
          </a:xfrm>
          <a:custGeom>
            <a:avLst/>
            <a:gdLst/>
            <a:ahLst/>
            <a:rect l="0" t="0" r="r" b="b"/>
            <a:pathLst>
              <a:path w="10241" h="27">
                <a:moveTo>
                  <a:pt x="0" y="0"/>
                </a:moveTo>
                <a:lnTo>
                  <a:pt x="10241" y="0"/>
                </a:lnTo>
                <a:lnTo>
                  <a:pt x="102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05" name=""/>
          <p:cNvSpPr/>
          <p:nvPr/>
        </p:nvSpPr>
        <p:spPr>
          <a:xfrm>
            <a:off x="7934040" y="3362040"/>
            <a:ext cx="10080" cy="448200"/>
          </a:xfrm>
          <a:custGeom>
            <a:avLst/>
            <a:gdLst/>
            <a:ahLst/>
            <a:rect l="0" t="0" r="r" b="b"/>
            <a:pathLst>
              <a:path w="28" h="1245">
                <a:moveTo>
                  <a:pt x="0" y="0"/>
                </a:moveTo>
                <a:lnTo>
                  <a:pt x="28" y="0"/>
                </a:lnTo>
                <a:lnTo>
                  <a:pt x="28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06" name=""/>
          <p:cNvSpPr/>
          <p:nvPr/>
        </p:nvSpPr>
        <p:spPr>
          <a:xfrm>
            <a:off x="7943760" y="3352680"/>
            <a:ext cx="3677040" cy="9720"/>
          </a:xfrm>
          <a:custGeom>
            <a:avLst/>
            <a:gdLst/>
            <a:ahLst/>
            <a:rect l="0" t="0" r="r" b="b"/>
            <a:pathLst>
              <a:path w="10214" h="27">
                <a:moveTo>
                  <a:pt x="10214" y="27"/>
                </a:moveTo>
                <a:lnTo>
                  <a:pt x="0" y="27"/>
                </a:lnTo>
                <a:lnTo>
                  <a:pt x="0" y="0"/>
                </a:lnTo>
                <a:lnTo>
                  <a:pt x="10214" y="0"/>
                </a:lnTo>
                <a:lnTo>
                  <a:pt x="10214" y="27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07" name=""/>
          <p:cNvSpPr/>
          <p:nvPr/>
        </p:nvSpPr>
        <p:spPr>
          <a:xfrm>
            <a:off x="11610720" y="3362040"/>
            <a:ext cx="10440" cy="448200"/>
          </a:xfrm>
          <a:custGeom>
            <a:avLst/>
            <a:gdLst/>
            <a:ahLst/>
            <a:rect l="0" t="0" r="r" b="b"/>
            <a:pathLst>
              <a:path w="29" h="1245">
                <a:moveTo>
                  <a:pt x="29" y="1245"/>
                </a:moveTo>
                <a:lnTo>
                  <a:pt x="0" y="1245"/>
                </a:lnTo>
                <a:lnTo>
                  <a:pt x="0" y="0"/>
                </a:lnTo>
                <a:lnTo>
                  <a:pt x="29" y="0"/>
                </a:lnTo>
                <a:lnTo>
                  <a:pt x="29" y="1245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08" name=""/>
          <p:cNvSpPr/>
          <p:nvPr/>
        </p:nvSpPr>
        <p:spPr>
          <a:xfrm>
            <a:off x="571320" y="380988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09" name=""/>
          <p:cNvSpPr/>
          <p:nvPr/>
        </p:nvSpPr>
        <p:spPr>
          <a:xfrm>
            <a:off x="571320" y="3800160"/>
            <a:ext cx="3686400" cy="10080"/>
          </a:xfrm>
          <a:custGeom>
            <a:avLst/>
            <a:gdLst/>
            <a:ahLst/>
            <a:rect l="0" t="0" r="r" b="b"/>
            <a:pathLst>
              <a:path w="10240" h="28">
                <a:moveTo>
                  <a:pt x="0" y="0"/>
                </a:moveTo>
                <a:lnTo>
                  <a:pt x="10240" y="0"/>
                </a:lnTo>
                <a:lnTo>
                  <a:pt x="102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10" name=""/>
          <p:cNvSpPr/>
          <p:nvPr/>
        </p:nvSpPr>
        <p:spPr>
          <a:xfrm>
            <a:off x="4248000" y="380988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11" name=""/>
          <p:cNvSpPr/>
          <p:nvPr/>
        </p:nvSpPr>
        <p:spPr>
          <a:xfrm>
            <a:off x="4257360" y="3800160"/>
            <a:ext cx="3686760" cy="10080"/>
          </a:xfrm>
          <a:custGeom>
            <a:avLst/>
            <a:gdLst/>
            <a:ahLst/>
            <a:rect l="0" t="0" r="r" b="b"/>
            <a:pathLst>
              <a:path w="10241" h="28">
                <a:moveTo>
                  <a:pt x="0" y="0"/>
                </a:moveTo>
                <a:lnTo>
                  <a:pt x="10241" y="0"/>
                </a:lnTo>
                <a:lnTo>
                  <a:pt x="102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12" name=""/>
          <p:cNvSpPr/>
          <p:nvPr/>
        </p:nvSpPr>
        <p:spPr>
          <a:xfrm>
            <a:off x="7934040" y="3809880"/>
            <a:ext cx="10080" cy="447840"/>
          </a:xfrm>
          <a:custGeom>
            <a:avLst/>
            <a:gdLst/>
            <a:ahLst/>
            <a:rect l="0" t="0" r="r" b="b"/>
            <a:pathLst>
              <a:path w="28" h="1244">
                <a:moveTo>
                  <a:pt x="0" y="0"/>
                </a:moveTo>
                <a:lnTo>
                  <a:pt x="28" y="0"/>
                </a:lnTo>
                <a:lnTo>
                  <a:pt x="28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13" name=""/>
          <p:cNvSpPr/>
          <p:nvPr/>
        </p:nvSpPr>
        <p:spPr>
          <a:xfrm>
            <a:off x="7943760" y="3800160"/>
            <a:ext cx="3677040" cy="10080"/>
          </a:xfrm>
          <a:custGeom>
            <a:avLst/>
            <a:gdLst/>
            <a:ahLst/>
            <a:rect l="0" t="0" r="r" b="b"/>
            <a:pathLst>
              <a:path w="10214" h="28">
                <a:moveTo>
                  <a:pt x="10214" y="28"/>
                </a:moveTo>
                <a:lnTo>
                  <a:pt x="0" y="28"/>
                </a:lnTo>
                <a:lnTo>
                  <a:pt x="0" y="0"/>
                </a:lnTo>
                <a:lnTo>
                  <a:pt x="10214" y="0"/>
                </a:lnTo>
                <a:lnTo>
                  <a:pt x="10214" y="28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14" name=""/>
          <p:cNvSpPr/>
          <p:nvPr/>
        </p:nvSpPr>
        <p:spPr>
          <a:xfrm>
            <a:off x="11610720" y="3809880"/>
            <a:ext cx="10440" cy="447840"/>
          </a:xfrm>
          <a:custGeom>
            <a:avLst/>
            <a:gdLst/>
            <a:ahLst/>
            <a:rect l="0" t="0" r="r" b="b"/>
            <a:pathLst>
              <a:path w="29" h="1244">
                <a:moveTo>
                  <a:pt x="29" y="1244"/>
                </a:moveTo>
                <a:lnTo>
                  <a:pt x="0" y="1244"/>
                </a:lnTo>
                <a:lnTo>
                  <a:pt x="0" y="0"/>
                </a:lnTo>
                <a:lnTo>
                  <a:pt x="29" y="0"/>
                </a:lnTo>
                <a:lnTo>
                  <a:pt x="29" y="1244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15" name=""/>
          <p:cNvSpPr/>
          <p:nvPr/>
        </p:nvSpPr>
        <p:spPr>
          <a:xfrm>
            <a:off x="571320" y="425736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16" name=""/>
          <p:cNvSpPr/>
          <p:nvPr/>
        </p:nvSpPr>
        <p:spPr>
          <a:xfrm>
            <a:off x="571320" y="4248000"/>
            <a:ext cx="3686400" cy="9720"/>
          </a:xfrm>
          <a:custGeom>
            <a:avLst/>
            <a:gdLst/>
            <a:ahLst/>
            <a:rect l="0" t="0" r="r" b="b"/>
            <a:pathLst>
              <a:path w="10240" h="27">
                <a:moveTo>
                  <a:pt x="0" y="0"/>
                </a:moveTo>
                <a:lnTo>
                  <a:pt x="10240" y="0"/>
                </a:lnTo>
                <a:lnTo>
                  <a:pt x="102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17" name=""/>
          <p:cNvSpPr/>
          <p:nvPr/>
        </p:nvSpPr>
        <p:spPr>
          <a:xfrm>
            <a:off x="4248000" y="425736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0"/>
                </a:moveTo>
                <a:lnTo>
                  <a:pt x="27" y="0"/>
                </a:lnTo>
                <a:lnTo>
                  <a:pt x="27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18" name=""/>
          <p:cNvSpPr/>
          <p:nvPr/>
        </p:nvSpPr>
        <p:spPr>
          <a:xfrm>
            <a:off x="4257360" y="4248000"/>
            <a:ext cx="3686760" cy="9720"/>
          </a:xfrm>
          <a:custGeom>
            <a:avLst/>
            <a:gdLst/>
            <a:ahLst/>
            <a:rect l="0" t="0" r="r" b="b"/>
            <a:pathLst>
              <a:path w="10241" h="27">
                <a:moveTo>
                  <a:pt x="0" y="0"/>
                </a:moveTo>
                <a:lnTo>
                  <a:pt x="10241" y="0"/>
                </a:lnTo>
                <a:lnTo>
                  <a:pt x="102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19" name=""/>
          <p:cNvSpPr/>
          <p:nvPr/>
        </p:nvSpPr>
        <p:spPr>
          <a:xfrm>
            <a:off x="7934040" y="4257360"/>
            <a:ext cx="10080" cy="448200"/>
          </a:xfrm>
          <a:custGeom>
            <a:avLst/>
            <a:gdLst/>
            <a:ahLst/>
            <a:rect l="0" t="0" r="r" b="b"/>
            <a:pathLst>
              <a:path w="28" h="1245">
                <a:moveTo>
                  <a:pt x="0" y="0"/>
                </a:moveTo>
                <a:lnTo>
                  <a:pt x="28" y="0"/>
                </a:lnTo>
                <a:lnTo>
                  <a:pt x="28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20" name=""/>
          <p:cNvSpPr/>
          <p:nvPr/>
        </p:nvSpPr>
        <p:spPr>
          <a:xfrm>
            <a:off x="7943760" y="4248000"/>
            <a:ext cx="3677040" cy="9720"/>
          </a:xfrm>
          <a:custGeom>
            <a:avLst/>
            <a:gdLst/>
            <a:ahLst/>
            <a:rect l="0" t="0" r="r" b="b"/>
            <a:pathLst>
              <a:path w="10214" h="27">
                <a:moveTo>
                  <a:pt x="10214" y="27"/>
                </a:moveTo>
                <a:lnTo>
                  <a:pt x="0" y="27"/>
                </a:lnTo>
                <a:lnTo>
                  <a:pt x="0" y="0"/>
                </a:lnTo>
                <a:lnTo>
                  <a:pt x="10214" y="0"/>
                </a:lnTo>
                <a:lnTo>
                  <a:pt x="10214" y="27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21" name=""/>
          <p:cNvSpPr/>
          <p:nvPr/>
        </p:nvSpPr>
        <p:spPr>
          <a:xfrm>
            <a:off x="11610720" y="4257360"/>
            <a:ext cx="10440" cy="448200"/>
          </a:xfrm>
          <a:custGeom>
            <a:avLst/>
            <a:gdLst/>
            <a:ahLst/>
            <a:rect l="0" t="0" r="r" b="b"/>
            <a:pathLst>
              <a:path w="29" h="1245">
                <a:moveTo>
                  <a:pt x="29" y="1245"/>
                </a:moveTo>
                <a:lnTo>
                  <a:pt x="0" y="1245"/>
                </a:lnTo>
                <a:lnTo>
                  <a:pt x="0" y="0"/>
                </a:lnTo>
                <a:lnTo>
                  <a:pt x="29" y="0"/>
                </a:lnTo>
                <a:lnTo>
                  <a:pt x="29" y="1245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22" name=""/>
          <p:cNvSpPr/>
          <p:nvPr/>
        </p:nvSpPr>
        <p:spPr>
          <a:xfrm>
            <a:off x="571320" y="470520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23" name=""/>
          <p:cNvSpPr/>
          <p:nvPr/>
        </p:nvSpPr>
        <p:spPr>
          <a:xfrm>
            <a:off x="571320" y="4695480"/>
            <a:ext cx="3686400" cy="10080"/>
          </a:xfrm>
          <a:custGeom>
            <a:avLst/>
            <a:gdLst/>
            <a:ahLst/>
            <a:rect l="0" t="0" r="r" b="b"/>
            <a:pathLst>
              <a:path w="10240" h="28">
                <a:moveTo>
                  <a:pt x="0" y="0"/>
                </a:moveTo>
                <a:lnTo>
                  <a:pt x="10240" y="0"/>
                </a:lnTo>
                <a:lnTo>
                  <a:pt x="102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24" name=""/>
          <p:cNvSpPr/>
          <p:nvPr/>
        </p:nvSpPr>
        <p:spPr>
          <a:xfrm>
            <a:off x="4248000" y="4705200"/>
            <a:ext cx="9720" cy="447840"/>
          </a:xfrm>
          <a:custGeom>
            <a:avLst/>
            <a:gdLst/>
            <a:ahLst/>
            <a:rect l="0" t="0" r="r" b="b"/>
            <a:pathLst>
              <a:path w="27" h="1244">
                <a:moveTo>
                  <a:pt x="0" y="0"/>
                </a:moveTo>
                <a:lnTo>
                  <a:pt x="27" y="0"/>
                </a:lnTo>
                <a:lnTo>
                  <a:pt x="27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25" name=""/>
          <p:cNvSpPr/>
          <p:nvPr/>
        </p:nvSpPr>
        <p:spPr>
          <a:xfrm>
            <a:off x="4257360" y="4695480"/>
            <a:ext cx="3686760" cy="10080"/>
          </a:xfrm>
          <a:custGeom>
            <a:avLst/>
            <a:gdLst/>
            <a:ahLst/>
            <a:rect l="0" t="0" r="r" b="b"/>
            <a:pathLst>
              <a:path w="10241" h="28">
                <a:moveTo>
                  <a:pt x="0" y="0"/>
                </a:moveTo>
                <a:lnTo>
                  <a:pt x="10241" y="0"/>
                </a:lnTo>
                <a:lnTo>
                  <a:pt x="102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26" name=""/>
          <p:cNvSpPr/>
          <p:nvPr/>
        </p:nvSpPr>
        <p:spPr>
          <a:xfrm>
            <a:off x="7934040" y="4705200"/>
            <a:ext cx="10080" cy="447840"/>
          </a:xfrm>
          <a:custGeom>
            <a:avLst/>
            <a:gdLst/>
            <a:ahLst/>
            <a:rect l="0" t="0" r="r" b="b"/>
            <a:pathLst>
              <a:path w="28" h="1244">
                <a:moveTo>
                  <a:pt x="0" y="0"/>
                </a:moveTo>
                <a:lnTo>
                  <a:pt x="28" y="0"/>
                </a:lnTo>
                <a:lnTo>
                  <a:pt x="28" y="1244"/>
                </a:lnTo>
                <a:lnTo>
                  <a:pt x="0" y="124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27" name=""/>
          <p:cNvSpPr/>
          <p:nvPr/>
        </p:nvSpPr>
        <p:spPr>
          <a:xfrm>
            <a:off x="7943760" y="4695480"/>
            <a:ext cx="3677040" cy="10080"/>
          </a:xfrm>
          <a:custGeom>
            <a:avLst/>
            <a:gdLst/>
            <a:ahLst/>
            <a:rect l="0" t="0" r="r" b="b"/>
            <a:pathLst>
              <a:path w="10214" h="28">
                <a:moveTo>
                  <a:pt x="10214" y="28"/>
                </a:moveTo>
                <a:lnTo>
                  <a:pt x="0" y="28"/>
                </a:lnTo>
                <a:lnTo>
                  <a:pt x="0" y="0"/>
                </a:lnTo>
                <a:lnTo>
                  <a:pt x="10214" y="0"/>
                </a:lnTo>
                <a:lnTo>
                  <a:pt x="10214" y="28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28" name=""/>
          <p:cNvSpPr/>
          <p:nvPr/>
        </p:nvSpPr>
        <p:spPr>
          <a:xfrm>
            <a:off x="11610720" y="4705200"/>
            <a:ext cx="10440" cy="447840"/>
          </a:xfrm>
          <a:custGeom>
            <a:avLst/>
            <a:gdLst/>
            <a:ahLst/>
            <a:rect l="0" t="0" r="r" b="b"/>
            <a:pathLst>
              <a:path w="29" h="1244">
                <a:moveTo>
                  <a:pt x="29" y="1244"/>
                </a:moveTo>
                <a:lnTo>
                  <a:pt x="0" y="1244"/>
                </a:lnTo>
                <a:lnTo>
                  <a:pt x="0" y="0"/>
                </a:lnTo>
                <a:lnTo>
                  <a:pt x="29" y="0"/>
                </a:lnTo>
                <a:lnTo>
                  <a:pt x="29" y="1244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29" name=""/>
          <p:cNvSpPr/>
          <p:nvPr/>
        </p:nvSpPr>
        <p:spPr>
          <a:xfrm>
            <a:off x="571320" y="5152680"/>
            <a:ext cx="9720" cy="384840"/>
          </a:xfrm>
          <a:custGeom>
            <a:avLst/>
            <a:gdLst/>
            <a:ahLst/>
            <a:rect l="0" t="0" r="r" b="b"/>
            <a:pathLst>
              <a:path w="27" h="1069">
                <a:moveTo>
                  <a:pt x="21" y="1055"/>
                </a:moveTo>
                <a:cubicBezTo>
                  <a:pt x="7" y="1023"/>
                  <a:pt x="0" y="989"/>
                  <a:pt x="0" y="954"/>
                </a:cubicBezTo>
                <a:lnTo>
                  <a:pt x="0" y="0"/>
                </a:lnTo>
                <a:lnTo>
                  <a:pt x="27" y="0"/>
                </a:lnTo>
                <a:lnTo>
                  <a:pt x="27" y="1069"/>
                </a:lnTo>
                <a:cubicBezTo>
                  <a:pt x="25" y="1065"/>
                  <a:pt x="23" y="1060"/>
                  <a:pt x="21" y="1055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30" name=""/>
          <p:cNvSpPr/>
          <p:nvPr/>
        </p:nvSpPr>
        <p:spPr>
          <a:xfrm>
            <a:off x="571320" y="5143320"/>
            <a:ext cx="3686400" cy="9720"/>
          </a:xfrm>
          <a:custGeom>
            <a:avLst/>
            <a:gdLst/>
            <a:ahLst/>
            <a:rect l="0" t="0" r="r" b="b"/>
            <a:pathLst>
              <a:path w="10240" h="27">
                <a:moveTo>
                  <a:pt x="0" y="0"/>
                </a:moveTo>
                <a:lnTo>
                  <a:pt x="10240" y="0"/>
                </a:lnTo>
                <a:lnTo>
                  <a:pt x="102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31" name=""/>
          <p:cNvSpPr/>
          <p:nvPr/>
        </p:nvSpPr>
        <p:spPr>
          <a:xfrm>
            <a:off x="4248000" y="5152680"/>
            <a:ext cx="9720" cy="438840"/>
          </a:xfrm>
          <a:custGeom>
            <a:avLst/>
            <a:gdLst/>
            <a:ahLst/>
            <a:rect l="0" t="0" r="r" b="b"/>
            <a:pathLst>
              <a:path w="27" h="1219">
                <a:moveTo>
                  <a:pt x="0" y="1219"/>
                </a:moveTo>
                <a:lnTo>
                  <a:pt x="0" y="0"/>
                </a:lnTo>
                <a:lnTo>
                  <a:pt x="27" y="0"/>
                </a:lnTo>
                <a:lnTo>
                  <a:pt x="27" y="1219"/>
                </a:lnTo>
                <a:lnTo>
                  <a:pt x="0" y="1219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32" name=""/>
          <p:cNvSpPr/>
          <p:nvPr/>
        </p:nvSpPr>
        <p:spPr>
          <a:xfrm>
            <a:off x="4257360" y="5143320"/>
            <a:ext cx="3686760" cy="9720"/>
          </a:xfrm>
          <a:custGeom>
            <a:avLst/>
            <a:gdLst/>
            <a:ahLst/>
            <a:rect l="0" t="0" r="r" b="b"/>
            <a:pathLst>
              <a:path w="10241" h="27">
                <a:moveTo>
                  <a:pt x="0" y="0"/>
                </a:moveTo>
                <a:lnTo>
                  <a:pt x="10241" y="0"/>
                </a:lnTo>
                <a:lnTo>
                  <a:pt x="102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33" name=""/>
          <p:cNvSpPr/>
          <p:nvPr/>
        </p:nvSpPr>
        <p:spPr>
          <a:xfrm>
            <a:off x="7934040" y="5152680"/>
            <a:ext cx="10080" cy="438840"/>
          </a:xfrm>
          <a:custGeom>
            <a:avLst/>
            <a:gdLst/>
            <a:ahLst/>
            <a:rect l="0" t="0" r="r" b="b"/>
            <a:pathLst>
              <a:path w="28" h="1219">
                <a:moveTo>
                  <a:pt x="0" y="1219"/>
                </a:moveTo>
                <a:lnTo>
                  <a:pt x="0" y="0"/>
                </a:lnTo>
                <a:lnTo>
                  <a:pt x="28" y="0"/>
                </a:lnTo>
                <a:lnTo>
                  <a:pt x="28" y="1219"/>
                </a:lnTo>
                <a:lnTo>
                  <a:pt x="0" y="1219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34" name=""/>
          <p:cNvSpPr/>
          <p:nvPr/>
        </p:nvSpPr>
        <p:spPr>
          <a:xfrm>
            <a:off x="7943760" y="5143320"/>
            <a:ext cx="3677040" cy="9720"/>
          </a:xfrm>
          <a:custGeom>
            <a:avLst/>
            <a:gdLst/>
            <a:ahLst/>
            <a:rect l="0" t="0" r="r" b="b"/>
            <a:pathLst>
              <a:path w="10214" h="27">
                <a:moveTo>
                  <a:pt x="10214" y="27"/>
                </a:moveTo>
                <a:lnTo>
                  <a:pt x="0" y="27"/>
                </a:lnTo>
                <a:lnTo>
                  <a:pt x="0" y="0"/>
                </a:lnTo>
                <a:lnTo>
                  <a:pt x="10214" y="0"/>
                </a:lnTo>
                <a:lnTo>
                  <a:pt x="10214" y="27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35" name=""/>
          <p:cNvSpPr/>
          <p:nvPr/>
        </p:nvSpPr>
        <p:spPr>
          <a:xfrm>
            <a:off x="11610720" y="5152680"/>
            <a:ext cx="10440" cy="384840"/>
          </a:xfrm>
          <a:custGeom>
            <a:avLst/>
            <a:gdLst/>
            <a:ahLst/>
            <a:rect l="0" t="0" r="r" b="b"/>
            <a:pathLst>
              <a:path w="29" h="1069">
                <a:moveTo>
                  <a:pt x="29" y="954"/>
                </a:moveTo>
                <a:cubicBezTo>
                  <a:pt x="29" y="989"/>
                  <a:pt x="21" y="1023"/>
                  <a:pt x="8" y="1055"/>
                </a:cubicBezTo>
                <a:cubicBezTo>
                  <a:pt x="6" y="1060"/>
                  <a:pt x="3" y="1065"/>
                  <a:pt x="0" y="1069"/>
                </a:cubicBezTo>
                <a:lnTo>
                  <a:pt x="0" y="0"/>
                </a:lnTo>
                <a:lnTo>
                  <a:pt x="29" y="0"/>
                </a:lnTo>
                <a:lnTo>
                  <a:pt x="29" y="954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36" name=""/>
          <p:cNvSpPr/>
          <p:nvPr/>
        </p:nvSpPr>
        <p:spPr>
          <a:xfrm>
            <a:off x="591120" y="1041120"/>
            <a:ext cx="437040" cy="317880"/>
          </a:xfrm>
          <a:custGeom>
            <a:avLst/>
            <a:gdLst/>
            <a:ahLst/>
            <a:rect l="0" t="0" r="r" b="b"/>
            <a:pathLst>
              <a:path w="1214" h="883">
                <a:moveTo>
                  <a:pt x="718" y="313"/>
                </a:moveTo>
                <a:lnTo>
                  <a:pt x="718" y="247"/>
                </a:lnTo>
                <a:cubicBezTo>
                  <a:pt x="748" y="234"/>
                  <a:pt x="779" y="224"/>
                  <a:pt x="811" y="218"/>
                </a:cubicBezTo>
                <a:cubicBezTo>
                  <a:pt x="842" y="211"/>
                  <a:pt x="876" y="208"/>
                  <a:pt x="911" y="208"/>
                </a:cubicBezTo>
                <a:cubicBezTo>
                  <a:pt x="935" y="208"/>
                  <a:pt x="958" y="210"/>
                  <a:pt x="981" y="213"/>
                </a:cubicBezTo>
                <a:cubicBezTo>
                  <a:pt x="1004" y="217"/>
                  <a:pt x="1026" y="222"/>
                  <a:pt x="1048" y="227"/>
                </a:cubicBezTo>
                <a:lnTo>
                  <a:pt x="1048" y="288"/>
                </a:lnTo>
                <a:cubicBezTo>
                  <a:pt x="1026" y="280"/>
                  <a:pt x="1004" y="273"/>
                  <a:pt x="982" y="269"/>
                </a:cubicBezTo>
                <a:cubicBezTo>
                  <a:pt x="959" y="265"/>
                  <a:pt x="935" y="263"/>
                  <a:pt x="911" y="263"/>
                </a:cubicBezTo>
                <a:cubicBezTo>
                  <a:pt x="876" y="263"/>
                  <a:pt x="842" y="267"/>
                  <a:pt x="810" y="276"/>
                </a:cubicBezTo>
                <a:cubicBezTo>
                  <a:pt x="778" y="285"/>
                  <a:pt x="747" y="297"/>
                  <a:pt x="718" y="313"/>
                </a:cubicBezTo>
                <a:moveTo>
                  <a:pt x="718" y="616"/>
                </a:moveTo>
                <a:lnTo>
                  <a:pt x="718" y="548"/>
                </a:lnTo>
                <a:cubicBezTo>
                  <a:pt x="748" y="536"/>
                  <a:pt x="779" y="527"/>
                  <a:pt x="811" y="520"/>
                </a:cubicBezTo>
                <a:cubicBezTo>
                  <a:pt x="842" y="514"/>
                  <a:pt x="876" y="511"/>
                  <a:pt x="911" y="511"/>
                </a:cubicBezTo>
                <a:cubicBezTo>
                  <a:pt x="935" y="511"/>
                  <a:pt x="958" y="513"/>
                  <a:pt x="981" y="517"/>
                </a:cubicBezTo>
                <a:cubicBezTo>
                  <a:pt x="1004" y="520"/>
                  <a:pt x="1026" y="525"/>
                  <a:pt x="1048" y="530"/>
                </a:cubicBezTo>
                <a:lnTo>
                  <a:pt x="1048" y="591"/>
                </a:lnTo>
                <a:cubicBezTo>
                  <a:pt x="1026" y="583"/>
                  <a:pt x="1004" y="577"/>
                  <a:pt x="982" y="572"/>
                </a:cubicBezTo>
                <a:cubicBezTo>
                  <a:pt x="959" y="568"/>
                  <a:pt x="935" y="566"/>
                  <a:pt x="911" y="566"/>
                </a:cubicBezTo>
                <a:cubicBezTo>
                  <a:pt x="876" y="566"/>
                  <a:pt x="842" y="570"/>
                  <a:pt x="810" y="579"/>
                </a:cubicBezTo>
                <a:cubicBezTo>
                  <a:pt x="778" y="587"/>
                  <a:pt x="747" y="599"/>
                  <a:pt x="718" y="616"/>
                </a:cubicBezTo>
                <a:moveTo>
                  <a:pt x="718" y="464"/>
                </a:moveTo>
                <a:lnTo>
                  <a:pt x="718" y="398"/>
                </a:lnTo>
                <a:cubicBezTo>
                  <a:pt x="748" y="385"/>
                  <a:pt x="779" y="376"/>
                  <a:pt x="811" y="369"/>
                </a:cubicBezTo>
                <a:cubicBezTo>
                  <a:pt x="842" y="363"/>
                  <a:pt x="876" y="360"/>
                  <a:pt x="911" y="360"/>
                </a:cubicBezTo>
                <a:cubicBezTo>
                  <a:pt x="935" y="360"/>
                  <a:pt x="958" y="361"/>
                  <a:pt x="981" y="365"/>
                </a:cubicBezTo>
                <a:cubicBezTo>
                  <a:pt x="1004" y="369"/>
                  <a:pt x="1026" y="373"/>
                  <a:pt x="1048" y="379"/>
                </a:cubicBezTo>
                <a:lnTo>
                  <a:pt x="1048" y="439"/>
                </a:lnTo>
                <a:cubicBezTo>
                  <a:pt x="1026" y="431"/>
                  <a:pt x="1004" y="425"/>
                  <a:pt x="982" y="421"/>
                </a:cubicBezTo>
                <a:cubicBezTo>
                  <a:pt x="959" y="417"/>
                  <a:pt x="935" y="415"/>
                  <a:pt x="911" y="415"/>
                </a:cubicBezTo>
                <a:cubicBezTo>
                  <a:pt x="876" y="415"/>
                  <a:pt x="842" y="419"/>
                  <a:pt x="810" y="428"/>
                </a:cubicBezTo>
                <a:cubicBezTo>
                  <a:pt x="778" y="437"/>
                  <a:pt x="747" y="449"/>
                  <a:pt x="718" y="464"/>
                </a:cubicBezTo>
                <a:moveTo>
                  <a:pt x="288" y="690"/>
                </a:moveTo>
                <a:cubicBezTo>
                  <a:pt x="337" y="690"/>
                  <a:pt x="385" y="696"/>
                  <a:pt x="431" y="708"/>
                </a:cubicBezTo>
                <a:cubicBezTo>
                  <a:pt x="478" y="719"/>
                  <a:pt x="524" y="736"/>
                  <a:pt x="569" y="759"/>
                </a:cubicBezTo>
                <a:lnTo>
                  <a:pt x="569" y="170"/>
                </a:lnTo>
                <a:cubicBezTo>
                  <a:pt x="528" y="142"/>
                  <a:pt x="483" y="121"/>
                  <a:pt x="434" y="106"/>
                </a:cubicBezTo>
                <a:cubicBezTo>
                  <a:pt x="386" y="91"/>
                  <a:pt x="337" y="83"/>
                  <a:pt x="288" y="83"/>
                </a:cubicBezTo>
                <a:cubicBezTo>
                  <a:pt x="253" y="83"/>
                  <a:pt x="219" y="87"/>
                  <a:pt x="185" y="96"/>
                </a:cubicBezTo>
                <a:cubicBezTo>
                  <a:pt x="151" y="105"/>
                  <a:pt x="117" y="116"/>
                  <a:pt x="83" y="128"/>
                </a:cubicBezTo>
                <a:lnTo>
                  <a:pt x="83" y="728"/>
                </a:lnTo>
                <a:cubicBezTo>
                  <a:pt x="111" y="715"/>
                  <a:pt x="144" y="705"/>
                  <a:pt x="181" y="699"/>
                </a:cubicBezTo>
                <a:cubicBezTo>
                  <a:pt x="217" y="693"/>
                  <a:pt x="253" y="690"/>
                  <a:pt x="288" y="690"/>
                </a:cubicBezTo>
                <a:moveTo>
                  <a:pt x="652" y="759"/>
                </a:moveTo>
                <a:cubicBezTo>
                  <a:pt x="697" y="736"/>
                  <a:pt x="743" y="719"/>
                  <a:pt x="787" y="708"/>
                </a:cubicBezTo>
                <a:cubicBezTo>
                  <a:pt x="831" y="696"/>
                  <a:pt x="878" y="690"/>
                  <a:pt x="927" y="690"/>
                </a:cubicBezTo>
                <a:cubicBezTo>
                  <a:pt x="962" y="690"/>
                  <a:pt x="998" y="693"/>
                  <a:pt x="1035" y="699"/>
                </a:cubicBezTo>
                <a:cubicBezTo>
                  <a:pt x="1073" y="704"/>
                  <a:pt x="1104" y="711"/>
                  <a:pt x="1131" y="721"/>
                </a:cubicBezTo>
                <a:lnTo>
                  <a:pt x="1131" y="128"/>
                </a:lnTo>
                <a:cubicBezTo>
                  <a:pt x="1100" y="113"/>
                  <a:pt x="1067" y="101"/>
                  <a:pt x="1032" y="94"/>
                </a:cubicBezTo>
                <a:cubicBezTo>
                  <a:pt x="997" y="87"/>
                  <a:pt x="962" y="83"/>
                  <a:pt x="927" y="83"/>
                </a:cubicBezTo>
                <a:cubicBezTo>
                  <a:pt x="878" y="83"/>
                  <a:pt x="830" y="91"/>
                  <a:pt x="783" y="106"/>
                </a:cubicBezTo>
                <a:cubicBezTo>
                  <a:pt x="737" y="121"/>
                  <a:pt x="693" y="142"/>
                  <a:pt x="652" y="170"/>
                </a:cubicBezTo>
                <a:lnTo>
                  <a:pt x="652" y="759"/>
                </a:lnTo>
                <a:moveTo>
                  <a:pt x="610" y="883"/>
                </a:moveTo>
                <a:cubicBezTo>
                  <a:pt x="563" y="848"/>
                  <a:pt x="512" y="821"/>
                  <a:pt x="457" y="803"/>
                </a:cubicBezTo>
                <a:cubicBezTo>
                  <a:pt x="402" y="784"/>
                  <a:pt x="346" y="774"/>
                  <a:pt x="288" y="774"/>
                </a:cubicBezTo>
                <a:cubicBezTo>
                  <a:pt x="254" y="774"/>
                  <a:pt x="221" y="778"/>
                  <a:pt x="189" y="787"/>
                </a:cubicBezTo>
                <a:cubicBezTo>
                  <a:pt x="155" y="795"/>
                  <a:pt x="123" y="805"/>
                  <a:pt x="91" y="817"/>
                </a:cubicBezTo>
                <a:cubicBezTo>
                  <a:pt x="70" y="827"/>
                  <a:pt x="49" y="826"/>
                  <a:pt x="30" y="813"/>
                </a:cubicBezTo>
                <a:cubicBezTo>
                  <a:pt x="10" y="800"/>
                  <a:pt x="0" y="782"/>
                  <a:pt x="0" y="758"/>
                </a:cubicBezTo>
                <a:lnTo>
                  <a:pt x="0" y="119"/>
                </a:lnTo>
                <a:cubicBezTo>
                  <a:pt x="0" y="105"/>
                  <a:pt x="3" y="92"/>
                  <a:pt x="10" y="81"/>
                </a:cubicBezTo>
                <a:cubicBezTo>
                  <a:pt x="16" y="69"/>
                  <a:pt x="26" y="60"/>
                  <a:pt x="39" y="54"/>
                </a:cubicBezTo>
                <a:cubicBezTo>
                  <a:pt x="77" y="36"/>
                  <a:pt x="117" y="22"/>
                  <a:pt x="159" y="13"/>
                </a:cubicBezTo>
                <a:cubicBezTo>
                  <a:pt x="202" y="5"/>
                  <a:pt x="244" y="0"/>
                  <a:pt x="288" y="0"/>
                </a:cubicBezTo>
                <a:cubicBezTo>
                  <a:pt x="346" y="0"/>
                  <a:pt x="402" y="8"/>
                  <a:pt x="457" y="24"/>
                </a:cubicBezTo>
                <a:cubicBezTo>
                  <a:pt x="511" y="39"/>
                  <a:pt x="562" y="63"/>
                  <a:pt x="610" y="95"/>
                </a:cubicBezTo>
                <a:cubicBezTo>
                  <a:pt x="657" y="63"/>
                  <a:pt x="707" y="39"/>
                  <a:pt x="761" y="24"/>
                </a:cubicBezTo>
                <a:cubicBezTo>
                  <a:pt x="815" y="8"/>
                  <a:pt x="870" y="0"/>
                  <a:pt x="927" y="0"/>
                </a:cubicBezTo>
                <a:cubicBezTo>
                  <a:pt x="970" y="0"/>
                  <a:pt x="1012" y="5"/>
                  <a:pt x="1054" y="13"/>
                </a:cubicBezTo>
                <a:cubicBezTo>
                  <a:pt x="1095" y="22"/>
                  <a:pt x="1135" y="36"/>
                  <a:pt x="1174" y="54"/>
                </a:cubicBezTo>
                <a:cubicBezTo>
                  <a:pt x="1187" y="60"/>
                  <a:pt x="1197" y="69"/>
                  <a:pt x="1203" y="81"/>
                </a:cubicBezTo>
                <a:cubicBezTo>
                  <a:pt x="1210" y="92"/>
                  <a:pt x="1214" y="105"/>
                  <a:pt x="1214" y="119"/>
                </a:cubicBezTo>
                <a:lnTo>
                  <a:pt x="1214" y="758"/>
                </a:lnTo>
                <a:cubicBezTo>
                  <a:pt x="1214" y="783"/>
                  <a:pt x="1203" y="803"/>
                  <a:pt x="1183" y="816"/>
                </a:cubicBezTo>
                <a:cubicBezTo>
                  <a:pt x="1162" y="830"/>
                  <a:pt x="1142" y="830"/>
                  <a:pt x="1121" y="817"/>
                </a:cubicBezTo>
                <a:cubicBezTo>
                  <a:pt x="1090" y="804"/>
                  <a:pt x="1058" y="794"/>
                  <a:pt x="1026" y="786"/>
                </a:cubicBezTo>
                <a:cubicBezTo>
                  <a:pt x="994" y="778"/>
                  <a:pt x="961" y="774"/>
                  <a:pt x="927" y="774"/>
                </a:cubicBezTo>
                <a:cubicBezTo>
                  <a:pt x="869" y="774"/>
                  <a:pt x="814" y="784"/>
                  <a:pt x="760" y="803"/>
                </a:cubicBezTo>
                <a:cubicBezTo>
                  <a:pt x="707" y="823"/>
                  <a:pt x="657" y="849"/>
                  <a:pt x="610" y="883"/>
                </a:cubicBez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137" name=""/>
          <p:cNvSpPr/>
          <p:nvPr/>
        </p:nvSpPr>
        <p:spPr>
          <a:xfrm>
            <a:off x="820080" y="1881000"/>
            <a:ext cx="226800" cy="308520"/>
          </a:xfrm>
          <a:custGeom>
            <a:avLst/>
            <a:gdLst/>
            <a:ahLst/>
            <a:rect l="0" t="0" r="r" b="b"/>
            <a:pathLst>
              <a:path w="630" h="857">
                <a:moveTo>
                  <a:pt x="254" y="832"/>
                </a:moveTo>
                <a:cubicBezTo>
                  <a:pt x="238" y="815"/>
                  <a:pt x="230" y="795"/>
                  <a:pt x="230" y="772"/>
                </a:cubicBezTo>
                <a:lnTo>
                  <a:pt x="399" y="772"/>
                </a:lnTo>
                <a:cubicBezTo>
                  <a:pt x="399" y="795"/>
                  <a:pt x="391" y="815"/>
                  <a:pt x="375" y="832"/>
                </a:cubicBezTo>
                <a:cubicBezTo>
                  <a:pt x="358" y="848"/>
                  <a:pt x="338" y="857"/>
                  <a:pt x="314" y="857"/>
                </a:cubicBezTo>
                <a:cubicBezTo>
                  <a:pt x="291" y="857"/>
                  <a:pt x="271" y="848"/>
                  <a:pt x="254" y="832"/>
                </a:cubicBezTo>
                <a:moveTo>
                  <a:pt x="145" y="707"/>
                </a:moveTo>
                <a:lnTo>
                  <a:pt x="145" y="644"/>
                </a:lnTo>
                <a:lnTo>
                  <a:pt x="484" y="644"/>
                </a:lnTo>
                <a:lnTo>
                  <a:pt x="484" y="707"/>
                </a:lnTo>
                <a:lnTo>
                  <a:pt x="145" y="707"/>
                </a:lnTo>
                <a:moveTo>
                  <a:pt x="150" y="580"/>
                </a:moveTo>
                <a:cubicBezTo>
                  <a:pt x="104" y="550"/>
                  <a:pt x="67" y="512"/>
                  <a:pt x="41" y="467"/>
                </a:cubicBezTo>
                <a:cubicBezTo>
                  <a:pt x="14" y="422"/>
                  <a:pt x="0" y="372"/>
                  <a:pt x="0" y="314"/>
                </a:cubicBezTo>
                <a:cubicBezTo>
                  <a:pt x="0" y="229"/>
                  <a:pt x="31" y="155"/>
                  <a:pt x="93" y="93"/>
                </a:cubicBezTo>
                <a:cubicBezTo>
                  <a:pt x="156" y="31"/>
                  <a:pt x="229" y="0"/>
                  <a:pt x="314" y="0"/>
                </a:cubicBezTo>
                <a:cubicBezTo>
                  <a:pt x="400" y="0"/>
                  <a:pt x="473" y="31"/>
                  <a:pt x="535" y="93"/>
                </a:cubicBezTo>
                <a:cubicBezTo>
                  <a:pt x="599" y="155"/>
                  <a:pt x="630" y="229"/>
                  <a:pt x="630" y="314"/>
                </a:cubicBezTo>
                <a:cubicBezTo>
                  <a:pt x="630" y="372"/>
                  <a:pt x="616" y="422"/>
                  <a:pt x="590" y="467"/>
                </a:cubicBezTo>
                <a:cubicBezTo>
                  <a:pt x="563" y="512"/>
                  <a:pt x="526" y="550"/>
                  <a:pt x="479" y="580"/>
                </a:cubicBezTo>
                <a:lnTo>
                  <a:pt x="150" y="580"/>
                </a:lnTo>
                <a:moveTo>
                  <a:pt x="173" y="517"/>
                </a:moveTo>
                <a:lnTo>
                  <a:pt x="457" y="517"/>
                </a:lnTo>
                <a:cubicBezTo>
                  <a:pt x="490" y="495"/>
                  <a:pt x="517" y="466"/>
                  <a:pt x="536" y="430"/>
                </a:cubicBezTo>
                <a:cubicBezTo>
                  <a:pt x="557" y="395"/>
                  <a:pt x="567" y="356"/>
                  <a:pt x="567" y="314"/>
                </a:cubicBezTo>
                <a:cubicBezTo>
                  <a:pt x="567" y="245"/>
                  <a:pt x="541" y="186"/>
                  <a:pt x="492" y="137"/>
                </a:cubicBezTo>
                <a:cubicBezTo>
                  <a:pt x="443" y="87"/>
                  <a:pt x="384" y="63"/>
                  <a:pt x="314" y="63"/>
                </a:cubicBezTo>
                <a:cubicBezTo>
                  <a:pt x="245" y="63"/>
                  <a:pt x="186" y="87"/>
                  <a:pt x="137" y="137"/>
                </a:cubicBezTo>
                <a:cubicBezTo>
                  <a:pt x="88" y="186"/>
                  <a:pt x="63" y="245"/>
                  <a:pt x="63" y="314"/>
                </a:cubicBezTo>
                <a:cubicBezTo>
                  <a:pt x="63" y="356"/>
                  <a:pt x="73" y="395"/>
                  <a:pt x="92" y="430"/>
                </a:cubicBezTo>
                <a:cubicBezTo>
                  <a:pt x="112" y="466"/>
                  <a:pt x="139" y="495"/>
                  <a:pt x="173" y="517"/>
                </a:cubicBez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38" name=""/>
          <p:cNvSpPr txBox="1"/>
          <p:nvPr/>
        </p:nvSpPr>
        <p:spPr>
          <a:xfrm>
            <a:off x="1047600" y="1110600"/>
            <a:ext cx="263196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ハンズオン構成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39" name=""/>
          <p:cNvSpPr txBox="1"/>
          <p:nvPr/>
        </p:nvSpPr>
        <p:spPr>
          <a:xfrm>
            <a:off x="1166400" y="2012400"/>
            <a:ext cx="7179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前半</a:t>
            </a:r>
            <a:r>
              <a:rPr lang="ja-JP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で早めに</a:t>
            </a:r>
            <a:r>
              <a:rPr lang="en-US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Vibe Coding</a:t>
            </a:r>
            <a:r>
              <a:rPr lang="ja-JP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を体験 → 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後半</a:t>
            </a:r>
            <a:r>
              <a:rPr lang="ja-JP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で拡張機能を学ぶ流れです。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40" name=""/>
          <p:cNvSpPr txBox="1"/>
          <p:nvPr/>
        </p:nvSpPr>
        <p:spPr>
          <a:xfrm>
            <a:off x="2298240" y="2626200"/>
            <a:ext cx="228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No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41" name=""/>
          <p:cNvSpPr txBox="1"/>
          <p:nvPr/>
        </p:nvSpPr>
        <p:spPr>
          <a:xfrm>
            <a:off x="4384800" y="262620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内容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42" name=""/>
          <p:cNvSpPr/>
          <p:nvPr/>
        </p:nvSpPr>
        <p:spPr>
          <a:xfrm>
            <a:off x="2219040" y="2971440"/>
            <a:ext cx="324360" cy="324360"/>
          </a:xfrm>
          <a:custGeom>
            <a:avLst/>
            <a:gdLst/>
            <a:ahLst/>
            <a:rect l="0" t="0" r="r" b="b"/>
            <a:pathLst>
              <a:path w="901" h="901">
                <a:moveTo>
                  <a:pt x="901" y="451"/>
                </a:moveTo>
                <a:cubicBezTo>
                  <a:pt x="901" y="481"/>
                  <a:pt x="898" y="510"/>
                  <a:pt x="892" y="539"/>
                </a:cubicBezTo>
                <a:cubicBezTo>
                  <a:pt x="886" y="568"/>
                  <a:pt x="878" y="596"/>
                  <a:pt x="867" y="623"/>
                </a:cubicBezTo>
                <a:cubicBezTo>
                  <a:pt x="855" y="651"/>
                  <a:pt x="841" y="677"/>
                  <a:pt x="825" y="701"/>
                </a:cubicBezTo>
                <a:cubicBezTo>
                  <a:pt x="809" y="726"/>
                  <a:pt x="790" y="748"/>
                  <a:pt x="769" y="769"/>
                </a:cubicBezTo>
                <a:cubicBezTo>
                  <a:pt x="748" y="790"/>
                  <a:pt x="726" y="809"/>
                  <a:pt x="701" y="825"/>
                </a:cubicBezTo>
                <a:cubicBezTo>
                  <a:pt x="676" y="842"/>
                  <a:pt x="650" y="856"/>
                  <a:pt x="623" y="867"/>
                </a:cubicBezTo>
                <a:cubicBezTo>
                  <a:pt x="596" y="878"/>
                  <a:pt x="567" y="887"/>
                  <a:pt x="538" y="892"/>
                </a:cubicBezTo>
                <a:cubicBezTo>
                  <a:pt x="509" y="898"/>
                  <a:pt x="480" y="901"/>
                  <a:pt x="450" y="901"/>
                </a:cubicBezTo>
                <a:cubicBezTo>
                  <a:pt x="421" y="901"/>
                  <a:pt x="391" y="898"/>
                  <a:pt x="362" y="892"/>
                </a:cubicBezTo>
                <a:cubicBezTo>
                  <a:pt x="333" y="887"/>
                  <a:pt x="305" y="878"/>
                  <a:pt x="278" y="867"/>
                </a:cubicBezTo>
                <a:cubicBezTo>
                  <a:pt x="251" y="856"/>
                  <a:pt x="225" y="842"/>
                  <a:pt x="200" y="825"/>
                </a:cubicBezTo>
                <a:cubicBezTo>
                  <a:pt x="176" y="809"/>
                  <a:pt x="153" y="790"/>
                  <a:pt x="132" y="769"/>
                </a:cubicBezTo>
                <a:cubicBezTo>
                  <a:pt x="111" y="748"/>
                  <a:pt x="93" y="726"/>
                  <a:pt x="76" y="701"/>
                </a:cubicBezTo>
                <a:cubicBezTo>
                  <a:pt x="60" y="677"/>
                  <a:pt x="46" y="651"/>
                  <a:pt x="35" y="623"/>
                </a:cubicBezTo>
                <a:cubicBezTo>
                  <a:pt x="23" y="596"/>
                  <a:pt x="15" y="568"/>
                  <a:pt x="9" y="539"/>
                </a:cubicBezTo>
                <a:cubicBezTo>
                  <a:pt x="3" y="510"/>
                  <a:pt x="0" y="481"/>
                  <a:pt x="0" y="451"/>
                </a:cubicBezTo>
                <a:cubicBezTo>
                  <a:pt x="0" y="422"/>
                  <a:pt x="3" y="393"/>
                  <a:pt x="9" y="364"/>
                </a:cubicBezTo>
                <a:cubicBezTo>
                  <a:pt x="15" y="335"/>
                  <a:pt x="23" y="306"/>
                  <a:pt x="35" y="278"/>
                </a:cubicBezTo>
                <a:cubicBezTo>
                  <a:pt x="46" y="251"/>
                  <a:pt x="60" y="225"/>
                  <a:pt x="76" y="200"/>
                </a:cubicBezTo>
                <a:cubicBezTo>
                  <a:pt x="93" y="176"/>
                  <a:pt x="111" y="153"/>
                  <a:pt x="132" y="132"/>
                </a:cubicBezTo>
                <a:cubicBezTo>
                  <a:pt x="153" y="111"/>
                  <a:pt x="176" y="93"/>
                  <a:pt x="200" y="76"/>
                </a:cubicBezTo>
                <a:cubicBezTo>
                  <a:pt x="225" y="60"/>
                  <a:pt x="251" y="46"/>
                  <a:pt x="278" y="35"/>
                </a:cubicBezTo>
                <a:cubicBezTo>
                  <a:pt x="305" y="23"/>
                  <a:pt x="333" y="15"/>
                  <a:pt x="362" y="9"/>
                </a:cubicBezTo>
                <a:cubicBezTo>
                  <a:pt x="391" y="3"/>
                  <a:pt x="421" y="0"/>
                  <a:pt x="450" y="0"/>
                </a:cubicBezTo>
                <a:cubicBezTo>
                  <a:pt x="480" y="0"/>
                  <a:pt x="509" y="3"/>
                  <a:pt x="538" y="9"/>
                </a:cubicBezTo>
                <a:cubicBezTo>
                  <a:pt x="567" y="15"/>
                  <a:pt x="596" y="23"/>
                  <a:pt x="623" y="35"/>
                </a:cubicBezTo>
                <a:cubicBezTo>
                  <a:pt x="650" y="46"/>
                  <a:pt x="676" y="60"/>
                  <a:pt x="701" y="76"/>
                </a:cubicBezTo>
                <a:cubicBezTo>
                  <a:pt x="726" y="93"/>
                  <a:pt x="748" y="111"/>
                  <a:pt x="769" y="132"/>
                </a:cubicBezTo>
                <a:cubicBezTo>
                  <a:pt x="790" y="153"/>
                  <a:pt x="809" y="176"/>
                  <a:pt x="825" y="200"/>
                </a:cubicBezTo>
                <a:cubicBezTo>
                  <a:pt x="841" y="225"/>
                  <a:pt x="855" y="251"/>
                  <a:pt x="867" y="278"/>
                </a:cubicBezTo>
                <a:cubicBezTo>
                  <a:pt x="878" y="306"/>
                  <a:pt x="886" y="335"/>
                  <a:pt x="892" y="364"/>
                </a:cubicBezTo>
                <a:cubicBezTo>
                  <a:pt x="898" y="393"/>
                  <a:pt x="901" y="422"/>
                  <a:pt x="901" y="4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43" name=""/>
          <p:cNvSpPr txBox="1"/>
          <p:nvPr/>
        </p:nvSpPr>
        <p:spPr>
          <a:xfrm>
            <a:off x="9432720" y="2626200"/>
            <a:ext cx="683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所要時間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44" name=""/>
          <p:cNvSpPr txBox="1"/>
          <p:nvPr/>
        </p:nvSpPr>
        <p:spPr>
          <a:xfrm>
            <a:off x="2325600" y="304524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45" name=""/>
          <p:cNvSpPr txBox="1"/>
          <p:nvPr/>
        </p:nvSpPr>
        <p:spPr>
          <a:xfrm>
            <a:off x="4384800" y="3053880"/>
            <a:ext cx="1293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環境セットアップ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46" name=""/>
          <p:cNvSpPr/>
          <p:nvPr/>
        </p:nvSpPr>
        <p:spPr>
          <a:xfrm>
            <a:off x="2219040" y="3419280"/>
            <a:ext cx="324360" cy="324360"/>
          </a:xfrm>
          <a:custGeom>
            <a:avLst/>
            <a:gdLst/>
            <a:ahLst/>
            <a:rect l="0" t="0" r="r" b="b"/>
            <a:pathLst>
              <a:path w="901" h="901">
                <a:moveTo>
                  <a:pt x="901" y="450"/>
                </a:moveTo>
                <a:cubicBezTo>
                  <a:pt x="901" y="479"/>
                  <a:pt x="898" y="509"/>
                  <a:pt x="892" y="538"/>
                </a:cubicBezTo>
                <a:cubicBezTo>
                  <a:pt x="886" y="567"/>
                  <a:pt x="878" y="595"/>
                  <a:pt x="867" y="622"/>
                </a:cubicBezTo>
                <a:cubicBezTo>
                  <a:pt x="855" y="649"/>
                  <a:pt x="841" y="675"/>
                  <a:pt x="825" y="700"/>
                </a:cubicBezTo>
                <a:cubicBezTo>
                  <a:pt x="809" y="724"/>
                  <a:pt x="790" y="747"/>
                  <a:pt x="769" y="768"/>
                </a:cubicBezTo>
                <a:cubicBezTo>
                  <a:pt x="748" y="789"/>
                  <a:pt x="726" y="807"/>
                  <a:pt x="701" y="824"/>
                </a:cubicBezTo>
                <a:cubicBezTo>
                  <a:pt x="676" y="840"/>
                  <a:pt x="650" y="855"/>
                  <a:pt x="623" y="866"/>
                </a:cubicBezTo>
                <a:cubicBezTo>
                  <a:pt x="596" y="878"/>
                  <a:pt x="567" y="886"/>
                  <a:pt x="538" y="892"/>
                </a:cubicBezTo>
                <a:cubicBezTo>
                  <a:pt x="509" y="898"/>
                  <a:pt x="480" y="901"/>
                  <a:pt x="450" y="901"/>
                </a:cubicBezTo>
                <a:cubicBezTo>
                  <a:pt x="421" y="901"/>
                  <a:pt x="391" y="898"/>
                  <a:pt x="362" y="892"/>
                </a:cubicBezTo>
                <a:cubicBezTo>
                  <a:pt x="333" y="886"/>
                  <a:pt x="305" y="878"/>
                  <a:pt x="278" y="866"/>
                </a:cubicBezTo>
                <a:cubicBezTo>
                  <a:pt x="251" y="855"/>
                  <a:pt x="225" y="840"/>
                  <a:pt x="200" y="824"/>
                </a:cubicBezTo>
                <a:cubicBezTo>
                  <a:pt x="176" y="807"/>
                  <a:pt x="153" y="789"/>
                  <a:pt x="132" y="768"/>
                </a:cubicBezTo>
                <a:cubicBezTo>
                  <a:pt x="111" y="747"/>
                  <a:pt x="93" y="724"/>
                  <a:pt x="76" y="700"/>
                </a:cubicBezTo>
                <a:cubicBezTo>
                  <a:pt x="60" y="675"/>
                  <a:pt x="46" y="649"/>
                  <a:pt x="35" y="622"/>
                </a:cubicBezTo>
                <a:cubicBezTo>
                  <a:pt x="23" y="595"/>
                  <a:pt x="15" y="567"/>
                  <a:pt x="9" y="538"/>
                </a:cubicBezTo>
                <a:cubicBezTo>
                  <a:pt x="3" y="509"/>
                  <a:pt x="0" y="479"/>
                  <a:pt x="0" y="450"/>
                </a:cubicBezTo>
                <a:cubicBezTo>
                  <a:pt x="0" y="420"/>
                  <a:pt x="3" y="391"/>
                  <a:pt x="9" y="362"/>
                </a:cubicBezTo>
                <a:cubicBezTo>
                  <a:pt x="15" y="333"/>
                  <a:pt x="23" y="305"/>
                  <a:pt x="35" y="278"/>
                </a:cubicBezTo>
                <a:cubicBezTo>
                  <a:pt x="46" y="250"/>
                  <a:pt x="60" y="224"/>
                  <a:pt x="76" y="200"/>
                </a:cubicBezTo>
                <a:cubicBezTo>
                  <a:pt x="93" y="175"/>
                  <a:pt x="111" y="153"/>
                  <a:pt x="132" y="132"/>
                </a:cubicBezTo>
                <a:cubicBezTo>
                  <a:pt x="153" y="111"/>
                  <a:pt x="176" y="92"/>
                  <a:pt x="200" y="76"/>
                </a:cubicBezTo>
                <a:cubicBezTo>
                  <a:pt x="225" y="59"/>
                  <a:pt x="251" y="46"/>
                  <a:pt x="278" y="34"/>
                </a:cubicBezTo>
                <a:cubicBezTo>
                  <a:pt x="305" y="23"/>
                  <a:pt x="333" y="14"/>
                  <a:pt x="362" y="9"/>
                </a:cubicBezTo>
                <a:cubicBezTo>
                  <a:pt x="391" y="3"/>
                  <a:pt x="421" y="0"/>
                  <a:pt x="450" y="0"/>
                </a:cubicBezTo>
                <a:cubicBezTo>
                  <a:pt x="480" y="0"/>
                  <a:pt x="509" y="3"/>
                  <a:pt x="538" y="9"/>
                </a:cubicBezTo>
                <a:cubicBezTo>
                  <a:pt x="567" y="14"/>
                  <a:pt x="596" y="23"/>
                  <a:pt x="623" y="34"/>
                </a:cubicBezTo>
                <a:cubicBezTo>
                  <a:pt x="650" y="46"/>
                  <a:pt x="676" y="59"/>
                  <a:pt x="701" y="76"/>
                </a:cubicBezTo>
                <a:cubicBezTo>
                  <a:pt x="726" y="92"/>
                  <a:pt x="748" y="111"/>
                  <a:pt x="769" y="132"/>
                </a:cubicBezTo>
                <a:cubicBezTo>
                  <a:pt x="790" y="153"/>
                  <a:pt x="809" y="175"/>
                  <a:pt x="825" y="200"/>
                </a:cubicBezTo>
                <a:cubicBezTo>
                  <a:pt x="841" y="224"/>
                  <a:pt x="855" y="250"/>
                  <a:pt x="867" y="278"/>
                </a:cubicBezTo>
                <a:cubicBezTo>
                  <a:pt x="878" y="305"/>
                  <a:pt x="886" y="333"/>
                  <a:pt x="892" y="362"/>
                </a:cubicBezTo>
                <a:cubicBezTo>
                  <a:pt x="898" y="391"/>
                  <a:pt x="901" y="420"/>
                  <a:pt x="901" y="450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47" name=""/>
          <p:cNvSpPr txBox="1"/>
          <p:nvPr/>
        </p:nvSpPr>
        <p:spPr>
          <a:xfrm>
            <a:off x="9604800" y="3053880"/>
            <a:ext cx="342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15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48" name=""/>
          <p:cNvSpPr txBox="1"/>
          <p:nvPr/>
        </p:nvSpPr>
        <p:spPr>
          <a:xfrm>
            <a:off x="2325600" y="349308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49" name=""/>
          <p:cNvSpPr txBox="1"/>
          <p:nvPr/>
        </p:nvSpPr>
        <p:spPr>
          <a:xfrm>
            <a:off x="4384800" y="3501360"/>
            <a:ext cx="2424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GEMINI.md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</a:t>
            </a:r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AGENTS.md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）設定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0" name=""/>
          <p:cNvSpPr/>
          <p:nvPr/>
        </p:nvSpPr>
        <p:spPr>
          <a:xfrm>
            <a:off x="2219040" y="3867120"/>
            <a:ext cx="324360" cy="324000"/>
          </a:xfrm>
          <a:custGeom>
            <a:avLst/>
            <a:gdLst/>
            <a:ahLst/>
            <a:rect l="0" t="0" r="r" b="b"/>
            <a:pathLst>
              <a:path w="901" h="900">
                <a:moveTo>
                  <a:pt x="901" y="449"/>
                </a:moveTo>
                <a:cubicBezTo>
                  <a:pt x="901" y="479"/>
                  <a:pt x="898" y="509"/>
                  <a:pt x="892" y="538"/>
                </a:cubicBezTo>
                <a:cubicBezTo>
                  <a:pt x="886" y="567"/>
                  <a:pt x="878" y="595"/>
                  <a:pt x="867" y="623"/>
                </a:cubicBezTo>
                <a:cubicBezTo>
                  <a:pt x="855" y="650"/>
                  <a:pt x="841" y="676"/>
                  <a:pt x="825" y="700"/>
                </a:cubicBezTo>
                <a:cubicBezTo>
                  <a:pt x="809" y="725"/>
                  <a:pt x="790" y="748"/>
                  <a:pt x="769" y="768"/>
                </a:cubicBezTo>
                <a:cubicBezTo>
                  <a:pt x="748" y="789"/>
                  <a:pt x="726" y="808"/>
                  <a:pt x="701" y="824"/>
                </a:cubicBezTo>
                <a:cubicBezTo>
                  <a:pt x="676" y="841"/>
                  <a:pt x="650" y="855"/>
                  <a:pt x="623" y="866"/>
                </a:cubicBezTo>
                <a:cubicBezTo>
                  <a:pt x="596" y="877"/>
                  <a:pt x="567" y="886"/>
                  <a:pt x="538" y="892"/>
                </a:cubicBezTo>
                <a:cubicBezTo>
                  <a:pt x="509" y="897"/>
                  <a:pt x="480" y="900"/>
                  <a:pt x="450" y="900"/>
                </a:cubicBezTo>
                <a:cubicBezTo>
                  <a:pt x="421" y="900"/>
                  <a:pt x="391" y="897"/>
                  <a:pt x="362" y="892"/>
                </a:cubicBezTo>
                <a:cubicBezTo>
                  <a:pt x="333" y="886"/>
                  <a:pt x="305" y="877"/>
                  <a:pt x="278" y="866"/>
                </a:cubicBezTo>
                <a:cubicBezTo>
                  <a:pt x="251" y="855"/>
                  <a:pt x="225" y="841"/>
                  <a:pt x="200" y="824"/>
                </a:cubicBezTo>
                <a:cubicBezTo>
                  <a:pt x="176" y="808"/>
                  <a:pt x="153" y="789"/>
                  <a:pt x="132" y="768"/>
                </a:cubicBezTo>
                <a:cubicBezTo>
                  <a:pt x="111" y="748"/>
                  <a:pt x="93" y="725"/>
                  <a:pt x="76" y="700"/>
                </a:cubicBezTo>
                <a:cubicBezTo>
                  <a:pt x="60" y="676"/>
                  <a:pt x="46" y="650"/>
                  <a:pt x="35" y="623"/>
                </a:cubicBezTo>
                <a:cubicBezTo>
                  <a:pt x="23" y="595"/>
                  <a:pt x="15" y="567"/>
                  <a:pt x="9" y="538"/>
                </a:cubicBezTo>
                <a:cubicBezTo>
                  <a:pt x="3" y="509"/>
                  <a:pt x="0" y="479"/>
                  <a:pt x="0" y="449"/>
                </a:cubicBezTo>
                <a:cubicBezTo>
                  <a:pt x="0" y="420"/>
                  <a:pt x="3" y="391"/>
                  <a:pt x="9" y="362"/>
                </a:cubicBezTo>
                <a:cubicBezTo>
                  <a:pt x="15" y="333"/>
                  <a:pt x="23" y="305"/>
                  <a:pt x="35" y="277"/>
                </a:cubicBezTo>
                <a:cubicBezTo>
                  <a:pt x="46" y="250"/>
                  <a:pt x="60" y="224"/>
                  <a:pt x="76" y="199"/>
                </a:cubicBezTo>
                <a:cubicBezTo>
                  <a:pt x="93" y="175"/>
                  <a:pt x="111" y="152"/>
                  <a:pt x="132" y="131"/>
                </a:cubicBezTo>
                <a:cubicBezTo>
                  <a:pt x="153" y="110"/>
                  <a:pt x="176" y="92"/>
                  <a:pt x="200" y="75"/>
                </a:cubicBezTo>
                <a:cubicBezTo>
                  <a:pt x="225" y="59"/>
                  <a:pt x="251" y="45"/>
                  <a:pt x="278" y="34"/>
                </a:cubicBezTo>
                <a:cubicBezTo>
                  <a:pt x="305" y="23"/>
                  <a:pt x="333" y="14"/>
                  <a:pt x="362" y="8"/>
                </a:cubicBezTo>
                <a:cubicBezTo>
                  <a:pt x="391" y="2"/>
                  <a:pt x="421" y="0"/>
                  <a:pt x="450" y="0"/>
                </a:cubicBezTo>
                <a:cubicBezTo>
                  <a:pt x="480" y="0"/>
                  <a:pt x="509" y="2"/>
                  <a:pt x="538" y="8"/>
                </a:cubicBezTo>
                <a:cubicBezTo>
                  <a:pt x="567" y="14"/>
                  <a:pt x="596" y="23"/>
                  <a:pt x="623" y="34"/>
                </a:cubicBezTo>
                <a:cubicBezTo>
                  <a:pt x="650" y="45"/>
                  <a:pt x="676" y="59"/>
                  <a:pt x="701" y="75"/>
                </a:cubicBezTo>
                <a:cubicBezTo>
                  <a:pt x="726" y="92"/>
                  <a:pt x="748" y="110"/>
                  <a:pt x="769" y="131"/>
                </a:cubicBezTo>
                <a:cubicBezTo>
                  <a:pt x="790" y="152"/>
                  <a:pt x="809" y="175"/>
                  <a:pt x="825" y="199"/>
                </a:cubicBezTo>
                <a:cubicBezTo>
                  <a:pt x="841" y="224"/>
                  <a:pt x="855" y="250"/>
                  <a:pt x="867" y="277"/>
                </a:cubicBezTo>
                <a:cubicBezTo>
                  <a:pt x="878" y="305"/>
                  <a:pt x="886" y="333"/>
                  <a:pt x="892" y="362"/>
                </a:cubicBezTo>
                <a:cubicBezTo>
                  <a:pt x="898" y="391"/>
                  <a:pt x="901" y="420"/>
                  <a:pt x="901" y="449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1" name=""/>
          <p:cNvSpPr txBox="1"/>
          <p:nvPr/>
        </p:nvSpPr>
        <p:spPr>
          <a:xfrm>
            <a:off x="9604800" y="3501360"/>
            <a:ext cx="342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15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2" name=""/>
          <p:cNvSpPr txBox="1"/>
          <p:nvPr/>
        </p:nvSpPr>
        <p:spPr>
          <a:xfrm>
            <a:off x="2325600" y="394056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3" name=""/>
          <p:cNvSpPr txBox="1"/>
          <p:nvPr/>
        </p:nvSpPr>
        <p:spPr>
          <a:xfrm>
            <a:off x="4384800" y="3949200"/>
            <a:ext cx="1472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Vibe Coding </a:t>
            </a:r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基礎編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4" name=""/>
          <p:cNvSpPr/>
          <p:nvPr/>
        </p:nvSpPr>
        <p:spPr>
          <a:xfrm>
            <a:off x="2219040" y="4314600"/>
            <a:ext cx="324360" cy="324360"/>
          </a:xfrm>
          <a:custGeom>
            <a:avLst/>
            <a:gdLst/>
            <a:ahLst/>
            <a:rect l="0" t="0" r="r" b="b"/>
            <a:pathLst>
              <a:path w="901" h="901">
                <a:moveTo>
                  <a:pt x="901" y="451"/>
                </a:moveTo>
                <a:cubicBezTo>
                  <a:pt x="901" y="480"/>
                  <a:pt x="898" y="510"/>
                  <a:pt x="892" y="539"/>
                </a:cubicBezTo>
                <a:cubicBezTo>
                  <a:pt x="886" y="568"/>
                  <a:pt x="878" y="596"/>
                  <a:pt x="867" y="623"/>
                </a:cubicBezTo>
                <a:cubicBezTo>
                  <a:pt x="855" y="650"/>
                  <a:pt x="841" y="676"/>
                  <a:pt x="825" y="701"/>
                </a:cubicBezTo>
                <a:cubicBezTo>
                  <a:pt x="809" y="725"/>
                  <a:pt x="790" y="748"/>
                  <a:pt x="769" y="769"/>
                </a:cubicBezTo>
                <a:cubicBezTo>
                  <a:pt x="748" y="790"/>
                  <a:pt x="726" y="808"/>
                  <a:pt x="701" y="825"/>
                </a:cubicBezTo>
                <a:cubicBezTo>
                  <a:pt x="676" y="841"/>
                  <a:pt x="650" y="855"/>
                  <a:pt x="623" y="866"/>
                </a:cubicBezTo>
                <a:cubicBezTo>
                  <a:pt x="596" y="878"/>
                  <a:pt x="567" y="886"/>
                  <a:pt x="538" y="892"/>
                </a:cubicBezTo>
                <a:cubicBezTo>
                  <a:pt x="509" y="898"/>
                  <a:pt x="480" y="901"/>
                  <a:pt x="450" y="901"/>
                </a:cubicBezTo>
                <a:cubicBezTo>
                  <a:pt x="421" y="901"/>
                  <a:pt x="391" y="898"/>
                  <a:pt x="362" y="892"/>
                </a:cubicBezTo>
                <a:cubicBezTo>
                  <a:pt x="333" y="886"/>
                  <a:pt x="305" y="878"/>
                  <a:pt x="278" y="866"/>
                </a:cubicBezTo>
                <a:cubicBezTo>
                  <a:pt x="251" y="855"/>
                  <a:pt x="225" y="841"/>
                  <a:pt x="200" y="825"/>
                </a:cubicBezTo>
                <a:cubicBezTo>
                  <a:pt x="176" y="808"/>
                  <a:pt x="153" y="790"/>
                  <a:pt x="132" y="769"/>
                </a:cubicBezTo>
                <a:cubicBezTo>
                  <a:pt x="111" y="748"/>
                  <a:pt x="93" y="725"/>
                  <a:pt x="76" y="701"/>
                </a:cubicBezTo>
                <a:cubicBezTo>
                  <a:pt x="60" y="676"/>
                  <a:pt x="46" y="650"/>
                  <a:pt x="35" y="623"/>
                </a:cubicBezTo>
                <a:cubicBezTo>
                  <a:pt x="23" y="596"/>
                  <a:pt x="15" y="568"/>
                  <a:pt x="9" y="539"/>
                </a:cubicBezTo>
                <a:cubicBezTo>
                  <a:pt x="3" y="510"/>
                  <a:pt x="0" y="480"/>
                  <a:pt x="0" y="451"/>
                </a:cubicBezTo>
                <a:cubicBezTo>
                  <a:pt x="0" y="421"/>
                  <a:pt x="3" y="392"/>
                  <a:pt x="9" y="363"/>
                </a:cubicBezTo>
                <a:cubicBezTo>
                  <a:pt x="15" y="334"/>
                  <a:pt x="23" y="306"/>
                  <a:pt x="35" y="279"/>
                </a:cubicBezTo>
                <a:cubicBezTo>
                  <a:pt x="46" y="251"/>
                  <a:pt x="60" y="226"/>
                  <a:pt x="76" y="201"/>
                </a:cubicBezTo>
                <a:cubicBezTo>
                  <a:pt x="93" y="176"/>
                  <a:pt x="111" y="154"/>
                  <a:pt x="132" y="132"/>
                </a:cubicBezTo>
                <a:cubicBezTo>
                  <a:pt x="153" y="111"/>
                  <a:pt x="176" y="92"/>
                  <a:pt x="200" y="76"/>
                </a:cubicBezTo>
                <a:cubicBezTo>
                  <a:pt x="225" y="60"/>
                  <a:pt x="251" y="46"/>
                  <a:pt x="278" y="34"/>
                </a:cubicBezTo>
                <a:cubicBezTo>
                  <a:pt x="305" y="23"/>
                  <a:pt x="333" y="15"/>
                  <a:pt x="362" y="9"/>
                </a:cubicBezTo>
                <a:cubicBezTo>
                  <a:pt x="391" y="3"/>
                  <a:pt x="421" y="0"/>
                  <a:pt x="450" y="0"/>
                </a:cubicBezTo>
                <a:cubicBezTo>
                  <a:pt x="480" y="0"/>
                  <a:pt x="509" y="3"/>
                  <a:pt x="538" y="9"/>
                </a:cubicBezTo>
                <a:cubicBezTo>
                  <a:pt x="567" y="15"/>
                  <a:pt x="596" y="23"/>
                  <a:pt x="623" y="34"/>
                </a:cubicBezTo>
                <a:cubicBezTo>
                  <a:pt x="650" y="46"/>
                  <a:pt x="676" y="60"/>
                  <a:pt x="701" y="76"/>
                </a:cubicBezTo>
                <a:cubicBezTo>
                  <a:pt x="726" y="92"/>
                  <a:pt x="748" y="111"/>
                  <a:pt x="769" y="132"/>
                </a:cubicBezTo>
                <a:cubicBezTo>
                  <a:pt x="790" y="154"/>
                  <a:pt x="809" y="176"/>
                  <a:pt x="825" y="201"/>
                </a:cubicBezTo>
                <a:cubicBezTo>
                  <a:pt x="841" y="226"/>
                  <a:pt x="855" y="251"/>
                  <a:pt x="867" y="279"/>
                </a:cubicBezTo>
                <a:cubicBezTo>
                  <a:pt x="878" y="306"/>
                  <a:pt x="886" y="334"/>
                  <a:pt x="892" y="363"/>
                </a:cubicBezTo>
                <a:cubicBezTo>
                  <a:pt x="898" y="392"/>
                  <a:pt x="901" y="421"/>
                  <a:pt x="901" y="4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5" name=""/>
          <p:cNvSpPr txBox="1"/>
          <p:nvPr/>
        </p:nvSpPr>
        <p:spPr>
          <a:xfrm>
            <a:off x="9604800" y="3949200"/>
            <a:ext cx="342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20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6" name=""/>
          <p:cNvSpPr txBox="1"/>
          <p:nvPr/>
        </p:nvSpPr>
        <p:spPr>
          <a:xfrm>
            <a:off x="2325600" y="438840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7" name=""/>
          <p:cNvSpPr txBox="1"/>
          <p:nvPr/>
        </p:nvSpPr>
        <p:spPr>
          <a:xfrm>
            <a:off x="4384800" y="4397040"/>
            <a:ext cx="727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MCP 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接続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8" name=""/>
          <p:cNvSpPr/>
          <p:nvPr/>
        </p:nvSpPr>
        <p:spPr>
          <a:xfrm>
            <a:off x="2219040" y="4762440"/>
            <a:ext cx="324360" cy="324000"/>
          </a:xfrm>
          <a:custGeom>
            <a:avLst/>
            <a:gdLst/>
            <a:ahLst/>
            <a:rect l="0" t="0" r="r" b="b"/>
            <a:pathLst>
              <a:path w="901" h="900">
                <a:moveTo>
                  <a:pt x="901" y="449"/>
                </a:moveTo>
                <a:cubicBezTo>
                  <a:pt x="901" y="479"/>
                  <a:pt x="898" y="508"/>
                  <a:pt x="892" y="537"/>
                </a:cubicBezTo>
                <a:cubicBezTo>
                  <a:pt x="886" y="566"/>
                  <a:pt x="878" y="594"/>
                  <a:pt x="867" y="622"/>
                </a:cubicBezTo>
                <a:cubicBezTo>
                  <a:pt x="855" y="649"/>
                  <a:pt x="841" y="675"/>
                  <a:pt x="825" y="699"/>
                </a:cubicBezTo>
                <a:cubicBezTo>
                  <a:pt x="809" y="725"/>
                  <a:pt x="790" y="748"/>
                  <a:pt x="769" y="769"/>
                </a:cubicBezTo>
                <a:cubicBezTo>
                  <a:pt x="748" y="789"/>
                  <a:pt x="726" y="808"/>
                  <a:pt x="701" y="824"/>
                </a:cubicBezTo>
                <a:cubicBezTo>
                  <a:pt x="676" y="841"/>
                  <a:pt x="650" y="855"/>
                  <a:pt x="623" y="866"/>
                </a:cubicBezTo>
                <a:cubicBezTo>
                  <a:pt x="596" y="877"/>
                  <a:pt x="567" y="886"/>
                  <a:pt x="538" y="892"/>
                </a:cubicBezTo>
                <a:cubicBezTo>
                  <a:pt x="509" y="897"/>
                  <a:pt x="480" y="900"/>
                  <a:pt x="450" y="900"/>
                </a:cubicBezTo>
                <a:cubicBezTo>
                  <a:pt x="421" y="900"/>
                  <a:pt x="391" y="897"/>
                  <a:pt x="362" y="892"/>
                </a:cubicBezTo>
                <a:cubicBezTo>
                  <a:pt x="333" y="886"/>
                  <a:pt x="305" y="877"/>
                  <a:pt x="278" y="866"/>
                </a:cubicBezTo>
                <a:cubicBezTo>
                  <a:pt x="251" y="855"/>
                  <a:pt x="225" y="841"/>
                  <a:pt x="200" y="824"/>
                </a:cubicBezTo>
                <a:cubicBezTo>
                  <a:pt x="176" y="808"/>
                  <a:pt x="153" y="789"/>
                  <a:pt x="132" y="769"/>
                </a:cubicBezTo>
                <a:cubicBezTo>
                  <a:pt x="111" y="748"/>
                  <a:pt x="93" y="725"/>
                  <a:pt x="76" y="699"/>
                </a:cubicBezTo>
                <a:cubicBezTo>
                  <a:pt x="60" y="675"/>
                  <a:pt x="46" y="649"/>
                  <a:pt x="35" y="622"/>
                </a:cubicBezTo>
                <a:cubicBezTo>
                  <a:pt x="23" y="594"/>
                  <a:pt x="15" y="566"/>
                  <a:pt x="9" y="537"/>
                </a:cubicBezTo>
                <a:cubicBezTo>
                  <a:pt x="3" y="508"/>
                  <a:pt x="0" y="479"/>
                  <a:pt x="0" y="449"/>
                </a:cubicBezTo>
                <a:cubicBezTo>
                  <a:pt x="0" y="420"/>
                  <a:pt x="3" y="391"/>
                  <a:pt x="9" y="362"/>
                </a:cubicBezTo>
                <a:cubicBezTo>
                  <a:pt x="15" y="333"/>
                  <a:pt x="23" y="305"/>
                  <a:pt x="35" y="277"/>
                </a:cubicBezTo>
                <a:cubicBezTo>
                  <a:pt x="46" y="250"/>
                  <a:pt x="60" y="224"/>
                  <a:pt x="76" y="200"/>
                </a:cubicBezTo>
                <a:cubicBezTo>
                  <a:pt x="93" y="175"/>
                  <a:pt x="111" y="152"/>
                  <a:pt x="132" y="131"/>
                </a:cubicBezTo>
                <a:cubicBezTo>
                  <a:pt x="153" y="111"/>
                  <a:pt x="176" y="92"/>
                  <a:pt x="200" y="75"/>
                </a:cubicBezTo>
                <a:cubicBezTo>
                  <a:pt x="225" y="59"/>
                  <a:pt x="251" y="45"/>
                  <a:pt x="278" y="34"/>
                </a:cubicBezTo>
                <a:cubicBezTo>
                  <a:pt x="305" y="23"/>
                  <a:pt x="333" y="14"/>
                  <a:pt x="362" y="8"/>
                </a:cubicBezTo>
                <a:cubicBezTo>
                  <a:pt x="391" y="3"/>
                  <a:pt x="421" y="0"/>
                  <a:pt x="450" y="0"/>
                </a:cubicBezTo>
                <a:cubicBezTo>
                  <a:pt x="480" y="0"/>
                  <a:pt x="509" y="3"/>
                  <a:pt x="538" y="8"/>
                </a:cubicBezTo>
                <a:cubicBezTo>
                  <a:pt x="567" y="14"/>
                  <a:pt x="596" y="23"/>
                  <a:pt x="623" y="34"/>
                </a:cubicBezTo>
                <a:cubicBezTo>
                  <a:pt x="650" y="45"/>
                  <a:pt x="676" y="59"/>
                  <a:pt x="701" y="75"/>
                </a:cubicBezTo>
                <a:cubicBezTo>
                  <a:pt x="726" y="92"/>
                  <a:pt x="748" y="111"/>
                  <a:pt x="769" y="131"/>
                </a:cubicBezTo>
                <a:cubicBezTo>
                  <a:pt x="790" y="152"/>
                  <a:pt x="809" y="175"/>
                  <a:pt x="825" y="200"/>
                </a:cubicBezTo>
                <a:cubicBezTo>
                  <a:pt x="841" y="224"/>
                  <a:pt x="855" y="250"/>
                  <a:pt x="867" y="277"/>
                </a:cubicBezTo>
                <a:cubicBezTo>
                  <a:pt x="878" y="305"/>
                  <a:pt x="886" y="333"/>
                  <a:pt x="892" y="362"/>
                </a:cubicBezTo>
                <a:cubicBezTo>
                  <a:pt x="898" y="391"/>
                  <a:pt x="901" y="420"/>
                  <a:pt x="901" y="449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9" name=""/>
          <p:cNvSpPr txBox="1"/>
          <p:nvPr/>
        </p:nvSpPr>
        <p:spPr>
          <a:xfrm>
            <a:off x="9604800" y="4397040"/>
            <a:ext cx="342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20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60" name=""/>
          <p:cNvSpPr txBox="1"/>
          <p:nvPr/>
        </p:nvSpPr>
        <p:spPr>
          <a:xfrm>
            <a:off x="2325600" y="483588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61" name=""/>
          <p:cNvSpPr txBox="1"/>
          <p:nvPr/>
        </p:nvSpPr>
        <p:spPr>
          <a:xfrm>
            <a:off x="4384800" y="4844520"/>
            <a:ext cx="12124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Agent Skills 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作成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62" name=""/>
          <p:cNvSpPr/>
          <p:nvPr/>
        </p:nvSpPr>
        <p:spPr>
          <a:xfrm>
            <a:off x="2219040" y="5209920"/>
            <a:ext cx="324360" cy="324360"/>
          </a:xfrm>
          <a:custGeom>
            <a:avLst/>
            <a:gdLst/>
            <a:ahLst/>
            <a:rect l="0" t="0" r="r" b="b"/>
            <a:pathLst>
              <a:path w="901" h="901">
                <a:moveTo>
                  <a:pt x="901" y="451"/>
                </a:moveTo>
                <a:cubicBezTo>
                  <a:pt x="901" y="481"/>
                  <a:pt x="898" y="510"/>
                  <a:pt x="892" y="539"/>
                </a:cubicBezTo>
                <a:cubicBezTo>
                  <a:pt x="886" y="568"/>
                  <a:pt x="878" y="596"/>
                  <a:pt x="867" y="623"/>
                </a:cubicBezTo>
                <a:cubicBezTo>
                  <a:pt x="855" y="650"/>
                  <a:pt x="841" y="676"/>
                  <a:pt x="825" y="701"/>
                </a:cubicBezTo>
                <a:cubicBezTo>
                  <a:pt x="809" y="725"/>
                  <a:pt x="790" y="748"/>
                  <a:pt x="769" y="769"/>
                </a:cubicBezTo>
                <a:cubicBezTo>
                  <a:pt x="748" y="790"/>
                  <a:pt x="726" y="809"/>
                  <a:pt x="701" y="825"/>
                </a:cubicBezTo>
                <a:cubicBezTo>
                  <a:pt x="676" y="841"/>
                  <a:pt x="650" y="855"/>
                  <a:pt x="623" y="867"/>
                </a:cubicBezTo>
                <a:cubicBezTo>
                  <a:pt x="596" y="878"/>
                  <a:pt x="567" y="886"/>
                  <a:pt x="538" y="892"/>
                </a:cubicBezTo>
                <a:cubicBezTo>
                  <a:pt x="509" y="898"/>
                  <a:pt x="480" y="901"/>
                  <a:pt x="450" y="901"/>
                </a:cubicBezTo>
                <a:cubicBezTo>
                  <a:pt x="421" y="901"/>
                  <a:pt x="391" y="898"/>
                  <a:pt x="362" y="892"/>
                </a:cubicBezTo>
                <a:cubicBezTo>
                  <a:pt x="333" y="886"/>
                  <a:pt x="305" y="878"/>
                  <a:pt x="278" y="867"/>
                </a:cubicBezTo>
                <a:cubicBezTo>
                  <a:pt x="251" y="855"/>
                  <a:pt x="225" y="841"/>
                  <a:pt x="200" y="825"/>
                </a:cubicBezTo>
                <a:cubicBezTo>
                  <a:pt x="176" y="809"/>
                  <a:pt x="153" y="790"/>
                  <a:pt x="132" y="769"/>
                </a:cubicBezTo>
                <a:cubicBezTo>
                  <a:pt x="111" y="748"/>
                  <a:pt x="93" y="725"/>
                  <a:pt x="76" y="701"/>
                </a:cubicBezTo>
                <a:cubicBezTo>
                  <a:pt x="60" y="676"/>
                  <a:pt x="46" y="650"/>
                  <a:pt x="35" y="623"/>
                </a:cubicBezTo>
                <a:cubicBezTo>
                  <a:pt x="23" y="596"/>
                  <a:pt x="15" y="568"/>
                  <a:pt x="9" y="539"/>
                </a:cubicBezTo>
                <a:cubicBezTo>
                  <a:pt x="3" y="510"/>
                  <a:pt x="0" y="481"/>
                  <a:pt x="0" y="451"/>
                </a:cubicBezTo>
                <a:cubicBezTo>
                  <a:pt x="0" y="421"/>
                  <a:pt x="3" y="392"/>
                  <a:pt x="9" y="363"/>
                </a:cubicBezTo>
                <a:cubicBezTo>
                  <a:pt x="15" y="333"/>
                  <a:pt x="23" y="305"/>
                  <a:pt x="35" y="278"/>
                </a:cubicBezTo>
                <a:cubicBezTo>
                  <a:pt x="46" y="251"/>
                  <a:pt x="60" y="225"/>
                  <a:pt x="76" y="200"/>
                </a:cubicBezTo>
                <a:cubicBezTo>
                  <a:pt x="93" y="176"/>
                  <a:pt x="111" y="153"/>
                  <a:pt x="132" y="132"/>
                </a:cubicBezTo>
                <a:cubicBezTo>
                  <a:pt x="153" y="111"/>
                  <a:pt x="176" y="92"/>
                  <a:pt x="200" y="76"/>
                </a:cubicBezTo>
                <a:cubicBezTo>
                  <a:pt x="225" y="60"/>
                  <a:pt x="251" y="46"/>
                  <a:pt x="278" y="34"/>
                </a:cubicBezTo>
                <a:cubicBezTo>
                  <a:pt x="305" y="23"/>
                  <a:pt x="333" y="15"/>
                  <a:pt x="362" y="9"/>
                </a:cubicBezTo>
                <a:cubicBezTo>
                  <a:pt x="391" y="3"/>
                  <a:pt x="421" y="0"/>
                  <a:pt x="450" y="0"/>
                </a:cubicBezTo>
                <a:cubicBezTo>
                  <a:pt x="480" y="0"/>
                  <a:pt x="509" y="3"/>
                  <a:pt x="538" y="9"/>
                </a:cubicBezTo>
                <a:cubicBezTo>
                  <a:pt x="567" y="15"/>
                  <a:pt x="596" y="23"/>
                  <a:pt x="623" y="34"/>
                </a:cubicBezTo>
                <a:cubicBezTo>
                  <a:pt x="650" y="46"/>
                  <a:pt x="676" y="60"/>
                  <a:pt x="701" y="76"/>
                </a:cubicBezTo>
                <a:cubicBezTo>
                  <a:pt x="726" y="92"/>
                  <a:pt x="748" y="111"/>
                  <a:pt x="769" y="132"/>
                </a:cubicBezTo>
                <a:cubicBezTo>
                  <a:pt x="790" y="153"/>
                  <a:pt x="809" y="176"/>
                  <a:pt x="825" y="200"/>
                </a:cubicBezTo>
                <a:cubicBezTo>
                  <a:pt x="841" y="225"/>
                  <a:pt x="855" y="251"/>
                  <a:pt x="867" y="278"/>
                </a:cubicBezTo>
                <a:cubicBezTo>
                  <a:pt x="878" y="305"/>
                  <a:pt x="886" y="333"/>
                  <a:pt x="892" y="363"/>
                </a:cubicBezTo>
                <a:cubicBezTo>
                  <a:pt x="898" y="392"/>
                  <a:pt x="901" y="421"/>
                  <a:pt x="901" y="4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63" name=""/>
          <p:cNvSpPr txBox="1"/>
          <p:nvPr/>
        </p:nvSpPr>
        <p:spPr>
          <a:xfrm>
            <a:off x="9604800" y="4844520"/>
            <a:ext cx="342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20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64" name=""/>
          <p:cNvSpPr txBox="1"/>
          <p:nvPr/>
        </p:nvSpPr>
        <p:spPr>
          <a:xfrm>
            <a:off x="2325600" y="528372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65" name=""/>
          <p:cNvSpPr txBox="1"/>
          <p:nvPr/>
        </p:nvSpPr>
        <p:spPr>
          <a:xfrm>
            <a:off x="4384800" y="5292360"/>
            <a:ext cx="1472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Vibe Coding </a:t>
            </a:r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発展編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66" name=""/>
          <p:cNvSpPr txBox="1"/>
          <p:nvPr/>
        </p:nvSpPr>
        <p:spPr>
          <a:xfrm>
            <a:off x="9604800" y="5292360"/>
            <a:ext cx="342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30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67" name=""/>
          <p:cNvSpPr txBox="1"/>
          <p:nvPr/>
        </p:nvSpPr>
        <p:spPr>
          <a:xfrm>
            <a:off x="5658840" y="5727600"/>
            <a:ext cx="8701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合計：約</a:t>
            </a:r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2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時間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68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72" name=""/>
          <p:cNvSpPr/>
          <p:nvPr/>
        </p:nvSpPr>
        <p:spPr>
          <a:xfrm>
            <a:off x="571320" y="127620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73" name=""/>
          <p:cNvSpPr/>
          <p:nvPr/>
        </p:nvSpPr>
        <p:spPr>
          <a:xfrm>
            <a:off x="631440" y="707040"/>
            <a:ext cx="358920" cy="358920"/>
          </a:xfrm>
          <a:custGeom>
            <a:avLst/>
            <a:gdLst/>
            <a:ahLst/>
            <a:rect l="0" t="0" r="r" b="b"/>
            <a:pathLst>
              <a:path w="997" h="997">
                <a:moveTo>
                  <a:pt x="806" y="982"/>
                </a:moveTo>
                <a:lnTo>
                  <a:pt x="449" y="624"/>
                </a:lnTo>
                <a:cubicBezTo>
                  <a:pt x="428" y="631"/>
                  <a:pt x="407" y="637"/>
                  <a:pt x="386" y="642"/>
                </a:cubicBezTo>
                <a:cubicBezTo>
                  <a:pt x="364" y="646"/>
                  <a:pt x="343" y="649"/>
                  <a:pt x="321" y="649"/>
                </a:cubicBezTo>
                <a:cubicBezTo>
                  <a:pt x="232" y="649"/>
                  <a:pt x="156" y="618"/>
                  <a:pt x="93" y="555"/>
                </a:cubicBezTo>
                <a:cubicBezTo>
                  <a:pt x="31" y="492"/>
                  <a:pt x="0" y="417"/>
                  <a:pt x="0" y="328"/>
                </a:cubicBezTo>
                <a:cubicBezTo>
                  <a:pt x="0" y="300"/>
                  <a:pt x="3" y="272"/>
                  <a:pt x="11" y="245"/>
                </a:cubicBezTo>
                <a:cubicBezTo>
                  <a:pt x="18" y="218"/>
                  <a:pt x="29" y="192"/>
                  <a:pt x="42" y="168"/>
                </a:cubicBezTo>
                <a:lnTo>
                  <a:pt x="242" y="368"/>
                </a:lnTo>
                <a:lnTo>
                  <a:pt x="369" y="249"/>
                </a:lnTo>
                <a:lnTo>
                  <a:pt x="164" y="44"/>
                </a:lnTo>
                <a:cubicBezTo>
                  <a:pt x="188" y="30"/>
                  <a:pt x="213" y="19"/>
                  <a:pt x="239" y="12"/>
                </a:cubicBezTo>
                <a:cubicBezTo>
                  <a:pt x="266" y="4"/>
                  <a:pt x="293" y="0"/>
                  <a:pt x="321" y="0"/>
                </a:cubicBezTo>
                <a:cubicBezTo>
                  <a:pt x="412" y="0"/>
                  <a:pt x="489" y="32"/>
                  <a:pt x="553" y="96"/>
                </a:cubicBezTo>
                <a:cubicBezTo>
                  <a:pt x="617" y="159"/>
                  <a:pt x="649" y="237"/>
                  <a:pt x="649" y="328"/>
                </a:cubicBezTo>
                <a:cubicBezTo>
                  <a:pt x="649" y="350"/>
                  <a:pt x="647" y="372"/>
                  <a:pt x="642" y="393"/>
                </a:cubicBezTo>
                <a:cubicBezTo>
                  <a:pt x="637" y="414"/>
                  <a:pt x="631" y="435"/>
                  <a:pt x="624" y="456"/>
                </a:cubicBezTo>
                <a:lnTo>
                  <a:pt x="982" y="813"/>
                </a:lnTo>
                <a:cubicBezTo>
                  <a:pt x="992" y="823"/>
                  <a:pt x="997" y="835"/>
                  <a:pt x="997" y="849"/>
                </a:cubicBezTo>
                <a:cubicBezTo>
                  <a:pt x="997" y="863"/>
                  <a:pt x="992" y="876"/>
                  <a:pt x="982" y="886"/>
                </a:cubicBezTo>
                <a:lnTo>
                  <a:pt x="877" y="982"/>
                </a:lnTo>
                <a:cubicBezTo>
                  <a:pt x="867" y="992"/>
                  <a:pt x="855" y="997"/>
                  <a:pt x="842" y="997"/>
                </a:cubicBezTo>
                <a:cubicBezTo>
                  <a:pt x="828" y="997"/>
                  <a:pt x="816" y="992"/>
                  <a:pt x="806" y="982"/>
                </a:cubicBezTo>
                <a:moveTo>
                  <a:pt x="844" y="904"/>
                </a:moveTo>
                <a:lnTo>
                  <a:pt x="899" y="849"/>
                </a:lnTo>
                <a:lnTo>
                  <a:pt x="522" y="471"/>
                </a:lnTo>
                <a:cubicBezTo>
                  <a:pt x="537" y="452"/>
                  <a:pt x="548" y="429"/>
                  <a:pt x="555" y="403"/>
                </a:cubicBezTo>
                <a:cubicBezTo>
                  <a:pt x="562" y="377"/>
                  <a:pt x="566" y="352"/>
                  <a:pt x="566" y="328"/>
                </a:cubicBezTo>
                <a:cubicBezTo>
                  <a:pt x="566" y="259"/>
                  <a:pt x="541" y="201"/>
                  <a:pt x="490" y="153"/>
                </a:cubicBezTo>
                <a:cubicBezTo>
                  <a:pt x="439" y="105"/>
                  <a:pt x="381" y="81"/>
                  <a:pt x="315" y="80"/>
                </a:cubicBezTo>
                <a:lnTo>
                  <a:pt x="456" y="223"/>
                </a:lnTo>
                <a:cubicBezTo>
                  <a:pt x="464" y="232"/>
                  <a:pt x="468" y="241"/>
                  <a:pt x="468" y="253"/>
                </a:cubicBezTo>
                <a:cubicBezTo>
                  <a:pt x="467" y="264"/>
                  <a:pt x="463" y="274"/>
                  <a:pt x="454" y="283"/>
                </a:cubicBezTo>
                <a:lnTo>
                  <a:pt x="271" y="455"/>
                </a:lnTo>
                <a:cubicBezTo>
                  <a:pt x="263" y="462"/>
                  <a:pt x="253" y="466"/>
                  <a:pt x="241" y="466"/>
                </a:cubicBezTo>
                <a:cubicBezTo>
                  <a:pt x="230" y="466"/>
                  <a:pt x="221" y="462"/>
                  <a:pt x="213" y="455"/>
                </a:cubicBezTo>
                <a:lnTo>
                  <a:pt x="78" y="321"/>
                </a:lnTo>
                <a:cubicBezTo>
                  <a:pt x="81" y="392"/>
                  <a:pt x="106" y="450"/>
                  <a:pt x="154" y="496"/>
                </a:cubicBezTo>
                <a:cubicBezTo>
                  <a:pt x="201" y="543"/>
                  <a:pt x="257" y="566"/>
                  <a:pt x="321" y="566"/>
                </a:cubicBezTo>
                <a:cubicBezTo>
                  <a:pt x="344" y="566"/>
                  <a:pt x="368" y="562"/>
                  <a:pt x="394" y="555"/>
                </a:cubicBezTo>
                <a:cubicBezTo>
                  <a:pt x="420" y="548"/>
                  <a:pt x="442" y="537"/>
                  <a:pt x="461" y="521"/>
                </a:cubicBezTo>
                <a:lnTo>
                  <a:pt x="844" y="904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74" name=""/>
          <p:cNvSpPr/>
          <p:nvPr/>
        </p:nvSpPr>
        <p:spPr>
          <a:xfrm>
            <a:off x="414360" y="1365480"/>
            <a:ext cx="5763960" cy="4992840"/>
          </a:xfrm>
          <a:custGeom>
            <a:avLst/>
            <a:gdLst/>
            <a:ahLst/>
            <a:rect l="0" t="0" r="r" b="b"/>
            <a:pathLst>
              <a:path w="16011" h="13869">
                <a:moveTo>
                  <a:pt x="436" y="678"/>
                </a:moveTo>
                <a:lnTo>
                  <a:pt x="436" y="13035"/>
                </a:lnTo>
                <a:cubicBezTo>
                  <a:pt x="436" y="13077"/>
                  <a:pt x="444" y="13118"/>
                  <a:pt x="460" y="13156"/>
                </a:cubicBezTo>
                <a:cubicBezTo>
                  <a:pt x="476" y="13195"/>
                  <a:pt x="499" y="13230"/>
                  <a:pt x="529" y="13260"/>
                </a:cubicBezTo>
                <a:cubicBezTo>
                  <a:pt x="559" y="13289"/>
                  <a:pt x="593" y="13312"/>
                  <a:pt x="632" y="13328"/>
                </a:cubicBezTo>
                <a:cubicBezTo>
                  <a:pt x="671" y="13344"/>
                  <a:pt x="711" y="13352"/>
                  <a:pt x="753" y="13352"/>
                </a:cubicBezTo>
                <a:lnTo>
                  <a:pt x="15254" y="13352"/>
                </a:lnTo>
                <a:cubicBezTo>
                  <a:pt x="15296" y="13352"/>
                  <a:pt x="15336" y="13344"/>
                  <a:pt x="15375" y="13328"/>
                </a:cubicBezTo>
                <a:cubicBezTo>
                  <a:pt x="15414" y="13312"/>
                  <a:pt x="15448" y="13289"/>
                  <a:pt x="15478" y="13260"/>
                </a:cubicBezTo>
                <a:cubicBezTo>
                  <a:pt x="15508" y="13230"/>
                  <a:pt x="15531" y="13195"/>
                  <a:pt x="15547" y="13156"/>
                </a:cubicBezTo>
                <a:cubicBezTo>
                  <a:pt x="15563" y="13118"/>
                  <a:pt x="15571" y="13077"/>
                  <a:pt x="15571" y="13035"/>
                </a:cubicBezTo>
                <a:lnTo>
                  <a:pt x="15571" y="678"/>
                </a:lnTo>
                <a:cubicBezTo>
                  <a:pt x="15571" y="636"/>
                  <a:pt x="15563" y="595"/>
                  <a:pt x="15547" y="556"/>
                </a:cubicBezTo>
                <a:cubicBezTo>
                  <a:pt x="15531" y="518"/>
                  <a:pt x="15508" y="483"/>
                  <a:pt x="15478" y="453"/>
                </a:cubicBezTo>
                <a:cubicBezTo>
                  <a:pt x="15448" y="424"/>
                  <a:pt x="15414" y="401"/>
                  <a:pt x="15375" y="385"/>
                </a:cubicBezTo>
                <a:cubicBezTo>
                  <a:pt x="15336" y="369"/>
                  <a:pt x="15296" y="360"/>
                  <a:pt x="15254" y="360"/>
                </a:cubicBezTo>
                <a:lnTo>
                  <a:pt x="753" y="360"/>
                </a:lnTo>
                <a:cubicBezTo>
                  <a:pt x="711" y="360"/>
                  <a:pt x="671" y="369"/>
                  <a:pt x="632" y="385"/>
                </a:cubicBezTo>
                <a:cubicBezTo>
                  <a:pt x="593" y="401"/>
                  <a:pt x="559" y="424"/>
                  <a:pt x="529" y="453"/>
                </a:cubicBezTo>
                <a:cubicBezTo>
                  <a:pt x="499" y="483"/>
                  <a:pt x="476" y="518"/>
                  <a:pt x="460" y="556"/>
                </a:cubicBezTo>
                <a:cubicBezTo>
                  <a:pt x="444" y="595"/>
                  <a:pt x="436" y="636"/>
                  <a:pt x="436" y="678"/>
                </a:cubicBezTo>
                <a:moveTo>
                  <a:pt x="0" y="0"/>
                </a:moveTo>
                <a:lnTo>
                  <a:pt x="16011" y="0"/>
                </a:lnTo>
                <a:lnTo>
                  <a:pt x="16011" y="13869"/>
                </a:lnTo>
                <a:lnTo>
                  <a:pt x="0" y="13869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175" name=""/>
          <p:cNvSpPr/>
          <p:nvPr/>
        </p:nvSpPr>
        <p:spPr>
          <a:xfrm>
            <a:off x="580680" y="1504800"/>
            <a:ext cx="5429880" cy="4658040"/>
          </a:xfrm>
          <a:custGeom>
            <a:avLst/>
            <a:gdLst/>
            <a:ahLst/>
            <a:rect l="0" t="0" r="r" b="b"/>
            <a:pathLst>
              <a:path w="15083" h="12939">
                <a:moveTo>
                  <a:pt x="0" y="12648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1" y="29"/>
                  <a:pt x="14937" y="38"/>
                  <a:pt x="14953" y="49"/>
                </a:cubicBezTo>
                <a:cubicBezTo>
                  <a:pt x="14969" y="60"/>
                  <a:pt x="14984" y="72"/>
                  <a:pt x="14997" y="85"/>
                </a:cubicBezTo>
                <a:cubicBezTo>
                  <a:pt x="15011" y="99"/>
                  <a:pt x="15023" y="113"/>
                  <a:pt x="15034" y="129"/>
                </a:cubicBezTo>
                <a:cubicBezTo>
                  <a:pt x="15044" y="145"/>
                  <a:pt x="15053" y="162"/>
                  <a:pt x="15061" y="180"/>
                </a:cubicBezTo>
                <a:cubicBezTo>
                  <a:pt x="15068" y="197"/>
                  <a:pt x="15073" y="215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12648"/>
                </a:lnTo>
                <a:cubicBezTo>
                  <a:pt x="15083" y="12667"/>
                  <a:pt x="15081" y="12686"/>
                  <a:pt x="15077" y="12705"/>
                </a:cubicBezTo>
                <a:cubicBezTo>
                  <a:pt x="15073" y="12724"/>
                  <a:pt x="15068" y="12742"/>
                  <a:pt x="15061" y="12759"/>
                </a:cubicBezTo>
                <a:cubicBezTo>
                  <a:pt x="15053" y="12777"/>
                  <a:pt x="15044" y="12794"/>
                  <a:pt x="15034" y="12810"/>
                </a:cubicBezTo>
                <a:cubicBezTo>
                  <a:pt x="15023" y="12826"/>
                  <a:pt x="15011" y="12840"/>
                  <a:pt x="14997" y="12854"/>
                </a:cubicBezTo>
                <a:cubicBezTo>
                  <a:pt x="14984" y="12867"/>
                  <a:pt x="14969" y="12879"/>
                  <a:pt x="14953" y="12890"/>
                </a:cubicBezTo>
                <a:cubicBezTo>
                  <a:pt x="14937" y="12901"/>
                  <a:pt x="14921" y="12910"/>
                  <a:pt x="14903" y="12917"/>
                </a:cubicBezTo>
                <a:cubicBezTo>
                  <a:pt x="14885" y="12924"/>
                  <a:pt x="14867" y="12930"/>
                  <a:pt x="14848" y="12933"/>
                </a:cubicBezTo>
                <a:cubicBezTo>
                  <a:pt x="14830" y="12937"/>
                  <a:pt x="14811" y="12939"/>
                  <a:pt x="14792" y="12939"/>
                </a:cubicBezTo>
                <a:lnTo>
                  <a:pt x="291" y="12939"/>
                </a:lnTo>
                <a:cubicBezTo>
                  <a:pt x="272" y="12939"/>
                  <a:pt x="253" y="12937"/>
                  <a:pt x="235" y="12933"/>
                </a:cubicBezTo>
                <a:cubicBezTo>
                  <a:pt x="216" y="12930"/>
                  <a:pt x="198" y="12924"/>
                  <a:pt x="180" y="12917"/>
                </a:cubicBezTo>
                <a:cubicBezTo>
                  <a:pt x="162" y="12910"/>
                  <a:pt x="146" y="12901"/>
                  <a:pt x="130" y="12890"/>
                </a:cubicBezTo>
                <a:cubicBezTo>
                  <a:pt x="114" y="12879"/>
                  <a:pt x="99" y="12867"/>
                  <a:pt x="86" y="12854"/>
                </a:cubicBezTo>
                <a:cubicBezTo>
                  <a:pt x="72" y="12840"/>
                  <a:pt x="60" y="12826"/>
                  <a:pt x="50" y="12810"/>
                </a:cubicBezTo>
                <a:cubicBezTo>
                  <a:pt x="39" y="12794"/>
                  <a:pt x="30" y="12777"/>
                  <a:pt x="23" y="12759"/>
                </a:cubicBezTo>
                <a:cubicBezTo>
                  <a:pt x="15" y="12742"/>
                  <a:pt x="10" y="12724"/>
                  <a:pt x="6" y="12705"/>
                </a:cubicBezTo>
                <a:cubicBezTo>
                  <a:pt x="2" y="12686"/>
                  <a:pt x="0" y="12667"/>
                  <a:pt x="0" y="12648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76" name=""/>
          <p:cNvSpPr/>
          <p:nvPr/>
        </p:nvSpPr>
        <p:spPr>
          <a:xfrm>
            <a:off x="580680" y="1504800"/>
            <a:ext cx="5429880" cy="4658040"/>
          </a:xfrm>
          <a:custGeom>
            <a:avLst/>
            <a:gdLst/>
            <a:ahLst/>
            <a:rect l="0" t="0" r="r" b="b"/>
            <a:pathLst>
              <a:path w="15083" h="12939">
                <a:moveTo>
                  <a:pt x="0" y="12648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1" y="29"/>
                  <a:pt x="14937" y="38"/>
                  <a:pt x="14953" y="49"/>
                </a:cubicBezTo>
                <a:cubicBezTo>
                  <a:pt x="14969" y="60"/>
                  <a:pt x="14984" y="72"/>
                  <a:pt x="14997" y="85"/>
                </a:cubicBezTo>
                <a:cubicBezTo>
                  <a:pt x="15011" y="99"/>
                  <a:pt x="15023" y="113"/>
                  <a:pt x="15034" y="129"/>
                </a:cubicBezTo>
                <a:cubicBezTo>
                  <a:pt x="15044" y="145"/>
                  <a:pt x="15053" y="162"/>
                  <a:pt x="15061" y="180"/>
                </a:cubicBezTo>
                <a:cubicBezTo>
                  <a:pt x="15068" y="197"/>
                  <a:pt x="15073" y="215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12648"/>
                </a:lnTo>
                <a:cubicBezTo>
                  <a:pt x="15083" y="12667"/>
                  <a:pt x="15081" y="12686"/>
                  <a:pt x="15077" y="12705"/>
                </a:cubicBezTo>
                <a:cubicBezTo>
                  <a:pt x="15073" y="12724"/>
                  <a:pt x="15068" y="12742"/>
                  <a:pt x="15061" y="12759"/>
                </a:cubicBezTo>
                <a:cubicBezTo>
                  <a:pt x="15053" y="12777"/>
                  <a:pt x="15044" y="12794"/>
                  <a:pt x="15034" y="12810"/>
                </a:cubicBezTo>
                <a:cubicBezTo>
                  <a:pt x="15023" y="12826"/>
                  <a:pt x="15011" y="12840"/>
                  <a:pt x="14997" y="12854"/>
                </a:cubicBezTo>
                <a:cubicBezTo>
                  <a:pt x="14984" y="12867"/>
                  <a:pt x="14969" y="12879"/>
                  <a:pt x="14953" y="12890"/>
                </a:cubicBezTo>
                <a:cubicBezTo>
                  <a:pt x="14937" y="12901"/>
                  <a:pt x="14921" y="12910"/>
                  <a:pt x="14903" y="12917"/>
                </a:cubicBezTo>
                <a:cubicBezTo>
                  <a:pt x="14885" y="12924"/>
                  <a:pt x="14867" y="12930"/>
                  <a:pt x="14848" y="12933"/>
                </a:cubicBezTo>
                <a:cubicBezTo>
                  <a:pt x="14830" y="12937"/>
                  <a:pt x="14811" y="12939"/>
                  <a:pt x="14792" y="12939"/>
                </a:cubicBezTo>
                <a:lnTo>
                  <a:pt x="291" y="12939"/>
                </a:lnTo>
                <a:cubicBezTo>
                  <a:pt x="272" y="12939"/>
                  <a:pt x="253" y="12937"/>
                  <a:pt x="235" y="12933"/>
                </a:cubicBezTo>
                <a:cubicBezTo>
                  <a:pt x="216" y="12930"/>
                  <a:pt x="198" y="12924"/>
                  <a:pt x="180" y="12917"/>
                </a:cubicBezTo>
                <a:cubicBezTo>
                  <a:pt x="162" y="12910"/>
                  <a:pt x="146" y="12901"/>
                  <a:pt x="130" y="12890"/>
                </a:cubicBezTo>
                <a:cubicBezTo>
                  <a:pt x="114" y="12879"/>
                  <a:pt x="99" y="12867"/>
                  <a:pt x="86" y="12854"/>
                </a:cubicBezTo>
                <a:cubicBezTo>
                  <a:pt x="72" y="12840"/>
                  <a:pt x="60" y="12826"/>
                  <a:pt x="50" y="12810"/>
                </a:cubicBezTo>
                <a:cubicBezTo>
                  <a:pt x="39" y="12794"/>
                  <a:pt x="30" y="12777"/>
                  <a:pt x="23" y="12759"/>
                </a:cubicBezTo>
                <a:cubicBezTo>
                  <a:pt x="15" y="12742"/>
                  <a:pt x="10" y="12724"/>
                  <a:pt x="6" y="12705"/>
                </a:cubicBezTo>
                <a:cubicBezTo>
                  <a:pt x="2" y="12686"/>
                  <a:pt x="0" y="12667"/>
                  <a:pt x="0" y="12648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77" name=""/>
          <p:cNvSpPr/>
          <p:nvPr/>
        </p:nvSpPr>
        <p:spPr>
          <a:xfrm>
            <a:off x="822240" y="1936440"/>
            <a:ext cx="241560" cy="241920"/>
          </a:xfrm>
          <a:custGeom>
            <a:avLst/>
            <a:gdLst/>
            <a:ahLst/>
            <a:rect l="0" t="0" r="r" b="b"/>
            <a:pathLst>
              <a:path w="671" h="672">
                <a:moveTo>
                  <a:pt x="336" y="511"/>
                </a:moveTo>
                <a:lnTo>
                  <a:pt x="134" y="308"/>
                </a:lnTo>
                <a:lnTo>
                  <a:pt x="179" y="263"/>
                </a:lnTo>
                <a:lnTo>
                  <a:pt x="304" y="390"/>
                </a:lnTo>
                <a:lnTo>
                  <a:pt x="304" y="0"/>
                </a:lnTo>
                <a:lnTo>
                  <a:pt x="367" y="0"/>
                </a:lnTo>
                <a:lnTo>
                  <a:pt x="367" y="390"/>
                </a:lnTo>
                <a:lnTo>
                  <a:pt x="493" y="263"/>
                </a:lnTo>
                <a:lnTo>
                  <a:pt x="538" y="308"/>
                </a:lnTo>
                <a:lnTo>
                  <a:pt x="336" y="511"/>
                </a:lnTo>
                <a:moveTo>
                  <a:pt x="64" y="672"/>
                </a:moveTo>
                <a:cubicBezTo>
                  <a:pt x="46" y="672"/>
                  <a:pt x="31" y="665"/>
                  <a:pt x="19" y="653"/>
                </a:cubicBezTo>
                <a:cubicBezTo>
                  <a:pt x="6" y="640"/>
                  <a:pt x="0" y="626"/>
                  <a:pt x="0" y="609"/>
                </a:cubicBezTo>
                <a:lnTo>
                  <a:pt x="0" y="459"/>
                </a:lnTo>
                <a:lnTo>
                  <a:pt x="64" y="459"/>
                </a:lnTo>
                <a:lnTo>
                  <a:pt x="64" y="609"/>
                </a:lnTo>
                <a:lnTo>
                  <a:pt x="608" y="609"/>
                </a:lnTo>
                <a:lnTo>
                  <a:pt x="608" y="459"/>
                </a:lnTo>
                <a:lnTo>
                  <a:pt x="671" y="459"/>
                </a:lnTo>
                <a:lnTo>
                  <a:pt x="671" y="609"/>
                </a:lnTo>
                <a:cubicBezTo>
                  <a:pt x="671" y="626"/>
                  <a:pt x="665" y="640"/>
                  <a:pt x="652" y="653"/>
                </a:cubicBezTo>
                <a:cubicBezTo>
                  <a:pt x="640" y="665"/>
                  <a:pt x="625" y="672"/>
                  <a:pt x="608" y="672"/>
                </a:cubicBezTo>
                <a:lnTo>
                  <a:pt x="64" y="672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78" name=""/>
          <p:cNvSpPr txBox="1"/>
          <p:nvPr/>
        </p:nvSpPr>
        <p:spPr>
          <a:xfrm>
            <a:off x="1047600" y="796320"/>
            <a:ext cx="429480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Step 1: 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環境セットアップ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79" name=""/>
          <p:cNvSpPr/>
          <p:nvPr/>
        </p:nvSpPr>
        <p:spPr>
          <a:xfrm>
            <a:off x="761760" y="2390760"/>
            <a:ext cx="324360" cy="324000"/>
          </a:xfrm>
          <a:custGeom>
            <a:avLst/>
            <a:gdLst/>
            <a:ahLst/>
            <a:rect l="0" t="0" r="r" b="b"/>
            <a:pathLst>
              <a:path w="901" h="900">
                <a:moveTo>
                  <a:pt x="901" y="450"/>
                </a:moveTo>
                <a:cubicBezTo>
                  <a:pt x="901" y="480"/>
                  <a:pt x="898" y="509"/>
                  <a:pt x="892" y="538"/>
                </a:cubicBezTo>
                <a:cubicBezTo>
                  <a:pt x="886" y="567"/>
                  <a:pt x="878" y="595"/>
                  <a:pt x="867" y="622"/>
                </a:cubicBezTo>
                <a:cubicBezTo>
                  <a:pt x="855" y="650"/>
                  <a:pt x="841" y="676"/>
                  <a:pt x="825" y="700"/>
                </a:cubicBezTo>
                <a:cubicBezTo>
                  <a:pt x="809" y="725"/>
                  <a:pt x="790" y="748"/>
                  <a:pt x="769" y="768"/>
                </a:cubicBezTo>
                <a:cubicBezTo>
                  <a:pt x="748" y="789"/>
                  <a:pt x="725" y="808"/>
                  <a:pt x="701" y="824"/>
                </a:cubicBezTo>
                <a:cubicBezTo>
                  <a:pt x="676" y="841"/>
                  <a:pt x="650" y="855"/>
                  <a:pt x="623" y="866"/>
                </a:cubicBezTo>
                <a:cubicBezTo>
                  <a:pt x="596" y="877"/>
                  <a:pt x="568" y="886"/>
                  <a:pt x="539" y="891"/>
                </a:cubicBezTo>
                <a:cubicBezTo>
                  <a:pt x="510" y="897"/>
                  <a:pt x="480" y="900"/>
                  <a:pt x="451" y="900"/>
                </a:cubicBezTo>
                <a:cubicBezTo>
                  <a:pt x="421" y="900"/>
                  <a:pt x="392" y="897"/>
                  <a:pt x="363" y="891"/>
                </a:cubicBezTo>
                <a:cubicBezTo>
                  <a:pt x="334" y="886"/>
                  <a:pt x="306" y="877"/>
                  <a:pt x="279" y="866"/>
                </a:cubicBezTo>
                <a:cubicBezTo>
                  <a:pt x="252" y="855"/>
                  <a:pt x="226" y="841"/>
                  <a:pt x="201" y="824"/>
                </a:cubicBezTo>
                <a:cubicBezTo>
                  <a:pt x="177" y="808"/>
                  <a:pt x="154" y="789"/>
                  <a:pt x="133" y="768"/>
                </a:cubicBezTo>
                <a:cubicBezTo>
                  <a:pt x="111" y="748"/>
                  <a:pt x="92" y="725"/>
                  <a:pt x="76" y="700"/>
                </a:cubicBezTo>
                <a:cubicBezTo>
                  <a:pt x="60" y="676"/>
                  <a:pt x="46" y="650"/>
                  <a:pt x="34" y="622"/>
                </a:cubicBezTo>
                <a:cubicBezTo>
                  <a:pt x="23" y="595"/>
                  <a:pt x="15" y="567"/>
                  <a:pt x="9" y="538"/>
                </a:cubicBezTo>
                <a:cubicBezTo>
                  <a:pt x="3" y="509"/>
                  <a:pt x="0" y="480"/>
                  <a:pt x="0" y="450"/>
                </a:cubicBezTo>
                <a:cubicBezTo>
                  <a:pt x="0" y="421"/>
                  <a:pt x="3" y="392"/>
                  <a:pt x="9" y="363"/>
                </a:cubicBezTo>
                <a:cubicBezTo>
                  <a:pt x="15" y="334"/>
                  <a:pt x="23" y="305"/>
                  <a:pt x="34" y="278"/>
                </a:cubicBezTo>
                <a:cubicBezTo>
                  <a:pt x="46" y="251"/>
                  <a:pt x="60" y="225"/>
                  <a:pt x="76" y="200"/>
                </a:cubicBezTo>
                <a:cubicBezTo>
                  <a:pt x="92" y="176"/>
                  <a:pt x="111" y="153"/>
                  <a:pt x="133" y="132"/>
                </a:cubicBezTo>
                <a:cubicBezTo>
                  <a:pt x="154" y="111"/>
                  <a:pt x="177" y="92"/>
                  <a:pt x="201" y="75"/>
                </a:cubicBezTo>
                <a:cubicBezTo>
                  <a:pt x="226" y="59"/>
                  <a:pt x="252" y="45"/>
                  <a:pt x="279" y="34"/>
                </a:cubicBezTo>
                <a:cubicBezTo>
                  <a:pt x="306" y="22"/>
                  <a:pt x="334" y="14"/>
                  <a:pt x="363" y="8"/>
                </a:cubicBezTo>
                <a:cubicBezTo>
                  <a:pt x="392" y="2"/>
                  <a:pt x="421" y="0"/>
                  <a:pt x="451" y="0"/>
                </a:cubicBezTo>
                <a:cubicBezTo>
                  <a:pt x="480" y="0"/>
                  <a:pt x="510" y="2"/>
                  <a:pt x="539" y="8"/>
                </a:cubicBezTo>
                <a:cubicBezTo>
                  <a:pt x="568" y="14"/>
                  <a:pt x="596" y="22"/>
                  <a:pt x="623" y="34"/>
                </a:cubicBezTo>
                <a:cubicBezTo>
                  <a:pt x="650" y="45"/>
                  <a:pt x="676" y="59"/>
                  <a:pt x="701" y="75"/>
                </a:cubicBezTo>
                <a:cubicBezTo>
                  <a:pt x="725" y="92"/>
                  <a:pt x="748" y="111"/>
                  <a:pt x="769" y="132"/>
                </a:cubicBezTo>
                <a:cubicBezTo>
                  <a:pt x="790" y="153"/>
                  <a:pt x="809" y="176"/>
                  <a:pt x="825" y="200"/>
                </a:cubicBezTo>
                <a:cubicBezTo>
                  <a:pt x="841" y="225"/>
                  <a:pt x="855" y="251"/>
                  <a:pt x="867" y="278"/>
                </a:cubicBezTo>
                <a:cubicBezTo>
                  <a:pt x="878" y="305"/>
                  <a:pt x="886" y="334"/>
                  <a:pt x="892" y="363"/>
                </a:cubicBezTo>
                <a:cubicBezTo>
                  <a:pt x="898" y="392"/>
                  <a:pt x="901" y="421"/>
                  <a:pt x="901" y="450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80" name=""/>
          <p:cNvSpPr txBox="1"/>
          <p:nvPr/>
        </p:nvSpPr>
        <p:spPr>
          <a:xfrm>
            <a:off x="1123920" y="2066040"/>
            <a:ext cx="15789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インストール手順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81" name=""/>
          <p:cNvSpPr/>
          <p:nvPr/>
        </p:nvSpPr>
        <p:spPr>
          <a:xfrm>
            <a:off x="1209600" y="2695320"/>
            <a:ext cx="1924200" cy="19440"/>
          </a:xfrm>
          <a:custGeom>
            <a:avLst/>
            <a:gdLst/>
            <a:ahLst/>
            <a:rect l="0" t="0" r="r" b="b"/>
            <a:pathLst>
              <a:path w="5345" h="54">
                <a:moveTo>
                  <a:pt x="0" y="0"/>
                </a:moveTo>
                <a:lnTo>
                  <a:pt x="5345" y="0"/>
                </a:lnTo>
                <a:lnTo>
                  <a:pt x="534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A8D8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82" name=""/>
          <p:cNvSpPr txBox="1"/>
          <p:nvPr/>
        </p:nvSpPr>
        <p:spPr>
          <a:xfrm>
            <a:off x="871560" y="247356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83" name=""/>
          <p:cNvSpPr/>
          <p:nvPr/>
        </p:nvSpPr>
        <p:spPr>
          <a:xfrm>
            <a:off x="761760" y="2914560"/>
            <a:ext cx="324360" cy="324000"/>
          </a:xfrm>
          <a:custGeom>
            <a:avLst/>
            <a:gdLst/>
            <a:ahLst/>
            <a:rect l="0" t="0" r="r" b="b"/>
            <a:pathLst>
              <a:path w="901" h="900">
                <a:moveTo>
                  <a:pt x="901" y="451"/>
                </a:moveTo>
                <a:cubicBezTo>
                  <a:pt x="901" y="480"/>
                  <a:pt x="898" y="509"/>
                  <a:pt x="892" y="538"/>
                </a:cubicBezTo>
                <a:cubicBezTo>
                  <a:pt x="886" y="567"/>
                  <a:pt x="878" y="595"/>
                  <a:pt x="867" y="623"/>
                </a:cubicBezTo>
                <a:cubicBezTo>
                  <a:pt x="855" y="650"/>
                  <a:pt x="841" y="676"/>
                  <a:pt x="825" y="700"/>
                </a:cubicBezTo>
                <a:cubicBezTo>
                  <a:pt x="809" y="725"/>
                  <a:pt x="790" y="748"/>
                  <a:pt x="769" y="769"/>
                </a:cubicBezTo>
                <a:cubicBezTo>
                  <a:pt x="748" y="789"/>
                  <a:pt x="725" y="808"/>
                  <a:pt x="701" y="825"/>
                </a:cubicBezTo>
                <a:cubicBezTo>
                  <a:pt x="676" y="841"/>
                  <a:pt x="650" y="855"/>
                  <a:pt x="623" y="866"/>
                </a:cubicBezTo>
                <a:cubicBezTo>
                  <a:pt x="596" y="877"/>
                  <a:pt x="568" y="886"/>
                  <a:pt x="539" y="892"/>
                </a:cubicBezTo>
                <a:cubicBezTo>
                  <a:pt x="510" y="897"/>
                  <a:pt x="480" y="900"/>
                  <a:pt x="451" y="900"/>
                </a:cubicBezTo>
                <a:cubicBezTo>
                  <a:pt x="421" y="900"/>
                  <a:pt x="392" y="897"/>
                  <a:pt x="363" y="892"/>
                </a:cubicBezTo>
                <a:cubicBezTo>
                  <a:pt x="334" y="886"/>
                  <a:pt x="306" y="877"/>
                  <a:pt x="279" y="866"/>
                </a:cubicBezTo>
                <a:cubicBezTo>
                  <a:pt x="252" y="855"/>
                  <a:pt x="226" y="841"/>
                  <a:pt x="201" y="825"/>
                </a:cubicBezTo>
                <a:cubicBezTo>
                  <a:pt x="177" y="808"/>
                  <a:pt x="154" y="789"/>
                  <a:pt x="133" y="769"/>
                </a:cubicBezTo>
                <a:cubicBezTo>
                  <a:pt x="111" y="748"/>
                  <a:pt x="92" y="725"/>
                  <a:pt x="76" y="700"/>
                </a:cubicBezTo>
                <a:cubicBezTo>
                  <a:pt x="60" y="676"/>
                  <a:pt x="46" y="650"/>
                  <a:pt x="34" y="623"/>
                </a:cubicBezTo>
                <a:cubicBezTo>
                  <a:pt x="23" y="595"/>
                  <a:pt x="15" y="567"/>
                  <a:pt x="9" y="538"/>
                </a:cubicBezTo>
                <a:cubicBezTo>
                  <a:pt x="3" y="509"/>
                  <a:pt x="0" y="480"/>
                  <a:pt x="0" y="451"/>
                </a:cubicBezTo>
                <a:cubicBezTo>
                  <a:pt x="0" y="420"/>
                  <a:pt x="3" y="391"/>
                  <a:pt x="9" y="362"/>
                </a:cubicBezTo>
                <a:cubicBezTo>
                  <a:pt x="15" y="333"/>
                  <a:pt x="23" y="305"/>
                  <a:pt x="34" y="277"/>
                </a:cubicBezTo>
                <a:cubicBezTo>
                  <a:pt x="46" y="250"/>
                  <a:pt x="60" y="224"/>
                  <a:pt x="76" y="200"/>
                </a:cubicBezTo>
                <a:cubicBezTo>
                  <a:pt x="92" y="175"/>
                  <a:pt x="111" y="152"/>
                  <a:pt x="133" y="131"/>
                </a:cubicBezTo>
                <a:cubicBezTo>
                  <a:pt x="154" y="111"/>
                  <a:pt x="177" y="92"/>
                  <a:pt x="201" y="76"/>
                </a:cubicBezTo>
                <a:cubicBezTo>
                  <a:pt x="226" y="59"/>
                  <a:pt x="252" y="45"/>
                  <a:pt x="279" y="34"/>
                </a:cubicBezTo>
                <a:cubicBezTo>
                  <a:pt x="306" y="23"/>
                  <a:pt x="334" y="14"/>
                  <a:pt x="363" y="8"/>
                </a:cubicBezTo>
                <a:cubicBezTo>
                  <a:pt x="392" y="3"/>
                  <a:pt x="421" y="0"/>
                  <a:pt x="451" y="0"/>
                </a:cubicBezTo>
                <a:cubicBezTo>
                  <a:pt x="480" y="0"/>
                  <a:pt x="510" y="3"/>
                  <a:pt x="539" y="8"/>
                </a:cubicBezTo>
                <a:cubicBezTo>
                  <a:pt x="568" y="14"/>
                  <a:pt x="596" y="23"/>
                  <a:pt x="623" y="34"/>
                </a:cubicBezTo>
                <a:cubicBezTo>
                  <a:pt x="650" y="45"/>
                  <a:pt x="676" y="59"/>
                  <a:pt x="701" y="76"/>
                </a:cubicBezTo>
                <a:cubicBezTo>
                  <a:pt x="725" y="92"/>
                  <a:pt x="748" y="111"/>
                  <a:pt x="769" y="131"/>
                </a:cubicBezTo>
                <a:cubicBezTo>
                  <a:pt x="790" y="152"/>
                  <a:pt x="809" y="175"/>
                  <a:pt x="825" y="200"/>
                </a:cubicBezTo>
                <a:cubicBezTo>
                  <a:pt x="841" y="224"/>
                  <a:pt x="855" y="250"/>
                  <a:pt x="867" y="277"/>
                </a:cubicBezTo>
                <a:cubicBezTo>
                  <a:pt x="878" y="305"/>
                  <a:pt x="886" y="333"/>
                  <a:pt x="892" y="362"/>
                </a:cubicBezTo>
                <a:cubicBezTo>
                  <a:pt x="898" y="391"/>
                  <a:pt x="901" y="420"/>
                  <a:pt x="901" y="4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84" name=""/>
          <p:cNvSpPr txBox="1"/>
          <p:nvPr/>
        </p:nvSpPr>
        <p:spPr>
          <a:xfrm>
            <a:off x="1213200" y="2422080"/>
            <a:ext cx="36846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6A90C8"/>
                </a:solidFill>
                <a:effectLst/>
                <a:uFillTx/>
                <a:latin typeface="NotoSansJP-Thin_"/>
                <a:ea typeface="NotoSansJP-Thin_"/>
              </a:rPr>
              <a:t>antigravity.google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からダウンロード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85" name=""/>
          <p:cNvSpPr txBox="1"/>
          <p:nvPr/>
        </p:nvSpPr>
        <p:spPr>
          <a:xfrm>
            <a:off x="871560" y="298800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86" name=""/>
          <p:cNvSpPr txBox="1"/>
          <p:nvPr/>
        </p:nvSpPr>
        <p:spPr>
          <a:xfrm>
            <a:off x="1162080" y="2936520"/>
            <a:ext cx="4611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セットアップフロー選択（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VS Code / Cursor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87" name=""/>
          <p:cNvSpPr/>
          <p:nvPr/>
        </p:nvSpPr>
        <p:spPr>
          <a:xfrm>
            <a:off x="761760" y="3790800"/>
            <a:ext cx="324360" cy="324000"/>
          </a:xfrm>
          <a:custGeom>
            <a:avLst/>
            <a:gdLst/>
            <a:ahLst/>
            <a:rect l="0" t="0" r="r" b="b"/>
            <a:pathLst>
              <a:path w="901" h="900">
                <a:moveTo>
                  <a:pt x="901" y="450"/>
                </a:moveTo>
                <a:cubicBezTo>
                  <a:pt x="901" y="479"/>
                  <a:pt x="898" y="508"/>
                  <a:pt x="892" y="537"/>
                </a:cubicBezTo>
                <a:cubicBezTo>
                  <a:pt x="886" y="566"/>
                  <a:pt x="878" y="595"/>
                  <a:pt x="867" y="622"/>
                </a:cubicBezTo>
                <a:cubicBezTo>
                  <a:pt x="855" y="649"/>
                  <a:pt x="841" y="675"/>
                  <a:pt x="825" y="700"/>
                </a:cubicBezTo>
                <a:cubicBezTo>
                  <a:pt x="809" y="725"/>
                  <a:pt x="790" y="748"/>
                  <a:pt x="769" y="769"/>
                </a:cubicBezTo>
                <a:cubicBezTo>
                  <a:pt x="748" y="790"/>
                  <a:pt x="725" y="808"/>
                  <a:pt x="701" y="825"/>
                </a:cubicBezTo>
                <a:cubicBezTo>
                  <a:pt x="676" y="841"/>
                  <a:pt x="650" y="855"/>
                  <a:pt x="623" y="866"/>
                </a:cubicBezTo>
                <a:cubicBezTo>
                  <a:pt x="596" y="878"/>
                  <a:pt x="568" y="886"/>
                  <a:pt x="539" y="892"/>
                </a:cubicBezTo>
                <a:cubicBezTo>
                  <a:pt x="510" y="898"/>
                  <a:pt x="480" y="900"/>
                  <a:pt x="451" y="900"/>
                </a:cubicBezTo>
                <a:cubicBezTo>
                  <a:pt x="421" y="900"/>
                  <a:pt x="392" y="898"/>
                  <a:pt x="363" y="892"/>
                </a:cubicBezTo>
                <a:cubicBezTo>
                  <a:pt x="334" y="886"/>
                  <a:pt x="306" y="878"/>
                  <a:pt x="279" y="866"/>
                </a:cubicBezTo>
                <a:cubicBezTo>
                  <a:pt x="252" y="855"/>
                  <a:pt x="226" y="841"/>
                  <a:pt x="201" y="825"/>
                </a:cubicBezTo>
                <a:cubicBezTo>
                  <a:pt x="177" y="808"/>
                  <a:pt x="154" y="790"/>
                  <a:pt x="133" y="769"/>
                </a:cubicBezTo>
                <a:cubicBezTo>
                  <a:pt x="111" y="748"/>
                  <a:pt x="92" y="725"/>
                  <a:pt x="76" y="700"/>
                </a:cubicBezTo>
                <a:cubicBezTo>
                  <a:pt x="60" y="675"/>
                  <a:pt x="46" y="649"/>
                  <a:pt x="34" y="622"/>
                </a:cubicBezTo>
                <a:cubicBezTo>
                  <a:pt x="23" y="595"/>
                  <a:pt x="15" y="566"/>
                  <a:pt x="9" y="537"/>
                </a:cubicBezTo>
                <a:cubicBezTo>
                  <a:pt x="3" y="508"/>
                  <a:pt x="0" y="479"/>
                  <a:pt x="0" y="450"/>
                </a:cubicBezTo>
                <a:cubicBezTo>
                  <a:pt x="0" y="420"/>
                  <a:pt x="3" y="391"/>
                  <a:pt x="9" y="362"/>
                </a:cubicBezTo>
                <a:cubicBezTo>
                  <a:pt x="15" y="333"/>
                  <a:pt x="23" y="305"/>
                  <a:pt x="34" y="278"/>
                </a:cubicBezTo>
                <a:cubicBezTo>
                  <a:pt x="46" y="250"/>
                  <a:pt x="60" y="224"/>
                  <a:pt x="76" y="200"/>
                </a:cubicBezTo>
                <a:cubicBezTo>
                  <a:pt x="92" y="175"/>
                  <a:pt x="111" y="153"/>
                  <a:pt x="133" y="132"/>
                </a:cubicBezTo>
                <a:cubicBezTo>
                  <a:pt x="154" y="111"/>
                  <a:pt x="177" y="92"/>
                  <a:pt x="201" y="76"/>
                </a:cubicBezTo>
                <a:cubicBezTo>
                  <a:pt x="226" y="59"/>
                  <a:pt x="252" y="45"/>
                  <a:pt x="279" y="34"/>
                </a:cubicBezTo>
                <a:cubicBezTo>
                  <a:pt x="306" y="23"/>
                  <a:pt x="334" y="14"/>
                  <a:pt x="363" y="9"/>
                </a:cubicBezTo>
                <a:cubicBezTo>
                  <a:pt x="392" y="3"/>
                  <a:pt x="421" y="0"/>
                  <a:pt x="451" y="0"/>
                </a:cubicBezTo>
                <a:cubicBezTo>
                  <a:pt x="480" y="0"/>
                  <a:pt x="510" y="3"/>
                  <a:pt x="539" y="9"/>
                </a:cubicBezTo>
                <a:cubicBezTo>
                  <a:pt x="568" y="14"/>
                  <a:pt x="596" y="23"/>
                  <a:pt x="623" y="34"/>
                </a:cubicBezTo>
                <a:cubicBezTo>
                  <a:pt x="650" y="45"/>
                  <a:pt x="676" y="59"/>
                  <a:pt x="701" y="76"/>
                </a:cubicBezTo>
                <a:cubicBezTo>
                  <a:pt x="725" y="92"/>
                  <a:pt x="748" y="111"/>
                  <a:pt x="769" y="132"/>
                </a:cubicBezTo>
                <a:cubicBezTo>
                  <a:pt x="790" y="153"/>
                  <a:pt x="809" y="175"/>
                  <a:pt x="825" y="200"/>
                </a:cubicBezTo>
                <a:cubicBezTo>
                  <a:pt x="841" y="224"/>
                  <a:pt x="855" y="250"/>
                  <a:pt x="867" y="278"/>
                </a:cubicBezTo>
                <a:cubicBezTo>
                  <a:pt x="878" y="305"/>
                  <a:pt x="886" y="333"/>
                  <a:pt x="892" y="362"/>
                </a:cubicBezTo>
                <a:cubicBezTo>
                  <a:pt x="898" y="391"/>
                  <a:pt x="901" y="420"/>
                  <a:pt x="901" y="450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88" name=""/>
          <p:cNvSpPr txBox="1"/>
          <p:nvPr/>
        </p:nvSpPr>
        <p:spPr>
          <a:xfrm>
            <a:off x="762120" y="3307680"/>
            <a:ext cx="228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設定のインポート可）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89" name=""/>
          <p:cNvSpPr txBox="1"/>
          <p:nvPr/>
        </p:nvSpPr>
        <p:spPr>
          <a:xfrm>
            <a:off x="871560" y="387396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90" name=""/>
          <p:cNvSpPr/>
          <p:nvPr/>
        </p:nvSpPr>
        <p:spPr>
          <a:xfrm>
            <a:off x="761760" y="4314600"/>
            <a:ext cx="324360" cy="324360"/>
          </a:xfrm>
          <a:custGeom>
            <a:avLst/>
            <a:gdLst/>
            <a:ahLst/>
            <a:rect l="0" t="0" r="r" b="b"/>
            <a:pathLst>
              <a:path w="901" h="901">
                <a:moveTo>
                  <a:pt x="901" y="451"/>
                </a:moveTo>
                <a:cubicBezTo>
                  <a:pt x="901" y="480"/>
                  <a:pt x="898" y="510"/>
                  <a:pt x="892" y="539"/>
                </a:cubicBezTo>
                <a:cubicBezTo>
                  <a:pt x="886" y="568"/>
                  <a:pt x="878" y="596"/>
                  <a:pt x="867" y="623"/>
                </a:cubicBezTo>
                <a:cubicBezTo>
                  <a:pt x="855" y="650"/>
                  <a:pt x="841" y="676"/>
                  <a:pt x="825" y="701"/>
                </a:cubicBezTo>
                <a:cubicBezTo>
                  <a:pt x="809" y="725"/>
                  <a:pt x="790" y="748"/>
                  <a:pt x="769" y="769"/>
                </a:cubicBezTo>
                <a:cubicBezTo>
                  <a:pt x="748" y="790"/>
                  <a:pt x="725" y="808"/>
                  <a:pt x="701" y="825"/>
                </a:cubicBezTo>
                <a:cubicBezTo>
                  <a:pt x="676" y="841"/>
                  <a:pt x="650" y="855"/>
                  <a:pt x="623" y="866"/>
                </a:cubicBezTo>
                <a:cubicBezTo>
                  <a:pt x="596" y="878"/>
                  <a:pt x="568" y="886"/>
                  <a:pt x="539" y="892"/>
                </a:cubicBezTo>
                <a:cubicBezTo>
                  <a:pt x="510" y="898"/>
                  <a:pt x="480" y="901"/>
                  <a:pt x="451" y="901"/>
                </a:cubicBezTo>
                <a:cubicBezTo>
                  <a:pt x="421" y="901"/>
                  <a:pt x="392" y="898"/>
                  <a:pt x="363" y="892"/>
                </a:cubicBezTo>
                <a:cubicBezTo>
                  <a:pt x="334" y="886"/>
                  <a:pt x="306" y="878"/>
                  <a:pt x="279" y="866"/>
                </a:cubicBezTo>
                <a:cubicBezTo>
                  <a:pt x="252" y="855"/>
                  <a:pt x="226" y="841"/>
                  <a:pt x="201" y="825"/>
                </a:cubicBezTo>
                <a:cubicBezTo>
                  <a:pt x="177" y="808"/>
                  <a:pt x="154" y="790"/>
                  <a:pt x="133" y="769"/>
                </a:cubicBezTo>
                <a:cubicBezTo>
                  <a:pt x="111" y="748"/>
                  <a:pt x="92" y="725"/>
                  <a:pt x="76" y="701"/>
                </a:cubicBezTo>
                <a:cubicBezTo>
                  <a:pt x="60" y="676"/>
                  <a:pt x="46" y="650"/>
                  <a:pt x="34" y="623"/>
                </a:cubicBezTo>
                <a:cubicBezTo>
                  <a:pt x="23" y="596"/>
                  <a:pt x="15" y="568"/>
                  <a:pt x="9" y="539"/>
                </a:cubicBezTo>
                <a:cubicBezTo>
                  <a:pt x="3" y="510"/>
                  <a:pt x="0" y="480"/>
                  <a:pt x="0" y="451"/>
                </a:cubicBezTo>
                <a:cubicBezTo>
                  <a:pt x="0" y="421"/>
                  <a:pt x="3" y="392"/>
                  <a:pt x="9" y="363"/>
                </a:cubicBezTo>
                <a:cubicBezTo>
                  <a:pt x="15" y="334"/>
                  <a:pt x="23" y="306"/>
                  <a:pt x="34" y="279"/>
                </a:cubicBezTo>
                <a:cubicBezTo>
                  <a:pt x="46" y="251"/>
                  <a:pt x="60" y="226"/>
                  <a:pt x="76" y="201"/>
                </a:cubicBezTo>
                <a:cubicBezTo>
                  <a:pt x="92" y="176"/>
                  <a:pt x="111" y="154"/>
                  <a:pt x="133" y="132"/>
                </a:cubicBezTo>
                <a:cubicBezTo>
                  <a:pt x="154" y="111"/>
                  <a:pt x="177" y="92"/>
                  <a:pt x="201" y="76"/>
                </a:cubicBezTo>
                <a:cubicBezTo>
                  <a:pt x="226" y="60"/>
                  <a:pt x="252" y="46"/>
                  <a:pt x="279" y="34"/>
                </a:cubicBezTo>
                <a:cubicBezTo>
                  <a:pt x="306" y="23"/>
                  <a:pt x="334" y="15"/>
                  <a:pt x="363" y="9"/>
                </a:cubicBezTo>
                <a:cubicBezTo>
                  <a:pt x="392" y="3"/>
                  <a:pt x="421" y="0"/>
                  <a:pt x="451" y="0"/>
                </a:cubicBezTo>
                <a:cubicBezTo>
                  <a:pt x="480" y="0"/>
                  <a:pt x="510" y="3"/>
                  <a:pt x="539" y="9"/>
                </a:cubicBezTo>
                <a:cubicBezTo>
                  <a:pt x="568" y="15"/>
                  <a:pt x="596" y="23"/>
                  <a:pt x="623" y="34"/>
                </a:cubicBezTo>
                <a:cubicBezTo>
                  <a:pt x="650" y="46"/>
                  <a:pt x="676" y="60"/>
                  <a:pt x="701" y="76"/>
                </a:cubicBezTo>
                <a:cubicBezTo>
                  <a:pt x="725" y="92"/>
                  <a:pt x="748" y="111"/>
                  <a:pt x="769" y="132"/>
                </a:cubicBezTo>
                <a:cubicBezTo>
                  <a:pt x="790" y="154"/>
                  <a:pt x="809" y="176"/>
                  <a:pt x="825" y="201"/>
                </a:cubicBezTo>
                <a:cubicBezTo>
                  <a:pt x="841" y="226"/>
                  <a:pt x="855" y="251"/>
                  <a:pt x="867" y="279"/>
                </a:cubicBezTo>
                <a:cubicBezTo>
                  <a:pt x="878" y="306"/>
                  <a:pt x="886" y="334"/>
                  <a:pt x="892" y="363"/>
                </a:cubicBezTo>
                <a:cubicBezTo>
                  <a:pt x="898" y="392"/>
                  <a:pt x="901" y="421"/>
                  <a:pt x="901" y="4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91" name=""/>
          <p:cNvSpPr txBox="1"/>
          <p:nvPr/>
        </p:nvSpPr>
        <p:spPr>
          <a:xfrm>
            <a:off x="1162080" y="3822120"/>
            <a:ext cx="28198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テーマ選択（ダーク推奨）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92" name=""/>
          <p:cNvSpPr txBox="1"/>
          <p:nvPr/>
        </p:nvSpPr>
        <p:spPr>
          <a:xfrm>
            <a:off x="871560" y="438840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93" name=""/>
          <p:cNvSpPr/>
          <p:nvPr/>
        </p:nvSpPr>
        <p:spPr>
          <a:xfrm>
            <a:off x="761760" y="4829040"/>
            <a:ext cx="324360" cy="324000"/>
          </a:xfrm>
          <a:custGeom>
            <a:avLst/>
            <a:gdLst/>
            <a:ahLst/>
            <a:rect l="0" t="0" r="r" b="b"/>
            <a:pathLst>
              <a:path w="901" h="900">
                <a:moveTo>
                  <a:pt x="901" y="450"/>
                </a:moveTo>
                <a:cubicBezTo>
                  <a:pt x="901" y="479"/>
                  <a:pt x="898" y="508"/>
                  <a:pt x="892" y="538"/>
                </a:cubicBezTo>
                <a:cubicBezTo>
                  <a:pt x="886" y="567"/>
                  <a:pt x="878" y="596"/>
                  <a:pt x="867" y="623"/>
                </a:cubicBezTo>
                <a:cubicBezTo>
                  <a:pt x="855" y="650"/>
                  <a:pt x="841" y="676"/>
                  <a:pt x="825" y="701"/>
                </a:cubicBezTo>
                <a:cubicBezTo>
                  <a:pt x="809" y="725"/>
                  <a:pt x="790" y="748"/>
                  <a:pt x="769" y="769"/>
                </a:cubicBezTo>
                <a:cubicBezTo>
                  <a:pt x="748" y="790"/>
                  <a:pt x="725" y="808"/>
                  <a:pt x="701" y="825"/>
                </a:cubicBezTo>
                <a:cubicBezTo>
                  <a:pt x="676" y="841"/>
                  <a:pt x="650" y="855"/>
                  <a:pt x="623" y="866"/>
                </a:cubicBezTo>
                <a:cubicBezTo>
                  <a:pt x="596" y="878"/>
                  <a:pt x="568" y="886"/>
                  <a:pt x="539" y="892"/>
                </a:cubicBezTo>
                <a:cubicBezTo>
                  <a:pt x="510" y="898"/>
                  <a:pt x="480" y="900"/>
                  <a:pt x="451" y="900"/>
                </a:cubicBezTo>
                <a:cubicBezTo>
                  <a:pt x="421" y="900"/>
                  <a:pt x="392" y="898"/>
                  <a:pt x="363" y="892"/>
                </a:cubicBezTo>
                <a:cubicBezTo>
                  <a:pt x="334" y="886"/>
                  <a:pt x="306" y="878"/>
                  <a:pt x="279" y="866"/>
                </a:cubicBezTo>
                <a:cubicBezTo>
                  <a:pt x="252" y="855"/>
                  <a:pt x="226" y="841"/>
                  <a:pt x="201" y="825"/>
                </a:cubicBezTo>
                <a:cubicBezTo>
                  <a:pt x="177" y="808"/>
                  <a:pt x="154" y="790"/>
                  <a:pt x="133" y="769"/>
                </a:cubicBezTo>
                <a:cubicBezTo>
                  <a:pt x="111" y="748"/>
                  <a:pt x="92" y="725"/>
                  <a:pt x="76" y="701"/>
                </a:cubicBezTo>
                <a:cubicBezTo>
                  <a:pt x="60" y="676"/>
                  <a:pt x="46" y="650"/>
                  <a:pt x="34" y="623"/>
                </a:cubicBezTo>
                <a:cubicBezTo>
                  <a:pt x="23" y="596"/>
                  <a:pt x="15" y="567"/>
                  <a:pt x="9" y="538"/>
                </a:cubicBezTo>
                <a:cubicBezTo>
                  <a:pt x="3" y="508"/>
                  <a:pt x="0" y="479"/>
                  <a:pt x="0" y="450"/>
                </a:cubicBezTo>
                <a:cubicBezTo>
                  <a:pt x="0" y="420"/>
                  <a:pt x="3" y="391"/>
                  <a:pt x="9" y="362"/>
                </a:cubicBezTo>
                <a:cubicBezTo>
                  <a:pt x="15" y="333"/>
                  <a:pt x="23" y="305"/>
                  <a:pt x="34" y="278"/>
                </a:cubicBezTo>
                <a:cubicBezTo>
                  <a:pt x="46" y="250"/>
                  <a:pt x="60" y="224"/>
                  <a:pt x="76" y="200"/>
                </a:cubicBezTo>
                <a:cubicBezTo>
                  <a:pt x="92" y="175"/>
                  <a:pt x="111" y="152"/>
                  <a:pt x="133" y="132"/>
                </a:cubicBezTo>
                <a:cubicBezTo>
                  <a:pt x="154" y="111"/>
                  <a:pt x="177" y="92"/>
                  <a:pt x="201" y="76"/>
                </a:cubicBezTo>
                <a:cubicBezTo>
                  <a:pt x="226" y="59"/>
                  <a:pt x="252" y="45"/>
                  <a:pt x="279" y="34"/>
                </a:cubicBezTo>
                <a:cubicBezTo>
                  <a:pt x="306" y="23"/>
                  <a:pt x="334" y="14"/>
                  <a:pt x="363" y="9"/>
                </a:cubicBezTo>
                <a:cubicBezTo>
                  <a:pt x="392" y="3"/>
                  <a:pt x="421" y="0"/>
                  <a:pt x="451" y="0"/>
                </a:cubicBezTo>
                <a:cubicBezTo>
                  <a:pt x="480" y="0"/>
                  <a:pt x="510" y="3"/>
                  <a:pt x="539" y="9"/>
                </a:cubicBezTo>
                <a:cubicBezTo>
                  <a:pt x="568" y="14"/>
                  <a:pt x="596" y="23"/>
                  <a:pt x="623" y="34"/>
                </a:cubicBezTo>
                <a:cubicBezTo>
                  <a:pt x="650" y="45"/>
                  <a:pt x="676" y="59"/>
                  <a:pt x="701" y="76"/>
                </a:cubicBezTo>
                <a:cubicBezTo>
                  <a:pt x="725" y="92"/>
                  <a:pt x="748" y="111"/>
                  <a:pt x="769" y="132"/>
                </a:cubicBezTo>
                <a:cubicBezTo>
                  <a:pt x="790" y="152"/>
                  <a:pt x="809" y="175"/>
                  <a:pt x="825" y="200"/>
                </a:cubicBezTo>
                <a:cubicBezTo>
                  <a:pt x="841" y="224"/>
                  <a:pt x="855" y="250"/>
                  <a:pt x="867" y="278"/>
                </a:cubicBezTo>
                <a:cubicBezTo>
                  <a:pt x="878" y="305"/>
                  <a:pt x="886" y="333"/>
                  <a:pt x="892" y="362"/>
                </a:cubicBezTo>
                <a:cubicBezTo>
                  <a:pt x="898" y="391"/>
                  <a:pt x="901" y="420"/>
                  <a:pt x="901" y="450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94" name=""/>
          <p:cNvSpPr txBox="1"/>
          <p:nvPr/>
        </p:nvSpPr>
        <p:spPr>
          <a:xfrm>
            <a:off x="1162080" y="4336560"/>
            <a:ext cx="44838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ターミナルポリシー 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&amp; 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確認ポリシーを設定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95" name=""/>
          <p:cNvSpPr txBox="1"/>
          <p:nvPr/>
        </p:nvSpPr>
        <p:spPr>
          <a:xfrm>
            <a:off x="871560" y="491220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96" name=""/>
          <p:cNvSpPr/>
          <p:nvPr/>
        </p:nvSpPr>
        <p:spPr>
          <a:xfrm>
            <a:off x="6013440" y="1365480"/>
            <a:ext cx="5764320" cy="4992840"/>
          </a:xfrm>
          <a:custGeom>
            <a:avLst/>
            <a:gdLst/>
            <a:ahLst/>
            <a:rect l="0" t="0" r="r" b="b"/>
            <a:pathLst>
              <a:path w="16012" h="13869">
                <a:moveTo>
                  <a:pt x="440" y="678"/>
                </a:moveTo>
                <a:lnTo>
                  <a:pt x="440" y="13035"/>
                </a:lnTo>
                <a:cubicBezTo>
                  <a:pt x="440" y="13077"/>
                  <a:pt x="449" y="13118"/>
                  <a:pt x="465" y="13156"/>
                </a:cubicBezTo>
                <a:cubicBezTo>
                  <a:pt x="481" y="13195"/>
                  <a:pt x="504" y="13230"/>
                  <a:pt x="533" y="13260"/>
                </a:cubicBezTo>
                <a:cubicBezTo>
                  <a:pt x="563" y="13289"/>
                  <a:pt x="598" y="13312"/>
                  <a:pt x="636" y="13328"/>
                </a:cubicBezTo>
                <a:cubicBezTo>
                  <a:pt x="675" y="13344"/>
                  <a:pt x="716" y="13352"/>
                  <a:pt x="758" y="13352"/>
                </a:cubicBezTo>
                <a:lnTo>
                  <a:pt x="15258" y="13352"/>
                </a:lnTo>
                <a:cubicBezTo>
                  <a:pt x="15300" y="13352"/>
                  <a:pt x="15341" y="13344"/>
                  <a:pt x="15380" y="13328"/>
                </a:cubicBezTo>
                <a:cubicBezTo>
                  <a:pt x="15419" y="13312"/>
                  <a:pt x="15453" y="13289"/>
                  <a:pt x="15483" y="13260"/>
                </a:cubicBezTo>
                <a:cubicBezTo>
                  <a:pt x="15512" y="13230"/>
                  <a:pt x="15535" y="13195"/>
                  <a:pt x="15551" y="13156"/>
                </a:cubicBezTo>
                <a:cubicBezTo>
                  <a:pt x="15568" y="13118"/>
                  <a:pt x="15576" y="13077"/>
                  <a:pt x="15576" y="13035"/>
                </a:cubicBezTo>
                <a:lnTo>
                  <a:pt x="15576" y="678"/>
                </a:lnTo>
                <a:cubicBezTo>
                  <a:pt x="15576" y="636"/>
                  <a:pt x="15568" y="595"/>
                  <a:pt x="15551" y="556"/>
                </a:cubicBezTo>
                <a:cubicBezTo>
                  <a:pt x="15535" y="518"/>
                  <a:pt x="15512" y="483"/>
                  <a:pt x="15483" y="453"/>
                </a:cubicBezTo>
                <a:cubicBezTo>
                  <a:pt x="15453" y="424"/>
                  <a:pt x="15419" y="401"/>
                  <a:pt x="15380" y="385"/>
                </a:cubicBezTo>
                <a:cubicBezTo>
                  <a:pt x="15341" y="369"/>
                  <a:pt x="15300" y="360"/>
                  <a:pt x="15258" y="360"/>
                </a:cubicBezTo>
                <a:lnTo>
                  <a:pt x="758" y="360"/>
                </a:lnTo>
                <a:cubicBezTo>
                  <a:pt x="716" y="360"/>
                  <a:pt x="675" y="369"/>
                  <a:pt x="636" y="385"/>
                </a:cubicBezTo>
                <a:cubicBezTo>
                  <a:pt x="598" y="401"/>
                  <a:pt x="563" y="424"/>
                  <a:pt x="533" y="453"/>
                </a:cubicBezTo>
                <a:cubicBezTo>
                  <a:pt x="504" y="483"/>
                  <a:pt x="481" y="518"/>
                  <a:pt x="465" y="556"/>
                </a:cubicBezTo>
                <a:cubicBezTo>
                  <a:pt x="449" y="595"/>
                  <a:pt x="440" y="636"/>
                  <a:pt x="440" y="678"/>
                </a:cubicBezTo>
                <a:moveTo>
                  <a:pt x="0" y="0"/>
                </a:moveTo>
                <a:lnTo>
                  <a:pt x="16012" y="0"/>
                </a:lnTo>
                <a:lnTo>
                  <a:pt x="16012" y="13869"/>
                </a:lnTo>
                <a:lnTo>
                  <a:pt x="0" y="13869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197" name=""/>
          <p:cNvSpPr/>
          <p:nvPr/>
        </p:nvSpPr>
        <p:spPr>
          <a:xfrm>
            <a:off x="6181560" y="1504800"/>
            <a:ext cx="5429520" cy="4658040"/>
          </a:xfrm>
          <a:custGeom>
            <a:avLst/>
            <a:gdLst/>
            <a:ahLst/>
            <a:rect l="0" t="0" r="r" b="b"/>
            <a:pathLst>
              <a:path w="15082" h="12939">
                <a:moveTo>
                  <a:pt x="0" y="12648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12648"/>
                </a:lnTo>
                <a:cubicBezTo>
                  <a:pt x="15082" y="12667"/>
                  <a:pt x="15080" y="12686"/>
                  <a:pt x="15077" y="12705"/>
                </a:cubicBezTo>
                <a:cubicBezTo>
                  <a:pt x="15073" y="12724"/>
                  <a:pt x="15067" y="12742"/>
                  <a:pt x="15060" y="12759"/>
                </a:cubicBezTo>
                <a:cubicBezTo>
                  <a:pt x="15053" y="12777"/>
                  <a:pt x="15044" y="12794"/>
                  <a:pt x="15033" y="12810"/>
                </a:cubicBezTo>
                <a:cubicBezTo>
                  <a:pt x="15023" y="12826"/>
                  <a:pt x="15010" y="12840"/>
                  <a:pt x="14997" y="12854"/>
                </a:cubicBezTo>
                <a:cubicBezTo>
                  <a:pt x="14983" y="12867"/>
                  <a:pt x="14969" y="12879"/>
                  <a:pt x="14953" y="12890"/>
                </a:cubicBezTo>
                <a:cubicBezTo>
                  <a:pt x="14937" y="12901"/>
                  <a:pt x="14920" y="12910"/>
                  <a:pt x="14903" y="12917"/>
                </a:cubicBezTo>
                <a:cubicBezTo>
                  <a:pt x="14885" y="12924"/>
                  <a:pt x="14867" y="12930"/>
                  <a:pt x="14848" y="12933"/>
                </a:cubicBezTo>
                <a:cubicBezTo>
                  <a:pt x="14829" y="12937"/>
                  <a:pt x="14810" y="12939"/>
                  <a:pt x="14791" y="12939"/>
                </a:cubicBezTo>
                <a:lnTo>
                  <a:pt x="291" y="12939"/>
                </a:lnTo>
                <a:cubicBezTo>
                  <a:pt x="272" y="12939"/>
                  <a:pt x="253" y="12937"/>
                  <a:pt x="234" y="12933"/>
                </a:cubicBezTo>
                <a:cubicBezTo>
                  <a:pt x="215" y="12930"/>
                  <a:pt x="197" y="12924"/>
                  <a:pt x="180" y="12917"/>
                </a:cubicBezTo>
                <a:cubicBezTo>
                  <a:pt x="162" y="12910"/>
                  <a:pt x="145" y="12901"/>
                  <a:pt x="129" y="12890"/>
                </a:cubicBezTo>
                <a:cubicBezTo>
                  <a:pt x="113" y="12879"/>
                  <a:pt x="99" y="12867"/>
                  <a:pt x="85" y="12854"/>
                </a:cubicBezTo>
                <a:cubicBezTo>
                  <a:pt x="72" y="12840"/>
                  <a:pt x="60" y="12826"/>
                  <a:pt x="49" y="12810"/>
                </a:cubicBezTo>
                <a:cubicBezTo>
                  <a:pt x="38" y="12794"/>
                  <a:pt x="29" y="12777"/>
                  <a:pt x="22" y="12759"/>
                </a:cubicBezTo>
                <a:cubicBezTo>
                  <a:pt x="15" y="12742"/>
                  <a:pt x="9" y="12724"/>
                  <a:pt x="6" y="12705"/>
                </a:cubicBezTo>
                <a:cubicBezTo>
                  <a:pt x="2" y="12686"/>
                  <a:pt x="0" y="12667"/>
                  <a:pt x="0" y="12648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98" name=""/>
          <p:cNvSpPr/>
          <p:nvPr/>
        </p:nvSpPr>
        <p:spPr>
          <a:xfrm>
            <a:off x="6181560" y="1504800"/>
            <a:ext cx="5429520" cy="4658040"/>
          </a:xfrm>
          <a:custGeom>
            <a:avLst/>
            <a:gdLst/>
            <a:ahLst/>
            <a:rect l="0" t="0" r="r" b="b"/>
            <a:pathLst>
              <a:path w="15082" h="12939">
                <a:moveTo>
                  <a:pt x="0" y="12648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12648"/>
                </a:lnTo>
                <a:cubicBezTo>
                  <a:pt x="15082" y="12667"/>
                  <a:pt x="15080" y="12686"/>
                  <a:pt x="15077" y="12705"/>
                </a:cubicBezTo>
                <a:cubicBezTo>
                  <a:pt x="15073" y="12724"/>
                  <a:pt x="15067" y="12742"/>
                  <a:pt x="15060" y="12759"/>
                </a:cubicBezTo>
                <a:cubicBezTo>
                  <a:pt x="15053" y="12777"/>
                  <a:pt x="15044" y="12794"/>
                  <a:pt x="15033" y="12810"/>
                </a:cubicBezTo>
                <a:cubicBezTo>
                  <a:pt x="15023" y="12826"/>
                  <a:pt x="15010" y="12840"/>
                  <a:pt x="14997" y="12854"/>
                </a:cubicBezTo>
                <a:cubicBezTo>
                  <a:pt x="14983" y="12867"/>
                  <a:pt x="14969" y="12879"/>
                  <a:pt x="14953" y="12890"/>
                </a:cubicBezTo>
                <a:cubicBezTo>
                  <a:pt x="14937" y="12901"/>
                  <a:pt x="14920" y="12910"/>
                  <a:pt x="14903" y="12917"/>
                </a:cubicBezTo>
                <a:cubicBezTo>
                  <a:pt x="14885" y="12924"/>
                  <a:pt x="14867" y="12930"/>
                  <a:pt x="14848" y="12933"/>
                </a:cubicBezTo>
                <a:cubicBezTo>
                  <a:pt x="14829" y="12937"/>
                  <a:pt x="14810" y="12939"/>
                  <a:pt x="14791" y="12939"/>
                </a:cubicBezTo>
                <a:lnTo>
                  <a:pt x="291" y="12939"/>
                </a:lnTo>
                <a:cubicBezTo>
                  <a:pt x="272" y="12939"/>
                  <a:pt x="253" y="12937"/>
                  <a:pt x="234" y="12933"/>
                </a:cubicBezTo>
                <a:cubicBezTo>
                  <a:pt x="215" y="12930"/>
                  <a:pt x="197" y="12924"/>
                  <a:pt x="180" y="12917"/>
                </a:cubicBezTo>
                <a:cubicBezTo>
                  <a:pt x="162" y="12910"/>
                  <a:pt x="145" y="12901"/>
                  <a:pt x="129" y="12890"/>
                </a:cubicBezTo>
                <a:cubicBezTo>
                  <a:pt x="113" y="12879"/>
                  <a:pt x="99" y="12867"/>
                  <a:pt x="85" y="12854"/>
                </a:cubicBezTo>
                <a:cubicBezTo>
                  <a:pt x="72" y="12840"/>
                  <a:pt x="60" y="12826"/>
                  <a:pt x="49" y="12810"/>
                </a:cubicBezTo>
                <a:cubicBezTo>
                  <a:pt x="38" y="12794"/>
                  <a:pt x="29" y="12777"/>
                  <a:pt x="22" y="12759"/>
                </a:cubicBezTo>
                <a:cubicBezTo>
                  <a:pt x="15" y="12742"/>
                  <a:pt x="9" y="12724"/>
                  <a:pt x="6" y="12705"/>
                </a:cubicBezTo>
                <a:cubicBezTo>
                  <a:pt x="2" y="12686"/>
                  <a:pt x="0" y="12667"/>
                  <a:pt x="0" y="12648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99" name=""/>
          <p:cNvSpPr/>
          <p:nvPr/>
        </p:nvSpPr>
        <p:spPr>
          <a:xfrm>
            <a:off x="6386400" y="3600360"/>
            <a:ext cx="5043600" cy="552600"/>
          </a:xfrm>
          <a:custGeom>
            <a:avLst/>
            <a:gdLst/>
            <a:ahLst/>
            <a:rect l="0" t="0" r="r" b="b"/>
            <a:pathLst>
              <a:path w="14010" h="1535">
                <a:moveTo>
                  <a:pt x="0" y="1323"/>
                </a:moveTo>
                <a:lnTo>
                  <a:pt x="0" y="211"/>
                </a:lnTo>
                <a:cubicBezTo>
                  <a:pt x="0" y="198"/>
                  <a:pt x="1" y="184"/>
                  <a:pt x="3" y="170"/>
                </a:cubicBezTo>
                <a:cubicBezTo>
                  <a:pt x="4" y="156"/>
                  <a:pt x="7" y="143"/>
                  <a:pt x="11" y="130"/>
                </a:cubicBezTo>
                <a:cubicBezTo>
                  <a:pt x="15" y="118"/>
                  <a:pt x="19" y="105"/>
                  <a:pt x="24" y="94"/>
                </a:cubicBezTo>
                <a:cubicBezTo>
                  <a:pt x="30" y="82"/>
                  <a:pt x="36" y="72"/>
                  <a:pt x="42" y="62"/>
                </a:cubicBezTo>
                <a:cubicBezTo>
                  <a:pt x="49" y="52"/>
                  <a:pt x="57" y="43"/>
                  <a:pt x="64" y="35"/>
                </a:cubicBezTo>
                <a:cubicBezTo>
                  <a:pt x="72" y="28"/>
                  <a:pt x="81" y="21"/>
                  <a:pt x="90" y="16"/>
                </a:cubicBezTo>
                <a:cubicBezTo>
                  <a:pt x="98" y="11"/>
                  <a:pt x="108" y="7"/>
                  <a:pt x="117" y="4"/>
                </a:cubicBezTo>
                <a:cubicBezTo>
                  <a:pt x="126" y="1"/>
                  <a:pt x="136" y="0"/>
                  <a:pt x="145" y="0"/>
                </a:cubicBezTo>
                <a:lnTo>
                  <a:pt x="13799" y="0"/>
                </a:lnTo>
                <a:cubicBezTo>
                  <a:pt x="13813" y="0"/>
                  <a:pt x="13826" y="1"/>
                  <a:pt x="13840" y="4"/>
                </a:cubicBezTo>
                <a:cubicBezTo>
                  <a:pt x="13854" y="7"/>
                  <a:pt x="13867" y="11"/>
                  <a:pt x="13880" y="16"/>
                </a:cubicBezTo>
                <a:cubicBezTo>
                  <a:pt x="13893" y="21"/>
                  <a:pt x="13905" y="28"/>
                  <a:pt x="13916" y="35"/>
                </a:cubicBezTo>
                <a:cubicBezTo>
                  <a:pt x="13928" y="43"/>
                  <a:pt x="13939" y="52"/>
                  <a:pt x="13948" y="62"/>
                </a:cubicBezTo>
                <a:cubicBezTo>
                  <a:pt x="13958" y="72"/>
                  <a:pt x="13967" y="82"/>
                  <a:pt x="13975" y="94"/>
                </a:cubicBezTo>
                <a:cubicBezTo>
                  <a:pt x="13983" y="105"/>
                  <a:pt x="13989" y="118"/>
                  <a:pt x="13994" y="130"/>
                </a:cubicBezTo>
                <a:cubicBezTo>
                  <a:pt x="14000" y="143"/>
                  <a:pt x="14004" y="156"/>
                  <a:pt x="14006" y="170"/>
                </a:cubicBezTo>
                <a:cubicBezTo>
                  <a:pt x="14009" y="184"/>
                  <a:pt x="14010" y="198"/>
                  <a:pt x="14010" y="211"/>
                </a:cubicBezTo>
                <a:lnTo>
                  <a:pt x="14010" y="1323"/>
                </a:lnTo>
                <a:cubicBezTo>
                  <a:pt x="14010" y="1337"/>
                  <a:pt x="14009" y="1350"/>
                  <a:pt x="14006" y="1364"/>
                </a:cubicBezTo>
                <a:cubicBezTo>
                  <a:pt x="14004" y="1378"/>
                  <a:pt x="14000" y="1391"/>
                  <a:pt x="13994" y="1404"/>
                </a:cubicBezTo>
                <a:cubicBezTo>
                  <a:pt x="13989" y="1417"/>
                  <a:pt x="13983" y="1429"/>
                  <a:pt x="13975" y="1440"/>
                </a:cubicBezTo>
                <a:cubicBezTo>
                  <a:pt x="13967" y="1452"/>
                  <a:pt x="13958" y="1463"/>
                  <a:pt x="13948" y="1472"/>
                </a:cubicBezTo>
                <a:cubicBezTo>
                  <a:pt x="13939" y="1482"/>
                  <a:pt x="13928" y="1491"/>
                  <a:pt x="13916" y="1499"/>
                </a:cubicBezTo>
                <a:cubicBezTo>
                  <a:pt x="13905" y="1507"/>
                  <a:pt x="13893" y="1514"/>
                  <a:pt x="13880" y="1519"/>
                </a:cubicBezTo>
                <a:cubicBezTo>
                  <a:pt x="13867" y="1525"/>
                  <a:pt x="13854" y="1529"/>
                  <a:pt x="13840" y="1531"/>
                </a:cubicBezTo>
                <a:cubicBezTo>
                  <a:pt x="13826" y="1534"/>
                  <a:pt x="13813" y="1535"/>
                  <a:pt x="13799" y="1535"/>
                </a:cubicBezTo>
                <a:lnTo>
                  <a:pt x="145" y="1535"/>
                </a:lnTo>
                <a:cubicBezTo>
                  <a:pt x="136" y="1535"/>
                  <a:pt x="126" y="1534"/>
                  <a:pt x="117" y="1531"/>
                </a:cubicBezTo>
                <a:cubicBezTo>
                  <a:pt x="108" y="1529"/>
                  <a:pt x="98" y="1525"/>
                  <a:pt x="90" y="1519"/>
                </a:cubicBezTo>
                <a:cubicBezTo>
                  <a:pt x="81" y="1514"/>
                  <a:pt x="72" y="1507"/>
                  <a:pt x="64" y="1499"/>
                </a:cubicBezTo>
                <a:cubicBezTo>
                  <a:pt x="57" y="1491"/>
                  <a:pt x="49" y="1482"/>
                  <a:pt x="42" y="1472"/>
                </a:cubicBezTo>
                <a:cubicBezTo>
                  <a:pt x="36" y="1463"/>
                  <a:pt x="30" y="1452"/>
                  <a:pt x="24" y="1440"/>
                </a:cubicBezTo>
                <a:cubicBezTo>
                  <a:pt x="19" y="1429"/>
                  <a:pt x="15" y="1417"/>
                  <a:pt x="11" y="1404"/>
                </a:cubicBezTo>
                <a:cubicBezTo>
                  <a:pt x="7" y="1391"/>
                  <a:pt x="4" y="1378"/>
                  <a:pt x="3" y="1364"/>
                </a:cubicBezTo>
                <a:cubicBezTo>
                  <a:pt x="1" y="1350"/>
                  <a:pt x="0" y="1337"/>
                  <a:pt x="0" y="1323"/>
                </a:cubicBezTo>
                <a:close/>
              </a:path>
            </a:pathLst>
          </a:custGeom>
          <a:solidFill>
            <a:srgbClr val="C1E6C0">
              <a:alpha val="3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00" name=""/>
          <p:cNvSpPr/>
          <p:nvPr/>
        </p:nvSpPr>
        <p:spPr>
          <a:xfrm>
            <a:off x="6362640" y="3600360"/>
            <a:ext cx="76320" cy="552600"/>
          </a:xfrm>
          <a:custGeom>
            <a:avLst/>
            <a:gdLst/>
            <a:ahLst/>
            <a:rect l="0" t="0" r="r" b="b"/>
            <a:pathLst>
              <a:path w="212" h="1535">
                <a:moveTo>
                  <a:pt x="0" y="0"/>
                </a:moveTo>
                <a:lnTo>
                  <a:pt x="212" y="0"/>
                </a:lnTo>
                <a:lnTo>
                  <a:pt x="212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80C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01" name=""/>
          <p:cNvSpPr/>
          <p:nvPr/>
        </p:nvSpPr>
        <p:spPr>
          <a:xfrm>
            <a:off x="6392520" y="1936440"/>
            <a:ext cx="302040" cy="241920"/>
          </a:xfrm>
          <a:custGeom>
            <a:avLst/>
            <a:gdLst/>
            <a:ahLst/>
            <a:rect l="0" t="0" r="r" b="b"/>
            <a:pathLst>
              <a:path w="839" h="672">
                <a:moveTo>
                  <a:pt x="63" y="672"/>
                </a:moveTo>
                <a:cubicBezTo>
                  <a:pt x="46" y="672"/>
                  <a:pt x="31" y="665"/>
                  <a:pt x="19" y="653"/>
                </a:cubicBezTo>
                <a:cubicBezTo>
                  <a:pt x="7" y="641"/>
                  <a:pt x="0" y="626"/>
                  <a:pt x="0" y="609"/>
                </a:cubicBezTo>
                <a:lnTo>
                  <a:pt x="0" y="63"/>
                </a:lnTo>
                <a:cubicBezTo>
                  <a:pt x="0" y="46"/>
                  <a:pt x="7" y="31"/>
                  <a:pt x="19" y="19"/>
                </a:cubicBezTo>
                <a:cubicBezTo>
                  <a:pt x="31" y="7"/>
                  <a:pt x="46" y="0"/>
                  <a:pt x="63" y="0"/>
                </a:cubicBezTo>
                <a:lnTo>
                  <a:pt x="776" y="0"/>
                </a:lnTo>
                <a:cubicBezTo>
                  <a:pt x="794" y="0"/>
                  <a:pt x="809" y="7"/>
                  <a:pt x="821" y="19"/>
                </a:cubicBezTo>
                <a:cubicBezTo>
                  <a:pt x="833" y="31"/>
                  <a:pt x="839" y="46"/>
                  <a:pt x="839" y="63"/>
                </a:cubicBezTo>
                <a:lnTo>
                  <a:pt x="839" y="609"/>
                </a:lnTo>
                <a:cubicBezTo>
                  <a:pt x="839" y="626"/>
                  <a:pt x="833" y="641"/>
                  <a:pt x="821" y="653"/>
                </a:cubicBezTo>
                <a:cubicBezTo>
                  <a:pt x="809" y="665"/>
                  <a:pt x="794" y="672"/>
                  <a:pt x="776" y="672"/>
                </a:cubicBezTo>
                <a:lnTo>
                  <a:pt x="63" y="672"/>
                </a:lnTo>
                <a:moveTo>
                  <a:pt x="633" y="207"/>
                </a:moveTo>
                <a:lnTo>
                  <a:pt x="776" y="207"/>
                </a:lnTo>
                <a:lnTo>
                  <a:pt x="776" y="63"/>
                </a:lnTo>
                <a:lnTo>
                  <a:pt x="633" y="63"/>
                </a:lnTo>
                <a:lnTo>
                  <a:pt x="633" y="207"/>
                </a:lnTo>
                <a:moveTo>
                  <a:pt x="633" y="402"/>
                </a:moveTo>
                <a:lnTo>
                  <a:pt x="776" y="402"/>
                </a:lnTo>
                <a:lnTo>
                  <a:pt x="776" y="270"/>
                </a:lnTo>
                <a:lnTo>
                  <a:pt x="633" y="270"/>
                </a:lnTo>
                <a:lnTo>
                  <a:pt x="633" y="402"/>
                </a:lnTo>
                <a:moveTo>
                  <a:pt x="63" y="609"/>
                </a:moveTo>
                <a:lnTo>
                  <a:pt x="570" y="609"/>
                </a:lnTo>
                <a:lnTo>
                  <a:pt x="570" y="63"/>
                </a:lnTo>
                <a:lnTo>
                  <a:pt x="63" y="63"/>
                </a:lnTo>
                <a:lnTo>
                  <a:pt x="63" y="609"/>
                </a:lnTo>
                <a:moveTo>
                  <a:pt x="633" y="609"/>
                </a:moveTo>
                <a:lnTo>
                  <a:pt x="776" y="609"/>
                </a:lnTo>
                <a:lnTo>
                  <a:pt x="776" y="465"/>
                </a:lnTo>
                <a:lnTo>
                  <a:pt x="633" y="465"/>
                </a:lnTo>
                <a:lnTo>
                  <a:pt x="633" y="609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202" name=""/>
          <p:cNvSpPr txBox="1"/>
          <p:nvPr/>
        </p:nvSpPr>
        <p:spPr>
          <a:xfrm>
            <a:off x="1162080" y="4860360"/>
            <a:ext cx="30873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Google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アカウントでログイン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03" name=""/>
          <p:cNvSpPr txBox="1"/>
          <p:nvPr/>
        </p:nvSpPr>
        <p:spPr>
          <a:xfrm>
            <a:off x="6724800" y="2066040"/>
            <a:ext cx="11980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起動後の画面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04" name=""/>
          <p:cNvSpPr txBox="1"/>
          <p:nvPr/>
        </p:nvSpPr>
        <p:spPr>
          <a:xfrm>
            <a:off x="6362640" y="2422080"/>
            <a:ext cx="4953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Antigravity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が起動すると、ファイルツリーではな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05" name=""/>
          <p:cNvSpPr txBox="1"/>
          <p:nvPr/>
        </p:nvSpPr>
        <p:spPr>
          <a:xfrm>
            <a:off x="6362640" y="2783880"/>
            <a:ext cx="49284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く </a:t>
            </a:r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Agent Manager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（ミッションコントロール）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06" name=""/>
          <p:cNvSpPr/>
          <p:nvPr/>
        </p:nvSpPr>
        <p:spPr>
          <a:xfrm>
            <a:off x="6562440" y="3762360"/>
            <a:ext cx="190800" cy="190800"/>
          </a:xfrm>
          <a:custGeom>
            <a:avLst/>
            <a:gdLst/>
            <a:ahLst/>
            <a:rect l="0" t="0" r="r" b="b"/>
            <a:pathLst>
              <a:path w="530" h="530">
                <a:moveTo>
                  <a:pt x="227" y="385"/>
                </a:moveTo>
                <a:lnTo>
                  <a:pt x="414" y="197"/>
                </a:lnTo>
                <a:lnTo>
                  <a:pt x="384" y="168"/>
                </a:lnTo>
                <a:lnTo>
                  <a:pt x="227" y="324"/>
                </a:lnTo>
                <a:lnTo>
                  <a:pt x="147" y="245"/>
                </a:lnTo>
                <a:lnTo>
                  <a:pt x="118" y="275"/>
                </a:lnTo>
                <a:lnTo>
                  <a:pt x="227" y="385"/>
                </a:lnTo>
                <a:moveTo>
                  <a:pt x="266" y="530"/>
                </a:moveTo>
                <a:cubicBezTo>
                  <a:pt x="230" y="530"/>
                  <a:pt x="196" y="523"/>
                  <a:pt x="163" y="509"/>
                </a:cubicBezTo>
                <a:cubicBezTo>
                  <a:pt x="131" y="495"/>
                  <a:pt x="103" y="476"/>
                  <a:pt x="79" y="452"/>
                </a:cubicBezTo>
                <a:cubicBezTo>
                  <a:pt x="55" y="428"/>
                  <a:pt x="36" y="400"/>
                  <a:pt x="21" y="367"/>
                </a:cubicBezTo>
                <a:cubicBezTo>
                  <a:pt x="7" y="334"/>
                  <a:pt x="0" y="300"/>
                  <a:pt x="0" y="264"/>
                </a:cubicBezTo>
                <a:cubicBezTo>
                  <a:pt x="0" y="228"/>
                  <a:pt x="7" y="193"/>
                  <a:pt x="21" y="161"/>
                </a:cubicBezTo>
                <a:cubicBezTo>
                  <a:pt x="36" y="129"/>
                  <a:pt x="55" y="101"/>
                  <a:pt x="79" y="77"/>
                </a:cubicBezTo>
                <a:cubicBezTo>
                  <a:pt x="103" y="53"/>
                  <a:pt x="131" y="34"/>
                  <a:pt x="163" y="20"/>
                </a:cubicBezTo>
                <a:cubicBezTo>
                  <a:pt x="196" y="6"/>
                  <a:pt x="230" y="0"/>
                  <a:pt x="266" y="0"/>
                </a:cubicBezTo>
                <a:cubicBezTo>
                  <a:pt x="302" y="0"/>
                  <a:pt x="337" y="6"/>
                  <a:pt x="369" y="20"/>
                </a:cubicBezTo>
                <a:cubicBezTo>
                  <a:pt x="401" y="34"/>
                  <a:pt x="429" y="53"/>
                  <a:pt x="453" y="77"/>
                </a:cubicBezTo>
                <a:cubicBezTo>
                  <a:pt x="477" y="101"/>
                  <a:pt x="496" y="129"/>
                  <a:pt x="510" y="161"/>
                </a:cubicBezTo>
                <a:cubicBezTo>
                  <a:pt x="524" y="193"/>
                  <a:pt x="530" y="228"/>
                  <a:pt x="530" y="264"/>
                </a:cubicBezTo>
                <a:cubicBezTo>
                  <a:pt x="530" y="300"/>
                  <a:pt x="524" y="334"/>
                  <a:pt x="510" y="367"/>
                </a:cubicBezTo>
                <a:cubicBezTo>
                  <a:pt x="496" y="400"/>
                  <a:pt x="477" y="428"/>
                  <a:pt x="453" y="452"/>
                </a:cubicBezTo>
                <a:cubicBezTo>
                  <a:pt x="429" y="476"/>
                  <a:pt x="401" y="495"/>
                  <a:pt x="369" y="509"/>
                </a:cubicBezTo>
                <a:cubicBezTo>
                  <a:pt x="337" y="523"/>
                  <a:pt x="302" y="530"/>
                  <a:pt x="266" y="530"/>
                </a:cubicBezTo>
                <a:moveTo>
                  <a:pt x="266" y="490"/>
                </a:moveTo>
                <a:cubicBezTo>
                  <a:pt x="328" y="490"/>
                  <a:pt x="382" y="468"/>
                  <a:pt x="425" y="424"/>
                </a:cubicBezTo>
                <a:cubicBezTo>
                  <a:pt x="469" y="379"/>
                  <a:pt x="491" y="326"/>
                  <a:pt x="491" y="264"/>
                </a:cubicBezTo>
                <a:cubicBezTo>
                  <a:pt x="491" y="202"/>
                  <a:pt x="469" y="148"/>
                  <a:pt x="425" y="105"/>
                </a:cubicBezTo>
                <a:cubicBezTo>
                  <a:pt x="382" y="61"/>
                  <a:pt x="328" y="39"/>
                  <a:pt x="266" y="39"/>
                </a:cubicBezTo>
                <a:cubicBezTo>
                  <a:pt x="204" y="39"/>
                  <a:pt x="151" y="61"/>
                  <a:pt x="107" y="105"/>
                </a:cubicBezTo>
                <a:cubicBezTo>
                  <a:pt x="63" y="148"/>
                  <a:pt x="41" y="202"/>
                  <a:pt x="41" y="264"/>
                </a:cubicBezTo>
                <a:cubicBezTo>
                  <a:pt x="41" y="326"/>
                  <a:pt x="63" y="379"/>
                  <a:pt x="107" y="424"/>
                </a:cubicBezTo>
                <a:cubicBezTo>
                  <a:pt x="151" y="468"/>
                  <a:pt x="204" y="490"/>
                  <a:pt x="266" y="490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07" name=""/>
          <p:cNvSpPr txBox="1"/>
          <p:nvPr/>
        </p:nvSpPr>
        <p:spPr>
          <a:xfrm>
            <a:off x="6362640" y="3146040"/>
            <a:ext cx="1829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が表示されます。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08" name=""/>
          <p:cNvSpPr txBox="1"/>
          <p:nvPr/>
        </p:nvSpPr>
        <p:spPr>
          <a:xfrm>
            <a:off x="6772320" y="3764880"/>
            <a:ext cx="41914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 ワークスペースフォルダを選択して開始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09" name=""/>
          <p:cNvSpPr/>
          <p:nvPr/>
        </p:nvSpPr>
        <p:spPr>
          <a:xfrm>
            <a:off x="6352920" y="49053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8"/>
                  <a:pt x="24" y="46"/>
                  <a:pt x="35" y="34"/>
                </a:cubicBezTo>
                <a:cubicBezTo>
                  <a:pt x="46" y="23"/>
                  <a:pt x="59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0" y="15"/>
                  <a:pt x="193" y="23"/>
                  <a:pt x="204" y="34"/>
                </a:cubicBezTo>
                <a:cubicBezTo>
                  <a:pt x="216" y="46"/>
                  <a:pt x="224" y="58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10" name=""/>
          <p:cNvSpPr/>
          <p:nvPr/>
        </p:nvSpPr>
        <p:spPr>
          <a:xfrm>
            <a:off x="6591240" y="4838400"/>
            <a:ext cx="838440" cy="257760"/>
          </a:xfrm>
          <a:custGeom>
            <a:avLst/>
            <a:gdLst/>
            <a:ahLst/>
            <a:rect l="0" t="0" r="r" b="b"/>
            <a:pathLst>
              <a:path w="2329" h="716">
                <a:moveTo>
                  <a:pt x="0" y="55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170" y="0"/>
                </a:lnTo>
                <a:cubicBezTo>
                  <a:pt x="2181" y="0"/>
                  <a:pt x="2191" y="1"/>
                  <a:pt x="2201" y="3"/>
                </a:cubicBezTo>
                <a:cubicBezTo>
                  <a:pt x="2211" y="5"/>
                  <a:pt x="2221" y="8"/>
                  <a:pt x="2231" y="12"/>
                </a:cubicBezTo>
                <a:cubicBezTo>
                  <a:pt x="2241" y="16"/>
                  <a:pt x="2250" y="21"/>
                  <a:pt x="2258" y="27"/>
                </a:cubicBezTo>
                <a:cubicBezTo>
                  <a:pt x="2267" y="33"/>
                  <a:pt x="2275" y="39"/>
                  <a:pt x="2282" y="47"/>
                </a:cubicBezTo>
                <a:cubicBezTo>
                  <a:pt x="2290" y="54"/>
                  <a:pt x="2296" y="62"/>
                  <a:pt x="2302" y="71"/>
                </a:cubicBezTo>
                <a:cubicBezTo>
                  <a:pt x="2308" y="80"/>
                  <a:pt x="2313" y="89"/>
                  <a:pt x="2317" y="98"/>
                </a:cubicBezTo>
                <a:cubicBezTo>
                  <a:pt x="2321" y="108"/>
                  <a:pt x="2324" y="118"/>
                  <a:pt x="2326" y="128"/>
                </a:cubicBezTo>
                <a:cubicBezTo>
                  <a:pt x="2328" y="138"/>
                  <a:pt x="2329" y="149"/>
                  <a:pt x="2329" y="159"/>
                </a:cubicBezTo>
                <a:lnTo>
                  <a:pt x="2329" y="557"/>
                </a:lnTo>
                <a:cubicBezTo>
                  <a:pt x="2329" y="567"/>
                  <a:pt x="2328" y="578"/>
                  <a:pt x="2326" y="588"/>
                </a:cubicBezTo>
                <a:cubicBezTo>
                  <a:pt x="2324" y="598"/>
                  <a:pt x="2321" y="608"/>
                  <a:pt x="2317" y="618"/>
                </a:cubicBezTo>
                <a:cubicBezTo>
                  <a:pt x="2313" y="627"/>
                  <a:pt x="2308" y="636"/>
                  <a:pt x="2302" y="645"/>
                </a:cubicBezTo>
                <a:cubicBezTo>
                  <a:pt x="2296" y="654"/>
                  <a:pt x="2290" y="662"/>
                  <a:pt x="2282" y="669"/>
                </a:cubicBezTo>
                <a:cubicBezTo>
                  <a:pt x="2275" y="677"/>
                  <a:pt x="2267" y="683"/>
                  <a:pt x="2258" y="689"/>
                </a:cubicBezTo>
                <a:cubicBezTo>
                  <a:pt x="2250" y="695"/>
                  <a:pt x="2241" y="700"/>
                  <a:pt x="2231" y="704"/>
                </a:cubicBezTo>
                <a:cubicBezTo>
                  <a:pt x="2221" y="708"/>
                  <a:pt x="2211" y="711"/>
                  <a:pt x="2201" y="713"/>
                </a:cubicBezTo>
                <a:cubicBezTo>
                  <a:pt x="2191" y="715"/>
                  <a:pt x="2181" y="716"/>
                  <a:pt x="2170" y="716"/>
                </a:cubicBezTo>
                <a:lnTo>
                  <a:pt x="158" y="716"/>
                </a:lnTo>
                <a:cubicBezTo>
                  <a:pt x="148" y="716"/>
                  <a:pt x="138" y="715"/>
                  <a:pt x="127" y="713"/>
                </a:cubicBezTo>
                <a:cubicBezTo>
                  <a:pt x="117" y="711"/>
                  <a:pt x="107" y="708"/>
                  <a:pt x="98" y="704"/>
                </a:cubicBezTo>
                <a:cubicBezTo>
                  <a:pt x="88" y="700"/>
                  <a:pt x="79" y="695"/>
                  <a:pt x="70" y="689"/>
                </a:cubicBezTo>
                <a:cubicBezTo>
                  <a:pt x="62" y="683"/>
                  <a:pt x="54" y="677"/>
                  <a:pt x="46" y="669"/>
                </a:cubicBezTo>
                <a:cubicBezTo>
                  <a:pt x="39" y="662"/>
                  <a:pt x="32" y="654"/>
                  <a:pt x="26" y="645"/>
                </a:cubicBezTo>
                <a:cubicBezTo>
                  <a:pt x="21" y="636"/>
                  <a:pt x="16" y="627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7"/>
                  <a:pt x="0" y="557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11" name=""/>
          <p:cNvSpPr txBox="1"/>
          <p:nvPr/>
        </p:nvSpPr>
        <p:spPr>
          <a:xfrm>
            <a:off x="6362640" y="4298400"/>
            <a:ext cx="2972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キーボードショートカット：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12" name=""/>
          <p:cNvSpPr txBox="1"/>
          <p:nvPr/>
        </p:nvSpPr>
        <p:spPr>
          <a:xfrm>
            <a:off x="6648480" y="4886280"/>
            <a:ext cx="7178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Cmd + 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13" name=""/>
          <p:cNvSpPr/>
          <p:nvPr/>
        </p:nvSpPr>
        <p:spPr>
          <a:xfrm>
            <a:off x="6352920" y="53244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0" y="15"/>
                  <a:pt x="193" y="23"/>
                  <a:pt x="204" y="35"/>
                </a:cubicBezTo>
                <a:cubicBezTo>
                  <a:pt x="216" y="46"/>
                  <a:pt x="224" y="59"/>
                  <a:pt x="230" y="73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14" name=""/>
          <p:cNvSpPr/>
          <p:nvPr/>
        </p:nvSpPr>
        <p:spPr>
          <a:xfrm>
            <a:off x="6591240" y="5257440"/>
            <a:ext cx="838440" cy="257760"/>
          </a:xfrm>
          <a:custGeom>
            <a:avLst/>
            <a:gdLst/>
            <a:ahLst/>
            <a:rect l="0" t="0" r="r" b="b"/>
            <a:pathLst>
              <a:path w="2329" h="716">
                <a:moveTo>
                  <a:pt x="0" y="557"/>
                </a:moveTo>
                <a:lnTo>
                  <a:pt x="0" y="160"/>
                </a:lnTo>
                <a:cubicBezTo>
                  <a:pt x="0" y="150"/>
                  <a:pt x="1" y="140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6" y="72"/>
                </a:cubicBezTo>
                <a:cubicBezTo>
                  <a:pt x="32" y="63"/>
                  <a:pt x="39" y="55"/>
                  <a:pt x="46" y="48"/>
                </a:cubicBezTo>
                <a:cubicBezTo>
                  <a:pt x="54" y="41"/>
                  <a:pt x="62" y="34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7" y="9"/>
                  <a:pt x="117" y="6"/>
                  <a:pt x="127" y="4"/>
                </a:cubicBezTo>
                <a:cubicBezTo>
                  <a:pt x="138" y="2"/>
                  <a:pt x="148" y="0"/>
                  <a:pt x="158" y="0"/>
                </a:cubicBezTo>
                <a:lnTo>
                  <a:pt x="2170" y="0"/>
                </a:lnTo>
                <a:cubicBezTo>
                  <a:pt x="2181" y="0"/>
                  <a:pt x="2191" y="2"/>
                  <a:pt x="2201" y="4"/>
                </a:cubicBezTo>
                <a:cubicBezTo>
                  <a:pt x="2211" y="6"/>
                  <a:pt x="2221" y="9"/>
                  <a:pt x="2231" y="13"/>
                </a:cubicBezTo>
                <a:cubicBezTo>
                  <a:pt x="2241" y="17"/>
                  <a:pt x="2250" y="21"/>
                  <a:pt x="2258" y="27"/>
                </a:cubicBezTo>
                <a:cubicBezTo>
                  <a:pt x="2267" y="34"/>
                  <a:pt x="2275" y="41"/>
                  <a:pt x="2282" y="48"/>
                </a:cubicBezTo>
                <a:cubicBezTo>
                  <a:pt x="2290" y="55"/>
                  <a:pt x="2296" y="63"/>
                  <a:pt x="2302" y="72"/>
                </a:cubicBezTo>
                <a:cubicBezTo>
                  <a:pt x="2308" y="81"/>
                  <a:pt x="2313" y="90"/>
                  <a:pt x="2317" y="99"/>
                </a:cubicBezTo>
                <a:cubicBezTo>
                  <a:pt x="2321" y="109"/>
                  <a:pt x="2324" y="119"/>
                  <a:pt x="2326" y="129"/>
                </a:cubicBezTo>
                <a:cubicBezTo>
                  <a:pt x="2328" y="140"/>
                  <a:pt x="2329" y="150"/>
                  <a:pt x="2329" y="160"/>
                </a:cubicBezTo>
                <a:lnTo>
                  <a:pt x="2329" y="557"/>
                </a:lnTo>
                <a:cubicBezTo>
                  <a:pt x="2329" y="568"/>
                  <a:pt x="2328" y="578"/>
                  <a:pt x="2326" y="588"/>
                </a:cubicBezTo>
                <a:cubicBezTo>
                  <a:pt x="2324" y="598"/>
                  <a:pt x="2321" y="608"/>
                  <a:pt x="2317" y="618"/>
                </a:cubicBezTo>
                <a:cubicBezTo>
                  <a:pt x="2313" y="628"/>
                  <a:pt x="2308" y="637"/>
                  <a:pt x="2302" y="645"/>
                </a:cubicBezTo>
                <a:cubicBezTo>
                  <a:pt x="2296" y="654"/>
                  <a:pt x="2290" y="662"/>
                  <a:pt x="2282" y="669"/>
                </a:cubicBezTo>
                <a:cubicBezTo>
                  <a:pt x="2275" y="677"/>
                  <a:pt x="2267" y="683"/>
                  <a:pt x="2258" y="689"/>
                </a:cubicBezTo>
                <a:cubicBezTo>
                  <a:pt x="2250" y="695"/>
                  <a:pt x="2241" y="700"/>
                  <a:pt x="2231" y="704"/>
                </a:cubicBezTo>
                <a:cubicBezTo>
                  <a:pt x="2221" y="708"/>
                  <a:pt x="2211" y="711"/>
                  <a:pt x="2201" y="713"/>
                </a:cubicBezTo>
                <a:cubicBezTo>
                  <a:pt x="2191" y="715"/>
                  <a:pt x="2181" y="716"/>
                  <a:pt x="2170" y="716"/>
                </a:cubicBezTo>
                <a:lnTo>
                  <a:pt x="158" y="716"/>
                </a:lnTo>
                <a:cubicBezTo>
                  <a:pt x="148" y="716"/>
                  <a:pt x="138" y="715"/>
                  <a:pt x="127" y="713"/>
                </a:cubicBezTo>
                <a:cubicBezTo>
                  <a:pt x="117" y="711"/>
                  <a:pt x="107" y="708"/>
                  <a:pt x="98" y="704"/>
                </a:cubicBezTo>
                <a:cubicBezTo>
                  <a:pt x="88" y="700"/>
                  <a:pt x="79" y="695"/>
                  <a:pt x="70" y="689"/>
                </a:cubicBezTo>
                <a:cubicBezTo>
                  <a:pt x="62" y="683"/>
                  <a:pt x="54" y="677"/>
                  <a:pt x="46" y="669"/>
                </a:cubicBezTo>
                <a:cubicBezTo>
                  <a:pt x="39" y="662"/>
                  <a:pt x="32" y="654"/>
                  <a:pt x="26" y="645"/>
                </a:cubicBezTo>
                <a:cubicBezTo>
                  <a:pt x="21" y="637"/>
                  <a:pt x="16" y="628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8"/>
                  <a:pt x="0" y="557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15" name=""/>
          <p:cNvSpPr txBox="1"/>
          <p:nvPr/>
        </p:nvSpPr>
        <p:spPr>
          <a:xfrm>
            <a:off x="7425720" y="4822200"/>
            <a:ext cx="37231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Editor ↔ Agent Manager 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切り替え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16" name=""/>
          <p:cNvSpPr txBox="1"/>
          <p:nvPr/>
        </p:nvSpPr>
        <p:spPr>
          <a:xfrm>
            <a:off x="6648480" y="5305320"/>
            <a:ext cx="7178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Cmd + 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17" name=""/>
          <p:cNvSpPr/>
          <p:nvPr/>
        </p:nvSpPr>
        <p:spPr>
          <a:xfrm>
            <a:off x="6352920" y="57434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6" y="46"/>
                  <a:pt x="224" y="59"/>
                  <a:pt x="230" y="73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18" name=""/>
          <p:cNvSpPr/>
          <p:nvPr/>
        </p:nvSpPr>
        <p:spPr>
          <a:xfrm>
            <a:off x="6591240" y="5676840"/>
            <a:ext cx="933840" cy="257400"/>
          </a:xfrm>
          <a:custGeom>
            <a:avLst/>
            <a:gdLst/>
            <a:ahLst/>
            <a:rect l="0" t="0" r="r" b="b"/>
            <a:pathLst>
              <a:path w="2594" h="715">
                <a:moveTo>
                  <a:pt x="0" y="55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435" y="0"/>
                </a:lnTo>
                <a:cubicBezTo>
                  <a:pt x="2445" y="0"/>
                  <a:pt x="2456" y="1"/>
                  <a:pt x="2466" y="3"/>
                </a:cubicBezTo>
                <a:cubicBezTo>
                  <a:pt x="2476" y="5"/>
                  <a:pt x="2486" y="8"/>
                  <a:pt x="2496" y="12"/>
                </a:cubicBezTo>
                <a:cubicBezTo>
                  <a:pt x="2505" y="16"/>
                  <a:pt x="2514" y="21"/>
                  <a:pt x="2523" y="26"/>
                </a:cubicBezTo>
                <a:cubicBezTo>
                  <a:pt x="2532" y="32"/>
                  <a:pt x="2540" y="39"/>
                  <a:pt x="2547" y="46"/>
                </a:cubicBezTo>
                <a:cubicBezTo>
                  <a:pt x="2554" y="54"/>
                  <a:pt x="2561" y="62"/>
                  <a:pt x="2567" y="70"/>
                </a:cubicBezTo>
                <a:cubicBezTo>
                  <a:pt x="2573" y="79"/>
                  <a:pt x="2578" y="88"/>
                  <a:pt x="2581" y="98"/>
                </a:cubicBezTo>
                <a:cubicBezTo>
                  <a:pt x="2585" y="107"/>
                  <a:pt x="2588" y="117"/>
                  <a:pt x="2591" y="127"/>
                </a:cubicBezTo>
                <a:cubicBezTo>
                  <a:pt x="2593" y="138"/>
                  <a:pt x="2594" y="148"/>
                  <a:pt x="2594" y="158"/>
                </a:cubicBezTo>
                <a:lnTo>
                  <a:pt x="2594" y="556"/>
                </a:lnTo>
                <a:cubicBezTo>
                  <a:pt x="2594" y="567"/>
                  <a:pt x="2593" y="577"/>
                  <a:pt x="2591" y="587"/>
                </a:cubicBezTo>
                <a:cubicBezTo>
                  <a:pt x="2588" y="597"/>
                  <a:pt x="2585" y="607"/>
                  <a:pt x="2581" y="617"/>
                </a:cubicBezTo>
                <a:cubicBezTo>
                  <a:pt x="2578" y="627"/>
                  <a:pt x="2573" y="636"/>
                  <a:pt x="2567" y="644"/>
                </a:cubicBezTo>
                <a:cubicBezTo>
                  <a:pt x="2561" y="653"/>
                  <a:pt x="2554" y="661"/>
                  <a:pt x="2547" y="669"/>
                </a:cubicBezTo>
                <a:cubicBezTo>
                  <a:pt x="2540" y="676"/>
                  <a:pt x="2532" y="682"/>
                  <a:pt x="2523" y="688"/>
                </a:cubicBezTo>
                <a:cubicBezTo>
                  <a:pt x="2514" y="694"/>
                  <a:pt x="2505" y="699"/>
                  <a:pt x="2496" y="703"/>
                </a:cubicBezTo>
                <a:cubicBezTo>
                  <a:pt x="2486" y="707"/>
                  <a:pt x="2476" y="710"/>
                  <a:pt x="2466" y="712"/>
                </a:cubicBezTo>
                <a:cubicBezTo>
                  <a:pt x="2456" y="714"/>
                  <a:pt x="2445" y="715"/>
                  <a:pt x="2435" y="715"/>
                </a:cubicBezTo>
                <a:lnTo>
                  <a:pt x="158" y="715"/>
                </a:lnTo>
                <a:cubicBezTo>
                  <a:pt x="148" y="715"/>
                  <a:pt x="138" y="714"/>
                  <a:pt x="127" y="712"/>
                </a:cubicBezTo>
                <a:cubicBezTo>
                  <a:pt x="117" y="710"/>
                  <a:pt x="107" y="707"/>
                  <a:pt x="98" y="703"/>
                </a:cubicBezTo>
                <a:cubicBezTo>
                  <a:pt x="88" y="699"/>
                  <a:pt x="79" y="694"/>
                  <a:pt x="70" y="688"/>
                </a:cubicBezTo>
                <a:cubicBezTo>
                  <a:pt x="62" y="682"/>
                  <a:pt x="54" y="676"/>
                  <a:pt x="46" y="669"/>
                </a:cubicBezTo>
                <a:cubicBezTo>
                  <a:pt x="39" y="661"/>
                  <a:pt x="32" y="653"/>
                  <a:pt x="26" y="644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7"/>
                  <a:pt x="5" y="597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19" name=""/>
          <p:cNvSpPr txBox="1"/>
          <p:nvPr/>
        </p:nvSpPr>
        <p:spPr>
          <a:xfrm>
            <a:off x="7425720" y="5241240"/>
            <a:ext cx="37216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：エージェントパネルの表示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/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非表示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20" name=""/>
          <p:cNvSpPr txBox="1"/>
          <p:nvPr/>
        </p:nvSpPr>
        <p:spPr>
          <a:xfrm>
            <a:off x="6648480" y="5724720"/>
            <a:ext cx="820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Ctrl + `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21" name=""/>
          <p:cNvSpPr txBox="1"/>
          <p:nvPr/>
        </p:nvSpPr>
        <p:spPr>
          <a:xfrm>
            <a:off x="7528680" y="5660640"/>
            <a:ext cx="2807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：ターミナルの表示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/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非表示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22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26" name=""/>
          <p:cNvSpPr/>
          <p:nvPr/>
        </p:nvSpPr>
        <p:spPr>
          <a:xfrm>
            <a:off x="571320" y="1761840"/>
            <a:ext cx="11049480" cy="29160"/>
          </a:xfrm>
          <a:custGeom>
            <a:avLst/>
            <a:gdLst/>
            <a:ahLst/>
            <a:rect l="0" t="0" r="r" b="b"/>
            <a:pathLst>
              <a:path w="30693" h="81">
                <a:moveTo>
                  <a:pt x="0" y="0"/>
                </a:moveTo>
                <a:lnTo>
                  <a:pt x="30693" y="0"/>
                </a:lnTo>
                <a:lnTo>
                  <a:pt x="3069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27" name=""/>
          <p:cNvSpPr/>
          <p:nvPr/>
        </p:nvSpPr>
        <p:spPr>
          <a:xfrm>
            <a:off x="650520" y="1182600"/>
            <a:ext cx="317880" cy="397080"/>
          </a:xfrm>
          <a:custGeom>
            <a:avLst/>
            <a:gdLst/>
            <a:ahLst/>
            <a:rect l="0" t="0" r="r" b="b"/>
            <a:pathLst>
              <a:path w="883" h="1103">
                <a:moveTo>
                  <a:pt x="220" y="869"/>
                </a:moveTo>
                <a:lnTo>
                  <a:pt x="664" y="869"/>
                </a:lnTo>
                <a:lnTo>
                  <a:pt x="664" y="786"/>
                </a:lnTo>
                <a:lnTo>
                  <a:pt x="220" y="786"/>
                </a:lnTo>
                <a:lnTo>
                  <a:pt x="220" y="869"/>
                </a:lnTo>
                <a:moveTo>
                  <a:pt x="220" y="635"/>
                </a:moveTo>
                <a:lnTo>
                  <a:pt x="664" y="635"/>
                </a:lnTo>
                <a:lnTo>
                  <a:pt x="664" y="551"/>
                </a:lnTo>
                <a:lnTo>
                  <a:pt x="220" y="551"/>
                </a:lnTo>
                <a:lnTo>
                  <a:pt x="220" y="635"/>
                </a:lnTo>
                <a:moveTo>
                  <a:pt x="83" y="1103"/>
                </a:moveTo>
                <a:cubicBezTo>
                  <a:pt x="61" y="1103"/>
                  <a:pt x="42" y="1095"/>
                  <a:pt x="25" y="1078"/>
                </a:cubicBezTo>
                <a:cubicBezTo>
                  <a:pt x="9" y="1062"/>
                  <a:pt x="0" y="1043"/>
                  <a:pt x="0" y="1020"/>
                </a:cubicBezTo>
                <a:lnTo>
                  <a:pt x="0" y="82"/>
                </a:lnTo>
                <a:cubicBezTo>
                  <a:pt x="0" y="60"/>
                  <a:pt x="9" y="41"/>
                  <a:pt x="25" y="25"/>
                </a:cubicBezTo>
                <a:cubicBezTo>
                  <a:pt x="42" y="8"/>
                  <a:pt x="61" y="0"/>
                  <a:pt x="83" y="0"/>
                </a:cubicBezTo>
                <a:lnTo>
                  <a:pt x="582" y="0"/>
                </a:lnTo>
                <a:lnTo>
                  <a:pt x="883" y="302"/>
                </a:lnTo>
                <a:lnTo>
                  <a:pt x="883" y="1020"/>
                </a:lnTo>
                <a:cubicBezTo>
                  <a:pt x="883" y="1043"/>
                  <a:pt x="875" y="1062"/>
                  <a:pt x="859" y="1078"/>
                </a:cubicBezTo>
                <a:cubicBezTo>
                  <a:pt x="842" y="1095"/>
                  <a:pt x="823" y="1103"/>
                  <a:pt x="801" y="1103"/>
                </a:cubicBezTo>
                <a:lnTo>
                  <a:pt x="83" y="1103"/>
                </a:lnTo>
                <a:moveTo>
                  <a:pt x="540" y="339"/>
                </a:moveTo>
                <a:lnTo>
                  <a:pt x="540" y="82"/>
                </a:lnTo>
                <a:lnTo>
                  <a:pt x="83" y="82"/>
                </a:lnTo>
                <a:lnTo>
                  <a:pt x="83" y="1020"/>
                </a:lnTo>
                <a:lnTo>
                  <a:pt x="801" y="1020"/>
                </a:lnTo>
                <a:lnTo>
                  <a:pt x="801" y="339"/>
                </a:lnTo>
                <a:lnTo>
                  <a:pt x="540" y="339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228" name=""/>
          <p:cNvSpPr/>
          <p:nvPr/>
        </p:nvSpPr>
        <p:spPr>
          <a:xfrm>
            <a:off x="414360" y="2535840"/>
            <a:ext cx="5763960" cy="1813680"/>
          </a:xfrm>
          <a:custGeom>
            <a:avLst/>
            <a:gdLst/>
            <a:ahLst/>
            <a:rect l="0" t="0" r="r" b="b"/>
            <a:pathLst>
              <a:path w="16011" h="5038">
                <a:moveTo>
                  <a:pt x="436" y="629"/>
                </a:moveTo>
                <a:lnTo>
                  <a:pt x="436" y="4254"/>
                </a:lnTo>
                <a:cubicBezTo>
                  <a:pt x="436" y="4289"/>
                  <a:pt x="443" y="4323"/>
                  <a:pt x="456" y="4355"/>
                </a:cubicBezTo>
                <a:cubicBezTo>
                  <a:pt x="470" y="4388"/>
                  <a:pt x="489" y="4416"/>
                  <a:pt x="513" y="4441"/>
                </a:cubicBezTo>
                <a:cubicBezTo>
                  <a:pt x="538" y="4466"/>
                  <a:pt x="567" y="4485"/>
                  <a:pt x="599" y="4499"/>
                </a:cubicBezTo>
                <a:cubicBezTo>
                  <a:pt x="632" y="4512"/>
                  <a:pt x="665" y="4519"/>
                  <a:pt x="701" y="4519"/>
                </a:cubicBezTo>
                <a:lnTo>
                  <a:pt x="15307" y="4519"/>
                </a:lnTo>
                <a:cubicBezTo>
                  <a:pt x="15342" y="4519"/>
                  <a:pt x="15375" y="4512"/>
                  <a:pt x="15408" y="4499"/>
                </a:cubicBezTo>
                <a:cubicBezTo>
                  <a:pt x="15440" y="4485"/>
                  <a:pt x="15469" y="4466"/>
                  <a:pt x="15494" y="4441"/>
                </a:cubicBezTo>
                <a:cubicBezTo>
                  <a:pt x="15518" y="4416"/>
                  <a:pt x="15538" y="4388"/>
                  <a:pt x="15551" y="4355"/>
                </a:cubicBezTo>
                <a:cubicBezTo>
                  <a:pt x="15564" y="4323"/>
                  <a:pt x="15571" y="4289"/>
                  <a:pt x="15571" y="4254"/>
                </a:cubicBezTo>
                <a:lnTo>
                  <a:pt x="15571" y="629"/>
                </a:lnTo>
                <a:cubicBezTo>
                  <a:pt x="15571" y="594"/>
                  <a:pt x="15564" y="561"/>
                  <a:pt x="15551" y="528"/>
                </a:cubicBezTo>
                <a:cubicBezTo>
                  <a:pt x="15538" y="495"/>
                  <a:pt x="15518" y="466"/>
                  <a:pt x="15494" y="441"/>
                </a:cubicBezTo>
                <a:cubicBezTo>
                  <a:pt x="15469" y="417"/>
                  <a:pt x="15440" y="397"/>
                  <a:pt x="15408" y="384"/>
                </a:cubicBezTo>
                <a:cubicBezTo>
                  <a:pt x="15375" y="371"/>
                  <a:pt x="15342" y="364"/>
                  <a:pt x="15307" y="364"/>
                </a:cubicBezTo>
                <a:lnTo>
                  <a:pt x="701" y="364"/>
                </a:lnTo>
                <a:cubicBezTo>
                  <a:pt x="665" y="364"/>
                  <a:pt x="632" y="371"/>
                  <a:pt x="599" y="384"/>
                </a:cubicBezTo>
                <a:cubicBezTo>
                  <a:pt x="567" y="397"/>
                  <a:pt x="538" y="417"/>
                  <a:pt x="513" y="441"/>
                </a:cubicBezTo>
                <a:cubicBezTo>
                  <a:pt x="489" y="466"/>
                  <a:pt x="470" y="495"/>
                  <a:pt x="456" y="528"/>
                </a:cubicBezTo>
                <a:cubicBezTo>
                  <a:pt x="443" y="561"/>
                  <a:pt x="436" y="594"/>
                  <a:pt x="436" y="629"/>
                </a:cubicBezTo>
                <a:moveTo>
                  <a:pt x="0" y="0"/>
                </a:moveTo>
                <a:lnTo>
                  <a:pt x="16011" y="0"/>
                </a:lnTo>
                <a:lnTo>
                  <a:pt x="16011" y="5038"/>
                </a:lnTo>
                <a:lnTo>
                  <a:pt x="0" y="5038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229" name=""/>
          <p:cNvSpPr/>
          <p:nvPr/>
        </p:nvSpPr>
        <p:spPr>
          <a:xfrm>
            <a:off x="580680" y="2676240"/>
            <a:ext cx="2715120" cy="390960"/>
          </a:xfrm>
          <a:custGeom>
            <a:avLst/>
            <a:gdLst/>
            <a:ahLst/>
            <a:rect l="0" t="0" r="r" b="b"/>
            <a:pathLst>
              <a:path w="7542" h="1086">
                <a:moveTo>
                  <a:pt x="51" y="51"/>
                </a:moveTo>
                <a:cubicBezTo>
                  <a:pt x="73" y="30"/>
                  <a:pt x="97" y="13"/>
                  <a:pt x="123" y="0"/>
                </a:cubicBezTo>
                <a:lnTo>
                  <a:pt x="7542" y="0"/>
                </a:lnTo>
                <a:lnTo>
                  <a:pt x="7542" y="1086"/>
                </a:lnTo>
                <a:lnTo>
                  <a:pt x="0" y="1086"/>
                </a:lnTo>
                <a:lnTo>
                  <a:pt x="0" y="123"/>
                </a:lnTo>
                <a:cubicBezTo>
                  <a:pt x="13" y="96"/>
                  <a:pt x="30" y="72"/>
                  <a:pt x="51" y="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30" name=""/>
          <p:cNvSpPr/>
          <p:nvPr/>
        </p:nvSpPr>
        <p:spPr>
          <a:xfrm>
            <a:off x="3295440" y="2676240"/>
            <a:ext cx="2724480" cy="390960"/>
          </a:xfrm>
          <a:custGeom>
            <a:avLst/>
            <a:gdLst/>
            <a:ahLst/>
            <a:rect l="0" t="0" r="r" b="b"/>
            <a:pathLst>
              <a:path w="7568" h="1086">
                <a:moveTo>
                  <a:pt x="7491" y="51"/>
                </a:moveTo>
                <a:cubicBezTo>
                  <a:pt x="7515" y="76"/>
                  <a:pt x="7535" y="105"/>
                  <a:pt x="7548" y="137"/>
                </a:cubicBezTo>
                <a:cubicBezTo>
                  <a:pt x="7561" y="170"/>
                  <a:pt x="7568" y="203"/>
                  <a:pt x="7568" y="238"/>
                </a:cubicBezTo>
                <a:lnTo>
                  <a:pt x="7568" y="1086"/>
                </a:lnTo>
                <a:lnTo>
                  <a:pt x="0" y="1086"/>
                </a:lnTo>
                <a:lnTo>
                  <a:pt x="0" y="0"/>
                </a:lnTo>
                <a:lnTo>
                  <a:pt x="7419" y="0"/>
                </a:lnTo>
                <a:cubicBezTo>
                  <a:pt x="7446" y="13"/>
                  <a:pt x="7470" y="30"/>
                  <a:pt x="7491" y="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31" name=""/>
          <p:cNvSpPr/>
          <p:nvPr/>
        </p:nvSpPr>
        <p:spPr>
          <a:xfrm>
            <a:off x="580680" y="2676240"/>
            <a:ext cx="2715120" cy="390960"/>
          </a:xfrm>
          <a:custGeom>
            <a:avLst/>
            <a:gdLst/>
            <a:ahLst/>
            <a:rect l="0" t="0" r="r" b="b"/>
            <a:pathLst>
              <a:path w="7542" h="1086">
                <a:moveTo>
                  <a:pt x="51" y="51"/>
                </a:moveTo>
                <a:cubicBezTo>
                  <a:pt x="73" y="30"/>
                  <a:pt x="97" y="13"/>
                  <a:pt x="123" y="0"/>
                </a:cubicBezTo>
                <a:lnTo>
                  <a:pt x="7542" y="0"/>
                </a:lnTo>
                <a:lnTo>
                  <a:pt x="7542" y="1086"/>
                </a:lnTo>
                <a:lnTo>
                  <a:pt x="0" y="1086"/>
                </a:lnTo>
                <a:lnTo>
                  <a:pt x="0" y="123"/>
                </a:lnTo>
                <a:cubicBezTo>
                  <a:pt x="13" y="96"/>
                  <a:pt x="30" y="72"/>
                  <a:pt x="51" y="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32" name=""/>
          <p:cNvSpPr/>
          <p:nvPr/>
        </p:nvSpPr>
        <p:spPr>
          <a:xfrm>
            <a:off x="3295440" y="2676240"/>
            <a:ext cx="2724480" cy="390960"/>
          </a:xfrm>
          <a:custGeom>
            <a:avLst/>
            <a:gdLst/>
            <a:ahLst/>
            <a:rect l="0" t="0" r="r" b="b"/>
            <a:pathLst>
              <a:path w="7568" h="1086">
                <a:moveTo>
                  <a:pt x="7491" y="51"/>
                </a:moveTo>
                <a:cubicBezTo>
                  <a:pt x="7515" y="76"/>
                  <a:pt x="7535" y="105"/>
                  <a:pt x="7548" y="137"/>
                </a:cubicBezTo>
                <a:cubicBezTo>
                  <a:pt x="7561" y="170"/>
                  <a:pt x="7568" y="203"/>
                  <a:pt x="7568" y="238"/>
                </a:cubicBezTo>
                <a:lnTo>
                  <a:pt x="7568" y="1086"/>
                </a:lnTo>
                <a:lnTo>
                  <a:pt x="0" y="1086"/>
                </a:lnTo>
                <a:lnTo>
                  <a:pt x="0" y="0"/>
                </a:lnTo>
                <a:lnTo>
                  <a:pt x="7419" y="0"/>
                </a:lnTo>
                <a:cubicBezTo>
                  <a:pt x="7446" y="13"/>
                  <a:pt x="7470" y="30"/>
                  <a:pt x="7491" y="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33" name=""/>
          <p:cNvSpPr/>
          <p:nvPr/>
        </p:nvSpPr>
        <p:spPr>
          <a:xfrm>
            <a:off x="580680" y="3066840"/>
            <a:ext cx="2715120" cy="410040"/>
          </a:xfrm>
          <a:custGeom>
            <a:avLst/>
            <a:gdLst/>
            <a:ahLst/>
            <a:rect l="0" t="0" r="r" b="b"/>
            <a:pathLst>
              <a:path w="7542" h="1139">
                <a:moveTo>
                  <a:pt x="0" y="0"/>
                </a:moveTo>
                <a:lnTo>
                  <a:pt x="7542" y="0"/>
                </a:lnTo>
                <a:lnTo>
                  <a:pt x="754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34" name=""/>
          <p:cNvSpPr/>
          <p:nvPr/>
        </p:nvSpPr>
        <p:spPr>
          <a:xfrm>
            <a:off x="3295440" y="3066840"/>
            <a:ext cx="2724480" cy="410040"/>
          </a:xfrm>
          <a:custGeom>
            <a:avLst/>
            <a:gdLst/>
            <a:ahLst/>
            <a:rect l="0" t="0" r="r" b="b"/>
            <a:pathLst>
              <a:path w="7568" h="1139">
                <a:moveTo>
                  <a:pt x="7568" y="1139"/>
                </a:moveTo>
                <a:lnTo>
                  <a:pt x="0" y="1139"/>
                </a:lnTo>
                <a:lnTo>
                  <a:pt x="0" y="0"/>
                </a:lnTo>
                <a:lnTo>
                  <a:pt x="7568" y="0"/>
                </a:lnTo>
                <a:lnTo>
                  <a:pt x="7568" y="113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35" name=""/>
          <p:cNvSpPr/>
          <p:nvPr/>
        </p:nvSpPr>
        <p:spPr>
          <a:xfrm>
            <a:off x="580680" y="3066840"/>
            <a:ext cx="2715120" cy="410040"/>
          </a:xfrm>
          <a:custGeom>
            <a:avLst/>
            <a:gdLst/>
            <a:ahLst/>
            <a:rect l="0" t="0" r="r" b="b"/>
            <a:pathLst>
              <a:path w="7542" h="1139">
                <a:moveTo>
                  <a:pt x="0" y="0"/>
                </a:moveTo>
                <a:lnTo>
                  <a:pt x="7542" y="0"/>
                </a:lnTo>
                <a:lnTo>
                  <a:pt x="754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36" name=""/>
          <p:cNvSpPr/>
          <p:nvPr/>
        </p:nvSpPr>
        <p:spPr>
          <a:xfrm>
            <a:off x="3295440" y="3066840"/>
            <a:ext cx="2724480" cy="410040"/>
          </a:xfrm>
          <a:custGeom>
            <a:avLst/>
            <a:gdLst/>
            <a:ahLst/>
            <a:rect l="0" t="0" r="r" b="b"/>
            <a:pathLst>
              <a:path w="7568" h="1139">
                <a:moveTo>
                  <a:pt x="7568" y="1139"/>
                </a:moveTo>
                <a:lnTo>
                  <a:pt x="0" y="1139"/>
                </a:lnTo>
                <a:lnTo>
                  <a:pt x="0" y="0"/>
                </a:lnTo>
                <a:lnTo>
                  <a:pt x="7568" y="0"/>
                </a:lnTo>
                <a:lnTo>
                  <a:pt x="7568" y="1139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37" name=""/>
          <p:cNvSpPr/>
          <p:nvPr/>
        </p:nvSpPr>
        <p:spPr>
          <a:xfrm>
            <a:off x="580680" y="3476520"/>
            <a:ext cx="2715120" cy="686160"/>
          </a:xfrm>
          <a:custGeom>
            <a:avLst/>
            <a:gdLst/>
            <a:ahLst/>
            <a:rect l="0" t="0" r="r" b="b"/>
            <a:pathLst>
              <a:path w="7542" h="1906">
                <a:moveTo>
                  <a:pt x="239" y="1906"/>
                </a:moveTo>
                <a:cubicBezTo>
                  <a:pt x="203" y="1906"/>
                  <a:pt x="170" y="1899"/>
                  <a:pt x="137" y="1886"/>
                </a:cubicBezTo>
                <a:cubicBezTo>
                  <a:pt x="105" y="1872"/>
                  <a:pt x="76" y="1853"/>
                  <a:pt x="51" y="1828"/>
                </a:cubicBezTo>
                <a:cubicBezTo>
                  <a:pt x="30" y="1807"/>
                  <a:pt x="13" y="1783"/>
                  <a:pt x="0" y="1757"/>
                </a:cubicBezTo>
                <a:lnTo>
                  <a:pt x="0" y="0"/>
                </a:lnTo>
                <a:lnTo>
                  <a:pt x="7542" y="0"/>
                </a:lnTo>
                <a:lnTo>
                  <a:pt x="7542" y="1906"/>
                </a:lnTo>
                <a:lnTo>
                  <a:pt x="239" y="1906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38" name=""/>
          <p:cNvSpPr/>
          <p:nvPr/>
        </p:nvSpPr>
        <p:spPr>
          <a:xfrm>
            <a:off x="3295440" y="3476520"/>
            <a:ext cx="2724480" cy="686160"/>
          </a:xfrm>
          <a:custGeom>
            <a:avLst/>
            <a:gdLst/>
            <a:ahLst/>
            <a:rect l="0" t="0" r="r" b="b"/>
            <a:pathLst>
              <a:path w="7568" h="1906">
                <a:moveTo>
                  <a:pt x="7568" y="1641"/>
                </a:moveTo>
                <a:cubicBezTo>
                  <a:pt x="7568" y="1676"/>
                  <a:pt x="7561" y="1710"/>
                  <a:pt x="7548" y="1742"/>
                </a:cubicBezTo>
                <a:cubicBezTo>
                  <a:pt x="7535" y="1775"/>
                  <a:pt x="7515" y="1803"/>
                  <a:pt x="7491" y="1828"/>
                </a:cubicBezTo>
                <a:cubicBezTo>
                  <a:pt x="7466" y="1853"/>
                  <a:pt x="7437" y="1872"/>
                  <a:pt x="7405" y="1886"/>
                </a:cubicBezTo>
                <a:cubicBezTo>
                  <a:pt x="7372" y="1899"/>
                  <a:pt x="7339" y="1906"/>
                  <a:pt x="7304" y="1906"/>
                </a:cubicBezTo>
                <a:lnTo>
                  <a:pt x="0" y="1906"/>
                </a:lnTo>
                <a:lnTo>
                  <a:pt x="0" y="0"/>
                </a:lnTo>
                <a:lnTo>
                  <a:pt x="7568" y="0"/>
                </a:lnTo>
                <a:lnTo>
                  <a:pt x="7568" y="1641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39" name=""/>
          <p:cNvSpPr/>
          <p:nvPr/>
        </p:nvSpPr>
        <p:spPr>
          <a:xfrm>
            <a:off x="580680" y="3476520"/>
            <a:ext cx="2715120" cy="686160"/>
          </a:xfrm>
          <a:custGeom>
            <a:avLst/>
            <a:gdLst/>
            <a:ahLst/>
            <a:rect l="0" t="0" r="r" b="b"/>
            <a:pathLst>
              <a:path w="7542" h="1906">
                <a:moveTo>
                  <a:pt x="239" y="1906"/>
                </a:moveTo>
                <a:cubicBezTo>
                  <a:pt x="203" y="1906"/>
                  <a:pt x="170" y="1899"/>
                  <a:pt x="137" y="1886"/>
                </a:cubicBezTo>
                <a:cubicBezTo>
                  <a:pt x="105" y="1872"/>
                  <a:pt x="76" y="1853"/>
                  <a:pt x="51" y="1828"/>
                </a:cubicBezTo>
                <a:cubicBezTo>
                  <a:pt x="30" y="1807"/>
                  <a:pt x="13" y="1783"/>
                  <a:pt x="0" y="1757"/>
                </a:cubicBezTo>
                <a:lnTo>
                  <a:pt x="0" y="0"/>
                </a:lnTo>
                <a:lnTo>
                  <a:pt x="7542" y="0"/>
                </a:lnTo>
                <a:lnTo>
                  <a:pt x="7542" y="1906"/>
                </a:lnTo>
                <a:lnTo>
                  <a:pt x="239" y="1906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40" name=""/>
          <p:cNvSpPr/>
          <p:nvPr/>
        </p:nvSpPr>
        <p:spPr>
          <a:xfrm>
            <a:off x="3295440" y="3476520"/>
            <a:ext cx="2724480" cy="686160"/>
          </a:xfrm>
          <a:custGeom>
            <a:avLst/>
            <a:gdLst/>
            <a:ahLst/>
            <a:rect l="0" t="0" r="r" b="b"/>
            <a:pathLst>
              <a:path w="7568" h="1906">
                <a:moveTo>
                  <a:pt x="7568" y="1641"/>
                </a:moveTo>
                <a:cubicBezTo>
                  <a:pt x="7568" y="1676"/>
                  <a:pt x="7561" y="1710"/>
                  <a:pt x="7548" y="1742"/>
                </a:cubicBezTo>
                <a:cubicBezTo>
                  <a:pt x="7535" y="1775"/>
                  <a:pt x="7515" y="1803"/>
                  <a:pt x="7491" y="1828"/>
                </a:cubicBezTo>
                <a:cubicBezTo>
                  <a:pt x="7466" y="1853"/>
                  <a:pt x="7437" y="1872"/>
                  <a:pt x="7405" y="1886"/>
                </a:cubicBezTo>
                <a:cubicBezTo>
                  <a:pt x="7372" y="1899"/>
                  <a:pt x="7339" y="1906"/>
                  <a:pt x="7304" y="1906"/>
                </a:cubicBezTo>
                <a:lnTo>
                  <a:pt x="0" y="1906"/>
                </a:lnTo>
                <a:lnTo>
                  <a:pt x="0" y="0"/>
                </a:lnTo>
                <a:lnTo>
                  <a:pt x="7568" y="0"/>
                </a:lnTo>
                <a:lnTo>
                  <a:pt x="7568" y="1641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41" name=""/>
          <p:cNvSpPr/>
          <p:nvPr/>
        </p:nvSpPr>
        <p:spPr>
          <a:xfrm>
            <a:off x="571320" y="2720520"/>
            <a:ext cx="9720" cy="356400"/>
          </a:xfrm>
          <a:custGeom>
            <a:avLst/>
            <a:gdLst/>
            <a:ahLst/>
            <a:rect l="0" t="0" r="r" b="b"/>
            <a:pathLst>
              <a:path w="27" h="990">
                <a:moveTo>
                  <a:pt x="21" y="14"/>
                </a:moveTo>
                <a:cubicBezTo>
                  <a:pt x="23" y="9"/>
                  <a:pt x="25" y="5"/>
                  <a:pt x="27" y="0"/>
                </a:cubicBezTo>
                <a:lnTo>
                  <a:pt x="27" y="990"/>
                </a:lnTo>
                <a:lnTo>
                  <a:pt x="0" y="990"/>
                </a:lnTo>
                <a:lnTo>
                  <a:pt x="0" y="115"/>
                </a:lnTo>
                <a:cubicBezTo>
                  <a:pt x="0" y="80"/>
                  <a:pt x="7" y="47"/>
                  <a:pt x="21" y="14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42" name=""/>
          <p:cNvSpPr/>
          <p:nvPr/>
        </p:nvSpPr>
        <p:spPr>
          <a:xfrm>
            <a:off x="624960" y="2666880"/>
            <a:ext cx="2680560" cy="9720"/>
          </a:xfrm>
          <a:custGeom>
            <a:avLst/>
            <a:gdLst/>
            <a:ahLst/>
            <a:rect l="0" t="0" r="r" b="b"/>
            <a:pathLst>
              <a:path w="7446" h="27">
                <a:moveTo>
                  <a:pt x="14" y="21"/>
                </a:moveTo>
                <a:cubicBezTo>
                  <a:pt x="47" y="7"/>
                  <a:pt x="80" y="0"/>
                  <a:pt x="116" y="0"/>
                </a:cubicBezTo>
                <a:lnTo>
                  <a:pt x="7446" y="0"/>
                </a:lnTo>
                <a:lnTo>
                  <a:pt x="7446" y="27"/>
                </a:lnTo>
                <a:lnTo>
                  <a:pt x="0" y="27"/>
                </a:lnTo>
                <a:cubicBezTo>
                  <a:pt x="5" y="25"/>
                  <a:pt x="10" y="23"/>
                  <a:pt x="14" y="21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43" name=""/>
          <p:cNvSpPr/>
          <p:nvPr/>
        </p:nvSpPr>
        <p:spPr>
          <a:xfrm>
            <a:off x="3295440" y="2666880"/>
            <a:ext cx="10080" cy="410040"/>
          </a:xfrm>
          <a:custGeom>
            <a:avLst/>
            <a:gdLst/>
            <a:ah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44" name=""/>
          <p:cNvSpPr/>
          <p:nvPr/>
        </p:nvSpPr>
        <p:spPr>
          <a:xfrm>
            <a:off x="3305160" y="2666880"/>
            <a:ext cx="2661120" cy="9720"/>
          </a:xfrm>
          <a:custGeom>
            <a:avLst/>
            <a:gdLst/>
            <a:ahLst/>
            <a:rect l="0" t="0" r="r" b="b"/>
            <a:pathLst>
              <a:path w="7392" h="27">
                <a:moveTo>
                  <a:pt x="7378" y="21"/>
                </a:moveTo>
                <a:cubicBezTo>
                  <a:pt x="7383" y="23"/>
                  <a:pt x="7387" y="25"/>
                  <a:pt x="7392" y="27"/>
                </a:cubicBezTo>
                <a:lnTo>
                  <a:pt x="0" y="27"/>
                </a:lnTo>
                <a:lnTo>
                  <a:pt x="0" y="0"/>
                </a:lnTo>
                <a:lnTo>
                  <a:pt x="7277" y="0"/>
                </a:lnTo>
                <a:cubicBezTo>
                  <a:pt x="7312" y="0"/>
                  <a:pt x="7345" y="7"/>
                  <a:pt x="7378" y="21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45" name=""/>
          <p:cNvSpPr/>
          <p:nvPr/>
        </p:nvSpPr>
        <p:spPr>
          <a:xfrm>
            <a:off x="6010200" y="2720520"/>
            <a:ext cx="9720" cy="356400"/>
          </a:xfrm>
          <a:custGeom>
            <a:avLst/>
            <a:gdLst/>
            <a:ahLst/>
            <a:rect l="0" t="0" r="r" b="b"/>
            <a:pathLst>
              <a:path w="27" h="990">
                <a:moveTo>
                  <a:pt x="6" y="14"/>
                </a:moveTo>
                <a:cubicBezTo>
                  <a:pt x="20" y="47"/>
                  <a:pt x="27" y="80"/>
                  <a:pt x="27" y="115"/>
                </a:cubicBezTo>
                <a:lnTo>
                  <a:pt x="27" y="990"/>
                </a:lnTo>
                <a:lnTo>
                  <a:pt x="0" y="990"/>
                </a:lnTo>
                <a:lnTo>
                  <a:pt x="0" y="0"/>
                </a:lnTo>
                <a:cubicBezTo>
                  <a:pt x="2" y="5"/>
                  <a:pt x="4" y="9"/>
                  <a:pt x="6" y="14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46" name=""/>
          <p:cNvSpPr/>
          <p:nvPr/>
        </p:nvSpPr>
        <p:spPr>
          <a:xfrm>
            <a:off x="571320" y="3066840"/>
            <a:ext cx="2734200" cy="10080"/>
          </a:xfrm>
          <a:custGeom>
            <a:avLst/>
            <a:gdLst/>
            <a:ahLst/>
            <a:rect l="0" t="0" r="r" b="b"/>
            <a:pathLst>
              <a:path w="7595" h="28">
                <a:moveTo>
                  <a:pt x="0" y="0"/>
                </a:moveTo>
                <a:lnTo>
                  <a:pt x="7595" y="0"/>
                </a:lnTo>
                <a:lnTo>
                  <a:pt x="75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47" name=""/>
          <p:cNvSpPr/>
          <p:nvPr/>
        </p:nvSpPr>
        <p:spPr>
          <a:xfrm>
            <a:off x="3305160" y="3066840"/>
            <a:ext cx="2714760" cy="10080"/>
          </a:xfrm>
          <a:custGeom>
            <a:avLst/>
            <a:gdLst/>
            <a:ahLst/>
            <a:rect l="0" t="0" r="r" b="b"/>
            <a:pathLst>
              <a:path w="7541" h="28">
                <a:moveTo>
                  <a:pt x="7541" y="28"/>
                </a:moveTo>
                <a:lnTo>
                  <a:pt x="0" y="28"/>
                </a:lnTo>
                <a:lnTo>
                  <a:pt x="0" y="0"/>
                </a:lnTo>
                <a:lnTo>
                  <a:pt x="7541" y="0"/>
                </a:lnTo>
                <a:lnTo>
                  <a:pt x="7541" y="28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48" name=""/>
          <p:cNvSpPr/>
          <p:nvPr/>
        </p:nvSpPr>
        <p:spPr>
          <a:xfrm>
            <a:off x="571320" y="3076560"/>
            <a:ext cx="9720" cy="409680"/>
          </a:xfrm>
          <a:custGeom>
            <a:avLst/>
            <a:gdLst/>
            <a:ah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49" name=""/>
          <p:cNvSpPr/>
          <p:nvPr/>
        </p:nvSpPr>
        <p:spPr>
          <a:xfrm>
            <a:off x="3295440" y="3076560"/>
            <a:ext cx="10080" cy="409680"/>
          </a:xfrm>
          <a:custGeom>
            <a:avLst/>
            <a:gdLst/>
            <a:ah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50" name=""/>
          <p:cNvSpPr/>
          <p:nvPr/>
        </p:nvSpPr>
        <p:spPr>
          <a:xfrm>
            <a:off x="6010200" y="3076560"/>
            <a:ext cx="9720" cy="409680"/>
          </a:xfrm>
          <a:custGeom>
            <a:avLst/>
            <a:gdLst/>
            <a:ahLst/>
            <a:rect l="0" t="0" r="r" b="b"/>
            <a:pathLst>
              <a:path w="27" h="1138">
                <a:moveTo>
                  <a:pt x="27" y="1138"/>
                </a:moveTo>
                <a:lnTo>
                  <a:pt x="0" y="1138"/>
                </a:lnTo>
                <a:lnTo>
                  <a:pt x="0" y="0"/>
                </a:lnTo>
                <a:lnTo>
                  <a:pt x="27" y="0"/>
                </a:lnTo>
                <a:lnTo>
                  <a:pt x="27" y="1138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51" name=""/>
          <p:cNvSpPr/>
          <p:nvPr/>
        </p:nvSpPr>
        <p:spPr>
          <a:xfrm>
            <a:off x="571320" y="3485880"/>
            <a:ext cx="9720" cy="623160"/>
          </a:xfrm>
          <a:custGeom>
            <a:avLst/>
            <a:gdLst/>
            <a:ahLst/>
            <a:rect l="0" t="0" r="r" b="b"/>
            <a:pathLst>
              <a:path w="27" h="1731">
                <a:moveTo>
                  <a:pt x="21" y="1716"/>
                </a:moveTo>
                <a:cubicBezTo>
                  <a:pt x="7" y="1684"/>
                  <a:pt x="0" y="1650"/>
                  <a:pt x="0" y="1615"/>
                </a:cubicBezTo>
                <a:lnTo>
                  <a:pt x="0" y="0"/>
                </a:lnTo>
                <a:lnTo>
                  <a:pt x="27" y="0"/>
                </a:lnTo>
                <a:lnTo>
                  <a:pt x="27" y="1731"/>
                </a:lnTo>
                <a:cubicBezTo>
                  <a:pt x="25" y="1726"/>
                  <a:pt x="23" y="1721"/>
                  <a:pt x="21" y="1716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52" name=""/>
          <p:cNvSpPr/>
          <p:nvPr/>
        </p:nvSpPr>
        <p:spPr>
          <a:xfrm>
            <a:off x="571320" y="3476520"/>
            <a:ext cx="2734200" cy="9720"/>
          </a:xfrm>
          <a:custGeom>
            <a:avLst/>
            <a:gdLst/>
            <a:ahLst/>
            <a:rect l="0" t="0" r="r" b="b"/>
            <a:pathLst>
              <a:path w="7595" h="27">
                <a:moveTo>
                  <a:pt x="0" y="0"/>
                </a:moveTo>
                <a:lnTo>
                  <a:pt x="7595" y="0"/>
                </a:lnTo>
                <a:lnTo>
                  <a:pt x="75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53" name=""/>
          <p:cNvSpPr/>
          <p:nvPr/>
        </p:nvSpPr>
        <p:spPr>
          <a:xfrm>
            <a:off x="3295440" y="3485880"/>
            <a:ext cx="10080" cy="676800"/>
          </a:xfrm>
          <a:custGeom>
            <a:avLst/>
            <a:gdLst/>
            <a:ahLst/>
            <a:rect l="0" t="0" r="r" b="b"/>
            <a:pathLst>
              <a:path w="28" h="1880">
                <a:moveTo>
                  <a:pt x="0" y="1880"/>
                </a:moveTo>
                <a:lnTo>
                  <a:pt x="0" y="0"/>
                </a:lnTo>
                <a:lnTo>
                  <a:pt x="28" y="0"/>
                </a:lnTo>
                <a:lnTo>
                  <a:pt x="28" y="1880"/>
                </a:lnTo>
                <a:lnTo>
                  <a:pt x="0" y="188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54" name=""/>
          <p:cNvSpPr/>
          <p:nvPr/>
        </p:nvSpPr>
        <p:spPr>
          <a:xfrm>
            <a:off x="3305160" y="3476520"/>
            <a:ext cx="2714760" cy="9720"/>
          </a:xfrm>
          <a:custGeom>
            <a:avLst/>
            <a:gdLst/>
            <a:ahLst/>
            <a:rect l="0" t="0" r="r" b="b"/>
            <a:pathLst>
              <a:path w="7541" h="27">
                <a:moveTo>
                  <a:pt x="7541" y="27"/>
                </a:moveTo>
                <a:lnTo>
                  <a:pt x="0" y="27"/>
                </a:lnTo>
                <a:lnTo>
                  <a:pt x="0" y="0"/>
                </a:lnTo>
                <a:lnTo>
                  <a:pt x="7541" y="0"/>
                </a:lnTo>
                <a:lnTo>
                  <a:pt x="7541" y="27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55" name=""/>
          <p:cNvSpPr/>
          <p:nvPr/>
        </p:nvSpPr>
        <p:spPr>
          <a:xfrm>
            <a:off x="6010200" y="3485880"/>
            <a:ext cx="9720" cy="623160"/>
          </a:xfrm>
          <a:custGeom>
            <a:avLst/>
            <a:gdLst/>
            <a:ahLst/>
            <a:rect l="0" t="0" r="r" b="b"/>
            <a:pathLst>
              <a:path w="27" h="1731">
                <a:moveTo>
                  <a:pt x="27" y="1615"/>
                </a:moveTo>
                <a:cubicBezTo>
                  <a:pt x="27" y="1650"/>
                  <a:pt x="20" y="1684"/>
                  <a:pt x="6" y="1716"/>
                </a:cubicBezTo>
                <a:cubicBezTo>
                  <a:pt x="4" y="1721"/>
                  <a:pt x="2" y="1726"/>
                  <a:pt x="0" y="1731"/>
                </a:cubicBezTo>
                <a:lnTo>
                  <a:pt x="0" y="0"/>
                </a:lnTo>
                <a:lnTo>
                  <a:pt x="27" y="0"/>
                </a:lnTo>
                <a:lnTo>
                  <a:pt x="27" y="1615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56" name=""/>
          <p:cNvSpPr/>
          <p:nvPr/>
        </p:nvSpPr>
        <p:spPr>
          <a:xfrm>
            <a:off x="359640" y="4712040"/>
            <a:ext cx="5873760" cy="1158480"/>
          </a:xfrm>
          <a:custGeom>
            <a:avLst/>
            <a:gdLst/>
            <a:ahLst/>
            <a:rect l="0" t="0" r="r" b="b"/>
            <a:pathLst>
              <a:path w="16316" h="3218">
                <a:moveTo>
                  <a:pt x="614" y="801"/>
                </a:moveTo>
                <a:lnTo>
                  <a:pt x="614" y="2204"/>
                </a:lnTo>
                <a:cubicBezTo>
                  <a:pt x="614" y="2243"/>
                  <a:pt x="622" y="2280"/>
                  <a:pt x="637" y="2316"/>
                </a:cubicBezTo>
                <a:cubicBezTo>
                  <a:pt x="651" y="2351"/>
                  <a:pt x="672" y="2383"/>
                  <a:pt x="700" y="2410"/>
                </a:cubicBezTo>
                <a:cubicBezTo>
                  <a:pt x="727" y="2438"/>
                  <a:pt x="758" y="2459"/>
                  <a:pt x="794" y="2473"/>
                </a:cubicBezTo>
                <a:cubicBezTo>
                  <a:pt x="830" y="2488"/>
                  <a:pt x="867" y="2495"/>
                  <a:pt x="905" y="2495"/>
                </a:cubicBezTo>
                <a:lnTo>
                  <a:pt x="15406" y="2495"/>
                </a:lnTo>
                <a:cubicBezTo>
                  <a:pt x="15444" y="2495"/>
                  <a:pt x="15481" y="2488"/>
                  <a:pt x="15517" y="2473"/>
                </a:cubicBezTo>
                <a:cubicBezTo>
                  <a:pt x="15553" y="2459"/>
                  <a:pt x="15584" y="2438"/>
                  <a:pt x="15611" y="2410"/>
                </a:cubicBezTo>
                <a:cubicBezTo>
                  <a:pt x="15639" y="2383"/>
                  <a:pt x="15660" y="2351"/>
                  <a:pt x="15675" y="2316"/>
                </a:cubicBezTo>
                <a:cubicBezTo>
                  <a:pt x="15689" y="2280"/>
                  <a:pt x="15697" y="2243"/>
                  <a:pt x="15697" y="2204"/>
                </a:cubicBezTo>
                <a:lnTo>
                  <a:pt x="15697" y="801"/>
                </a:lnTo>
                <a:cubicBezTo>
                  <a:pt x="15697" y="763"/>
                  <a:pt x="15689" y="725"/>
                  <a:pt x="15675" y="690"/>
                </a:cubicBezTo>
                <a:cubicBezTo>
                  <a:pt x="15660" y="654"/>
                  <a:pt x="15639" y="623"/>
                  <a:pt x="15611" y="595"/>
                </a:cubicBezTo>
                <a:cubicBezTo>
                  <a:pt x="15584" y="568"/>
                  <a:pt x="15553" y="547"/>
                  <a:pt x="15517" y="532"/>
                </a:cubicBezTo>
                <a:cubicBezTo>
                  <a:pt x="15481" y="517"/>
                  <a:pt x="15444" y="510"/>
                  <a:pt x="15406" y="510"/>
                </a:cubicBezTo>
                <a:lnTo>
                  <a:pt x="905" y="510"/>
                </a:lnTo>
                <a:cubicBezTo>
                  <a:pt x="867" y="510"/>
                  <a:pt x="830" y="517"/>
                  <a:pt x="794" y="532"/>
                </a:cubicBezTo>
                <a:cubicBezTo>
                  <a:pt x="758" y="547"/>
                  <a:pt x="727" y="568"/>
                  <a:pt x="700" y="595"/>
                </a:cubicBezTo>
                <a:cubicBezTo>
                  <a:pt x="672" y="623"/>
                  <a:pt x="651" y="654"/>
                  <a:pt x="637" y="690"/>
                </a:cubicBezTo>
                <a:cubicBezTo>
                  <a:pt x="622" y="725"/>
                  <a:pt x="614" y="763"/>
                  <a:pt x="614" y="801"/>
                </a:cubicBezTo>
                <a:moveTo>
                  <a:pt x="0" y="0"/>
                </a:moveTo>
                <a:lnTo>
                  <a:pt x="16316" y="0"/>
                </a:lnTo>
                <a:lnTo>
                  <a:pt x="16316" y="3218"/>
                </a:lnTo>
                <a:lnTo>
                  <a:pt x="0" y="3218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257" name=""/>
          <p:cNvSpPr/>
          <p:nvPr/>
        </p:nvSpPr>
        <p:spPr>
          <a:xfrm>
            <a:off x="576000" y="4890960"/>
            <a:ext cx="5439240" cy="724320"/>
          </a:xfrm>
          <a:custGeom>
            <a:avLst/>
            <a:gdLst/>
            <a:ahLst/>
            <a:rect l="0" t="0" r="r" b="b"/>
            <a:pathLst>
              <a:path w="15109" h="2012">
                <a:moveTo>
                  <a:pt x="0" y="1707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69"/>
                  <a:pt x="40" y="152"/>
                  <a:pt x="52" y="135"/>
                </a:cubicBezTo>
                <a:cubicBezTo>
                  <a:pt x="63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70" y="31"/>
                  <a:pt x="188" y="23"/>
                </a:cubicBezTo>
                <a:cubicBezTo>
                  <a:pt x="207" y="15"/>
                  <a:pt x="226" y="10"/>
                  <a:pt x="245" y="6"/>
                </a:cubicBezTo>
                <a:cubicBezTo>
                  <a:pt x="265" y="2"/>
                  <a:pt x="285" y="0"/>
                  <a:pt x="304" y="0"/>
                </a:cubicBezTo>
                <a:lnTo>
                  <a:pt x="14805" y="0"/>
                </a:lnTo>
                <a:cubicBezTo>
                  <a:pt x="14825" y="0"/>
                  <a:pt x="14844" y="2"/>
                  <a:pt x="14864" y="6"/>
                </a:cubicBezTo>
                <a:cubicBezTo>
                  <a:pt x="14884" y="10"/>
                  <a:pt x="14903" y="15"/>
                  <a:pt x="14921" y="23"/>
                </a:cubicBezTo>
                <a:cubicBezTo>
                  <a:pt x="14940" y="31"/>
                  <a:pt x="14957" y="40"/>
                  <a:pt x="14974" y="51"/>
                </a:cubicBezTo>
                <a:cubicBezTo>
                  <a:pt x="14990" y="62"/>
                  <a:pt x="15006" y="75"/>
                  <a:pt x="15020" y="89"/>
                </a:cubicBezTo>
                <a:cubicBezTo>
                  <a:pt x="15034" y="103"/>
                  <a:pt x="15047" y="118"/>
                  <a:pt x="15058" y="135"/>
                </a:cubicBezTo>
                <a:cubicBezTo>
                  <a:pt x="15069" y="152"/>
                  <a:pt x="15078" y="169"/>
                  <a:pt x="15086" y="188"/>
                </a:cubicBezTo>
                <a:cubicBezTo>
                  <a:pt x="15093" y="206"/>
                  <a:pt x="15099" y="225"/>
                  <a:pt x="15103" y="245"/>
                </a:cubicBezTo>
                <a:cubicBezTo>
                  <a:pt x="15107" y="264"/>
                  <a:pt x="15109" y="284"/>
                  <a:pt x="15109" y="304"/>
                </a:cubicBezTo>
                <a:lnTo>
                  <a:pt x="15109" y="1707"/>
                </a:lnTo>
                <a:cubicBezTo>
                  <a:pt x="15109" y="1727"/>
                  <a:pt x="15107" y="1747"/>
                  <a:pt x="15103" y="1767"/>
                </a:cubicBezTo>
                <a:cubicBezTo>
                  <a:pt x="15099" y="1786"/>
                  <a:pt x="15093" y="1805"/>
                  <a:pt x="15086" y="1824"/>
                </a:cubicBezTo>
                <a:cubicBezTo>
                  <a:pt x="15078" y="1842"/>
                  <a:pt x="15069" y="1860"/>
                  <a:pt x="15058" y="1876"/>
                </a:cubicBezTo>
                <a:cubicBezTo>
                  <a:pt x="15047" y="1893"/>
                  <a:pt x="15034" y="1908"/>
                  <a:pt x="15020" y="1923"/>
                </a:cubicBezTo>
                <a:cubicBezTo>
                  <a:pt x="15006" y="1937"/>
                  <a:pt x="14990" y="1949"/>
                  <a:pt x="14974" y="1960"/>
                </a:cubicBezTo>
                <a:cubicBezTo>
                  <a:pt x="14957" y="1972"/>
                  <a:pt x="14940" y="1981"/>
                  <a:pt x="14921" y="1989"/>
                </a:cubicBezTo>
                <a:cubicBezTo>
                  <a:pt x="14903" y="1996"/>
                  <a:pt x="14884" y="2002"/>
                  <a:pt x="14864" y="2006"/>
                </a:cubicBezTo>
                <a:cubicBezTo>
                  <a:pt x="14844" y="2010"/>
                  <a:pt x="14825" y="2012"/>
                  <a:pt x="14805" y="2012"/>
                </a:cubicBezTo>
                <a:lnTo>
                  <a:pt x="304" y="2012"/>
                </a:lnTo>
                <a:cubicBezTo>
                  <a:pt x="285" y="2012"/>
                  <a:pt x="265" y="2010"/>
                  <a:pt x="245" y="2006"/>
                </a:cubicBezTo>
                <a:cubicBezTo>
                  <a:pt x="226" y="2002"/>
                  <a:pt x="207" y="1996"/>
                  <a:pt x="188" y="1989"/>
                </a:cubicBezTo>
                <a:cubicBezTo>
                  <a:pt x="170" y="1981"/>
                  <a:pt x="152" y="1972"/>
                  <a:pt x="135" y="1960"/>
                </a:cubicBezTo>
                <a:cubicBezTo>
                  <a:pt x="119" y="1949"/>
                  <a:pt x="103" y="1937"/>
                  <a:pt x="89" y="1923"/>
                </a:cubicBezTo>
                <a:cubicBezTo>
                  <a:pt x="75" y="1908"/>
                  <a:pt x="63" y="1893"/>
                  <a:pt x="52" y="1876"/>
                </a:cubicBezTo>
                <a:cubicBezTo>
                  <a:pt x="40" y="1860"/>
                  <a:pt x="31" y="1842"/>
                  <a:pt x="23" y="1824"/>
                </a:cubicBezTo>
                <a:cubicBezTo>
                  <a:pt x="16" y="1805"/>
                  <a:pt x="10" y="1786"/>
                  <a:pt x="6" y="1767"/>
                </a:cubicBezTo>
                <a:cubicBezTo>
                  <a:pt x="2" y="1747"/>
                  <a:pt x="0" y="1727"/>
                  <a:pt x="0" y="1707"/>
                </a:cubicBezTo>
                <a:close/>
              </a:path>
            </a:pathLst>
          </a:custGeom>
          <a:solidFill>
            <a:srgbClr val="2D2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258" name=""/>
          <p:cNvSpPr/>
          <p:nvPr/>
        </p:nvSpPr>
        <p:spPr>
          <a:xfrm>
            <a:off x="576000" y="4890960"/>
            <a:ext cx="5439240" cy="724320"/>
          </a:xfrm>
          <a:custGeom>
            <a:avLst/>
            <a:gdLst/>
            <a:ahLst/>
            <a:rect l="0" t="0" r="r" b="b"/>
            <a:pathLst>
              <a:path w="15109" h="2012">
                <a:moveTo>
                  <a:pt x="0" y="1707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69"/>
                  <a:pt x="40" y="152"/>
                  <a:pt x="52" y="135"/>
                </a:cubicBezTo>
                <a:cubicBezTo>
                  <a:pt x="63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70" y="31"/>
                  <a:pt x="188" y="23"/>
                </a:cubicBezTo>
                <a:cubicBezTo>
                  <a:pt x="207" y="15"/>
                  <a:pt x="226" y="10"/>
                  <a:pt x="245" y="6"/>
                </a:cubicBezTo>
                <a:cubicBezTo>
                  <a:pt x="265" y="2"/>
                  <a:pt x="285" y="0"/>
                  <a:pt x="304" y="0"/>
                </a:cubicBezTo>
                <a:lnTo>
                  <a:pt x="14805" y="0"/>
                </a:lnTo>
                <a:cubicBezTo>
                  <a:pt x="14825" y="0"/>
                  <a:pt x="14844" y="2"/>
                  <a:pt x="14864" y="6"/>
                </a:cubicBezTo>
                <a:cubicBezTo>
                  <a:pt x="14884" y="10"/>
                  <a:pt x="14903" y="15"/>
                  <a:pt x="14921" y="23"/>
                </a:cubicBezTo>
                <a:cubicBezTo>
                  <a:pt x="14940" y="31"/>
                  <a:pt x="14957" y="40"/>
                  <a:pt x="14974" y="51"/>
                </a:cubicBezTo>
                <a:cubicBezTo>
                  <a:pt x="14990" y="62"/>
                  <a:pt x="15006" y="75"/>
                  <a:pt x="15020" y="89"/>
                </a:cubicBezTo>
                <a:cubicBezTo>
                  <a:pt x="15034" y="103"/>
                  <a:pt x="15047" y="118"/>
                  <a:pt x="15058" y="135"/>
                </a:cubicBezTo>
                <a:cubicBezTo>
                  <a:pt x="15069" y="152"/>
                  <a:pt x="15078" y="169"/>
                  <a:pt x="15086" y="188"/>
                </a:cubicBezTo>
                <a:cubicBezTo>
                  <a:pt x="15093" y="206"/>
                  <a:pt x="15099" y="225"/>
                  <a:pt x="15103" y="245"/>
                </a:cubicBezTo>
                <a:cubicBezTo>
                  <a:pt x="15107" y="264"/>
                  <a:pt x="15109" y="284"/>
                  <a:pt x="15109" y="304"/>
                </a:cubicBezTo>
                <a:lnTo>
                  <a:pt x="15109" y="1707"/>
                </a:lnTo>
                <a:cubicBezTo>
                  <a:pt x="15109" y="1727"/>
                  <a:pt x="15107" y="1747"/>
                  <a:pt x="15103" y="1767"/>
                </a:cubicBezTo>
                <a:cubicBezTo>
                  <a:pt x="15099" y="1786"/>
                  <a:pt x="15093" y="1805"/>
                  <a:pt x="15086" y="1824"/>
                </a:cubicBezTo>
                <a:cubicBezTo>
                  <a:pt x="15078" y="1842"/>
                  <a:pt x="15069" y="1860"/>
                  <a:pt x="15058" y="1876"/>
                </a:cubicBezTo>
                <a:cubicBezTo>
                  <a:pt x="15047" y="1893"/>
                  <a:pt x="15034" y="1908"/>
                  <a:pt x="15020" y="1923"/>
                </a:cubicBezTo>
                <a:cubicBezTo>
                  <a:pt x="15006" y="1937"/>
                  <a:pt x="14990" y="1949"/>
                  <a:pt x="14974" y="1960"/>
                </a:cubicBezTo>
                <a:cubicBezTo>
                  <a:pt x="14957" y="1972"/>
                  <a:pt x="14940" y="1981"/>
                  <a:pt x="14921" y="1989"/>
                </a:cubicBezTo>
                <a:cubicBezTo>
                  <a:pt x="14903" y="1996"/>
                  <a:pt x="14884" y="2002"/>
                  <a:pt x="14864" y="2006"/>
                </a:cubicBezTo>
                <a:cubicBezTo>
                  <a:pt x="14844" y="2010"/>
                  <a:pt x="14825" y="2012"/>
                  <a:pt x="14805" y="2012"/>
                </a:cubicBezTo>
                <a:lnTo>
                  <a:pt x="304" y="2012"/>
                </a:lnTo>
                <a:cubicBezTo>
                  <a:pt x="285" y="2012"/>
                  <a:pt x="265" y="2010"/>
                  <a:pt x="245" y="2006"/>
                </a:cubicBezTo>
                <a:cubicBezTo>
                  <a:pt x="226" y="2002"/>
                  <a:pt x="207" y="1996"/>
                  <a:pt x="188" y="1989"/>
                </a:cubicBezTo>
                <a:cubicBezTo>
                  <a:pt x="170" y="1981"/>
                  <a:pt x="152" y="1972"/>
                  <a:pt x="135" y="1960"/>
                </a:cubicBezTo>
                <a:cubicBezTo>
                  <a:pt x="119" y="1949"/>
                  <a:pt x="103" y="1937"/>
                  <a:pt x="89" y="1923"/>
                </a:cubicBezTo>
                <a:cubicBezTo>
                  <a:pt x="75" y="1908"/>
                  <a:pt x="63" y="1893"/>
                  <a:pt x="52" y="1876"/>
                </a:cubicBezTo>
                <a:cubicBezTo>
                  <a:pt x="40" y="1860"/>
                  <a:pt x="31" y="1842"/>
                  <a:pt x="23" y="1824"/>
                </a:cubicBezTo>
                <a:cubicBezTo>
                  <a:pt x="16" y="1805"/>
                  <a:pt x="10" y="1786"/>
                  <a:pt x="6" y="1767"/>
                </a:cubicBezTo>
                <a:cubicBezTo>
                  <a:pt x="2" y="1747"/>
                  <a:pt x="0" y="1727"/>
                  <a:pt x="0" y="170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59" name=""/>
          <p:cNvSpPr/>
          <p:nvPr/>
        </p:nvSpPr>
        <p:spPr>
          <a:xfrm>
            <a:off x="616680" y="2216880"/>
            <a:ext cx="271800" cy="271800"/>
          </a:xfrm>
          <a:custGeom>
            <a:avLst/>
            <a:gdLst/>
            <a:ahLst/>
            <a:rect l="0" t="0" r="r" b="b"/>
            <a:pathLst>
              <a:path w="755" h="755">
                <a:moveTo>
                  <a:pt x="322" y="755"/>
                </a:moveTo>
                <a:lnTo>
                  <a:pt x="322" y="519"/>
                </a:lnTo>
                <a:lnTo>
                  <a:pt x="385" y="519"/>
                </a:lnTo>
                <a:lnTo>
                  <a:pt x="385" y="606"/>
                </a:lnTo>
                <a:lnTo>
                  <a:pt x="755" y="606"/>
                </a:lnTo>
                <a:lnTo>
                  <a:pt x="755" y="669"/>
                </a:lnTo>
                <a:lnTo>
                  <a:pt x="385" y="669"/>
                </a:lnTo>
                <a:lnTo>
                  <a:pt x="385" y="755"/>
                </a:lnTo>
                <a:lnTo>
                  <a:pt x="322" y="755"/>
                </a:lnTo>
                <a:moveTo>
                  <a:pt x="0" y="669"/>
                </a:moveTo>
                <a:lnTo>
                  <a:pt x="0" y="606"/>
                </a:lnTo>
                <a:lnTo>
                  <a:pt x="259" y="606"/>
                </a:lnTo>
                <a:lnTo>
                  <a:pt x="259" y="669"/>
                </a:lnTo>
                <a:lnTo>
                  <a:pt x="0" y="669"/>
                </a:lnTo>
                <a:moveTo>
                  <a:pt x="197" y="495"/>
                </a:moveTo>
                <a:lnTo>
                  <a:pt x="197" y="409"/>
                </a:lnTo>
                <a:lnTo>
                  <a:pt x="0" y="409"/>
                </a:lnTo>
                <a:lnTo>
                  <a:pt x="0" y="346"/>
                </a:lnTo>
                <a:lnTo>
                  <a:pt x="197" y="346"/>
                </a:lnTo>
                <a:lnTo>
                  <a:pt x="197" y="258"/>
                </a:lnTo>
                <a:lnTo>
                  <a:pt x="259" y="258"/>
                </a:lnTo>
                <a:lnTo>
                  <a:pt x="259" y="495"/>
                </a:lnTo>
                <a:lnTo>
                  <a:pt x="197" y="495"/>
                </a:lnTo>
                <a:moveTo>
                  <a:pt x="322" y="409"/>
                </a:moveTo>
                <a:lnTo>
                  <a:pt x="322" y="346"/>
                </a:lnTo>
                <a:lnTo>
                  <a:pt x="755" y="346"/>
                </a:lnTo>
                <a:lnTo>
                  <a:pt x="755" y="409"/>
                </a:lnTo>
                <a:lnTo>
                  <a:pt x="322" y="409"/>
                </a:lnTo>
                <a:moveTo>
                  <a:pt x="496" y="235"/>
                </a:moveTo>
                <a:lnTo>
                  <a:pt x="496" y="0"/>
                </a:lnTo>
                <a:lnTo>
                  <a:pt x="559" y="0"/>
                </a:lnTo>
                <a:lnTo>
                  <a:pt x="559" y="86"/>
                </a:lnTo>
                <a:lnTo>
                  <a:pt x="755" y="86"/>
                </a:lnTo>
                <a:lnTo>
                  <a:pt x="755" y="148"/>
                </a:lnTo>
                <a:lnTo>
                  <a:pt x="559" y="148"/>
                </a:lnTo>
                <a:lnTo>
                  <a:pt x="559" y="235"/>
                </a:lnTo>
                <a:lnTo>
                  <a:pt x="496" y="235"/>
                </a:lnTo>
                <a:moveTo>
                  <a:pt x="0" y="148"/>
                </a:moveTo>
                <a:lnTo>
                  <a:pt x="0" y="86"/>
                </a:lnTo>
                <a:lnTo>
                  <a:pt x="433" y="86"/>
                </a:lnTo>
                <a:lnTo>
                  <a:pt x="433" y="148"/>
                </a:lnTo>
                <a:lnTo>
                  <a:pt x="0" y="148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260" name=""/>
          <p:cNvSpPr txBox="1"/>
          <p:nvPr/>
        </p:nvSpPr>
        <p:spPr>
          <a:xfrm>
            <a:off x="1047600" y="1291680"/>
            <a:ext cx="692388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Step 2: GEMINI.md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AGENTS.md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）設定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61" name=""/>
          <p:cNvSpPr txBox="1"/>
          <p:nvPr/>
        </p:nvSpPr>
        <p:spPr>
          <a:xfrm>
            <a:off x="933480" y="2361240"/>
            <a:ext cx="1769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設定ファイルの場所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62" name=""/>
          <p:cNvSpPr txBox="1"/>
          <p:nvPr/>
        </p:nvSpPr>
        <p:spPr>
          <a:xfrm>
            <a:off x="704880" y="2788200"/>
            <a:ext cx="683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スコープ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63" name=""/>
          <p:cNvSpPr txBox="1"/>
          <p:nvPr/>
        </p:nvSpPr>
        <p:spPr>
          <a:xfrm>
            <a:off x="3424320" y="278820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パス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64" name=""/>
          <p:cNvSpPr/>
          <p:nvPr/>
        </p:nvSpPr>
        <p:spPr>
          <a:xfrm>
            <a:off x="3428640" y="3143160"/>
            <a:ext cx="2067480" cy="257400"/>
          </a:xfrm>
          <a:custGeom>
            <a:avLst/>
            <a:gdLst/>
            <a:ahLst/>
            <a:rect l="0" t="0" r="r" b="b"/>
            <a:pathLst>
              <a:path w="5743" h="715">
                <a:moveTo>
                  <a:pt x="0" y="556"/>
                </a:moveTo>
                <a:lnTo>
                  <a:pt x="0" y="158"/>
                </a:lnTo>
                <a:cubicBezTo>
                  <a:pt x="0" y="148"/>
                  <a:pt x="2" y="138"/>
                  <a:pt x="4" y="128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5584" y="0"/>
                </a:lnTo>
                <a:cubicBezTo>
                  <a:pt x="5595" y="0"/>
                  <a:pt x="5605" y="1"/>
                  <a:pt x="5615" y="3"/>
                </a:cubicBezTo>
                <a:cubicBezTo>
                  <a:pt x="5625" y="5"/>
                  <a:pt x="5635" y="8"/>
                  <a:pt x="5645" y="12"/>
                </a:cubicBezTo>
                <a:cubicBezTo>
                  <a:pt x="5655" y="16"/>
                  <a:pt x="5664" y="21"/>
                  <a:pt x="5672" y="27"/>
                </a:cubicBezTo>
                <a:cubicBezTo>
                  <a:pt x="5681" y="32"/>
                  <a:pt x="5689" y="39"/>
                  <a:pt x="5696" y="46"/>
                </a:cubicBezTo>
                <a:cubicBezTo>
                  <a:pt x="5704" y="54"/>
                  <a:pt x="5710" y="62"/>
                  <a:pt x="5716" y="70"/>
                </a:cubicBezTo>
                <a:cubicBezTo>
                  <a:pt x="5722" y="79"/>
                  <a:pt x="5727" y="88"/>
                  <a:pt x="5731" y="98"/>
                </a:cubicBezTo>
                <a:cubicBezTo>
                  <a:pt x="5735" y="107"/>
                  <a:pt x="5738" y="117"/>
                  <a:pt x="5740" y="128"/>
                </a:cubicBezTo>
                <a:cubicBezTo>
                  <a:pt x="5742" y="138"/>
                  <a:pt x="5743" y="148"/>
                  <a:pt x="5743" y="158"/>
                </a:cubicBezTo>
                <a:lnTo>
                  <a:pt x="5743" y="556"/>
                </a:lnTo>
                <a:cubicBezTo>
                  <a:pt x="5743" y="567"/>
                  <a:pt x="5742" y="577"/>
                  <a:pt x="5740" y="587"/>
                </a:cubicBezTo>
                <a:cubicBezTo>
                  <a:pt x="5738" y="598"/>
                  <a:pt x="5735" y="607"/>
                  <a:pt x="5731" y="617"/>
                </a:cubicBezTo>
                <a:cubicBezTo>
                  <a:pt x="5727" y="627"/>
                  <a:pt x="5722" y="636"/>
                  <a:pt x="5716" y="645"/>
                </a:cubicBezTo>
                <a:cubicBezTo>
                  <a:pt x="5710" y="653"/>
                  <a:pt x="5704" y="661"/>
                  <a:pt x="5696" y="669"/>
                </a:cubicBezTo>
                <a:cubicBezTo>
                  <a:pt x="5689" y="676"/>
                  <a:pt x="5681" y="683"/>
                  <a:pt x="5672" y="688"/>
                </a:cubicBezTo>
                <a:cubicBezTo>
                  <a:pt x="5664" y="694"/>
                  <a:pt x="5655" y="699"/>
                  <a:pt x="5645" y="703"/>
                </a:cubicBezTo>
                <a:cubicBezTo>
                  <a:pt x="5635" y="707"/>
                  <a:pt x="5625" y="710"/>
                  <a:pt x="5615" y="712"/>
                </a:cubicBezTo>
                <a:cubicBezTo>
                  <a:pt x="5605" y="714"/>
                  <a:pt x="5595" y="715"/>
                  <a:pt x="5584" y="715"/>
                </a:cubicBezTo>
                <a:lnTo>
                  <a:pt x="159" y="715"/>
                </a:lnTo>
                <a:cubicBezTo>
                  <a:pt x="149" y="715"/>
                  <a:pt x="139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80" y="694"/>
                  <a:pt x="71" y="688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40" y="661"/>
                  <a:pt x="33" y="653"/>
                  <a:pt x="27" y="645"/>
                </a:cubicBezTo>
                <a:cubicBezTo>
                  <a:pt x="21" y="636"/>
                  <a:pt x="17" y="627"/>
                  <a:pt x="13" y="617"/>
                </a:cubicBezTo>
                <a:cubicBezTo>
                  <a:pt x="9" y="607"/>
                  <a:pt x="6" y="598"/>
                  <a:pt x="4" y="587"/>
                </a:cubicBezTo>
                <a:cubicBezTo>
                  <a:pt x="2" y="577"/>
                  <a:pt x="0" y="567"/>
                  <a:pt x="0" y="556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65" name=""/>
          <p:cNvSpPr txBox="1"/>
          <p:nvPr/>
        </p:nvSpPr>
        <p:spPr>
          <a:xfrm>
            <a:off x="704880" y="3196800"/>
            <a:ext cx="808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グローバル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66" name=""/>
          <p:cNvSpPr txBox="1"/>
          <p:nvPr/>
        </p:nvSpPr>
        <p:spPr>
          <a:xfrm>
            <a:off x="3481560" y="3191040"/>
            <a:ext cx="1946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~/.gemini/GEMINI.md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67" name=""/>
          <p:cNvSpPr/>
          <p:nvPr/>
        </p:nvSpPr>
        <p:spPr>
          <a:xfrm>
            <a:off x="3428640" y="3552480"/>
            <a:ext cx="1448280" cy="257760"/>
          </a:xfrm>
          <a:custGeom>
            <a:avLst/>
            <a:gdLst/>
            <a:ahLst/>
            <a:rect l="0" t="0" r="r" b="b"/>
            <a:pathLst>
              <a:path w="4023" h="716">
                <a:moveTo>
                  <a:pt x="0" y="557"/>
                </a:moveTo>
                <a:lnTo>
                  <a:pt x="0" y="159"/>
                </a:lnTo>
                <a:cubicBezTo>
                  <a:pt x="0" y="149"/>
                  <a:pt x="2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9" y="1"/>
                  <a:pt x="149" y="0"/>
                  <a:pt x="159" y="0"/>
                </a:cubicBezTo>
                <a:lnTo>
                  <a:pt x="3864" y="0"/>
                </a:lnTo>
                <a:cubicBezTo>
                  <a:pt x="3875" y="0"/>
                  <a:pt x="3885" y="1"/>
                  <a:pt x="3895" y="4"/>
                </a:cubicBezTo>
                <a:cubicBezTo>
                  <a:pt x="3906" y="6"/>
                  <a:pt x="3916" y="9"/>
                  <a:pt x="3925" y="13"/>
                </a:cubicBezTo>
                <a:cubicBezTo>
                  <a:pt x="3935" y="17"/>
                  <a:pt x="3944" y="21"/>
                  <a:pt x="3953" y="27"/>
                </a:cubicBezTo>
                <a:cubicBezTo>
                  <a:pt x="3961" y="33"/>
                  <a:pt x="3969" y="40"/>
                  <a:pt x="3977" y="47"/>
                </a:cubicBezTo>
                <a:cubicBezTo>
                  <a:pt x="3984" y="54"/>
                  <a:pt x="3991" y="62"/>
                  <a:pt x="3996" y="71"/>
                </a:cubicBezTo>
                <a:cubicBezTo>
                  <a:pt x="4002" y="80"/>
                  <a:pt x="4007" y="89"/>
                  <a:pt x="4011" y="98"/>
                </a:cubicBezTo>
                <a:cubicBezTo>
                  <a:pt x="4015" y="108"/>
                  <a:pt x="4018" y="118"/>
                  <a:pt x="4020" y="128"/>
                </a:cubicBezTo>
                <a:cubicBezTo>
                  <a:pt x="4022" y="138"/>
                  <a:pt x="4023" y="149"/>
                  <a:pt x="4023" y="159"/>
                </a:cubicBezTo>
                <a:lnTo>
                  <a:pt x="4023" y="557"/>
                </a:lnTo>
                <a:cubicBezTo>
                  <a:pt x="4023" y="568"/>
                  <a:pt x="4022" y="578"/>
                  <a:pt x="4020" y="588"/>
                </a:cubicBezTo>
                <a:cubicBezTo>
                  <a:pt x="4018" y="598"/>
                  <a:pt x="4015" y="608"/>
                  <a:pt x="4011" y="618"/>
                </a:cubicBezTo>
                <a:cubicBezTo>
                  <a:pt x="4007" y="627"/>
                  <a:pt x="4002" y="637"/>
                  <a:pt x="3996" y="645"/>
                </a:cubicBezTo>
                <a:cubicBezTo>
                  <a:pt x="3991" y="654"/>
                  <a:pt x="3984" y="662"/>
                  <a:pt x="3977" y="669"/>
                </a:cubicBezTo>
                <a:cubicBezTo>
                  <a:pt x="3969" y="677"/>
                  <a:pt x="3961" y="683"/>
                  <a:pt x="3953" y="689"/>
                </a:cubicBezTo>
                <a:cubicBezTo>
                  <a:pt x="3944" y="695"/>
                  <a:pt x="3935" y="700"/>
                  <a:pt x="3925" y="704"/>
                </a:cubicBezTo>
                <a:cubicBezTo>
                  <a:pt x="3916" y="708"/>
                  <a:pt x="3906" y="711"/>
                  <a:pt x="3895" y="713"/>
                </a:cubicBezTo>
                <a:cubicBezTo>
                  <a:pt x="3885" y="715"/>
                  <a:pt x="3875" y="716"/>
                  <a:pt x="3864" y="716"/>
                </a:cubicBezTo>
                <a:lnTo>
                  <a:pt x="159" y="716"/>
                </a:lnTo>
                <a:cubicBezTo>
                  <a:pt x="149" y="716"/>
                  <a:pt x="139" y="715"/>
                  <a:pt x="128" y="713"/>
                </a:cubicBezTo>
                <a:cubicBezTo>
                  <a:pt x="118" y="711"/>
                  <a:pt x="108" y="708"/>
                  <a:pt x="98" y="704"/>
                </a:cubicBezTo>
                <a:cubicBezTo>
                  <a:pt x="89" y="700"/>
                  <a:pt x="80" y="695"/>
                  <a:pt x="71" y="689"/>
                </a:cubicBezTo>
                <a:cubicBezTo>
                  <a:pt x="62" y="683"/>
                  <a:pt x="54" y="677"/>
                  <a:pt x="47" y="669"/>
                </a:cubicBezTo>
                <a:cubicBezTo>
                  <a:pt x="40" y="662"/>
                  <a:pt x="33" y="654"/>
                  <a:pt x="27" y="645"/>
                </a:cubicBezTo>
                <a:cubicBezTo>
                  <a:pt x="21" y="637"/>
                  <a:pt x="17" y="627"/>
                  <a:pt x="13" y="618"/>
                </a:cubicBezTo>
                <a:cubicBezTo>
                  <a:pt x="9" y="608"/>
                  <a:pt x="6" y="598"/>
                  <a:pt x="4" y="588"/>
                </a:cubicBezTo>
                <a:cubicBezTo>
                  <a:pt x="2" y="578"/>
                  <a:pt x="0" y="568"/>
                  <a:pt x="0" y="557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68" name=""/>
          <p:cNvSpPr txBox="1"/>
          <p:nvPr/>
        </p:nvSpPr>
        <p:spPr>
          <a:xfrm>
            <a:off x="704880" y="3749040"/>
            <a:ext cx="11314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ワークスペース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69" name=""/>
          <p:cNvSpPr txBox="1"/>
          <p:nvPr/>
        </p:nvSpPr>
        <p:spPr>
          <a:xfrm>
            <a:off x="3481560" y="3600360"/>
            <a:ext cx="13323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.agent/rules/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70" name=""/>
          <p:cNvSpPr/>
          <p:nvPr/>
        </p:nvSpPr>
        <p:spPr>
          <a:xfrm>
            <a:off x="3428640" y="3838320"/>
            <a:ext cx="1038600" cy="257760"/>
          </a:xfrm>
          <a:custGeom>
            <a:avLst/>
            <a:gdLst/>
            <a:ahLst/>
            <a:rect l="0" t="0" r="r" b="b"/>
            <a:pathLst>
              <a:path w="2885" h="716">
                <a:moveTo>
                  <a:pt x="0" y="557"/>
                </a:moveTo>
                <a:lnTo>
                  <a:pt x="0" y="159"/>
                </a:lnTo>
                <a:cubicBezTo>
                  <a:pt x="0" y="149"/>
                  <a:pt x="2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9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2727" y="0"/>
                </a:lnTo>
                <a:cubicBezTo>
                  <a:pt x="2737" y="0"/>
                  <a:pt x="2747" y="1"/>
                  <a:pt x="2758" y="3"/>
                </a:cubicBezTo>
                <a:cubicBezTo>
                  <a:pt x="2768" y="5"/>
                  <a:pt x="2778" y="8"/>
                  <a:pt x="2787" y="12"/>
                </a:cubicBezTo>
                <a:cubicBezTo>
                  <a:pt x="2797" y="16"/>
                  <a:pt x="2806" y="21"/>
                  <a:pt x="2815" y="27"/>
                </a:cubicBezTo>
                <a:cubicBezTo>
                  <a:pt x="2824" y="33"/>
                  <a:pt x="2832" y="39"/>
                  <a:pt x="2839" y="47"/>
                </a:cubicBezTo>
                <a:cubicBezTo>
                  <a:pt x="2846" y="54"/>
                  <a:pt x="2853" y="62"/>
                  <a:pt x="2859" y="71"/>
                </a:cubicBezTo>
                <a:cubicBezTo>
                  <a:pt x="2864" y="79"/>
                  <a:pt x="2869" y="89"/>
                  <a:pt x="2873" y="98"/>
                </a:cubicBezTo>
                <a:cubicBezTo>
                  <a:pt x="2877" y="108"/>
                  <a:pt x="2880" y="118"/>
                  <a:pt x="2882" y="128"/>
                </a:cubicBezTo>
                <a:cubicBezTo>
                  <a:pt x="2884" y="138"/>
                  <a:pt x="2885" y="149"/>
                  <a:pt x="2885" y="159"/>
                </a:cubicBezTo>
                <a:lnTo>
                  <a:pt x="2885" y="557"/>
                </a:lnTo>
                <a:cubicBezTo>
                  <a:pt x="2885" y="567"/>
                  <a:pt x="2884" y="578"/>
                  <a:pt x="2882" y="588"/>
                </a:cubicBezTo>
                <a:cubicBezTo>
                  <a:pt x="2880" y="598"/>
                  <a:pt x="2877" y="608"/>
                  <a:pt x="2873" y="618"/>
                </a:cubicBezTo>
                <a:cubicBezTo>
                  <a:pt x="2869" y="627"/>
                  <a:pt x="2864" y="636"/>
                  <a:pt x="2859" y="645"/>
                </a:cubicBezTo>
                <a:cubicBezTo>
                  <a:pt x="2853" y="654"/>
                  <a:pt x="2846" y="662"/>
                  <a:pt x="2839" y="669"/>
                </a:cubicBezTo>
                <a:cubicBezTo>
                  <a:pt x="2832" y="676"/>
                  <a:pt x="2824" y="683"/>
                  <a:pt x="2815" y="689"/>
                </a:cubicBezTo>
                <a:cubicBezTo>
                  <a:pt x="2806" y="695"/>
                  <a:pt x="2797" y="700"/>
                  <a:pt x="2787" y="703"/>
                </a:cubicBezTo>
                <a:cubicBezTo>
                  <a:pt x="2778" y="707"/>
                  <a:pt x="2768" y="710"/>
                  <a:pt x="2758" y="713"/>
                </a:cubicBezTo>
                <a:cubicBezTo>
                  <a:pt x="2747" y="715"/>
                  <a:pt x="2737" y="716"/>
                  <a:pt x="2727" y="716"/>
                </a:cubicBezTo>
                <a:lnTo>
                  <a:pt x="159" y="716"/>
                </a:lnTo>
                <a:cubicBezTo>
                  <a:pt x="149" y="716"/>
                  <a:pt x="139" y="715"/>
                  <a:pt x="128" y="713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700"/>
                  <a:pt x="80" y="695"/>
                  <a:pt x="71" y="689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40" y="662"/>
                  <a:pt x="33" y="654"/>
                  <a:pt x="27" y="645"/>
                </a:cubicBezTo>
                <a:cubicBezTo>
                  <a:pt x="21" y="636"/>
                  <a:pt x="17" y="627"/>
                  <a:pt x="13" y="618"/>
                </a:cubicBezTo>
                <a:cubicBezTo>
                  <a:pt x="9" y="608"/>
                  <a:pt x="6" y="598"/>
                  <a:pt x="4" y="588"/>
                </a:cubicBezTo>
                <a:cubicBezTo>
                  <a:pt x="2" y="578"/>
                  <a:pt x="0" y="567"/>
                  <a:pt x="0" y="557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71" name=""/>
          <p:cNvSpPr txBox="1"/>
          <p:nvPr/>
        </p:nvSpPr>
        <p:spPr>
          <a:xfrm>
            <a:off x="4875840" y="3596760"/>
            <a:ext cx="5392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または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72" name=""/>
          <p:cNvSpPr/>
          <p:nvPr/>
        </p:nvSpPr>
        <p:spPr>
          <a:xfrm>
            <a:off x="616680" y="4421160"/>
            <a:ext cx="271800" cy="301680"/>
          </a:xfrm>
          <a:custGeom>
            <a:avLst/>
            <a:gdLst/>
            <a:ahLst/>
            <a:rect l="0" t="0" r="r" b="b"/>
            <a:pathLst>
              <a:path w="755" h="838">
                <a:moveTo>
                  <a:pt x="167" y="838"/>
                </a:moveTo>
                <a:lnTo>
                  <a:pt x="0" y="670"/>
                </a:lnTo>
                <a:lnTo>
                  <a:pt x="167" y="502"/>
                </a:lnTo>
                <a:lnTo>
                  <a:pt x="212" y="548"/>
                </a:lnTo>
                <a:lnTo>
                  <a:pt x="121" y="638"/>
                </a:lnTo>
                <a:lnTo>
                  <a:pt x="608" y="638"/>
                </a:lnTo>
                <a:lnTo>
                  <a:pt x="608" y="471"/>
                </a:lnTo>
                <a:lnTo>
                  <a:pt x="671" y="471"/>
                </a:lnTo>
                <a:lnTo>
                  <a:pt x="671" y="702"/>
                </a:lnTo>
                <a:lnTo>
                  <a:pt x="121" y="702"/>
                </a:lnTo>
                <a:lnTo>
                  <a:pt x="212" y="792"/>
                </a:lnTo>
                <a:lnTo>
                  <a:pt x="167" y="838"/>
                </a:lnTo>
                <a:moveTo>
                  <a:pt x="83" y="366"/>
                </a:moveTo>
                <a:lnTo>
                  <a:pt x="83" y="136"/>
                </a:lnTo>
                <a:lnTo>
                  <a:pt x="633" y="136"/>
                </a:lnTo>
                <a:lnTo>
                  <a:pt x="543" y="46"/>
                </a:lnTo>
                <a:lnTo>
                  <a:pt x="587" y="0"/>
                </a:lnTo>
                <a:lnTo>
                  <a:pt x="755" y="167"/>
                </a:lnTo>
                <a:lnTo>
                  <a:pt x="587" y="335"/>
                </a:lnTo>
                <a:lnTo>
                  <a:pt x="543" y="289"/>
                </a:lnTo>
                <a:lnTo>
                  <a:pt x="633" y="199"/>
                </a:lnTo>
                <a:lnTo>
                  <a:pt x="146" y="199"/>
                </a:lnTo>
                <a:lnTo>
                  <a:pt x="146" y="366"/>
                </a:lnTo>
                <a:lnTo>
                  <a:pt x="83" y="366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73" name=""/>
          <p:cNvSpPr txBox="1"/>
          <p:nvPr/>
        </p:nvSpPr>
        <p:spPr>
          <a:xfrm>
            <a:off x="3481560" y="3886200"/>
            <a:ext cx="9226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GEMINI.md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74" name=""/>
          <p:cNvSpPr txBox="1"/>
          <p:nvPr/>
        </p:nvSpPr>
        <p:spPr>
          <a:xfrm>
            <a:off x="933480" y="4580640"/>
            <a:ext cx="19058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Rules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を追加する方法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75" name=""/>
          <p:cNvSpPr txBox="1"/>
          <p:nvPr/>
        </p:nvSpPr>
        <p:spPr>
          <a:xfrm>
            <a:off x="752400" y="5073840"/>
            <a:ext cx="54936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Editor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76" name=""/>
          <p:cNvSpPr txBox="1"/>
          <p:nvPr/>
        </p:nvSpPr>
        <p:spPr>
          <a:xfrm>
            <a:off x="1301040" y="5070240"/>
            <a:ext cx="457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右上の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77" name=""/>
          <p:cNvSpPr txBox="1"/>
          <p:nvPr/>
        </p:nvSpPr>
        <p:spPr>
          <a:xfrm>
            <a:off x="1758240" y="5073840"/>
            <a:ext cx="21042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[--.] &gt; Customizations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78" name=""/>
          <p:cNvSpPr/>
          <p:nvPr/>
        </p:nvSpPr>
        <p:spPr>
          <a:xfrm>
            <a:off x="5958720" y="2493000"/>
            <a:ext cx="5873760" cy="2283480"/>
          </a:xfrm>
          <a:custGeom>
            <a:avLst/>
            <a:gdLst/>
            <a:ahLst/>
            <a:rect l="0" t="0" r="r" b="b"/>
            <a:pathLst>
              <a:path w="16316" h="6343">
                <a:moveTo>
                  <a:pt x="619" y="800"/>
                </a:moveTo>
                <a:lnTo>
                  <a:pt x="619" y="5326"/>
                </a:lnTo>
                <a:cubicBezTo>
                  <a:pt x="619" y="5364"/>
                  <a:pt x="626" y="5401"/>
                  <a:pt x="641" y="5437"/>
                </a:cubicBezTo>
                <a:cubicBezTo>
                  <a:pt x="656" y="5473"/>
                  <a:pt x="677" y="5504"/>
                  <a:pt x="704" y="5532"/>
                </a:cubicBezTo>
                <a:cubicBezTo>
                  <a:pt x="731" y="5559"/>
                  <a:pt x="763" y="5580"/>
                  <a:pt x="799" y="5595"/>
                </a:cubicBezTo>
                <a:cubicBezTo>
                  <a:pt x="834" y="5609"/>
                  <a:pt x="871" y="5617"/>
                  <a:pt x="910" y="5617"/>
                </a:cubicBezTo>
                <a:lnTo>
                  <a:pt x="15410" y="5617"/>
                </a:lnTo>
                <a:cubicBezTo>
                  <a:pt x="15449" y="5617"/>
                  <a:pt x="15486" y="5609"/>
                  <a:pt x="15522" y="5595"/>
                </a:cubicBezTo>
                <a:cubicBezTo>
                  <a:pt x="15557" y="5580"/>
                  <a:pt x="15589" y="5559"/>
                  <a:pt x="15616" y="5532"/>
                </a:cubicBezTo>
                <a:cubicBezTo>
                  <a:pt x="15643" y="5504"/>
                  <a:pt x="15664" y="5473"/>
                  <a:pt x="15679" y="5437"/>
                </a:cubicBezTo>
                <a:cubicBezTo>
                  <a:pt x="15694" y="5401"/>
                  <a:pt x="15701" y="5364"/>
                  <a:pt x="15701" y="5326"/>
                </a:cubicBezTo>
                <a:lnTo>
                  <a:pt x="15701" y="800"/>
                </a:lnTo>
                <a:cubicBezTo>
                  <a:pt x="15701" y="762"/>
                  <a:pt x="15694" y="725"/>
                  <a:pt x="15679" y="689"/>
                </a:cubicBezTo>
                <a:cubicBezTo>
                  <a:pt x="15664" y="653"/>
                  <a:pt x="15643" y="622"/>
                  <a:pt x="15616" y="595"/>
                </a:cubicBezTo>
                <a:cubicBezTo>
                  <a:pt x="15589" y="567"/>
                  <a:pt x="15557" y="546"/>
                  <a:pt x="15522" y="531"/>
                </a:cubicBezTo>
                <a:cubicBezTo>
                  <a:pt x="15486" y="517"/>
                  <a:pt x="15449" y="509"/>
                  <a:pt x="15410" y="509"/>
                </a:cubicBezTo>
                <a:lnTo>
                  <a:pt x="910" y="509"/>
                </a:lnTo>
                <a:cubicBezTo>
                  <a:pt x="871" y="509"/>
                  <a:pt x="834" y="517"/>
                  <a:pt x="799" y="531"/>
                </a:cubicBezTo>
                <a:cubicBezTo>
                  <a:pt x="763" y="546"/>
                  <a:pt x="731" y="567"/>
                  <a:pt x="704" y="595"/>
                </a:cubicBezTo>
                <a:cubicBezTo>
                  <a:pt x="677" y="622"/>
                  <a:pt x="656" y="653"/>
                  <a:pt x="641" y="689"/>
                </a:cubicBezTo>
                <a:cubicBezTo>
                  <a:pt x="626" y="725"/>
                  <a:pt x="619" y="762"/>
                  <a:pt x="619" y="800"/>
                </a:cubicBezTo>
                <a:moveTo>
                  <a:pt x="0" y="0"/>
                </a:moveTo>
                <a:lnTo>
                  <a:pt x="16316" y="0"/>
                </a:lnTo>
                <a:lnTo>
                  <a:pt x="16316" y="6343"/>
                </a:lnTo>
                <a:lnTo>
                  <a:pt x="0" y="6343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279" name=""/>
          <p:cNvSpPr/>
          <p:nvPr/>
        </p:nvSpPr>
        <p:spPr>
          <a:xfrm>
            <a:off x="6176880" y="2671560"/>
            <a:ext cx="5438880" cy="1848240"/>
          </a:xfrm>
          <a:custGeom>
            <a:avLst/>
            <a:gdLst/>
            <a:ahLst/>
            <a:rect l="0" t="0" r="r" b="b"/>
            <a:pathLst>
              <a:path w="15108" h="5134">
                <a:moveTo>
                  <a:pt x="0" y="4830"/>
                </a:moveTo>
                <a:lnTo>
                  <a:pt x="0" y="305"/>
                </a:lnTo>
                <a:cubicBezTo>
                  <a:pt x="0" y="285"/>
                  <a:pt x="2" y="265"/>
                  <a:pt x="6" y="245"/>
                </a:cubicBezTo>
                <a:cubicBezTo>
                  <a:pt x="9" y="225"/>
                  <a:pt x="15" y="206"/>
                  <a:pt x="23" y="188"/>
                </a:cubicBezTo>
                <a:cubicBezTo>
                  <a:pt x="31" y="169"/>
                  <a:pt x="40" y="152"/>
                  <a:pt x="51" y="135"/>
                </a:cubicBezTo>
                <a:cubicBezTo>
                  <a:pt x="62" y="119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6"/>
                  <a:pt x="225" y="10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14804" y="0"/>
                </a:lnTo>
                <a:cubicBezTo>
                  <a:pt x="14824" y="0"/>
                  <a:pt x="14844" y="2"/>
                  <a:pt x="14864" y="6"/>
                </a:cubicBezTo>
                <a:cubicBezTo>
                  <a:pt x="14883" y="10"/>
                  <a:pt x="14902" y="16"/>
                  <a:pt x="14921" y="23"/>
                </a:cubicBezTo>
                <a:cubicBezTo>
                  <a:pt x="14939" y="31"/>
                  <a:pt x="14957" y="40"/>
                  <a:pt x="14973" y="51"/>
                </a:cubicBezTo>
                <a:cubicBezTo>
                  <a:pt x="14990" y="62"/>
                  <a:pt x="15005" y="75"/>
                  <a:pt x="15019" y="89"/>
                </a:cubicBezTo>
                <a:cubicBezTo>
                  <a:pt x="15033" y="103"/>
                  <a:pt x="15046" y="119"/>
                  <a:pt x="15057" y="135"/>
                </a:cubicBezTo>
                <a:cubicBezTo>
                  <a:pt x="15068" y="152"/>
                  <a:pt x="15078" y="169"/>
                  <a:pt x="15085" y="188"/>
                </a:cubicBezTo>
                <a:cubicBezTo>
                  <a:pt x="15093" y="206"/>
                  <a:pt x="15099" y="225"/>
                  <a:pt x="15103" y="245"/>
                </a:cubicBezTo>
                <a:cubicBezTo>
                  <a:pt x="15106" y="265"/>
                  <a:pt x="15108" y="285"/>
                  <a:pt x="15108" y="305"/>
                </a:cubicBezTo>
                <a:lnTo>
                  <a:pt x="15108" y="4830"/>
                </a:lnTo>
                <a:cubicBezTo>
                  <a:pt x="15108" y="4850"/>
                  <a:pt x="15106" y="4869"/>
                  <a:pt x="15103" y="4889"/>
                </a:cubicBezTo>
                <a:cubicBezTo>
                  <a:pt x="15099" y="4909"/>
                  <a:pt x="15093" y="4928"/>
                  <a:pt x="15085" y="4946"/>
                </a:cubicBezTo>
                <a:cubicBezTo>
                  <a:pt x="15078" y="4965"/>
                  <a:pt x="15068" y="4982"/>
                  <a:pt x="15057" y="4999"/>
                </a:cubicBezTo>
                <a:cubicBezTo>
                  <a:pt x="15046" y="5015"/>
                  <a:pt x="15033" y="5031"/>
                  <a:pt x="15019" y="5045"/>
                </a:cubicBezTo>
                <a:cubicBezTo>
                  <a:pt x="15005" y="5059"/>
                  <a:pt x="14990" y="5072"/>
                  <a:pt x="14973" y="5083"/>
                </a:cubicBezTo>
                <a:cubicBezTo>
                  <a:pt x="14957" y="5094"/>
                  <a:pt x="14939" y="5103"/>
                  <a:pt x="14921" y="5111"/>
                </a:cubicBezTo>
                <a:cubicBezTo>
                  <a:pt x="14902" y="5118"/>
                  <a:pt x="14883" y="5124"/>
                  <a:pt x="14864" y="5128"/>
                </a:cubicBezTo>
                <a:cubicBezTo>
                  <a:pt x="14844" y="5132"/>
                  <a:pt x="14824" y="5134"/>
                  <a:pt x="14804" y="5134"/>
                </a:cubicBezTo>
                <a:lnTo>
                  <a:pt x="304" y="5134"/>
                </a:lnTo>
                <a:cubicBezTo>
                  <a:pt x="284" y="5134"/>
                  <a:pt x="264" y="5132"/>
                  <a:pt x="245" y="5128"/>
                </a:cubicBezTo>
                <a:cubicBezTo>
                  <a:pt x="225" y="5124"/>
                  <a:pt x="206" y="5118"/>
                  <a:pt x="188" y="5111"/>
                </a:cubicBezTo>
                <a:cubicBezTo>
                  <a:pt x="169" y="5103"/>
                  <a:pt x="152" y="5094"/>
                  <a:pt x="135" y="5083"/>
                </a:cubicBezTo>
                <a:cubicBezTo>
                  <a:pt x="118" y="5072"/>
                  <a:pt x="103" y="5059"/>
                  <a:pt x="89" y="5045"/>
                </a:cubicBezTo>
                <a:cubicBezTo>
                  <a:pt x="75" y="5031"/>
                  <a:pt x="62" y="5015"/>
                  <a:pt x="51" y="4999"/>
                </a:cubicBezTo>
                <a:cubicBezTo>
                  <a:pt x="40" y="4982"/>
                  <a:pt x="31" y="4965"/>
                  <a:pt x="23" y="4946"/>
                </a:cubicBezTo>
                <a:cubicBezTo>
                  <a:pt x="15" y="4928"/>
                  <a:pt x="9" y="4909"/>
                  <a:pt x="6" y="4889"/>
                </a:cubicBezTo>
                <a:cubicBezTo>
                  <a:pt x="2" y="4869"/>
                  <a:pt x="0" y="4850"/>
                  <a:pt x="0" y="4830"/>
                </a:cubicBezTo>
                <a:close/>
              </a:path>
            </a:pathLst>
          </a:custGeom>
          <a:solidFill>
            <a:srgbClr val="2D2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280" name=""/>
          <p:cNvSpPr/>
          <p:nvPr/>
        </p:nvSpPr>
        <p:spPr>
          <a:xfrm>
            <a:off x="6176880" y="2671560"/>
            <a:ext cx="5438880" cy="1848240"/>
          </a:xfrm>
          <a:custGeom>
            <a:avLst/>
            <a:gdLst/>
            <a:ahLst/>
            <a:rect l="0" t="0" r="r" b="b"/>
            <a:pathLst>
              <a:path w="15108" h="5134">
                <a:moveTo>
                  <a:pt x="0" y="4830"/>
                </a:moveTo>
                <a:lnTo>
                  <a:pt x="0" y="305"/>
                </a:lnTo>
                <a:cubicBezTo>
                  <a:pt x="0" y="285"/>
                  <a:pt x="2" y="265"/>
                  <a:pt x="6" y="245"/>
                </a:cubicBezTo>
                <a:cubicBezTo>
                  <a:pt x="9" y="225"/>
                  <a:pt x="15" y="206"/>
                  <a:pt x="23" y="188"/>
                </a:cubicBezTo>
                <a:cubicBezTo>
                  <a:pt x="31" y="169"/>
                  <a:pt x="40" y="152"/>
                  <a:pt x="51" y="135"/>
                </a:cubicBezTo>
                <a:cubicBezTo>
                  <a:pt x="62" y="119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6"/>
                  <a:pt x="225" y="10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14804" y="0"/>
                </a:lnTo>
                <a:cubicBezTo>
                  <a:pt x="14824" y="0"/>
                  <a:pt x="14844" y="2"/>
                  <a:pt x="14864" y="6"/>
                </a:cubicBezTo>
                <a:cubicBezTo>
                  <a:pt x="14883" y="10"/>
                  <a:pt x="14902" y="16"/>
                  <a:pt x="14921" y="23"/>
                </a:cubicBezTo>
                <a:cubicBezTo>
                  <a:pt x="14939" y="31"/>
                  <a:pt x="14957" y="40"/>
                  <a:pt x="14973" y="51"/>
                </a:cubicBezTo>
                <a:cubicBezTo>
                  <a:pt x="14990" y="62"/>
                  <a:pt x="15005" y="75"/>
                  <a:pt x="15019" y="89"/>
                </a:cubicBezTo>
                <a:cubicBezTo>
                  <a:pt x="15033" y="103"/>
                  <a:pt x="15046" y="119"/>
                  <a:pt x="15057" y="135"/>
                </a:cubicBezTo>
                <a:cubicBezTo>
                  <a:pt x="15068" y="152"/>
                  <a:pt x="15078" y="169"/>
                  <a:pt x="15085" y="188"/>
                </a:cubicBezTo>
                <a:cubicBezTo>
                  <a:pt x="15093" y="206"/>
                  <a:pt x="15099" y="225"/>
                  <a:pt x="15103" y="245"/>
                </a:cubicBezTo>
                <a:cubicBezTo>
                  <a:pt x="15106" y="265"/>
                  <a:pt x="15108" y="285"/>
                  <a:pt x="15108" y="305"/>
                </a:cubicBezTo>
                <a:lnTo>
                  <a:pt x="15108" y="4830"/>
                </a:lnTo>
                <a:cubicBezTo>
                  <a:pt x="15108" y="4850"/>
                  <a:pt x="15106" y="4869"/>
                  <a:pt x="15103" y="4889"/>
                </a:cubicBezTo>
                <a:cubicBezTo>
                  <a:pt x="15099" y="4909"/>
                  <a:pt x="15093" y="4928"/>
                  <a:pt x="15085" y="4946"/>
                </a:cubicBezTo>
                <a:cubicBezTo>
                  <a:pt x="15078" y="4965"/>
                  <a:pt x="15068" y="4982"/>
                  <a:pt x="15057" y="4999"/>
                </a:cubicBezTo>
                <a:cubicBezTo>
                  <a:pt x="15046" y="5015"/>
                  <a:pt x="15033" y="5031"/>
                  <a:pt x="15019" y="5045"/>
                </a:cubicBezTo>
                <a:cubicBezTo>
                  <a:pt x="15005" y="5059"/>
                  <a:pt x="14990" y="5072"/>
                  <a:pt x="14973" y="5083"/>
                </a:cubicBezTo>
                <a:cubicBezTo>
                  <a:pt x="14957" y="5094"/>
                  <a:pt x="14939" y="5103"/>
                  <a:pt x="14921" y="5111"/>
                </a:cubicBezTo>
                <a:cubicBezTo>
                  <a:pt x="14902" y="5118"/>
                  <a:pt x="14883" y="5124"/>
                  <a:pt x="14864" y="5128"/>
                </a:cubicBezTo>
                <a:cubicBezTo>
                  <a:pt x="14844" y="5132"/>
                  <a:pt x="14824" y="5134"/>
                  <a:pt x="14804" y="5134"/>
                </a:cubicBezTo>
                <a:lnTo>
                  <a:pt x="304" y="5134"/>
                </a:lnTo>
                <a:cubicBezTo>
                  <a:pt x="284" y="5134"/>
                  <a:pt x="264" y="5132"/>
                  <a:pt x="245" y="5128"/>
                </a:cubicBezTo>
                <a:cubicBezTo>
                  <a:pt x="225" y="5124"/>
                  <a:pt x="206" y="5118"/>
                  <a:pt x="188" y="5111"/>
                </a:cubicBezTo>
                <a:cubicBezTo>
                  <a:pt x="169" y="5103"/>
                  <a:pt x="152" y="5094"/>
                  <a:pt x="135" y="5083"/>
                </a:cubicBezTo>
                <a:cubicBezTo>
                  <a:pt x="118" y="5072"/>
                  <a:pt x="103" y="5059"/>
                  <a:pt x="89" y="5045"/>
                </a:cubicBezTo>
                <a:cubicBezTo>
                  <a:pt x="75" y="5031"/>
                  <a:pt x="62" y="5015"/>
                  <a:pt x="51" y="4999"/>
                </a:cubicBezTo>
                <a:cubicBezTo>
                  <a:pt x="40" y="4982"/>
                  <a:pt x="31" y="4965"/>
                  <a:pt x="23" y="4946"/>
                </a:cubicBezTo>
                <a:cubicBezTo>
                  <a:pt x="15" y="4928"/>
                  <a:pt x="9" y="4909"/>
                  <a:pt x="6" y="4889"/>
                </a:cubicBezTo>
                <a:cubicBezTo>
                  <a:pt x="2" y="4869"/>
                  <a:pt x="0" y="4850"/>
                  <a:pt x="0" y="4830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81" name=""/>
          <p:cNvSpPr/>
          <p:nvPr/>
        </p:nvSpPr>
        <p:spPr>
          <a:xfrm>
            <a:off x="6195960" y="4619520"/>
            <a:ext cx="5424840" cy="924120"/>
          </a:xfrm>
          <a:custGeom>
            <a:avLst/>
            <a:gdLst/>
            <a:ahLst/>
            <a:rect l="0" t="0" r="r" b="b"/>
            <a:pathLst>
              <a:path w="15069" h="2567">
                <a:moveTo>
                  <a:pt x="0" y="2356"/>
                </a:moveTo>
                <a:lnTo>
                  <a:pt x="0" y="211"/>
                </a:lnTo>
                <a:cubicBezTo>
                  <a:pt x="0" y="198"/>
                  <a:pt x="1" y="184"/>
                  <a:pt x="2" y="170"/>
                </a:cubicBezTo>
                <a:cubicBezTo>
                  <a:pt x="4" y="157"/>
                  <a:pt x="7" y="143"/>
                  <a:pt x="11" y="130"/>
                </a:cubicBezTo>
                <a:cubicBezTo>
                  <a:pt x="14" y="118"/>
                  <a:pt x="19" y="105"/>
                  <a:pt x="24" y="94"/>
                </a:cubicBezTo>
                <a:cubicBezTo>
                  <a:pt x="29" y="82"/>
                  <a:pt x="36" y="72"/>
                  <a:pt x="42" y="62"/>
                </a:cubicBezTo>
                <a:cubicBezTo>
                  <a:pt x="49" y="52"/>
                  <a:pt x="56" y="43"/>
                  <a:pt x="64" y="35"/>
                </a:cubicBezTo>
                <a:cubicBezTo>
                  <a:pt x="72" y="28"/>
                  <a:pt x="81" y="21"/>
                  <a:pt x="89" y="16"/>
                </a:cubicBezTo>
                <a:cubicBezTo>
                  <a:pt x="98" y="11"/>
                  <a:pt x="107" y="7"/>
                  <a:pt x="117" y="4"/>
                </a:cubicBezTo>
                <a:cubicBezTo>
                  <a:pt x="126" y="1"/>
                  <a:pt x="136" y="0"/>
                  <a:pt x="145" y="0"/>
                </a:cubicBezTo>
                <a:lnTo>
                  <a:pt x="14857" y="0"/>
                </a:lnTo>
                <a:cubicBezTo>
                  <a:pt x="14871" y="0"/>
                  <a:pt x="14885" y="1"/>
                  <a:pt x="14898" y="4"/>
                </a:cubicBezTo>
                <a:cubicBezTo>
                  <a:pt x="14912" y="7"/>
                  <a:pt x="14925" y="11"/>
                  <a:pt x="14938" y="16"/>
                </a:cubicBezTo>
                <a:cubicBezTo>
                  <a:pt x="14951" y="21"/>
                  <a:pt x="14963" y="28"/>
                  <a:pt x="14975" y="35"/>
                </a:cubicBezTo>
                <a:cubicBezTo>
                  <a:pt x="14986" y="43"/>
                  <a:pt x="14997" y="52"/>
                  <a:pt x="15007" y="62"/>
                </a:cubicBezTo>
                <a:cubicBezTo>
                  <a:pt x="15016" y="72"/>
                  <a:pt x="15025" y="82"/>
                  <a:pt x="15033" y="94"/>
                </a:cubicBezTo>
                <a:cubicBezTo>
                  <a:pt x="15041" y="105"/>
                  <a:pt x="15047" y="118"/>
                  <a:pt x="15053" y="130"/>
                </a:cubicBezTo>
                <a:cubicBezTo>
                  <a:pt x="15058" y="143"/>
                  <a:pt x="15062" y="157"/>
                  <a:pt x="15065" y="170"/>
                </a:cubicBezTo>
                <a:cubicBezTo>
                  <a:pt x="15067" y="184"/>
                  <a:pt x="15069" y="198"/>
                  <a:pt x="15069" y="211"/>
                </a:cubicBezTo>
                <a:lnTo>
                  <a:pt x="15069" y="2356"/>
                </a:lnTo>
                <a:cubicBezTo>
                  <a:pt x="15069" y="2369"/>
                  <a:pt x="15067" y="2383"/>
                  <a:pt x="15065" y="2397"/>
                </a:cubicBezTo>
                <a:cubicBezTo>
                  <a:pt x="15062" y="2411"/>
                  <a:pt x="15058" y="2424"/>
                  <a:pt x="15053" y="2437"/>
                </a:cubicBezTo>
                <a:cubicBezTo>
                  <a:pt x="15047" y="2449"/>
                  <a:pt x="15041" y="2462"/>
                  <a:pt x="15033" y="2473"/>
                </a:cubicBezTo>
                <a:cubicBezTo>
                  <a:pt x="15025" y="2485"/>
                  <a:pt x="15016" y="2495"/>
                  <a:pt x="15007" y="2505"/>
                </a:cubicBezTo>
                <a:cubicBezTo>
                  <a:pt x="14997" y="2515"/>
                  <a:pt x="14986" y="2524"/>
                  <a:pt x="14975" y="2532"/>
                </a:cubicBezTo>
                <a:cubicBezTo>
                  <a:pt x="14963" y="2539"/>
                  <a:pt x="14951" y="2546"/>
                  <a:pt x="14938" y="2551"/>
                </a:cubicBezTo>
                <a:cubicBezTo>
                  <a:pt x="14925" y="2556"/>
                  <a:pt x="14912" y="2560"/>
                  <a:pt x="14898" y="2563"/>
                </a:cubicBezTo>
                <a:cubicBezTo>
                  <a:pt x="14885" y="2566"/>
                  <a:pt x="14871" y="2567"/>
                  <a:pt x="14857" y="2567"/>
                </a:cubicBezTo>
                <a:lnTo>
                  <a:pt x="145" y="2567"/>
                </a:lnTo>
                <a:cubicBezTo>
                  <a:pt x="136" y="2567"/>
                  <a:pt x="126" y="2566"/>
                  <a:pt x="117" y="2563"/>
                </a:cubicBezTo>
                <a:cubicBezTo>
                  <a:pt x="107" y="2560"/>
                  <a:pt x="98" y="2556"/>
                  <a:pt x="89" y="2551"/>
                </a:cubicBezTo>
                <a:cubicBezTo>
                  <a:pt x="81" y="2546"/>
                  <a:pt x="72" y="2539"/>
                  <a:pt x="64" y="2532"/>
                </a:cubicBezTo>
                <a:cubicBezTo>
                  <a:pt x="56" y="2524"/>
                  <a:pt x="49" y="2515"/>
                  <a:pt x="42" y="2505"/>
                </a:cubicBezTo>
                <a:cubicBezTo>
                  <a:pt x="36" y="2495"/>
                  <a:pt x="29" y="2485"/>
                  <a:pt x="24" y="2473"/>
                </a:cubicBezTo>
                <a:cubicBezTo>
                  <a:pt x="19" y="2462"/>
                  <a:pt x="14" y="2449"/>
                  <a:pt x="11" y="2437"/>
                </a:cubicBezTo>
                <a:cubicBezTo>
                  <a:pt x="7" y="2424"/>
                  <a:pt x="4" y="2411"/>
                  <a:pt x="2" y="2397"/>
                </a:cubicBezTo>
                <a:cubicBezTo>
                  <a:pt x="1" y="2383"/>
                  <a:pt x="0" y="2369"/>
                  <a:pt x="0" y="2356"/>
                </a:cubicBez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82" name=""/>
          <p:cNvSpPr/>
          <p:nvPr/>
        </p:nvSpPr>
        <p:spPr>
          <a:xfrm>
            <a:off x="6171840" y="4619520"/>
            <a:ext cx="76680" cy="924120"/>
          </a:xfrm>
          <a:custGeom>
            <a:avLst/>
            <a:gdLst/>
            <a:ahLst/>
            <a:rect l="0" t="0" r="r" b="b"/>
            <a:pathLst>
              <a:path w="213" h="2567">
                <a:moveTo>
                  <a:pt x="0" y="0"/>
                </a:moveTo>
                <a:lnTo>
                  <a:pt x="213" y="0"/>
                </a:lnTo>
                <a:lnTo>
                  <a:pt x="213" y="2567"/>
                </a:lnTo>
                <a:lnTo>
                  <a:pt x="0" y="2567"/>
                </a:lnTo>
                <a:lnTo>
                  <a:pt x="0" y="0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83" name=""/>
          <p:cNvSpPr/>
          <p:nvPr/>
        </p:nvSpPr>
        <p:spPr>
          <a:xfrm>
            <a:off x="6232320" y="2232000"/>
            <a:ext cx="271800" cy="241560"/>
          </a:xfrm>
          <a:custGeom>
            <a:avLst/>
            <a:gdLst/>
            <a:ahLst/>
            <a:rect l="0" t="0" r="r" b="b"/>
            <a:pathLst>
              <a:path w="755" h="671">
                <a:moveTo>
                  <a:pt x="0" y="409"/>
                </a:moveTo>
                <a:lnTo>
                  <a:pt x="0" y="346"/>
                </a:lnTo>
                <a:lnTo>
                  <a:pt x="314" y="346"/>
                </a:lnTo>
                <a:lnTo>
                  <a:pt x="314" y="409"/>
                </a:lnTo>
                <a:lnTo>
                  <a:pt x="0" y="409"/>
                </a:lnTo>
                <a:moveTo>
                  <a:pt x="0" y="236"/>
                </a:moveTo>
                <a:lnTo>
                  <a:pt x="0" y="173"/>
                </a:lnTo>
                <a:lnTo>
                  <a:pt x="493" y="173"/>
                </a:lnTo>
                <a:lnTo>
                  <a:pt x="493" y="236"/>
                </a:lnTo>
                <a:lnTo>
                  <a:pt x="0" y="236"/>
                </a:lnTo>
                <a:moveTo>
                  <a:pt x="0" y="62"/>
                </a:moveTo>
                <a:lnTo>
                  <a:pt x="0" y="0"/>
                </a:lnTo>
                <a:lnTo>
                  <a:pt x="493" y="0"/>
                </a:lnTo>
                <a:lnTo>
                  <a:pt x="493" y="62"/>
                </a:lnTo>
                <a:lnTo>
                  <a:pt x="0" y="62"/>
                </a:lnTo>
                <a:moveTo>
                  <a:pt x="377" y="671"/>
                </a:moveTo>
                <a:lnTo>
                  <a:pt x="377" y="542"/>
                </a:lnTo>
                <a:lnTo>
                  <a:pt x="610" y="312"/>
                </a:lnTo>
                <a:cubicBezTo>
                  <a:pt x="616" y="305"/>
                  <a:pt x="623" y="301"/>
                  <a:pt x="631" y="298"/>
                </a:cubicBezTo>
                <a:cubicBezTo>
                  <a:pt x="638" y="295"/>
                  <a:pt x="646" y="294"/>
                  <a:pt x="654" y="294"/>
                </a:cubicBezTo>
                <a:cubicBezTo>
                  <a:pt x="662" y="294"/>
                  <a:pt x="670" y="295"/>
                  <a:pt x="678" y="299"/>
                </a:cubicBezTo>
                <a:cubicBezTo>
                  <a:pt x="685" y="302"/>
                  <a:pt x="692" y="306"/>
                  <a:pt x="699" y="313"/>
                </a:cubicBezTo>
                <a:lnTo>
                  <a:pt x="737" y="351"/>
                </a:lnTo>
                <a:cubicBezTo>
                  <a:pt x="744" y="358"/>
                  <a:pt x="748" y="365"/>
                  <a:pt x="751" y="372"/>
                </a:cubicBezTo>
                <a:cubicBezTo>
                  <a:pt x="754" y="380"/>
                  <a:pt x="755" y="388"/>
                  <a:pt x="755" y="395"/>
                </a:cubicBezTo>
                <a:cubicBezTo>
                  <a:pt x="755" y="403"/>
                  <a:pt x="754" y="411"/>
                  <a:pt x="750" y="419"/>
                </a:cubicBezTo>
                <a:cubicBezTo>
                  <a:pt x="747" y="427"/>
                  <a:pt x="743" y="434"/>
                  <a:pt x="736" y="440"/>
                </a:cubicBezTo>
                <a:lnTo>
                  <a:pt x="507" y="671"/>
                </a:lnTo>
                <a:lnTo>
                  <a:pt x="377" y="671"/>
                </a:lnTo>
                <a:moveTo>
                  <a:pt x="441" y="608"/>
                </a:moveTo>
                <a:lnTo>
                  <a:pt x="481" y="608"/>
                </a:lnTo>
                <a:lnTo>
                  <a:pt x="607" y="480"/>
                </a:lnTo>
                <a:lnTo>
                  <a:pt x="589" y="460"/>
                </a:lnTo>
                <a:lnTo>
                  <a:pt x="569" y="441"/>
                </a:lnTo>
                <a:lnTo>
                  <a:pt x="441" y="568"/>
                </a:lnTo>
                <a:lnTo>
                  <a:pt x="441" y="608"/>
                </a:lnTo>
                <a:moveTo>
                  <a:pt x="589" y="460"/>
                </a:moveTo>
                <a:lnTo>
                  <a:pt x="569" y="441"/>
                </a:lnTo>
                <a:lnTo>
                  <a:pt x="607" y="480"/>
                </a:lnTo>
                <a:lnTo>
                  <a:pt x="589" y="460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284" name=""/>
          <p:cNvSpPr txBox="1"/>
          <p:nvPr/>
        </p:nvSpPr>
        <p:spPr>
          <a:xfrm>
            <a:off x="752400" y="5292720"/>
            <a:ext cx="182988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&gt; Rules &gt; +Workspace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85" name=""/>
          <p:cNvSpPr txBox="1"/>
          <p:nvPr/>
        </p:nvSpPr>
        <p:spPr>
          <a:xfrm>
            <a:off x="6534000" y="2361240"/>
            <a:ext cx="626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設定例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86" name=""/>
          <p:cNvSpPr txBox="1"/>
          <p:nvPr/>
        </p:nvSpPr>
        <p:spPr>
          <a:xfrm>
            <a:off x="6353280" y="2854440"/>
            <a:ext cx="1836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0550AE"/>
                </a:solidFill>
                <a:effectLst/>
                <a:uFillTx/>
                <a:latin typeface="JetBrainsMonoRoman"/>
                <a:ea typeface="JetBrainsMonoRoman"/>
              </a:rPr>
              <a:t>#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87" name=""/>
          <p:cNvSpPr txBox="1"/>
          <p:nvPr/>
        </p:nvSpPr>
        <p:spPr>
          <a:xfrm>
            <a:off x="6536160" y="2851200"/>
            <a:ext cx="12200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0550AE"/>
                </a:solidFill>
                <a:effectLst/>
                <a:uFillTx/>
                <a:latin typeface="Osaka"/>
                <a:ea typeface="Osaka"/>
              </a:rPr>
              <a:t>プロジェクト設定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88" name=""/>
          <p:cNvSpPr txBox="1"/>
          <p:nvPr/>
        </p:nvSpPr>
        <p:spPr>
          <a:xfrm>
            <a:off x="6353280" y="3073320"/>
            <a:ext cx="2750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0550AE"/>
                </a:solidFill>
                <a:effectLst/>
                <a:uFillTx/>
                <a:latin typeface="JetBrainsMonoRoman"/>
                <a:ea typeface="JetBrainsMonoRoman"/>
              </a:rPr>
              <a:t>##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89" name=""/>
          <p:cNvSpPr txBox="1"/>
          <p:nvPr/>
        </p:nvSpPr>
        <p:spPr>
          <a:xfrm>
            <a:off x="6627600" y="3070080"/>
            <a:ext cx="7628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0550AE"/>
                </a:solidFill>
                <a:effectLst/>
                <a:uFillTx/>
                <a:latin typeface="Osaka"/>
                <a:ea typeface="Osaka"/>
              </a:rPr>
              <a:t>基本ルール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90" name=""/>
          <p:cNvSpPr txBox="1"/>
          <p:nvPr/>
        </p:nvSpPr>
        <p:spPr>
          <a:xfrm>
            <a:off x="6353280" y="3301920"/>
            <a:ext cx="1836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B2300"/>
                </a:solidFill>
                <a:effectLst/>
                <a:uFillTx/>
                <a:latin typeface="JetBrainsMono"/>
                <a:ea typeface="JetBrainsMono"/>
              </a:rPr>
              <a:t>-</a:t>
            </a:r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91" name=""/>
          <p:cNvSpPr txBox="1"/>
          <p:nvPr/>
        </p:nvSpPr>
        <p:spPr>
          <a:xfrm>
            <a:off x="6536160" y="3298680"/>
            <a:ext cx="213444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常に日本語で応答してください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92" name=""/>
          <p:cNvSpPr txBox="1"/>
          <p:nvPr/>
        </p:nvSpPr>
        <p:spPr>
          <a:xfrm>
            <a:off x="6353280" y="3521160"/>
            <a:ext cx="1836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B2300"/>
                </a:solidFill>
                <a:effectLst/>
                <a:uFillTx/>
                <a:latin typeface="JetBrainsMono"/>
                <a:ea typeface="JetBrainsMono"/>
              </a:rPr>
              <a:t>-</a:t>
            </a:r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93" name=""/>
          <p:cNvSpPr txBox="1"/>
          <p:nvPr/>
        </p:nvSpPr>
        <p:spPr>
          <a:xfrm>
            <a:off x="6536160" y="3517920"/>
            <a:ext cx="289620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コードには必ずコメントを入れてください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94" name=""/>
          <p:cNvSpPr txBox="1"/>
          <p:nvPr/>
        </p:nvSpPr>
        <p:spPr>
          <a:xfrm>
            <a:off x="6353280" y="3749760"/>
            <a:ext cx="2750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0550AE"/>
                </a:solidFill>
                <a:effectLst/>
                <a:uFillTx/>
                <a:latin typeface="JetBrainsMonoRoman"/>
                <a:ea typeface="JetBrainsMonoRoman"/>
              </a:rPr>
              <a:t>##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95" name=""/>
          <p:cNvSpPr txBox="1"/>
          <p:nvPr/>
        </p:nvSpPr>
        <p:spPr>
          <a:xfrm>
            <a:off x="6627600" y="3746520"/>
            <a:ext cx="12200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0550AE"/>
                </a:solidFill>
                <a:effectLst/>
                <a:uFillTx/>
                <a:latin typeface="Osaka"/>
                <a:ea typeface="Osaka"/>
              </a:rPr>
              <a:t>コーディング規約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96" name=""/>
          <p:cNvSpPr txBox="1"/>
          <p:nvPr/>
        </p:nvSpPr>
        <p:spPr>
          <a:xfrm>
            <a:off x="6353280" y="3968640"/>
            <a:ext cx="31100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B2300"/>
                </a:solidFill>
                <a:effectLst/>
                <a:uFillTx/>
                <a:latin typeface="JetBrainsMono"/>
                <a:ea typeface="JetBrainsMono"/>
              </a:rPr>
              <a:t>-</a:t>
            </a:r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Make sure all code follows PEP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97" name=""/>
          <p:cNvSpPr/>
          <p:nvPr/>
        </p:nvSpPr>
        <p:spPr>
          <a:xfrm>
            <a:off x="6395760" y="4777200"/>
            <a:ext cx="143280" cy="195120"/>
          </a:xfrm>
          <a:custGeom>
            <a:avLst/>
            <a:gdLst/>
            <a:ahLst/>
            <a:rect l="0" t="0" r="r" b="b"/>
            <a:pathLst>
              <a:path w="398" h="542">
                <a:moveTo>
                  <a:pt x="161" y="526"/>
                </a:moveTo>
                <a:cubicBezTo>
                  <a:pt x="150" y="516"/>
                  <a:pt x="145" y="503"/>
                  <a:pt x="145" y="487"/>
                </a:cubicBezTo>
                <a:lnTo>
                  <a:pt x="253" y="487"/>
                </a:lnTo>
                <a:cubicBezTo>
                  <a:pt x="253" y="503"/>
                  <a:pt x="247" y="516"/>
                  <a:pt x="237" y="526"/>
                </a:cubicBezTo>
                <a:cubicBezTo>
                  <a:pt x="226" y="537"/>
                  <a:pt x="214" y="542"/>
                  <a:pt x="199" y="542"/>
                </a:cubicBezTo>
                <a:cubicBezTo>
                  <a:pt x="184" y="542"/>
                  <a:pt x="171" y="537"/>
                  <a:pt x="161" y="526"/>
                </a:cubicBezTo>
                <a:moveTo>
                  <a:pt x="92" y="446"/>
                </a:moveTo>
                <a:lnTo>
                  <a:pt x="92" y="406"/>
                </a:lnTo>
                <a:lnTo>
                  <a:pt x="307" y="406"/>
                </a:lnTo>
                <a:lnTo>
                  <a:pt x="307" y="446"/>
                </a:lnTo>
                <a:lnTo>
                  <a:pt x="92" y="446"/>
                </a:lnTo>
                <a:moveTo>
                  <a:pt x="95" y="366"/>
                </a:moveTo>
                <a:cubicBezTo>
                  <a:pt x="66" y="347"/>
                  <a:pt x="43" y="323"/>
                  <a:pt x="26" y="295"/>
                </a:cubicBezTo>
                <a:cubicBezTo>
                  <a:pt x="9" y="267"/>
                  <a:pt x="0" y="234"/>
                  <a:pt x="0" y="199"/>
                </a:cubicBezTo>
                <a:cubicBezTo>
                  <a:pt x="0" y="145"/>
                  <a:pt x="20" y="98"/>
                  <a:pt x="59" y="59"/>
                </a:cubicBezTo>
                <a:cubicBezTo>
                  <a:pt x="98" y="20"/>
                  <a:pt x="145" y="0"/>
                  <a:pt x="199" y="0"/>
                </a:cubicBezTo>
                <a:cubicBezTo>
                  <a:pt x="254" y="0"/>
                  <a:pt x="300" y="20"/>
                  <a:pt x="339" y="59"/>
                </a:cubicBezTo>
                <a:cubicBezTo>
                  <a:pt x="379" y="98"/>
                  <a:pt x="398" y="145"/>
                  <a:pt x="398" y="199"/>
                </a:cubicBezTo>
                <a:cubicBezTo>
                  <a:pt x="398" y="234"/>
                  <a:pt x="390" y="267"/>
                  <a:pt x="373" y="295"/>
                </a:cubicBezTo>
                <a:cubicBezTo>
                  <a:pt x="356" y="323"/>
                  <a:pt x="333" y="347"/>
                  <a:pt x="304" y="366"/>
                </a:cubicBezTo>
                <a:lnTo>
                  <a:pt x="95" y="366"/>
                </a:lnTo>
                <a:moveTo>
                  <a:pt x="109" y="326"/>
                </a:moveTo>
                <a:lnTo>
                  <a:pt x="290" y="326"/>
                </a:lnTo>
                <a:cubicBezTo>
                  <a:pt x="311" y="312"/>
                  <a:pt x="328" y="294"/>
                  <a:pt x="340" y="272"/>
                </a:cubicBezTo>
                <a:cubicBezTo>
                  <a:pt x="352" y="249"/>
                  <a:pt x="358" y="225"/>
                  <a:pt x="358" y="199"/>
                </a:cubicBezTo>
                <a:cubicBezTo>
                  <a:pt x="358" y="155"/>
                  <a:pt x="343" y="118"/>
                  <a:pt x="312" y="87"/>
                </a:cubicBezTo>
                <a:cubicBezTo>
                  <a:pt x="281" y="56"/>
                  <a:pt x="242" y="40"/>
                  <a:pt x="199" y="40"/>
                </a:cubicBezTo>
                <a:cubicBezTo>
                  <a:pt x="155" y="40"/>
                  <a:pt x="118" y="56"/>
                  <a:pt x="87" y="87"/>
                </a:cubicBezTo>
                <a:cubicBezTo>
                  <a:pt x="56" y="118"/>
                  <a:pt x="40" y="155"/>
                  <a:pt x="40" y="199"/>
                </a:cubicBezTo>
                <a:cubicBezTo>
                  <a:pt x="40" y="225"/>
                  <a:pt x="46" y="249"/>
                  <a:pt x="58" y="272"/>
                </a:cubicBezTo>
                <a:cubicBezTo>
                  <a:pt x="71" y="294"/>
                  <a:pt x="88" y="312"/>
                  <a:pt x="109" y="326"/>
                </a:cubicBez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98" name=""/>
          <p:cNvSpPr txBox="1"/>
          <p:nvPr/>
        </p:nvSpPr>
        <p:spPr>
          <a:xfrm>
            <a:off x="6353280" y="4197240"/>
            <a:ext cx="228708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3B2300"/>
                </a:solidFill>
                <a:effectLst/>
                <a:uFillTx/>
                <a:latin typeface="JetBrainsMono"/>
                <a:ea typeface="JetBrainsMono"/>
              </a:rPr>
              <a:t>-</a:t>
            </a:r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Always document methods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99" name=""/>
          <p:cNvSpPr txBox="1"/>
          <p:nvPr/>
        </p:nvSpPr>
        <p:spPr>
          <a:xfrm>
            <a:off x="6581880" y="4784040"/>
            <a:ext cx="48664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 ルールはエージェントが毎回参照するシステム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00" name=""/>
          <p:cNvSpPr txBox="1"/>
          <p:nvPr/>
        </p:nvSpPr>
        <p:spPr>
          <a:xfrm>
            <a:off x="6353280" y="5155560"/>
            <a:ext cx="2515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指示として機能します。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01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22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05" name=""/>
          <p:cNvSpPr/>
          <p:nvPr/>
        </p:nvSpPr>
        <p:spPr>
          <a:xfrm>
            <a:off x="571320" y="206676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06" name=""/>
          <p:cNvSpPr/>
          <p:nvPr/>
        </p:nvSpPr>
        <p:spPr>
          <a:xfrm>
            <a:off x="595080" y="4676760"/>
            <a:ext cx="11025720" cy="648000"/>
          </a:xfrm>
          <a:custGeom>
            <a:avLst/>
            <a:gdLst/>
            <a:ahLst/>
            <a:rect l="0" t="0" r="r" b="b"/>
            <a:pathLst>
              <a:path w="30627" h="1800">
                <a:moveTo>
                  <a:pt x="0" y="1588"/>
                </a:moveTo>
                <a:lnTo>
                  <a:pt x="0" y="211"/>
                </a:lnTo>
                <a:cubicBezTo>
                  <a:pt x="0" y="197"/>
                  <a:pt x="1" y="184"/>
                  <a:pt x="3" y="170"/>
                </a:cubicBezTo>
                <a:cubicBezTo>
                  <a:pt x="5" y="156"/>
                  <a:pt x="8" y="143"/>
                  <a:pt x="11" y="130"/>
                </a:cubicBezTo>
                <a:cubicBezTo>
                  <a:pt x="15" y="117"/>
                  <a:pt x="19" y="105"/>
                  <a:pt x="25" y="94"/>
                </a:cubicBezTo>
                <a:cubicBezTo>
                  <a:pt x="30" y="82"/>
                  <a:pt x="36" y="71"/>
                  <a:pt x="43" y="62"/>
                </a:cubicBezTo>
                <a:cubicBezTo>
                  <a:pt x="50" y="52"/>
                  <a:pt x="57" y="43"/>
                  <a:pt x="65" y="35"/>
                </a:cubicBezTo>
                <a:cubicBezTo>
                  <a:pt x="73" y="27"/>
                  <a:pt x="81" y="21"/>
                  <a:pt x="90" y="16"/>
                </a:cubicBezTo>
                <a:cubicBezTo>
                  <a:pt x="99" y="10"/>
                  <a:pt x="108" y="6"/>
                  <a:pt x="117" y="4"/>
                </a:cubicBezTo>
                <a:cubicBezTo>
                  <a:pt x="127" y="1"/>
                  <a:pt x="136" y="0"/>
                  <a:pt x="146" y="0"/>
                </a:cubicBezTo>
                <a:lnTo>
                  <a:pt x="30415" y="0"/>
                </a:lnTo>
                <a:cubicBezTo>
                  <a:pt x="30429" y="0"/>
                  <a:pt x="30443" y="1"/>
                  <a:pt x="30456" y="4"/>
                </a:cubicBezTo>
                <a:cubicBezTo>
                  <a:pt x="30470" y="6"/>
                  <a:pt x="30483" y="10"/>
                  <a:pt x="30496" y="16"/>
                </a:cubicBezTo>
                <a:cubicBezTo>
                  <a:pt x="30509" y="21"/>
                  <a:pt x="30521" y="27"/>
                  <a:pt x="30533" y="35"/>
                </a:cubicBezTo>
                <a:cubicBezTo>
                  <a:pt x="30544" y="43"/>
                  <a:pt x="30555" y="52"/>
                  <a:pt x="30565" y="62"/>
                </a:cubicBezTo>
                <a:cubicBezTo>
                  <a:pt x="30574" y="71"/>
                  <a:pt x="30583" y="82"/>
                  <a:pt x="30591" y="94"/>
                </a:cubicBezTo>
                <a:cubicBezTo>
                  <a:pt x="30599" y="105"/>
                  <a:pt x="30605" y="117"/>
                  <a:pt x="30611" y="130"/>
                </a:cubicBezTo>
                <a:cubicBezTo>
                  <a:pt x="30616" y="143"/>
                  <a:pt x="30620" y="156"/>
                  <a:pt x="30623" y="170"/>
                </a:cubicBezTo>
                <a:cubicBezTo>
                  <a:pt x="30625" y="184"/>
                  <a:pt x="30627" y="197"/>
                  <a:pt x="30627" y="211"/>
                </a:cubicBezTo>
                <a:lnTo>
                  <a:pt x="30627" y="1588"/>
                </a:lnTo>
                <a:cubicBezTo>
                  <a:pt x="30627" y="1602"/>
                  <a:pt x="30625" y="1616"/>
                  <a:pt x="30623" y="1629"/>
                </a:cubicBezTo>
                <a:cubicBezTo>
                  <a:pt x="30620" y="1643"/>
                  <a:pt x="30616" y="1656"/>
                  <a:pt x="30611" y="1669"/>
                </a:cubicBezTo>
                <a:cubicBezTo>
                  <a:pt x="30605" y="1682"/>
                  <a:pt x="30599" y="1694"/>
                  <a:pt x="30591" y="1706"/>
                </a:cubicBezTo>
                <a:cubicBezTo>
                  <a:pt x="30583" y="1717"/>
                  <a:pt x="30574" y="1728"/>
                  <a:pt x="30565" y="1738"/>
                </a:cubicBezTo>
                <a:cubicBezTo>
                  <a:pt x="30555" y="1748"/>
                  <a:pt x="30544" y="1756"/>
                  <a:pt x="30533" y="1764"/>
                </a:cubicBezTo>
                <a:cubicBezTo>
                  <a:pt x="30521" y="1772"/>
                  <a:pt x="30509" y="1778"/>
                  <a:pt x="30496" y="1784"/>
                </a:cubicBezTo>
                <a:cubicBezTo>
                  <a:pt x="30483" y="1789"/>
                  <a:pt x="30470" y="1793"/>
                  <a:pt x="30456" y="1796"/>
                </a:cubicBezTo>
                <a:cubicBezTo>
                  <a:pt x="30443" y="1798"/>
                  <a:pt x="30429" y="1800"/>
                  <a:pt x="30415" y="1800"/>
                </a:cubicBezTo>
                <a:lnTo>
                  <a:pt x="146" y="1800"/>
                </a:lnTo>
                <a:cubicBezTo>
                  <a:pt x="136" y="1800"/>
                  <a:pt x="127" y="1798"/>
                  <a:pt x="117" y="1796"/>
                </a:cubicBezTo>
                <a:cubicBezTo>
                  <a:pt x="108" y="1793"/>
                  <a:pt x="99" y="1789"/>
                  <a:pt x="90" y="1784"/>
                </a:cubicBezTo>
                <a:cubicBezTo>
                  <a:pt x="81" y="1778"/>
                  <a:pt x="73" y="1772"/>
                  <a:pt x="65" y="1764"/>
                </a:cubicBezTo>
                <a:cubicBezTo>
                  <a:pt x="57" y="1756"/>
                  <a:pt x="50" y="1748"/>
                  <a:pt x="43" y="1738"/>
                </a:cubicBezTo>
                <a:cubicBezTo>
                  <a:pt x="36" y="1728"/>
                  <a:pt x="30" y="1717"/>
                  <a:pt x="25" y="1706"/>
                </a:cubicBezTo>
                <a:cubicBezTo>
                  <a:pt x="19" y="1694"/>
                  <a:pt x="15" y="1682"/>
                  <a:pt x="11" y="1669"/>
                </a:cubicBezTo>
                <a:cubicBezTo>
                  <a:pt x="8" y="1656"/>
                  <a:pt x="5" y="1643"/>
                  <a:pt x="3" y="1629"/>
                </a:cubicBezTo>
                <a:cubicBezTo>
                  <a:pt x="1" y="1616"/>
                  <a:pt x="0" y="1602"/>
                  <a:pt x="0" y="1588"/>
                </a:cubicBez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07" name=""/>
          <p:cNvSpPr/>
          <p:nvPr/>
        </p:nvSpPr>
        <p:spPr>
          <a:xfrm>
            <a:off x="571320" y="4676760"/>
            <a:ext cx="76680" cy="648000"/>
          </a:xfrm>
          <a:custGeom>
            <a:avLst/>
            <a:gdLst/>
            <a:ahLst/>
            <a:rect l="0" t="0" r="r" b="b"/>
            <a:pathLst>
              <a:path w="213" h="1800">
                <a:moveTo>
                  <a:pt x="0" y="0"/>
                </a:moveTo>
                <a:lnTo>
                  <a:pt x="213" y="0"/>
                </a:lnTo>
                <a:lnTo>
                  <a:pt x="213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1308" name=""/>
          <p:cNvPicPr/>
          <p:nvPr/>
        </p:nvPicPr>
        <p:blipFill>
          <a:blip r:embed="rId1"/>
          <a:stretch/>
        </p:blipFill>
        <p:spPr>
          <a:xfrm>
            <a:off x="571320" y="176220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9" name=""/>
          <p:cNvSpPr txBox="1"/>
          <p:nvPr/>
        </p:nvSpPr>
        <p:spPr>
          <a:xfrm>
            <a:off x="723960" y="1586880"/>
            <a:ext cx="469620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Step 3: Vibe Coding 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基礎編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10" name=""/>
          <p:cNvSpPr/>
          <p:nvPr/>
        </p:nvSpPr>
        <p:spPr>
          <a:xfrm>
            <a:off x="414360" y="2548080"/>
            <a:ext cx="5763960" cy="2201040"/>
          </a:xfrm>
          <a:custGeom>
            <a:avLst/>
            <a:gdLst/>
            <a:ahLst/>
            <a:rect l="0" t="0" r="r" b="b"/>
            <a:pathLst>
              <a:path w="16011" h="6114">
                <a:moveTo>
                  <a:pt x="436" y="674"/>
                </a:moveTo>
                <a:lnTo>
                  <a:pt x="436" y="5279"/>
                </a:lnTo>
                <a:cubicBezTo>
                  <a:pt x="436" y="5321"/>
                  <a:pt x="444" y="5361"/>
                  <a:pt x="460" y="5400"/>
                </a:cubicBezTo>
                <a:cubicBezTo>
                  <a:pt x="476" y="5439"/>
                  <a:pt x="499" y="5473"/>
                  <a:pt x="529" y="5503"/>
                </a:cubicBezTo>
                <a:cubicBezTo>
                  <a:pt x="559" y="5533"/>
                  <a:pt x="593" y="5556"/>
                  <a:pt x="632" y="5572"/>
                </a:cubicBezTo>
                <a:cubicBezTo>
                  <a:pt x="671" y="5588"/>
                  <a:pt x="711" y="5596"/>
                  <a:pt x="753" y="5596"/>
                </a:cubicBezTo>
                <a:lnTo>
                  <a:pt x="15254" y="5596"/>
                </a:lnTo>
                <a:cubicBezTo>
                  <a:pt x="15296" y="5596"/>
                  <a:pt x="15336" y="5588"/>
                  <a:pt x="15375" y="5572"/>
                </a:cubicBezTo>
                <a:cubicBezTo>
                  <a:pt x="15414" y="5556"/>
                  <a:pt x="15448" y="5533"/>
                  <a:pt x="15478" y="5503"/>
                </a:cubicBezTo>
                <a:cubicBezTo>
                  <a:pt x="15508" y="5473"/>
                  <a:pt x="15531" y="5439"/>
                  <a:pt x="15547" y="5400"/>
                </a:cubicBezTo>
                <a:cubicBezTo>
                  <a:pt x="15563" y="5361"/>
                  <a:pt x="15571" y="5321"/>
                  <a:pt x="15571" y="5279"/>
                </a:cubicBezTo>
                <a:lnTo>
                  <a:pt x="15571" y="674"/>
                </a:lnTo>
                <a:cubicBezTo>
                  <a:pt x="15571" y="632"/>
                  <a:pt x="15563" y="591"/>
                  <a:pt x="15547" y="552"/>
                </a:cubicBezTo>
                <a:cubicBezTo>
                  <a:pt x="15531" y="513"/>
                  <a:pt x="15508" y="479"/>
                  <a:pt x="15478" y="449"/>
                </a:cubicBezTo>
                <a:cubicBezTo>
                  <a:pt x="15448" y="420"/>
                  <a:pt x="15414" y="397"/>
                  <a:pt x="15375" y="380"/>
                </a:cubicBezTo>
                <a:cubicBezTo>
                  <a:pt x="15336" y="364"/>
                  <a:pt x="15296" y="356"/>
                  <a:pt x="15254" y="356"/>
                </a:cubicBezTo>
                <a:lnTo>
                  <a:pt x="753" y="356"/>
                </a:lnTo>
                <a:cubicBezTo>
                  <a:pt x="711" y="356"/>
                  <a:pt x="671" y="364"/>
                  <a:pt x="632" y="380"/>
                </a:cubicBezTo>
                <a:cubicBezTo>
                  <a:pt x="593" y="397"/>
                  <a:pt x="559" y="420"/>
                  <a:pt x="529" y="449"/>
                </a:cubicBezTo>
                <a:cubicBezTo>
                  <a:pt x="499" y="479"/>
                  <a:pt x="476" y="513"/>
                  <a:pt x="460" y="552"/>
                </a:cubicBezTo>
                <a:cubicBezTo>
                  <a:pt x="444" y="591"/>
                  <a:pt x="436" y="632"/>
                  <a:pt x="436" y="674"/>
                </a:cubicBezTo>
                <a:moveTo>
                  <a:pt x="0" y="0"/>
                </a:moveTo>
                <a:lnTo>
                  <a:pt x="16011" y="0"/>
                </a:lnTo>
                <a:lnTo>
                  <a:pt x="16011" y="6114"/>
                </a:lnTo>
                <a:lnTo>
                  <a:pt x="0" y="6114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311" name=""/>
          <p:cNvSpPr/>
          <p:nvPr/>
        </p:nvSpPr>
        <p:spPr>
          <a:xfrm>
            <a:off x="580680" y="2685960"/>
            <a:ext cx="5429880" cy="1867320"/>
          </a:xfrm>
          <a:custGeom>
            <a:avLst/>
            <a:gdLst/>
            <a:ahLst/>
            <a:rect l="0" t="0" r="r" b="b"/>
            <a:pathLst>
              <a:path w="15083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5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1" y="29"/>
                  <a:pt x="14937" y="38"/>
                  <a:pt x="14953" y="49"/>
                </a:cubicBezTo>
                <a:cubicBezTo>
                  <a:pt x="14969" y="59"/>
                  <a:pt x="14984" y="71"/>
                  <a:pt x="14997" y="85"/>
                </a:cubicBezTo>
                <a:cubicBezTo>
                  <a:pt x="15011" y="99"/>
                  <a:pt x="15023" y="113"/>
                  <a:pt x="15034" y="129"/>
                </a:cubicBezTo>
                <a:cubicBezTo>
                  <a:pt x="15044" y="145"/>
                  <a:pt x="15053" y="162"/>
                  <a:pt x="15061" y="179"/>
                </a:cubicBezTo>
                <a:cubicBezTo>
                  <a:pt x="15068" y="197"/>
                  <a:pt x="15073" y="215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4896"/>
                </a:lnTo>
                <a:cubicBezTo>
                  <a:pt x="15083" y="4915"/>
                  <a:pt x="15081" y="4934"/>
                  <a:pt x="15077" y="4952"/>
                </a:cubicBezTo>
                <a:cubicBezTo>
                  <a:pt x="15073" y="4971"/>
                  <a:pt x="15068" y="4989"/>
                  <a:pt x="15061" y="5007"/>
                </a:cubicBezTo>
                <a:cubicBezTo>
                  <a:pt x="15053" y="5025"/>
                  <a:pt x="15044" y="5041"/>
                  <a:pt x="15034" y="5057"/>
                </a:cubicBezTo>
                <a:cubicBezTo>
                  <a:pt x="15023" y="5073"/>
                  <a:pt x="15011" y="5088"/>
                  <a:pt x="14997" y="5101"/>
                </a:cubicBezTo>
                <a:cubicBezTo>
                  <a:pt x="14984" y="5115"/>
                  <a:pt x="14969" y="5127"/>
                  <a:pt x="14953" y="5138"/>
                </a:cubicBezTo>
                <a:cubicBezTo>
                  <a:pt x="14937" y="5148"/>
                  <a:pt x="14921" y="5157"/>
                  <a:pt x="14903" y="5164"/>
                </a:cubicBezTo>
                <a:cubicBezTo>
                  <a:pt x="14885" y="5172"/>
                  <a:pt x="14867" y="5177"/>
                  <a:pt x="14848" y="5181"/>
                </a:cubicBezTo>
                <a:cubicBezTo>
                  <a:pt x="14830" y="5185"/>
                  <a:pt x="14811" y="5187"/>
                  <a:pt x="14792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5" y="5181"/>
                </a:cubicBezTo>
                <a:cubicBezTo>
                  <a:pt x="216" y="5177"/>
                  <a:pt x="198" y="5172"/>
                  <a:pt x="180" y="5164"/>
                </a:cubicBezTo>
                <a:cubicBezTo>
                  <a:pt x="162" y="5157"/>
                  <a:pt x="146" y="5148"/>
                  <a:pt x="130" y="5138"/>
                </a:cubicBezTo>
                <a:cubicBezTo>
                  <a:pt x="114" y="5127"/>
                  <a:pt x="99" y="5115"/>
                  <a:pt x="86" y="5101"/>
                </a:cubicBezTo>
                <a:cubicBezTo>
                  <a:pt x="72" y="5088"/>
                  <a:pt x="60" y="5073"/>
                  <a:pt x="50" y="5057"/>
                </a:cubicBezTo>
                <a:cubicBezTo>
                  <a:pt x="39" y="5041"/>
                  <a:pt x="30" y="5025"/>
                  <a:pt x="23" y="5007"/>
                </a:cubicBezTo>
                <a:cubicBezTo>
                  <a:pt x="15" y="4989"/>
                  <a:pt x="10" y="4971"/>
                  <a:pt x="6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solidFill>
            <a:srgbClr val="F6C6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12" name=""/>
          <p:cNvSpPr/>
          <p:nvPr/>
        </p:nvSpPr>
        <p:spPr>
          <a:xfrm>
            <a:off x="580680" y="2685960"/>
            <a:ext cx="5429880" cy="1867320"/>
          </a:xfrm>
          <a:custGeom>
            <a:avLst/>
            <a:gdLst/>
            <a:ahLst/>
            <a:rect l="0" t="0" r="r" b="b"/>
            <a:pathLst>
              <a:path w="15083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5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1" y="29"/>
                  <a:pt x="14937" y="38"/>
                  <a:pt x="14953" y="49"/>
                </a:cubicBezTo>
                <a:cubicBezTo>
                  <a:pt x="14969" y="59"/>
                  <a:pt x="14984" y="71"/>
                  <a:pt x="14997" y="85"/>
                </a:cubicBezTo>
                <a:cubicBezTo>
                  <a:pt x="15011" y="99"/>
                  <a:pt x="15023" y="113"/>
                  <a:pt x="15034" y="129"/>
                </a:cubicBezTo>
                <a:cubicBezTo>
                  <a:pt x="15044" y="145"/>
                  <a:pt x="15053" y="162"/>
                  <a:pt x="15061" y="179"/>
                </a:cubicBezTo>
                <a:cubicBezTo>
                  <a:pt x="15068" y="197"/>
                  <a:pt x="15073" y="215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4896"/>
                </a:lnTo>
                <a:cubicBezTo>
                  <a:pt x="15083" y="4915"/>
                  <a:pt x="15081" y="4934"/>
                  <a:pt x="15077" y="4952"/>
                </a:cubicBezTo>
                <a:cubicBezTo>
                  <a:pt x="15073" y="4971"/>
                  <a:pt x="15068" y="4989"/>
                  <a:pt x="15061" y="5007"/>
                </a:cubicBezTo>
                <a:cubicBezTo>
                  <a:pt x="15053" y="5025"/>
                  <a:pt x="15044" y="5041"/>
                  <a:pt x="15034" y="5057"/>
                </a:cubicBezTo>
                <a:cubicBezTo>
                  <a:pt x="15023" y="5073"/>
                  <a:pt x="15011" y="5088"/>
                  <a:pt x="14997" y="5101"/>
                </a:cubicBezTo>
                <a:cubicBezTo>
                  <a:pt x="14984" y="5115"/>
                  <a:pt x="14969" y="5127"/>
                  <a:pt x="14953" y="5138"/>
                </a:cubicBezTo>
                <a:cubicBezTo>
                  <a:pt x="14937" y="5148"/>
                  <a:pt x="14921" y="5157"/>
                  <a:pt x="14903" y="5164"/>
                </a:cubicBezTo>
                <a:cubicBezTo>
                  <a:pt x="14885" y="5172"/>
                  <a:pt x="14867" y="5177"/>
                  <a:pt x="14848" y="5181"/>
                </a:cubicBezTo>
                <a:cubicBezTo>
                  <a:pt x="14830" y="5185"/>
                  <a:pt x="14811" y="5187"/>
                  <a:pt x="14792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5" y="5181"/>
                </a:cubicBezTo>
                <a:cubicBezTo>
                  <a:pt x="216" y="5177"/>
                  <a:pt x="198" y="5172"/>
                  <a:pt x="180" y="5164"/>
                </a:cubicBezTo>
                <a:cubicBezTo>
                  <a:pt x="162" y="5157"/>
                  <a:pt x="146" y="5148"/>
                  <a:pt x="130" y="5138"/>
                </a:cubicBezTo>
                <a:cubicBezTo>
                  <a:pt x="114" y="5127"/>
                  <a:pt x="99" y="5115"/>
                  <a:pt x="86" y="5101"/>
                </a:cubicBezTo>
                <a:cubicBezTo>
                  <a:pt x="72" y="5088"/>
                  <a:pt x="60" y="5073"/>
                  <a:pt x="50" y="5057"/>
                </a:cubicBezTo>
                <a:cubicBezTo>
                  <a:pt x="39" y="5041"/>
                  <a:pt x="30" y="5025"/>
                  <a:pt x="23" y="5007"/>
                </a:cubicBezTo>
                <a:cubicBezTo>
                  <a:pt x="15" y="4989"/>
                  <a:pt x="10" y="4971"/>
                  <a:pt x="6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noFill/>
          <a:ln w="18720">
            <a:solidFill>
              <a:srgbClr val="F6C6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1313" name=""/>
          <p:cNvPicPr/>
          <p:nvPr/>
        </p:nvPicPr>
        <p:blipFill>
          <a:blip r:embed="rId2"/>
          <a:stretch/>
        </p:blipFill>
        <p:spPr>
          <a:xfrm>
            <a:off x="762120" y="310500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4" name=""/>
          <p:cNvSpPr txBox="1"/>
          <p:nvPr/>
        </p:nvSpPr>
        <p:spPr>
          <a:xfrm>
            <a:off x="571320" y="2351880"/>
            <a:ext cx="47318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MCP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や</a:t>
            </a:r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Skills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を使わずに、まずは「バイブス」をつかむ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15" name=""/>
          <p:cNvSpPr txBox="1"/>
          <p:nvPr/>
        </p:nvSpPr>
        <p:spPr>
          <a:xfrm>
            <a:off x="914400" y="3085200"/>
            <a:ext cx="1769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自己紹介ページ作成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16" name=""/>
          <p:cNvSpPr txBox="1"/>
          <p:nvPr/>
        </p:nvSpPr>
        <p:spPr>
          <a:xfrm>
            <a:off x="762120" y="3441240"/>
            <a:ext cx="5042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自然言語だけで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HTML/CSS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を構築。アニメーショ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17" name=""/>
          <p:cNvSpPr/>
          <p:nvPr/>
        </p:nvSpPr>
        <p:spPr>
          <a:xfrm>
            <a:off x="6013440" y="2548080"/>
            <a:ext cx="5764320" cy="2201040"/>
          </a:xfrm>
          <a:custGeom>
            <a:avLst/>
            <a:gdLst/>
            <a:ahLst/>
            <a:rect l="0" t="0" r="r" b="b"/>
            <a:pathLst>
              <a:path w="16012" h="6114">
                <a:moveTo>
                  <a:pt x="440" y="674"/>
                </a:moveTo>
                <a:lnTo>
                  <a:pt x="440" y="5279"/>
                </a:lnTo>
                <a:cubicBezTo>
                  <a:pt x="440" y="5321"/>
                  <a:pt x="449" y="5361"/>
                  <a:pt x="465" y="5400"/>
                </a:cubicBezTo>
                <a:cubicBezTo>
                  <a:pt x="481" y="5439"/>
                  <a:pt x="504" y="5473"/>
                  <a:pt x="533" y="5503"/>
                </a:cubicBezTo>
                <a:cubicBezTo>
                  <a:pt x="563" y="5533"/>
                  <a:pt x="598" y="5556"/>
                  <a:pt x="636" y="5572"/>
                </a:cubicBezTo>
                <a:cubicBezTo>
                  <a:pt x="675" y="5588"/>
                  <a:pt x="716" y="5596"/>
                  <a:pt x="758" y="5596"/>
                </a:cubicBezTo>
                <a:lnTo>
                  <a:pt x="15258" y="5596"/>
                </a:lnTo>
                <a:cubicBezTo>
                  <a:pt x="15300" y="5596"/>
                  <a:pt x="15341" y="5588"/>
                  <a:pt x="15380" y="5572"/>
                </a:cubicBezTo>
                <a:cubicBezTo>
                  <a:pt x="15419" y="5556"/>
                  <a:pt x="15453" y="5533"/>
                  <a:pt x="15483" y="5503"/>
                </a:cubicBezTo>
                <a:cubicBezTo>
                  <a:pt x="15512" y="5473"/>
                  <a:pt x="15535" y="5439"/>
                  <a:pt x="15551" y="5400"/>
                </a:cubicBezTo>
                <a:cubicBezTo>
                  <a:pt x="15568" y="5361"/>
                  <a:pt x="15576" y="5321"/>
                  <a:pt x="15576" y="5279"/>
                </a:cubicBezTo>
                <a:lnTo>
                  <a:pt x="15576" y="674"/>
                </a:lnTo>
                <a:cubicBezTo>
                  <a:pt x="15576" y="632"/>
                  <a:pt x="15568" y="591"/>
                  <a:pt x="15551" y="552"/>
                </a:cubicBezTo>
                <a:cubicBezTo>
                  <a:pt x="15535" y="513"/>
                  <a:pt x="15512" y="479"/>
                  <a:pt x="15483" y="449"/>
                </a:cubicBezTo>
                <a:cubicBezTo>
                  <a:pt x="15453" y="420"/>
                  <a:pt x="15419" y="397"/>
                  <a:pt x="15380" y="380"/>
                </a:cubicBezTo>
                <a:cubicBezTo>
                  <a:pt x="15341" y="364"/>
                  <a:pt x="15300" y="356"/>
                  <a:pt x="15258" y="356"/>
                </a:cubicBezTo>
                <a:lnTo>
                  <a:pt x="758" y="356"/>
                </a:lnTo>
                <a:cubicBezTo>
                  <a:pt x="716" y="356"/>
                  <a:pt x="675" y="364"/>
                  <a:pt x="636" y="380"/>
                </a:cubicBezTo>
                <a:cubicBezTo>
                  <a:pt x="598" y="397"/>
                  <a:pt x="563" y="420"/>
                  <a:pt x="533" y="449"/>
                </a:cubicBezTo>
                <a:cubicBezTo>
                  <a:pt x="504" y="479"/>
                  <a:pt x="481" y="513"/>
                  <a:pt x="465" y="552"/>
                </a:cubicBezTo>
                <a:cubicBezTo>
                  <a:pt x="449" y="591"/>
                  <a:pt x="440" y="632"/>
                  <a:pt x="440" y="674"/>
                </a:cubicBezTo>
                <a:moveTo>
                  <a:pt x="0" y="0"/>
                </a:moveTo>
                <a:lnTo>
                  <a:pt x="16012" y="0"/>
                </a:lnTo>
                <a:lnTo>
                  <a:pt x="16012" y="6114"/>
                </a:lnTo>
                <a:lnTo>
                  <a:pt x="0" y="6114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318" name=""/>
          <p:cNvSpPr/>
          <p:nvPr/>
        </p:nvSpPr>
        <p:spPr>
          <a:xfrm>
            <a:off x="6181560" y="2685960"/>
            <a:ext cx="5429520" cy="1867320"/>
          </a:xfrm>
          <a:custGeom>
            <a:avLst/>
            <a:gdLst/>
            <a:ahLst/>
            <a:rect l="0" t="0" r="r" b="b"/>
            <a:pathLst>
              <a:path w="15082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9"/>
                  <a:pt x="85" y="85"/>
                </a:cubicBezTo>
                <a:cubicBezTo>
                  <a:pt x="99" y="71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5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59"/>
                  <a:pt x="14983" y="71"/>
                  <a:pt x="14997" y="85"/>
                </a:cubicBezTo>
                <a:cubicBezTo>
                  <a:pt x="15010" y="99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79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4896"/>
                </a:lnTo>
                <a:cubicBezTo>
                  <a:pt x="15082" y="4915"/>
                  <a:pt x="15080" y="4934"/>
                  <a:pt x="15077" y="4952"/>
                </a:cubicBezTo>
                <a:cubicBezTo>
                  <a:pt x="15073" y="4971"/>
                  <a:pt x="15067" y="4989"/>
                  <a:pt x="15060" y="5007"/>
                </a:cubicBezTo>
                <a:cubicBezTo>
                  <a:pt x="15053" y="5025"/>
                  <a:pt x="15044" y="5041"/>
                  <a:pt x="15033" y="5057"/>
                </a:cubicBezTo>
                <a:cubicBezTo>
                  <a:pt x="15023" y="5073"/>
                  <a:pt x="15010" y="5088"/>
                  <a:pt x="14997" y="5101"/>
                </a:cubicBezTo>
                <a:cubicBezTo>
                  <a:pt x="14983" y="5115"/>
                  <a:pt x="14969" y="5127"/>
                  <a:pt x="14953" y="5138"/>
                </a:cubicBezTo>
                <a:cubicBezTo>
                  <a:pt x="14937" y="5148"/>
                  <a:pt x="14920" y="5157"/>
                  <a:pt x="14903" y="5164"/>
                </a:cubicBezTo>
                <a:cubicBezTo>
                  <a:pt x="14885" y="5172"/>
                  <a:pt x="14867" y="5177"/>
                  <a:pt x="14848" y="5181"/>
                </a:cubicBezTo>
                <a:cubicBezTo>
                  <a:pt x="14829" y="5185"/>
                  <a:pt x="14810" y="5187"/>
                  <a:pt x="14791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4" y="5181"/>
                </a:cubicBezTo>
                <a:cubicBezTo>
                  <a:pt x="215" y="5177"/>
                  <a:pt x="197" y="5172"/>
                  <a:pt x="180" y="5164"/>
                </a:cubicBezTo>
                <a:cubicBezTo>
                  <a:pt x="162" y="5157"/>
                  <a:pt x="145" y="5148"/>
                  <a:pt x="129" y="5138"/>
                </a:cubicBezTo>
                <a:cubicBezTo>
                  <a:pt x="113" y="5127"/>
                  <a:pt x="99" y="5115"/>
                  <a:pt x="85" y="5101"/>
                </a:cubicBezTo>
                <a:cubicBezTo>
                  <a:pt x="72" y="5088"/>
                  <a:pt x="60" y="5073"/>
                  <a:pt x="49" y="5057"/>
                </a:cubicBezTo>
                <a:cubicBezTo>
                  <a:pt x="38" y="5041"/>
                  <a:pt x="29" y="5025"/>
                  <a:pt x="22" y="5007"/>
                </a:cubicBezTo>
                <a:cubicBezTo>
                  <a:pt x="15" y="4989"/>
                  <a:pt x="9" y="4971"/>
                  <a:pt x="6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19" name=""/>
          <p:cNvSpPr/>
          <p:nvPr/>
        </p:nvSpPr>
        <p:spPr>
          <a:xfrm>
            <a:off x="6181560" y="2685960"/>
            <a:ext cx="5429520" cy="1867320"/>
          </a:xfrm>
          <a:custGeom>
            <a:avLst/>
            <a:gdLst/>
            <a:ahLst/>
            <a:rect l="0" t="0" r="r" b="b"/>
            <a:pathLst>
              <a:path w="15082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9"/>
                  <a:pt x="85" y="85"/>
                </a:cubicBezTo>
                <a:cubicBezTo>
                  <a:pt x="99" y="71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5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59"/>
                  <a:pt x="14983" y="71"/>
                  <a:pt x="14997" y="85"/>
                </a:cubicBezTo>
                <a:cubicBezTo>
                  <a:pt x="15010" y="99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79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4896"/>
                </a:lnTo>
                <a:cubicBezTo>
                  <a:pt x="15082" y="4915"/>
                  <a:pt x="15080" y="4934"/>
                  <a:pt x="15077" y="4952"/>
                </a:cubicBezTo>
                <a:cubicBezTo>
                  <a:pt x="15073" y="4971"/>
                  <a:pt x="15067" y="4989"/>
                  <a:pt x="15060" y="5007"/>
                </a:cubicBezTo>
                <a:cubicBezTo>
                  <a:pt x="15053" y="5025"/>
                  <a:pt x="15044" y="5041"/>
                  <a:pt x="15033" y="5057"/>
                </a:cubicBezTo>
                <a:cubicBezTo>
                  <a:pt x="15023" y="5073"/>
                  <a:pt x="15010" y="5088"/>
                  <a:pt x="14997" y="5101"/>
                </a:cubicBezTo>
                <a:cubicBezTo>
                  <a:pt x="14983" y="5115"/>
                  <a:pt x="14969" y="5127"/>
                  <a:pt x="14953" y="5138"/>
                </a:cubicBezTo>
                <a:cubicBezTo>
                  <a:pt x="14937" y="5148"/>
                  <a:pt x="14920" y="5157"/>
                  <a:pt x="14903" y="5164"/>
                </a:cubicBezTo>
                <a:cubicBezTo>
                  <a:pt x="14885" y="5172"/>
                  <a:pt x="14867" y="5177"/>
                  <a:pt x="14848" y="5181"/>
                </a:cubicBezTo>
                <a:cubicBezTo>
                  <a:pt x="14829" y="5185"/>
                  <a:pt x="14810" y="5187"/>
                  <a:pt x="14791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4" y="5181"/>
                </a:cubicBezTo>
                <a:cubicBezTo>
                  <a:pt x="215" y="5177"/>
                  <a:pt x="197" y="5172"/>
                  <a:pt x="180" y="5164"/>
                </a:cubicBezTo>
                <a:cubicBezTo>
                  <a:pt x="162" y="5157"/>
                  <a:pt x="145" y="5148"/>
                  <a:pt x="129" y="5138"/>
                </a:cubicBezTo>
                <a:cubicBezTo>
                  <a:pt x="113" y="5127"/>
                  <a:pt x="99" y="5115"/>
                  <a:pt x="85" y="5101"/>
                </a:cubicBezTo>
                <a:cubicBezTo>
                  <a:pt x="72" y="5088"/>
                  <a:pt x="60" y="5073"/>
                  <a:pt x="49" y="5057"/>
                </a:cubicBezTo>
                <a:cubicBezTo>
                  <a:pt x="38" y="5041"/>
                  <a:pt x="29" y="5025"/>
                  <a:pt x="22" y="5007"/>
                </a:cubicBezTo>
                <a:cubicBezTo>
                  <a:pt x="15" y="4989"/>
                  <a:pt x="9" y="4971"/>
                  <a:pt x="6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20" name=""/>
          <p:cNvSpPr/>
          <p:nvPr/>
        </p:nvSpPr>
        <p:spPr>
          <a:xfrm>
            <a:off x="6407640" y="3102480"/>
            <a:ext cx="271800" cy="271800"/>
          </a:xfrm>
          <a:custGeom>
            <a:avLst/>
            <a:gdLst/>
            <a:ahLst/>
            <a:rect l="0" t="0" r="r" b="b"/>
            <a:pathLst>
              <a:path w="755" h="755">
                <a:moveTo>
                  <a:pt x="63" y="755"/>
                </a:moveTo>
                <a:cubicBezTo>
                  <a:pt x="46" y="755"/>
                  <a:pt x="32" y="749"/>
                  <a:pt x="19" y="737"/>
                </a:cubicBezTo>
                <a:cubicBezTo>
                  <a:pt x="7" y="724"/>
                  <a:pt x="0" y="709"/>
                  <a:pt x="0" y="693"/>
                </a:cubicBezTo>
                <a:lnTo>
                  <a:pt x="0" y="64"/>
                </a:lnTo>
                <a:cubicBezTo>
                  <a:pt x="0" y="46"/>
                  <a:pt x="7" y="32"/>
                  <a:pt x="19" y="19"/>
                </a:cubicBezTo>
                <a:cubicBezTo>
                  <a:pt x="32" y="7"/>
                  <a:pt x="46" y="0"/>
                  <a:pt x="63" y="0"/>
                </a:cubicBezTo>
                <a:lnTo>
                  <a:pt x="693" y="0"/>
                </a:lnTo>
                <a:cubicBezTo>
                  <a:pt x="709" y="0"/>
                  <a:pt x="724" y="7"/>
                  <a:pt x="737" y="19"/>
                </a:cubicBezTo>
                <a:cubicBezTo>
                  <a:pt x="749" y="32"/>
                  <a:pt x="755" y="46"/>
                  <a:pt x="755" y="64"/>
                </a:cubicBezTo>
                <a:lnTo>
                  <a:pt x="755" y="693"/>
                </a:lnTo>
                <a:cubicBezTo>
                  <a:pt x="755" y="709"/>
                  <a:pt x="749" y="724"/>
                  <a:pt x="737" y="737"/>
                </a:cubicBezTo>
                <a:cubicBezTo>
                  <a:pt x="724" y="749"/>
                  <a:pt x="709" y="755"/>
                  <a:pt x="693" y="755"/>
                </a:cubicBezTo>
                <a:lnTo>
                  <a:pt x="63" y="755"/>
                </a:lnTo>
                <a:moveTo>
                  <a:pt x="63" y="693"/>
                </a:moveTo>
                <a:lnTo>
                  <a:pt x="693" y="693"/>
                </a:lnTo>
                <a:lnTo>
                  <a:pt x="693" y="64"/>
                </a:lnTo>
                <a:lnTo>
                  <a:pt x="63" y="64"/>
                </a:lnTo>
                <a:lnTo>
                  <a:pt x="63" y="693"/>
                </a:lnTo>
                <a:moveTo>
                  <a:pt x="122" y="591"/>
                </a:moveTo>
                <a:lnTo>
                  <a:pt x="634" y="591"/>
                </a:lnTo>
                <a:lnTo>
                  <a:pt x="480" y="386"/>
                </a:lnTo>
                <a:lnTo>
                  <a:pt x="342" y="565"/>
                </a:lnTo>
                <a:lnTo>
                  <a:pt x="244" y="432"/>
                </a:lnTo>
                <a:lnTo>
                  <a:pt x="122" y="591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321" name=""/>
          <p:cNvSpPr txBox="1"/>
          <p:nvPr/>
        </p:nvSpPr>
        <p:spPr>
          <a:xfrm>
            <a:off x="762120" y="3803040"/>
            <a:ext cx="5029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ンやレスポンシブ対応も対話のみで実装します。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22" name=""/>
          <p:cNvSpPr txBox="1"/>
          <p:nvPr/>
        </p:nvSpPr>
        <p:spPr>
          <a:xfrm>
            <a:off x="6724800" y="3247200"/>
            <a:ext cx="17046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Nano Banana 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体験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23" name=""/>
          <p:cNvSpPr txBox="1"/>
          <p:nvPr/>
        </p:nvSpPr>
        <p:spPr>
          <a:xfrm>
            <a:off x="6362640" y="3603240"/>
            <a:ext cx="5042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アバター画像や背景画像をその場で生成し、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Web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24" name=""/>
          <p:cNvSpPr/>
          <p:nvPr/>
        </p:nvSpPr>
        <p:spPr>
          <a:xfrm>
            <a:off x="820080" y="4795560"/>
            <a:ext cx="226800" cy="308520"/>
          </a:xfrm>
          <a:custGeom>
            <a:avLst/>
            <a:gdLst/>
            <a:ahLst/>
            <a:rect l="0" t="0" r="r" b="b"/>
            <a:pathLst>
              <a:path w="630" h="857">
                <a:moveTo>
                  <a:pt x="254" y="832"/>
                </a:moveTo>
                <a:cubicBezTo>
                  <a:pt x="238" y="816"/>
                  <a:pt x="230" y="796"/>
                  <a:pt x="230" y="771"/>
                </a:cubicBezTo>
                <a:lnTo>
                  <a:pt x="399" y="771"/>
                </a:lnTo>
                <a:cubicBezTo>
                  <a:pt x="399" y="796"/>
                  <a:pt x="391" y="816"/>
                  <a:pt x="375" y="832"/>
                </a:cubicBezTo>
                <a:cubicBezTo>
                  <a:pt x="358" y="849"/>
                  <a:pt x="338" y="857"/>
                  <a:pt x="314" y="857"/>
                </a:cubicBezTo>
                <a:cubicBezTo>
                  <a:pt x="291" y="857"/>
                  <a:pt x="271" y="849"/>
                  <a:pt x="254" y="832"/>
                </a:cubicBezTo>
                <a:moveTo>
                  <a:pt x="145" y="706"/>
                </a:moveTo>
                <a:lnTo>
                  <a:pt x="145" y="643"/>
                </a:lnTo>
                <a:lnTo>
                  <a:pt x="484" y="643"/>
                </a:lnTo>
                <a:lnTo>
                  <a:pt x="484" y="706"/>
                </a:lnTo>
                <a:lnTo>
                  <a:pt x="145" y="706"/>
                </a:lnTo>
                <a:moveTo>
                  <a:pt x="150" y="579"/>
                </a:moveTo>
                <a:cubicBezTo>
                  <a:pt x="104" y="549"/>
                  <a:pt x="67" y="512"/>
                  <a:pt x="41" y="467"/>
                </a:cubicBezTo>
                <a:cubicBezTo>
                  <a:pt x="14" y="422"/>
                  <a:pt x="0" y="371"/>
                  <a:pt x="0" y="314"/>
                </a:cubicBezTo>
                <a:cubicBezTo>
                  <a:pt x="0" y="229"/>
                  <a:pt x="31" y="155"/>
                  <a:pt x="93" y="93"/>
                </a:cubicBezTo>
                <a:cubicBezTo>
                  <a:pt x="156" y="31"/>
                  <a:pt x="229" y="0"/>
                  <a:pt x="314" y="0"/>
                </a:cubicBezTo>
                <a:cubicBezTo>
                  <a:pt x="400" y="0"/>
                  <a:pt x="473" y="31"/>
                  <a:pt x="535" y="93"/>
                </a:cubicBezTo>
                <a:cubicBezTo>
                  <a:pt x="599" y="155"/>
                  <a:pt x="630" y="229"/>
                  <a:pt x="630" y="314"/>
                </a:cubicBezTo>
                <a:cubicBezTo>
                  <a:pt x="630" y="371"/>
                  <a:pt x="616" y="422"/>
                  <a:pt x="590" y="467"/>
                </a:cubicBezTo>
                <a:cubicBezTo>
                  <a:pt x="563" y="512"/>
                  <a:pt x="526" y="549"/>
                  <a:pt x="479" y="579"/>
                </a:cubicBezTo>
                <a:lnTo>
                  <a:pt x="150" y="579"/>
                </a:lnTo>
                <a:moveTo>
                  <a:pt x="173" y="516"/>
                </a:moveTo>
                <a:lnTo>
                  <a:pt x="457" y="516"/>
                </a:lnTo>
                <a:cubicBezTo>
                  <a:pt x="490" y="494"/>
                  <a:pt x="517" y="465"/>
                  <a:pt x="536" y="430"/>
                </a:cubicBezTo>
                <a:cubicBezTo>
                  <a:pt x="557" y="394"/>
                  <a:pt x="567" y="355"/>
                  <a:pt x="567" y="314"/>
                </a:cubicBezTo>
                <a:cubicBezTo>
                  <a:pt x="567" y="245"/>
                  <a:pt x="541" y="186"/>
                  <a:pt x="492" y="137"/>
                </a:cubicBezTo>
                <a:cubicBezTo>
                  <a:pt x="443" y="88"/>
                  <a:pt x="384" y="63"/>
                  <a:pt x="314" y="63"/>
                </a:cubicBezTo>
                <a:cubicBezTo>
                  <a:pt x="245" y="63"/>
                  <a:pt x="186" y="88"/>
                  <a:pt x="137" y="137"/>
                </a:cubicBezTo>
                <a:cubicBezTo>
                  <a:pt x="88" y="186"/>
                  <a:pt x="63" y="245"/>
                  <a:pt x="63" y="314"/>
                </a:cubicBezTo>
                <a:cubicBezTo>
                  <a:pt x="63" y="355"/>
                  <a:pt x="73" y="394"/>
                  <a:pt x="92" y="430"/>
                </a:cubicBezTo>
                <a:cubicBezTo>
                  <a:pt x="112" y="465"/>
                  <a:pt x="139" y="494"/>
                  <a:pt x="173" y="516"/>
                </a:cubicBez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25" name=""/>
          <p:cNvSpPr txBox="1"/>
          <p:nvPr/>
        </p:nvSpPr>
        <p:spPr>
          <a:xfrm>
            <a:off x="6362640" y="3965040"/>
            <a:ext cx="4115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ページに組み込むフローを体験します。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26" name=""/>
          <p:cNvSpPr txBox="1"/>
          <p:nvPr/>
        </p:nvSpPr>
        <p:spPr>
          <a:xfrm>
            <a:off x="1114560" y="4926960"/>
            <a:ext cx="6009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 ここで「</a:t>
            </a:r>
            <a:r>
              <a:rPr lang="en-US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と対話しながら作る感覚」をマスターします。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27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23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31" name=""/>
          <p:cNvSpPr/>
          <p:nvPr/>
        </p:nvSpPr>
        <p:spPr>
          <a:xfrm>
            <a:off x="571320" y="100944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32" name=""/>
          <p:cNvSpPr/>
          <p:nvPr/>
        </p:nvSpPr>
        <p:spPr>
          <a:xfrm>
            <a:off x="610920" y="420480"/>
            <a:ext cx="397440" cy="397440"/>
          </a:xfrm>
          <a:custGeom>
            <a:avLst/>
            <a:gdLst/>
            <a:ahLst/>
            <a:rect l="0" t="0" r="r" b="b"/>
            <a:pathLst>
              <a:path w="1104" h="1104">
                <a:moveTo>
                  <a:pt x="335" y="1060"/>
                </a:moveTo>
                <a:cubicBezTo>
                  <a:pt x="268" y="1031"/>
                  <a:pt x="210" y="992"/>
                  <a:pt x="160" y="942"/>
                </a:cubicBezTo>
                <a:cubicBezTo>
                  <a:pt x="110" y="893"/>
                  <a:pt x="71" y="834"/>
                  <a:pt x="43" y="767"/>
                </a:cubicBezTo>
                <a:cubicBezTo>
                  <a:pt x="14" y="699"/>
                  <a:pt x="0" y="627"/>
                  <a:pt x="0" y="550"/>
                </a:cubicBezTo>
                <a:cubicBezTo>
                  <a:pt x="0" y="471"/>
                  <a:pt x="14" y="399"/>
                  <a:pt x="43" y="333"/>
                </a:cubicBezTo>
                <a:cubicBezTo>
                  <a:pt x="71" y="266"/>
                  <a:pt x="110" y="208"/>
                  <a:pt x="160" y="159"/>
                </a:cubicBezTo>
                <a:cubicBezTo>
                  <a:pt x="210" y="109"/>
                  <a:pt x="268" y="70"/>
                  <a:pt x="335" y="42"/>
                </a:cubicBezTo>
                <a:cubicBezTo>
                  <a:pt x="402" y="14"/>
                  <a:pt x="474" y="0"/>
                  <a:pt x="551" y="0"/>
                </a:cubicBezTo>
                <a:cubicBezTo>
                  <a:pt x="629" y="0"/>
                  <a:pt x="701" y="14"/>
                  <a:pt x="768" y="42"/>
                </a:cubicBezTo>
                <a:cubicBezTo>
                  <a:pt x="835" y="70"/>
                  <a:pt x="893" y="109"/>
                  <a:pt x="943" y="159"/>
                </a:cubicBezTo>
                <a:cubicBezTo>
                  <a:pt x="992" y="208"/>
                  <a:pt x="1031" y="266"/>
                  <a:pt x="1061" y="333"/>
                </a:cubicBezTo>
                <a:cubicBezTo>
                  <a:pt x="1089" y="399"/>
                  <a:pt x="1104" y="471"/>
                  <a:pt x="1104" y="550"/>
                </a:cubicBezTo>
                <a:cubicBezTo>
                  <a:pt x="1104" y="627"/>
                  <a:pt x="1089" y="699"/>
                  <a:pt x="1061" y="767"/>
                </a:cubicBezTo>
                <a:cubicBezTo>
                  <a:pt x="1031" y="834"/>
                  <a:pt x="992" y="893"/>
                  <a:pt x="943" y="942"/>
                </a:cubicBezTo>
                <a:cubicBezTo>
                  <a:pt x="893" y="992"/>
                  <a:pt x="835" y="1031"/>
                  <a:pt x="768" y="1060"/>
                </a:cubicBezTo>
                <a:cubicBezTo>
                  <a:pt x="701" y="1089"/>
                  <a:pt x="629" y="1104"/>
                  <a:pt x="551" y="1104"/>
                </a:cubicBezTo>
                <a:cubicBezTo>
                  <a:pt x="474" y="1104"/>
                  <a:pt x="402" y="1089"/>
                  <a:pt x="335" y="1060"/>
                </a:cubicBezTo>
                <a:moveTo>
                  <a:pt x="551" y="1024"/>
                </a:moveTo>
                <a:cubicBezTo>
                  <a:pt x="584" y="991"/>
                  <a:pt x="610" y="953"/>
                  <a:pt x="632" y="910"/>
                </a:cubicBezTo>
                <a:cubicBezTo>
                  <a:pt x="654" y="867"/>
                  <a:pt x="671" y="816"/>
                  <a:pt x="685" y="758"/>
                </a:cubicBezTo>
                <a:lnTo>
                  <a:pt x="419" y="758"/>
                </a:lnTo>
                <a:cubicBezTo>
                  <a:pt x="432" y="813"/>
                  <a:pt x="449" y="862"/>
                  <a:pt x="471" y="906"/>
                </a:cubicBezTo>
                <a:cubicBezTo>
                  <a:pt x="492" y="951"/>
                  <a:pt x="519" y="990"/>
                  <a:pt x="551" y="1024"/>
                </a:cubicBezTo>
                <a:moveTo>
                  <a:pt x="434" y="1007"/>
                </a:moveTo>
                <a:cubicBezTo>
                  <a:pt x="411" y="972"/>
                  <a:pt x="392" y="934"/>
                  <a:pt x="375" y="894"/>
                </a:cubicBezTo>
                <a:cubicBezTo>
                  <a:pt x="359" y="854"/>
                  <a:pt x="345" y="808"/>
                  <a:pt x="334" y="758"/>
                </a:cubicBezTo>
                <a:lnTo>
                  <a:pt x="127" y="758"/>
                </a:lnTo>
                <a:cubicBezTo>
                  <a:pt x="162" y="823"/>
                  <a:pt x="202" y="874"/>
                  <a:pt x="248" y="911"/>
                </a:cubicBezTo>
                <a:cubicBezTo>
                  <a:pt x="294" y="948"/>
                  <a:pt x="356" y="980"/>
                  <a:pt x="434" y="1007"/>
                </a:cubicBezTo>
                <a:moveTo>
                  <a:pt x="670" y="1006"/>
                </a:moveTo>
                <a:cubicBezTo>
                  <a:pt x="736" y="985"/>
                  <a:pt x="796" y="953"/>
                  <a:pt x="848" y="911"/>
                </a:cubicBezTo>
                <a:cubicBezTo>
                  <a:pt x="901" y="868"/>
                  <a:pt x="944" y="817"/>
                  <a:pt x="976" y="758"/>
                </a:cubicBezTo>
                <a:lnTo>
                  <a:pt x="771" y="758"/>
                </a:lnTo>
                <a:cubicBezTo>
                  <a:pt x="759" y="807"/>
                  <a:pt x="745" y="852"/>
                  <a:pt x="729" y="893"/>
                </a:cubicBezTo>
                <a:cubicBezTo>
                  <a:pt x="712" y="933"/>
                  <a:pt x="693" y="971"/>
                  <a:pt x="670" y="1006"/>
                </a:cubicBezTo>
                <a:moveTo>
                  <a:pt x="99" y="675"/>
                </a:moveTo>
                <a:lnTo>
                  <a:pt x="319" y="675"/>
                </a:lnTo>
                <a:cubicBezTo>
                  <a:pt x="316" y="650"/>
                  <a:pt x="314" y="628"/>
                  <a:pt x="314" y="608"/>
                </a:cubicBezTo>
                <a:cubicBezTo>
                  <a:pt x="313" y="588"/>
                  <a:pt x="313" y="569"/>
                  <a:pt x="313" y="550"/>
                </a:cubicBezTo>
                <a:cubicBezTo>
                  <a:pt x="313" y="527"/>
                  <a:pt x="314" y="506"/>
                  <a:pt x="314" y="488"/>
                </a:cubicBezTo>
                <a:cubicBezTo>
                  <a:pt x="315" y="469"/>
                  <a:pt x="317" y="449"/>
                  <a:pt x="320" y="427"/>
                </a:cubicBezTo>
                <a:lnTo>
                  <a:pt x="99" y="427"/>
                </a:lnTo>
                <a:cubicBezTo>
                  <a:pt x="93" y="449"/>
                  <a:pt x="89" y="469"/>
                  <a:pt x="86" y="488"/>
                </a:cubicBezTo>
                <a:cubicBezTo>
                  <a:pt x="84" y="505"/>
                  <a:pt x="83" y="526"/>
                  <a:pt x="83" y="550"/>
                </a:cubicBezTo>
                <a:cubicBezTo>
                  <a:pt x="83" y="573"/>
                  <a:pt x="84" y="595"/>
                  <a:pt x="86" y="614"/>
                </a:cubicBezTo>
                <a:cubicBezTo>
                  <a:pt x="89" y="632"/>
                  <a:pt x="93" y="653"/>
                  <a:pt x="99" y="675"/>
                </a:cubicBezTo>
                <a:moveTo>
                  <a:pt x="404" y="675"/>
                </a:moveTo>
                <a:lnTo>
                  <a:pt x="700" y="675"/>
                </a:lnTo>
                <a:cubicBezTo>
                  <a:pt x="704" y="646"/>
                  <a:pt x="706" y="623"/>
                  <a:pt x="707" y="605"/>
                </a:cubicBezTo>
                <a:cubicBezTo>
                  <a:pt x="708" y="587"/>
                  <a:pt x="709" y="569"/>
                  <a:pt x="709" y="550"/>
                </a:cubicBezTo>
                <a:cubicBezTo>
                  <a:pt x="709" y="531"/>
                  <a:pt x="708" y="513"/>
                  <a:pt x="707" y="496"/>
                </a:cubicBezTo>
                <a:cubicBezTo>
                  <a:pt x="706" y="478"/>
                  <a:pt x="704" y="456"/>
                  <a:pt x="700" y="427"/>
                </a:cubicBezTo>
                <a:lnTo>
                  <a:pt x="404" y="427"/>
                </a:lnTo>
                <a:cubicBezTo>
                  <a:pt x="400" y="456"/>
                  <a:pt x="398" y="478"/>
                  <a:pt x="397" y="496"/>
                </a:cubicBezTo>
                <a:cubicBezTo>
                  <a:pt x="396" y="513"/>
                  <a:pt x="396" y="531"/>
                  <a:pt x="396" y="550"/>
                </a:cubicBezTo>
                <a:cubicBezTo>
                  <a:pt x="396" y="569"/>
                  <a:pt x="396" y="587"/>
                  <a:pt x="397" y="605"/>
                </a:cubicBezTo>
                <a:cubicBezTo>
                  <a:pt x="398" y="623"/>
                  <a:pt x="400" y="646"/>
                  <a:pt x="404" y="675"/>
                </a:cubicBezTo>
                <a:moveTo>
                  <a:pt x="783" y="675"/>
                </a:moveTo>
                <a:lnTo>
                  <a:pt x="1003" y="675"/>
                </a:lnTo>
                <a:cubicBezTo>
                  <a:pt x="1010" y="653"/>
                  <a:pt x="1014" y="632"/>
                  <a:pt x="1017" y="614"/>
                </a:cubicBezTo>
                <a:cubicBezTo>
                  <a:pt x="1019" y="595"/>
                  <a:pt x="1020" y="573"/>
                  <a:pt x="1020" y="550"/>
                </a:cubicBezTo>
                <a:cubicBezTo>
                  <a:pt x="1020" y="526"/>
                  <a:pt x="1019" y="505"/>
                  <a:pt x="1017" y="488"/>
                </a:cubicBezTo>
                <a:cubicBezTo>
                  <a:pt x="1014" y="469"/>
                  <a:pt x="1010" y="449"/>
                  <a:pt x="1003" y="427"/>
                </a:cubicBezTo>
                <a:lnTo>
                  <a:pt x="784" y="427"/>
                </a:lnTo>
                <a:cubicBezTo>
                  <a:pt x="787" y="459"/>
                  <a:pt x="789" y="484"/>
                  <a:pt x="790" y="502"/>
                </a:cubicBezTo>
                <a:cubicBezTo>
                  <a:pt x="791" y="519"/>
                  <a:pt x="791" y="535"/>
                  <a:pt x="791" y="550"/>
                </a:cubicBezTo>
                <a:cubicBezTo>
                  <a:pt x="791" y="570"/>
                  <a:pt x="791" y="589"/>
                  <a:pt x="789" y="607"/>
                </a:cubicBezTo>
                <a:cubicBezTo>
                  <a:pt x="788" y="625"/>
                  <a:pt x="786" y="647"/>
                  <a:pt x="783" y="675"/>
                </a:cubicBezTo>
                <a:moveTo>
                  <a:pt x="769" y="345"/>
                </a:moveTo>
                <a:lnTo>
                  <a:pt x="976" y="345"/>
                </a:lnTo>
                <a:cubicBezTo>
                  <a:pt x="946" y="281"/>
                  <a:pt x="904" y="228"/>
                  <a:pt x="851" y="186"/>
                </a:cubicBezTo>
                <a:cubicBezTo>
                  <a:pt x="798" y="144"/>
                  <a:pt x="737" y="114"/>
                  <a:pt x="669" y="97"/>
                </a:cubicBezTo>
                <a:cubicBezTo>
                  <a:pt x="692" y="131"/>
                  <a:pt x="711" y="167"/>
                  <a:pt x="727" y="207"/>
                </a:cubicBezTo>
                <a:cubicBezTo>
                  <a:pt x="743" y="246"/>
                  <a:pt x="757" y="292"/>
                  <a:pt x="769" y="345"/>
                </a:cubicBezTo>
                <a:moveTo>
                  <a:pt x="419" y="345"/>
                </a:moveTo>
                <a:lnTo>
                  <a:pt x="687" y="345"/>
                </a:lnTo>
                <a:cubicBezTo>
                  <a:pt x="676" y="296"/>
                  <a:pt x="659" y="249"/>
                  <a:pt x="636" y="203"/>
                </a:cubicBezTo>
                <a:cubicBezTo>
                  <a:pt x="612" y="158"/>
                  <a:pt x="584" y="118"/>
                  <a:pt x="551" y="83"/>
                </a:cubicBezTo>
                <a:cubicBezTo>
                  <a:pt x="522" y="108"/>
                  <a:pt x="497" y="140"/>
                  <a:pt x="477" y="181"/>
                </a:cubicBezTo>
                <a:cubicBezTo>
                  <a:pt x="457" y="221"/>
                  <a:pt x="438" y="276"/>
                  <a:pt x="419" y="345"/>
                </a:cubicBezTo>
                <a:moveTo>
                  <a:pt x="127" y="345"/>
                </a:moveTo>
                <a:lnTo>
                  <a:pt x="335" y="345"/>
                </a:lnTo>
                <a:cubicBezTo>
                  <a:pt x="345" y="295"/>
                  <a:pt x="358" y="251"/>
                  <a:pt x="374" y="212"/>
                </a:cubicBezTo>
                <a:cubicBezTo>
                  <a:pt x="389" y="173"/>
                  <a:pt x="409" y="135"/>
                  <a:pt x="433" y="98"/>
                </a:cubicBezTo>
                <a:cubicBezTo>
                  <a:pt x="364" y="115"/>
                  <a:pt x="304" y="145"/>
                  <a:pt x="252" y="186"/>
                </a:cubicBezTo>
                <a:cubicBezTo>
                  <a:pt x="201" y="227"/>
                  <a:pt x="159" y="280"/>
                  <a:pt x="127" y="345"/>
                </a:cubicBez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1333" name=""/>
          <p:cNvPicPr/>
          <p:nvPr/>
        </p:nvPicPr>
        <p:blipFill>
          <a:blip r:embed="rId1"/>
          <a:stretch/>
        </p:blipFill>
        <p:spPr>
          <a:xfrm>
            <a:off x="571320" y="1190520"/>
            <a:ext cx="5447880" cy="544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4" name=""/>
          <p:cNvSpPr/>
          <p:nvPr/>
        </p:nvSpPr>
        <p:spPr>
          <a:xfrm>
            <a:off x="6013440" y="1764720"/>
            <a:ext cx="5764320" cy="2670120"/>
          </a:xfrm>
          <a:custGeom>
            <a:avLst/>
            <a:gdLst/>
            <a:ahLst/>
            <a:rect l="0" t="0" r="r" b="b"/>
            <a:pathLst>
              <a:path w="16012" h="7417">
                <a:moveTo>
                  <a:pt x="440" y="680"/>
                </a:moveTo>
                <a:lnTo>
                  <a:pt x="440" y="6581"/>
                </a:lnTo>
                <a:cubicBezTo>
                  <a:pt x="440" y="6624"/>
                  <a:pt x="449" y="6664"/>
                  <a:pt x="465" y="6703"/>
                </a:cubicBezTo>
                <a:cubicBezTo>
                  <a:pt x="481" y="6742"/>
                  <a:pt x="504" y="6776"/>
                  <a:pt x="533" y="6806"/>
                </a:cubicBezTo>
                <a:cubicBezTo>
                  <a:pt x="563" y="6836"/>
                  <a:pt x="598" y="6859"/>
                  <a:pt x="636" y="6875"/>
                </a:cubicBezTo>
                <a:cubicBezTo>
                  <a:pt x="675" y="6891"/>
                  <a:pt x="716" y="6899"/>
                  <a:pt x="758" y="6899"/>
                </a:cubicBezTo>
                <a:lnTo>
                  <a:pt x="15258" y="6899"/>
                </a:lnTo>
                <a:cubicBezTo>
                  <a:pt x="15300" y="6899"/>
                  <a:pt x="15341" y="6891"/>
                  <a:pt x="15380" y="6875"/>
                </a:cubicBezTo>
                <a:cubicBezTo>
                  <a:pt x="15419" y="6859"/>
                  <a:pt x="15453" y="6836"/>
                  <a:pt x="15483" y="6806"/>
                </a:cubicBezTo>
                <a:cubicBezTo>
                  <a:pt x="15512" y="6776"/>
                  <a:pt x="15535" y="6742"/>
                  <a:pt x="15551" y="6703"/>
                </a:cubicBezTo>
                <a:cubicBezTo>
                  <a:pt x="15568" y="6664"/>
                  <a:pt x="15576" y="6624"/>
                  <a:pt x="15576" y="6581"/>
                </a:cubicBezTo>
                <a:lnTo>
                  <a:pt x="15576" y="680"/>
                </a:lnTo>
                <a:cubicBezTo>
                  <a:pt x="15576" y="638"/>
                  <a:pt x="15568" y="598"/>
                  <a:pt x="15551" y="559"/>
                </a:cubicBezTo>
                <a:cubicBezTo>
                  <a:pt x="15535" y="520"/>
                  <a:pt x="15512" y="485"/>
                  <a:pt x="15483" y="456"/>
                </a:cubicBezTo>
                <a:cubicBezTo>
                  <a:pt x="15453" y="426"/>
                  <a:pt x="15419" y="403"/>
                  <a:pt x="15380" y="387"/>
                </a:cubicBezTo>
                <a:cubicBezTo>
                  <a:pt x="15341" y="371"/>
                  <a:pt x="15300" y="363"/>
                  <a:pt x="15258" y="363"/>
                </a:cubicBezTo>
                <a:lnTo>
                  <a:pt x="758" y="363"/>
                </a:lnTo>
                <a:cubicBezTo>
                  <a:pt x="716" y="363"/>
                  <a:pt x="675" y="371"/>
                  <a:pt x="636" y="387"/>
                </a:cubicBezTo>
                <a:cubicBezTo>
                  <a:pt x="598" y="403"/>
                  <a:pt x="563" y="426"/>
                  <a:pt x="533" y="456"/>
                </a:cubicBezTo>
                <a:cubicBezTo>
                  <a:pt x="504" y="485"/>
                  <a:pt x="481" y="520"/>
                  <a:pt x="465" y="559"/>
                </a:cubicBezTo>
                <a:cubicBezTo>
                  <a:pt x="449" y="598"/>
                  <a:pt x="440" y="638"/>
                  <a:pt x="440" y="680"/>
                </a:cubicBezTo>
                <a:moveTo>
                  <a:pt x="0" y="0"/>
                </a:moveTo>
                <a:lnTo>
                  <a:pt x="16012" y="0"/>
                </a:lnTo>
                <a:lnTo>
                  <a:pt x="16012" y="7417"/>
                </a:lnTo>
                <a:lnTo>
                  <a:pt x="0" y="7417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335" name=""/>
          <p:cNvSpPr/>
          <p:nvPr/>
        </p:nvSpPr>
        <p:spPr>
          <a:xfrm>
            <a:off x="6181560" y="1904760"/>
            <a:ext cx="5429520" cy="2333880"/>
          </a:xfrm>
          <a:custGeom>
            <a:avLst/>
            <a:gdLst/>
            <a:ahLst/>
            <a:rect l="0" t="0" r="r" b="b"/>
            <a:pathLst>
              <a:path w="15082" h="6483">
                <a:moveTo>
                  <a:pt x="0" y="6192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6"/>
                  <a:pt x="15" y="197"/>
                  <a:pt x="22" y="180"/>
                </a:cubicBezTo>
                <a:cubicBezTo>
                  <a:pt x="29" y="162"/>
                  <a:pt x="38" y="145"/>
                  <a:pt x="49" y="130"/>
                </a:cubicBezTo>
                <a:cubicBezTo>
                  <a:pt x="60" y="114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30"/>
                  <a:pt x="14937" y="39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4"/>
                  <a:pt x="15033" y="130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7"/>
                  <a:pt x="15073" y="216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6192"/>
                </a:lnTo>
                <a:cubicBezTo>
                  <a:pt x="15082" y="6212"/>
                  <a:pt x="15080" y="6230"/>
                  <a:pt x="15077" y="6249"/>
                </a:cubicBezTo>
                <a:cubicBezTo>
                  <a:pt x="15073" y="6268"/>
                  <a:pt x="15067" y="6286"/>
                  <a:pt x="15060" y="6304"/>
                </a:cubicBezTo>
                <a:cubicBezTo>
                  <a:pt x="15053" y="6321"/>
                  <a:pt x="15044" y="6338"/>
                  <a:pt x="15033" y="6354"/>
                </a:cubicBezTo>
                <a:cubicBezTo>
                  <a:pt x="15023" y="6370"/>
                  <a:pt x="15010" y="6385"/>
                  <a:pt x="14997" y="6398"/>
                </a:cubicBezTo>
                <a:cubicBezTo>
                  <a:pt x="14983" y="6412"/>
                  <a:pt x="14969" y="6424"/>
                  <a:pt x="14953" y="6434"/>
                </a:cubicBezTo>
                <a:cubicBezTo>
                  <a:pt x="14937" y="6445"/>
                  <a:pt x="14920" y="6454"/>
                  <a:pt x="14903" y="6461"/>
                </a:cubicBezTo>
                <a:cubicBezTo>
                  <a:pt x="14885" y="6469"/>
                  <a:pt x="14867" y="6474"/>
                  <a:pt x="14848" y="6478"/>
                </a:cubicBezTo>
                <a:cubicBezTo>
                  <a:pt x="14829" y="6482"/>
                  <a:pt x="14810" y="6483"/>
                  <a:pt x="14791" y="6483"/>
                </a:cubicBezTo>
                <a:lnTo>
                  <a:pt x="291" y="6483"/>
                </a:lnTo>
                <a:cubicBezTo>
                  <a:pt x="272" y="6483"/>
                  <a:pt x="253" y="6482"/>
                  <a:pt x="234" y="6478"/>
                </a:cubicBezTo>
                <a:cubicBezTo>
                  <a:pt x="215" y="6474"/>
                  <a:pt x="197" y="6469"/>
                  <a:pt x="180" y="6461"/>
                </a:cubicBezTo>
                <a:cubicBezTo>
                  <a:pt x="162" y="6454"/>
                  <a:pt x="145" y="6445"/>
                  <a:pt x="129" y="6434"/>
                </a:cubicBezTo>
                <a:cubicBezTo>
                  <a:pt x="113" y="6424"/>
                  <a:pt x="99" y="6412"/>
                  <a:pt x="85" y="6398"/>
                </a:cubicBezTo>
                <a:cubicBezTo>
                  <a:pt x="72" y="6385"/>
                  <a:pt x="60" y="6370"/>
                  <a:pt x="49" y="6354"/>
                </a:cubicBezTo>
                <a:cubicBezTo>
                  <a:pt x="38" y="6338"/>
                  <a:pt x="29" y="6321"/>
                  <a:pt x="22" y="6304"/>
                </a:cubicBezTo>
                <a:cubicBezTo>
                  <a:pt x="15" y="6286"/>
                  <a:pt x="9" y="6268"/>
                  <a:pt x="6" y="6249"/>
                </a:cubicBezTo>
                <a:cubicBezTo>
                  <a:pt x="2" y="6230"/>
                  <a:pt x="0" y="6212"/>
                  <a:pt x="0" y="6192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36" name=""/>
          <p:cNvSpPr/>
          <p:nvPr/>
        </p:nvSpPr>
        <p:spPr>
          <a:xfrm>
            <a:off x="6181560" y="1904760"/>
            <a:ext cx="5429520" cy="2333880"/>
          </a:xfrm>
          <a:custGeom>
            <a:avLst/>
            <a:gdLst/>
            <a:ahLst/>
            <a:rect l="0" t="0" r="r" b="b"/>
            <a:pathLst>
              <a:path w="15082" h="6483">
                <a:moveTo>
                  <a:pt x="0" y="6192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6"/>
                  <a:pt x="15" y="197"/>
                  <a:pt x="22" y="180"/>
                </a:cubicBezTo>
                <a:cubicBezTo>
                  <a:pt x="29" y="162"/>
                  <a:pt x="38" y="145"/>
                  <a:pt x="49" y="130"/>
                </a:cubicBezTo>
                <a:cubicBezTo>
                  <a:pt x="60" y="114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30"/>
                  <a:pt x="14937" y="39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4"/>
                  <a:pt x="15033" y="130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7"/>
                  <a:pt x="15073" y="216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6192"/>
                </a:lnTo>
                <a:cubicBezTo>
                  <a:pt x="15082" y="6212"/>
                  <a:pt x="15080" y="6230"/>
                  <a:pt x="15077" y="6249"/>
                </a:cubicBezTo>
                <a:cubicBezTo>
                  <a:pt x="15073" y="6268"/>
                  <a:pt x="15067" y="6286"/>
                  <a:pt x="15060" y="6304"/>
                </a:cubicBezTo>
                <a:cubicBezTo>
                  <a:pt x="15053" y="6321"/>
                  <a:pt x="15044" y="6338"/>
                  <a:pt x="15033" y="6354"/>
                </a:cubicBezTo>
                <a:cubicBezTo>
                  <a:pt x="15023" y="6370"/>
                  <a:pt x="15010" y="6385"/>
                  <a:pt x="14997" y="6398"/>
                </a:cubicBezTo>
                <a:cubicBezTo>
                  <a:pt x="14983" y="6412"/>
                  <a:pt x="14969" y="6424"/>
                  <a:pt x="14953" y="6434"/>
                </a:cubicBezTo>
                <a:cubicBezTo>
                  <a:pt x="14937" y="6445"/>
                  <a:pt x="14920" y="6454"/>
                  <a:pt x="14903" y="6461"/>
                </a:cubicBezTo>
                <a:cubicBezTo>
                  <a:pt x="14885" y="6469"/>
                  <a:pt x="14867" y="6474"/>
                  <a:pt x="14848" y="6478"/>
                </a:cubicBezTo>
                <a:cubicBezTo>
                  <a:pt x="14829" y="6482"/>
                  <a:pt x="14810" y="6483"/>
                  <a:pt x="14791" y="6483"/>
                </a:cubicBezTo>
                <a:lnTo>
                  <a:pt x="291" y="6483"/>
                </a:lnTo>
                <a:cubicBezTo>
                  <a:pt x="272" y="6483"/>
                  <a:pt x="253" y="6482"/>
                  <a:pt x="234" y="6478"/>
                </a:cubicBezTo>
                <a:cubicBezTo>
                  <a:pt x="215" y="6474"/>
                  <a:pt x="197" y="6469"/>
                  <a:pt x="180" y="6461"/>
                </a:cubicBezTo>
                <a:cubicBezTo>
                  <a:pt x="162" y="6454"/>
                  <a:pt x="145" y="6445"/>
                  <a:pt x="129" y="6434"/>
                </a:cubicBezTo>
                <a:cubicBezTo>
                  <a:pt x="113" y="6424"/>
                  <a:pt x="99" y="6412"/>
                  <a:pt x="85" y="6398"/>
                </a:cubicBezTo>
                <a:cubicBezTo>
                  <a:pt x="72" y="6385"/>
                  <a:pt x="60" y="6370"/>
                  <a:pt x="49" y="6354"/>
                </a:cubicBezTo>
                <a:cubicBezTo>
                  <a:pt x="38" y="6338"/>
                  <a:pt x="29" y="6321"/>
                  <a:pt x="22" y="6304"/>
                </a:cubicBezTo>
                <a:cubicBezTo>
                  <a:pt x="15" y="6286"/>
                  <a:pt x="9" y="6268"/>
                  <a:pt x="6" y="6249"/>
                </a:cubicBezTo>
                <a:cubicBezTo>
                  <a:pt x="2" y="6230"/>
                  <a:pt x="0" y="6212"/>
                  <a:pt x="0" y="6192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37" name=""/>
          <p:cNvSpPr/>
          <p:nvPr/>
        </p:nvSpPr>
        <p:spPr>
          <a:xfrm>
            <a:off x="5958720" y="4797360"/>
            <a:ext cx="5873760" cy="1387080"/>
          </a:xfrm>
          <a:custGeom>
            <a:avLst/>
            <a:gdLst/>
            <a:ahLst/>
            <a:rect l="0" t="0" r="r" b="b"/>
            <a:pathLst>
              <a:path w="16316" h="3853">
                <a:moveTo>
                  <a:pt x="619" y="803"/>
                </a:moveTo>
                <a:lnTo>
                  <a:pt x="619" y="2841"/>
                </a:lnTo>
                <a:cubicBezTo>
                  <a:pt x="619" y="2879"/>
                  <a:pt x="626" y="2916"/>
                  <a:pt x="641" y="2952"/>
                </a:cubicBezTo>
                <a:cubicBezTo>
                  <a:pt x="656" y="2988"/>
                  <a:pt x="677" y="3019"/>
                  <a:pt x="704" y="3046"/>
                </a:cubicBezTo>
                <a:cubicBezTo>
                  <a:pt x="731" y="3074"/>
                  <a:pt x="763" y="3095"/>
                  <a:pt x="799" y="3109"/>
                </a:cubicBezTo>
                <a:cubicBezTo>
                  <a:pt x="834" y="3124"/>
                  <a:pt x="871" y="3132"/>
                  <a:pt x="910" y="3132"/>
                </a:cubicBezTo>
                <a:lnTo>
                  <a:pt x="15410" y="3132"/>
                </a:lnTo>
                <a:cubicBezTo>
                  <a:pt x="15449" y="3132"/>
                  <a:pt x="15486" y="3124"/>
                  <a:pt x="15522" y="3109"/>
                </a:cubicBezTo>
                <a:cubicBezTo>
                  <a:pt x="15557" y="3095"/>
                  <a:pt x="15589" y="3074"/>
                  <a:pt x="15616" y="3046"/>
                </a:cubicBezTo>
                <a:cubicBezTo>
                  <a:pt x="15643" y="3019"/>
                  <a:pt x="15664" y="2988"/>
                  <a:pt x="15679" y="2952"/>
                </a:cubicBezTo>
                <a:cubicBezTo>
                  <a:pt x="15694" y="2916"/>
                  <a:pt x="15701" y="2879"/>
                  <a:pt x="15701" y="2841"/>
                </a:cubicBezTo>
                <a:lnTo>
                  <a:pt x="15701" y="803"/>
                </a:lnTo>
                <a:cubicBezTo>
                  <a:pt x="15701" y="765"/>
                  <a:pt x="15694" y="728"/>
                  <a:pt x="15679" y="692"/>
                </a:cubicBezTo>
                <a:cubicBezTo>
                  <a:pt x="15664" y="656"/>
                  <a:pt x="15643" y="625"/>
                  <a:pt x="15616" y="597"/>
                </a:cubicBezTo>
                <a:cubicBezTo>
                  <a:pt x="15589" y="570"/>
                  <a:pt x="15557" y="549"/>
                  <a:pt x="15522" y="534"/>
                </a:cubicBezTo>
                <a:cubicBezTo>
                  <a:pt x="15486" y="520"/>
                  <a:pt x="15449" y="512"/>
                  <a:pt x="15410" y="512"/>
                </a:cubicBezTo>
                <a:lnTo>
                  <a:pt x="910" y="512"/>
                </a:lnTo>
                <a:cubicBezTo>
                  <a:pt x="871" y="512"/>
                  <a:pt x="834" y="520"/>
                  <a:pt x="799" y="534"/>
                </a:cubicBezTo>
                <a:cubicBezTo>
                  <a:pt x="763" y="549"/>
                  <a:pt x="731" y="570"/>
                  <a:pt x="704" y="597"/>
                </a:cubicBezTo>
                <a:cubicBezTo>
                  <a:pt x="677" y="625"/>
                  <a:pt x="656" y="656"/>
                  <a:pt x="641" y="692"/>
                </a:cubicBezTo>
                <a:cubicBezTo>
                  <a:pt x="626" y="728"/>
                  <a:pt x="619" y="765"/>
                  <a:pt x="619" y="803"/>
                </a:cubicBezTo>
                <a:moveTo>
                  <a:pt x="0" y="0"/>
                </a:moveTo>
                <a:lnTo>
                  <a:pt x="16316" y="0"/>
                </a:lnTo>
                <a:lnTo>
                  <a:pt x="16316" y="3853"/>
                </a:lnTo>
                <a:lnTo>
                  <a:pt x="0" y="3853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338" name=""/>
          <p:cNvSpPr/>
          <p:nvPr/>
        </p:nvSpPr>
        <p:spPr>
          <a:xfrm>
            <a:off x="6176880" y="4976640"/>
            <a:ext cx="5438880" cy="952920"/>
          </a:xfrm>
          <a:custGeom>
            <a:avLst/>
            <a:gdLst/>
            <a:ahLst/>
            <a:rect l="0" t="0" r="r" b="b"/>
            <a:pathLst>
              <a:path w="15108" h="2647">
                <a:moveTo>
                  <a:pt x="0" y="2343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9" y="225"/>
                  <a:pt x="15" y="206"/>
                  <a:pt x="23" y="188"/>
                </a:cubicBezTo>
                <a:cubicBezTo>
                  <a:pt x="31" y="169"/>
                  <a:pt x="40" y="152"/>
                  <a:pt x="51" y="135"/>
                </a:cubicBezTo>
                <a:cubicBezTo>
                  <a:pt x="62" y="119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5"/>
                  <a:pt x="225" y="10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14804" y="0"/>
                </a:lnTo>
                <a:cubicBezTo>
                  <a:pt x="14824" y="0"/>
                  <a:pt x="14844" y="2"/>
                  <a:pt x="14864" y="6"/>
                </a:cubicBezTo>
                <a:cubicBezTo>
                  <a:pt x="14883" y="10"/>
                  <a:pt x="14902" y="15"/>
                  <a:pt x="14921" y="23"/>
                </a:cubicBezTo>
                <a:cubicBezTo>
                  <a:pt x="14939" y="31"/>
                  <a:pt x="14957" y="40"/>
                  <a:pt x="14973" y="51"/>
                </a:cubicBezTo>
                <a:cubicBezTo>
                  <a:pt x="14990" y="62"/>
                  <a:pt x="15005" y="75"/>
                  <a:pt x="15019" y="89"/>
                </a:cubicBezTo>
                <a:cubicBezTo>
                  <a:pt x="15033" y="103"/>
                  <a:pt x="15046" y="119"/>
                  <a:pt x="15057" y="135"/>
                </a:cubicBezTo>
                <a:cubicBezTo>
                  <a:pt x="15068" y="152"/>
                  <a:pt x="15078" y="169"/>
                  <a:pt x="15085" y="188"/>
                </a:cubicBezTo>
                <a:cubicBezTo>
                  <a:pt x="15093" y="206"/>
                  <a:pt x="15099" y="225"/>
                  <a:pt x="15103" y="245"/>
                </a:cubicBezTo>
                <a:cubicBezTo>
                  <a:pt x="15106" y="264"/>
                  <a:pt x="15108" y="284"/>
                  <a:pt x="15108" y="304"/>
                </a:cubicBezTo>
                <a:lnTo>
                  <a:pt x="15108" y="2343"/>
                </a:lnTo>
                <a:cubicBezTo>
                  <a:pt x="15108" y="2363"/>
                  <a:pt x="15106" y="2382"/>
                  <a:pt x="15103" y="2402"/>
                </a:cubicBezTo>
                <a:cubicBezTo>
                  <a:pt x="15099" y="2421"/>
                  <a:pt x="15093" y="2441"/>
                  <a:pt x="15085" y="2459"/>
                </a:cubicBezTo>
                <a:cubicBezTo>
                  <a:pt x="15078" y="2477"/>
                  <a:pt x="15068" y="2495"/>
                  <a:pt x="15057" y="2512"/>
                </a:cubicBezTo>
                <a:cubicBezTo>
                  <a:pt x="15046" y="2528"/>
                  <a:pt x="15033" y="2544"/>
                  <a:pt x="15019" y="2558"/>
                </a:cubicBezTo>
                <a:cubicBezTo>
                  <a:pt x="15005" y="2572"/>
                  <a:pt x="14990" y="2584"/>
                  <a:pt x="14973" y="2596"/>
                </a:cubicBezTo>
                <a:cubicBezTo>
                  <a:pt x="14957" y="2607"/>
                  <a:pt x="14939" y="2616"/>
                  <a:pt x="14921" y="2624"/>
                </a:cubicBezTo>
                <a:cubicBezTo>
                  <a:pt x="14902" y="2631"/>
                  <a:pt x="14883" y="2637"/>
                  <a:pt x="14864" y="2641"/>
                </a:cubicBezTo>
                <a:cubicBezTo>
                  <a:pt x="14844" y="2645"/>
                  <a:pt x="14824" y="2647"/>
                  <a:pt x="14804" y="2647"/>
                </a:cubicBezTo>
                <a:lnTo>
                  <a:pt x="304" y="2647"/>
                </a:lnTo>
                <a:cubicBezTo>
                  <a:pt x="284" y="2647"/>
                  <a:pt x="264" y="2645"/>
                  <a:pt x="245" y="2641"/>
                </a:cubicBezTo>
                <a:cubicBezTo>
                  <a:pt x="225" y="2637"/>
                  <a:pt x="206" y="2631"/>
                  <a:pt x="188" y="2624"/>
                </a:cubicBezTo>
                <a:cubicBezTo>
                  <a:pt x="169" y="2616"/>
                  <a:pt x="152" y="2607"/>
                  <a:pt x="135" y="2596"/>
                </a:cubicBezTo>
                <a:cubicBezTo>
                  <a:pt x="118" y="2584"/>
                  <a:pt x="103" y="2572"/>
                  <a:pt x="89" y="2558"/>
                </a:cubicBezTo>
                <a:cubicBezTo>
                  <a:pt x="75" y="2544"/>
                  <a:pt x="62" y="2528"/>
                  <a:pt x="51" y="2512"/>
                </a:cubicBezTo>
                <a:cubicBezTo>
                  <a:pt x="40" y="2495"/>
                  <a:pt x="31" y="2477"/>
                  <a:pt x="23" y="2459"/>
                </a:cubicBezTo>
                <a:cubicBezTo>
                  <a:pt x="15" y="2441"/>
                  <a:pt x="9" y="2421"/>
                  <a:pt x="6" y="2402"/>
                </a:cubicBezTo>
                <a:cubicBezTo>
                  <a:pt x="2" y="2382"/>
                  <a:pt x="0" y="2363"/>
                  <a:pt x="0" y="2343"/>
                </a:cubicBezTo>
                <a:close/>
              </a:path>
            </a:pathLst>
          </a:custGeom>
          <a:solidFill>
            <a:srgbClr val="2D2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339" name=""/>
          <p:cNvSpPr/>
          <p:nvPr/>
        </p:nvSpPr>
        <p:spPr>
          <a:xfrm>
            <a:off x="6176880" y="4976640"/>
            <a:ext cx="5438880" cy="952920"/>
          </a:xfrm>
          <a:custGeom>
            <a:avLst/>
            <a:gdLst/>
            <a:ahLst/>
            <a:rect l="0" t="0" r="r" b="b"/>
            <a:pathLst>
              <a:path w="15108" h="2647">
                <a:moveTo>
                  <a:pt x="0" y="2343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9" y="225"/>
                  <a:pt x="15" y="206"/>
                  <a:pt x="23" y="188"/>
                </a:cubicBezTo>
                <a:cubicBezTo>
                  <a:pt x="31" y="169"/>
                  <a:pt x="40" y="152"/>
                  <a:pt x="51" y="135"/>
                </a:cubicBezTo>
                <a:cubicBezTo>
                  <a:pt x="62" y="119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5"/>
                  <a:pt x="225" y="10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14804" y="0"/>
                </a:lnTo>
                <a:cubicBezTo>
                  <a:pt x="14824" y="0"/>
                  <a:pt x="14844" y="2"/>
                  <a:pt x="14864" y="6"/>
                </a:cubicBezTo>
                <a:cubicBezTo>
                  <a:pt x="14883" y="10"/>
                  <a:pt x="14902" y="15"/>
                  <a:pt x="14921" y="23"/>
                </a:cubicBezTo>
                <a:cubicBezTo>
                  <a:pt x="14939" y="31"/>
                  <a:pt x="14957" y="40"/>
                  <a:pt x="14973" y="51"/>
                </a:cubicBezTo>
                <a:cubicBezTo>
                  <a:pt x="14990" y="62"/>
                  <a:pt x="15005" y="75"/>
                  <a:pt x="15019" y="89"/>
                </a:cubicBezTo>
                <a:cubicBezTo>
                  <a:pt x="15033" y="103"/>
                  <a:pt x="15046" y="119"/>
                  <a:pt x="15057" y="135"/>
                </a:cubicBezTo>
                <a:cubicBezTo>
                  <a:pt x="15068" y="152"/>
                  <a:pt x="15078" y="169"/>
                  <a:pt x="15085" y="188"/>
                </a:cubicBezTo>
                <a:cubicBezTo>
                  <a:pt x="15093" y="206"/>
                  <a:pt x="15099" y="225"/>
                  <a:pt x="15103" y="245"/>
                </a:cubicBezTo>
                <a:cubicBezTo>
                  <a:pt x="15106" y="264"/>
                  <a:pt x="15108" y="284"/>
                  <a:pt x="15108" y="304"/>
                </a:cubicBezTo>
                <a:lnTo>
                  <a:pt x="15108" y="2343"/>
                </a:lnTo>
                <a:cubicBezTo>
                  <a:pt x="15108" y="2363"/>
                  <a:pt x="15106" y="2382"/>
                  <a:pt x="15103" y="2402"/>
                </a:cubicBezTo>
                <a:cubicBezTo>
                  <a:pt x="15099" y="2421"/>
                  <a:pt x="15093" y="2441"/>
                  <a:pt x="15085" y="2459"/>
                </a:cubicBezTo>
                <a:cubicBezTo>
                  <a:pt x="15078" y="2477"/>
                  <a:pt x="15068" y="2495"/>
                  <a:pt x="15057" y="2512"/>
                </a:cubicBezTo>
                <a:cubicBezTo>
                  <a:pt x="15046" y="2528"/>
                  <a:pt x="15033" y="2544"/>
                  <a:pt x="15019" y="2558"/>
                </a:cubicBezTo>
                <a:cubicBezTo>
                  <a:pt x="15005" y="2572"/>
                  <a:pt x="14990" y="2584"/>
                  <a:pt x="14973" y="2596"/>
                </a:cubicBezTo>
                <a:cubicBezTo>
                  <a:pt x="14957" y="2607"/>
                  <a:pt x="14939" y="2616"/>
                  <a:pt x="14921" y="2624"/>
                </a:cubicBezTo>
                <a:cubicBezTo>
                  <a:pt x="14902" y="2631"/>
                  <a:pt x="14883" y="2637"/>
                  <a:pt x="14864" y="2641"/>
                </a:cubicBezTo>
                <a:cubicBezTo>
                  <a:pt x="14844" y="2645"/>
                  <a:pt x="14824" y="2647"/>
                  <a:pt x="14804" y="2647"/>
                </a:cubicBezTo>
                <a:lnTo>
                  <a:pt x="304" y="2647"/>
                </a:lnTo>
                <a:cubicBezTo>
                  <a:pt x="284" y="2647"/>
                  <a:pt x="264" y="2645"/>
                  <a:pt x="245" y="2641"/>
                </a:cubicBezTo>
                <a:cubicBezTo>
                  <a:pt x="225" y="2637"/>
                  <a:pt x="206" y="2631"/>
                  <a:pt x="188" y="2624"/>
                </a:cubicBezTo>
                <a:cubicBezTo>
                  <a:pt x="169" y="2616"/>
                  <a:pt x="152" y="2607"/>
                  <a:pt x="135" y="2596"/>
                </a:cubicBezTo>
                <a:cubicBezTo>
                  <a:pt x="118" y="2584"/>
                  <a:pt x="103" y="2572"/>
                  <a:pt x="89" y="2558"/>
                </a:cubicBezTo>
                <a:cubicBezTo>
                  <a:pt x="75" y="2544"/>
                  <a:pt x="62" y="2528"/>
                  <a:pt x="51" y="2512"/>
                </a:cubicBezTo>
                <a:cubicBezTo>
                  <a:pt x="40" y="2495"/>
                  <a:pt x="31" y="2477"/>
                  <a:pt x="23" y="2459"/>
                </a:cubicBezTo>
                <a:cubicBezTo>
                  <a:pt x="15" y="2441"/>
                  <a:pt x="9" y="2421"/>
                  <a:pt x="6" y="2402"/>
                </a:cubicBezTo>
                <a:cubicBezTo>
                  <a:pt x="2" y="2382"/>
                  <a:pt x="0" y="2363"/>
                  <a:pt x="0" y="234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40" name=""/>
          <p:cNvSpPr/>
          <p:nvPr/>
        </p:nvSpPr>
        <p:spPr>
          <a:xfrm>
            <a:off x="6195960" y="6029280"/>
            <a:ext cx="5424840" cy="828720"/>
          </a:xfrm>
          <a:custGeom>
            <a:avLst/>
            <a:gdLst/>
            <a:ahLst/>
            <a:rect l="0" t="0" r="r" b="b"/>
            <a:pathLst>
              <a:path w="15069" h="2302">
                <a:moveTo>
                  <a:pt x="0" y="2302"/>
                </a:moveTo>
                <a:lnTo>
                  <a:pt x="0" y="211"/>
                </a:lnTo>
                <a:cubicBezTo>
                  <a:pt x="0" y="197"/>
                  <a:pt x="1" y="184"/>
                  <a:pt x="2" y="170"/>
                </a:cubicBezTo>
                <a:cubicBezTo>
                  <a:pt x="4" y="156"/>
                  <a:pt x="7" y="143"/>
                  <a:pt x="11" y="130"/>
                </a:cubicBezTo>
                <a:cubicBezTo>
                  <a:pt x="14" y="117"/>
                  <a:pt x="19" y="105"/>
                  <a:pt x="24" y="94"/>
                </a:cubicBezTo>
                <a:cubicBezTo>
                  <a:pt x="29" y="82"/>
                  <a:pt x="36" y="71"/>
                  <a:pt x="42" y="62"/>
                </a:cubicBezTo>
                <a:cubicBezTo>
                  <a:pt x="49" y="52"/>
                  <a:pt x="56" y="43"/>
                  <a:pt x="64" y="35"/>
                </a:cubicBezTo>
                <a:cubicBezTo>
                  <a:pt x="72" y="28"/>
                  <a:pt x="81" y="21"/>
                  <a:pt x="89" y="16"/>
                </a:cubicBezTo>
                <a:cubicBezTo>
                  <a:pt x="98" y="10"/>
                  <a:pt x="107" y="6"/>
                  <a:pt x="117" y="4"/>
                </a:cubicBezTo>
                <a:cubicBezTo>
                  <a:pt x="126" y="1"/>
                  <a:pt x="136" y="0"/>
                  <a:pt x="145" y="0"/>
                </a:cubicBezTo>
                <a:lnTo>
                  <a:pt x="14857" y="0"/>
                </a:lnTo>
                <a:cubicBezTo>
                  <a:pt x="14871" y="0"/>
                  <a:pt x="14885" y="1"/>
                  <a:pt x="14898" y="4"/>
                </a:cubicBezTo>
                <a:cubicBezTo>
                  <a:pt x="14912" y="6"/>
                  <a:pt x="14925" y="10"/>
                  <a:pt x="14938" y="16"/>
                </a:cubicBezTo>
                <a:cubicBezTo>
                  <a:pt x="14951" y="21"/>
                  <a:pt x="14963" y="28"/>
                  <a:pt x="14975" y="35"/>
                </a:cubicBezTo>
                <a:cubicBezTo>
                  <a:pt x="14986" y="43"/>
                  <a:pt x="14997" y="52"/>
                  <a:pt x="15007" y="62"/>
                </a:cubicBezTo>
                <a:cubicBezTo>
                  <a:pt x="15016" y="71"/>
                  <a:pt x="15025" y="82"/>
                  <a:pt x="15033" y="94"/>
                </a:cubicBezTo>
                <a:cubicBezTo>
                  <a:pt x="15041" y="105"/>
                  <a:pt x="15047" y="117"/>
                  <a:pt x="15053" y="130"/>
                </a:cubicBezTo>
                <a:cubicBezTo>
                  <a:pt x="15058" y="143"/>
                  <a:pt x="15062" y="156"/>
                  <a:pt x="15065" y="170"/>
                </a:cubicBezTo>
                <a:cubicBezTo>
                  <a:pt x="15067" y="184"/>
                  <a:pt x="15069" y="197"/>
                  <a:pt x="15069" y="211"/>
                </a:cubicBezTo>
                <a:lnTo>
                  <a:pt x="15069" y="2302"/>
                </a:lnTo>
                <a:lnTo>
                  <a:pt x="0" y="2302"/>
                </a:ln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41" name=""/>
          <p:cNvSpPr/>
          <p:nvPr/>
        </p:nvSpPr>
        <p:spPr>
          <a:xfrm>
            <a:off x="6171840" y="6029280"/>
            <a:ext cx="76680" cy="924120"/>
          </a:xfrm>
          <a:custGeom>
            <a:avLst/>
            <a:gdLst/>
            <a:ahLst/>
            <a:rect l="0" t="0" r="r" b="b"/>
            <a:pathLst>
              <a:path w="213" h="2567">
                <a:moveTo>
                  <a:pt x="0" y="0"/>
                </a:moveTo>
                <a:lnTo>
                  <a:pt x="213" y="0"/>
                </a:lnTo>
                <a:lnTo>
                  <a:pt x="213" y="2567"/>
                </a:lnTo>
                <a:lnTo>
                  <a:pt x="0" y="2567"/>
                </a:lnTo>
                <a:lnTo>
                  <a:pt x="0" y="0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42" name=""/>
          <p:cNvSpPr/>
          <p:nvPr/>
        </p:nvSpPr>
        <p:spPr>
          <a:xfrm>
            <a:off x="6202080" y="1449360"/>
            <a:ext cx="302040" cy="301680"/>
          </a:xfrm>
          <a:custGeom>
            <a:avLst/>
            <a:gdLst/>
            <a:ahLst/>
            <a:rect l="0" t="0" r="r" b="b"/>
            <a:pathLst>
              <a:path w="839" h="838">
                <a:moveTo>
                  <a:pt x="255" y="805"/>
                </a:moveTo>
                <a:cubicBezTo>
                  <a:pt x="204" y="783"/>
                  <a:pt x="159" y="754"/>
                  <a:pt x="122" y="716"/>
                </a:cubicBezTo>
                <a:cubicBezTo>
                  <a:pt x="84" y="678"/>
                  <a:pt x="54" y="634"/>
                  <a:pt x="33" y="582"/>
                </a:cubicBezTo>
                <a:cubicBezTo>
                  <a:pt x="11" y="530"/>
                  <a:pt x="0" y="475"/>
                  <a:pt x="0" y="416"/>
                </a:cubicBezTo>
                <a:cubicBezTo>
                  <a:pt x="0" y="358"/>
                  <a:pt x="11" y="303"/>
                  <a:pt x="33" y="253"/>
                </a:cubicBezTo>
                <a:cubicBezTo>
                  <a:pt x="54" y="202"/>
                  <a:pt x="84" y="158"/>
                  <a:pt x="122" y="120"/>
                </a:cubicBezTo>
                <a:cubicBezTo>
                  <a:pt x="159" y="82"/>
                  <a:pt x="204" y="53"/>
                  <a:pt x="255" y="32"/>
                </a:cubicBezTo>
                <a:cubicBezTo>
                  <a:pt x="306" y="10"/>
                  <a:pt x="361" y="0"/>
                  <a:pt x="419" y="0"/>
                </a:cubicBezTo>
                <a:cubicBezTo>
                  <a:pt x="478" y="0"/>
                  <a:pt x="533" y="10"/>
                  <a:pt x="584" y="32"/>
                </a:cubicBezTo>
                <a:cubicBezTo>
                  <a:pt x="635" y="53"/>
                  <a:pt x="679" y="82"/>
                  <a:pt x="717" y="120"/>
                </a:cubicBezTo>
                <a:cubicBezTo>
                  <a:pt x="754" y="158"/>
                  <a:pt x="785" y="202"/>
                  <a:pt x="807" y="253"/>
                </a:cubicBezTo>
                <a:cubicBezTo>
                  <a:pt x="828" y="303"/>
                  <a:pt x="839" y="358"/>
                  <a:pt x="839" y="416"/>
                </a:cubicBezTo>
                <a:cubicBezTo>
                  <a:pt x="839" y="475"/>
                  <a:pt x="828" y="530"/>
                  <a:pt x="807" y="582"/>
                </a:cubicBezTo>
                <a:cubicBezTo>
                  <a:pt x="785" y="634"/>
                  <a:pt x="754" y="678"/>
                  <a:pt x="717" y="716"/>
                </a:cubicBezTo>
                <a:cubicBezTo>
                  <a:pt x="679" y="754"/>
                  <a:pt x="635" y="783"/>
                  <a:pt x="584" y="805"/>
                </a:cubicBezTo>
                <a:cubicBezTo>
                  <a:pt x="533" y="827"/>
                  <a:pt x="478" y="838"/>
                  <a:pt x="419" y="838"/>
                </a:cubicBezTo>
                <a:cubicBezTo>
                  <a:pt x="361" y="838"/>
                  <a:pt x="306" y="827"/>
                  <a:pt x="255" y="805"/>
                </a:cubicBezTo>
                <a:moveTo>
                  <a:pt x="419" y="778"/>
                </a:moveTo>
                <a:cubicBezTo>
                  <a:pt x="444" y="753"/>
                  <a:pt x="464" y="724"/>
                  <a:pt x="480" y="691"/>
                </a:cubicBezTo>
                <a:cubicBezTo>
                  <a:pt x="497" y="659"/>
                  <a:pt x="510" y="620"/>
                  <a:pt x="521" y="575"/>
                </a:cubicBezTo>
                <a:lnTo>
                  <a:pt x="319" y="575"/>
                </a:lnTo>
                <a:cubicBezTo>
                  <a:pt x="328" y="617"/>
                  <a:pt x="342" y="655"/>
                  <a:pt x="358" y="689"/>
                </a:cubicBezTo>
                <a:cubicBezTo>
                  <a:pt x="374" y="722"/>
                  <a:pt x="395" y="752"/>
                  <a:pt x="419" y="778"/>
                </a:cubicBezTo>
                <a:moveTo>
                  <a:pt x="330" y="765"/>
                </a:moveTo>
                <a:cubicBezTo>
                  <a:pt x="313" y="739"/>
                  <a:pt x="298" y="710"/>
                  <a:pt x="285" y="679"/>
                </a:cubicBezTo>
                <a:cubicBezTo>
                  <a:pt x="273" y="649"/>
                  <a:pt x="262" y="614"/>
                  <a:pt x="254" y="575"/>
                </a:cubicBezTo>
                <a:lnTo>
                  <a:pt x="97" y="575"/>
                </a:lnTo>
                <a:cubicBezTo>
                  <a:pt x="123" y="625"/>
                  <a:pt x="154" y="664"/>
                  <a:pt x="189" y="692"/>
                </a:cubicBezTo>
                <a:cubicBezTo>
                  <a:pt x="224" y="721"/>
                  <a:pt x="271" y="745"/>
                  <a:pt x="330" y="765"/>
                </a:cubicBezTo>
                <a:moveTo>
                  <a:pt x="509" y="764"/>
                </a:moveTo>
                <a:cubicBezTo>
                  <a:pt x="560" y="748"/>
                  <a:pt x="605" y="724"/>
                  <a:pt x="645" y="692"/>
                </a:cubicBezTo>
                <a:cubicBezTo>
                  <a:pt x="685" y="660"/>
                  <a:pt x="717" y="621"/>
                  <a:pt x="742" y="575"/>
                </a:cubicBezTo>
                <a:lnTo>
                  <a:pt x="586" y="575"/>
                </a:lnTo>
                <a:cubicBezTo>
                  <a:pt x="577" y="613"/>
                  <a:pt x="566" y="647"/>
                  <a:pt x="554" y="678"/>
                </a:cubicBezTo>
                <a:cubicBezTo>
                  <a:pt x="542" y="709"/>
                  <a:pt x="527" y="738"/>
                  <a:pt x="509" y="764"/>
                </a:cubicBezTo>
                <a:moveTo>
                  <a:pt x="76" y="512"/>
                </a:moveTo>
                <a:lnTo>
                  <a:pt x="242" y="512"/>
                </a:lnTo>
                <a:cubicBezTo>
                  <a:pt x="240" y="493"/>
                  <a:pt x="239" y="476"/>
                  <a:pt x="239" y="461"/>
                </a:cubicBezTo>
                <a:cubicBezTo>
                  <a:pt x="238" y="446"/>
                  <a:pt x="238" y="431"/>
                  <a:pt x="238" y="416"/>
                </a:cubicBezTo>
                <a:cubicBezTo>
                  <a:pt x="238" y="399"/>
                  <a:pt x="238" y="383"/>
                  <a:pt x="239" y="370"/>
                </a:cubicBezTo>
                <a:cubicBezTo>
                  <a:pt x="240" y="356"/>
                  <a:pt x="241" y="341"/>
                  <a:pt x="243" y="324"/>
                </a:cubicBezTo>
                <a:lnTo>
                  <a:pt x="76" y="324"/>
                </a:lnTo>
                <a:cubicBezTo>
                  <a:pt x="71" y="341"/>
                  <a:pt x="67" y="356"/>
                  <a:pt x="66" y="369"/>
                </a:cubicBezTo>
                <a:cubicBezTo>
                  <a:pt x="64" y="383"/>
                  <a:pt x="63" y="398"/>
                  <a:pt x="63" y="416"/>
                </a:cubicBezTo>
                <a:cubicBezTo>
                  <a:pt x="63" y="435"/>
                  <a:pt x="64" y="451"/>
                  <a:pt x="66" y="465"/>
                </a:cubicBezTo>
                <a:cubicBezTo>
                  <a:pt x="67" y="479"/>
                  <a:pt x="71" y="495"/>
                  <a:pt x="76" y="512"/>
                </a:cubicBezTo>
                <a:moveTo>
                  <a:pt x="307" y="512"/>
                </a:moveTo>
                <a:lnTo>
                  <a:pt x="532" y="512"/>
                </a:lnTo>
                <a:cubicBezTo>
                  <a:pt x="535" y="490"/>
                  <a:pt x="537" y="472"/>
                  <a:pt x="538" y="459"/>
                </a:cubicBezTo>
                <a:cubicBezTo>
                  <a:pt x="538" y="445"/>
                  <a:pt x="539" y="431"/>
                  <a:pt x="539" y="416"/>
                </a:cubicBezTo>
                <a:cubicBezTo>
                  <a:pt x="539" y="402"/>
                  <a:pt x="538" y="389"/>
                  <a:pt x="538" y="376"/>
                </a:cubicBezTo>
                <a:cubicBezTo>
                  <a:pt x="537" y="363"/>
                  <a:pt x="535" y="346"/>
                  <a:pt x="532" y="324"/>
                </a:cubicBezTo>
                <a:lnTo>
                  <a:pt x="307" y="324"/>
                </a:lnTo>
                <a:cubicBezTo>
                  <a:pt x="304" y="346"/>
                  <a:pt x="303" y="363"/>
                  <a:pt x="302" y="376"/>
                </a:cubicBezTo>
                <a:cubicBezTo>
                  <a:pt x="301" y="389"/>
                  <a:pt x="301" y="402"/>
                  <a:pt x="301" y="416"/>
                </a:cubicBezTo>
                <a:cubicBezTo>
                  <a:pt x="301" y="431"/>
                  <a:pt x="301" y="445"/>
                  <a:pt x="302" y="459"/>
                </a:cubicBezTo>
                <a:cubicBezTo>
                  <a:pt x="303" y="472"/>
                  <a:pt x="304" y="490"/>
                  <a:pt x="307" y="512"/>
                </a:cubicBezTo>
                <a:moveTo>
                  <a:pt x="595" y="512"/>
                </a:moveTo>
                <a:lnTo>
                  <a:pt x="763" y="512"/>
                </a:lnTo>
                <a:cubicBezTo>
                  <a:pt x="769" y="495"/>
                  <a:pt x="772" y="479"/>
                  <a:pt x="774" y="465"/>
                </a:cubicBezTo>
                <a:cubicBezTo>
                  <a:pt x="775" y="451"/>
                  <a:pt x="776" y="435"/>
                  <a:pt x="776" y="416"/>
                </a:cubicBezTo>
                <a:cubicBezTo>
                  <a:pt x="776" y="398"/>
                  <a:pt x="775" y="383"/>
                  <a:pt x="774" y="369"/>
                </a:cubicBezTo>
                <a:cubicBezTo>
                  <a:pt x="772" y="356"/>
                  <a:pt x="769" y="341"/>
                  <a:pt x="763" y="324"/>
                </a:cubicBezTo>
                <a:lnTo>
                  <a:pt x="596" y="324"/>
                </a:lnTo>
                <a:cubicBezTo>
                  <a:pt x="598" y="349"/>
                  <a:pt x="600" y="367"/>
                  <a:pt x="600" y="380"/>
                </a:cubicBezTo>
                <a:cubicBezTo>
                  <a:pt x="601" y="393"/>
                  <a:pt x="601" y="405"/>
                  <a:pt x="601" y="416"/>
                </a:cubicBezTo>
                <a:cubicBezTo>
                  <a:pt x="601" y="432"/>
                  <a:pt x="601" y="446"/>
                  <a:pt x="600" y="460"/>
                </a:cubicBezTo>
                <a:cubicBezTo>
                  <a:pt x="599" y="473"/>
                  <a:pt x="597" y="491"/>
                  <a:pt x="595" y="512"/>
                </a:cubicBezTo>
                <a:moveTo>
                  <a:pt x="585" y="261"/>
                </a:moveTo>
                <a:lnTo>
                  <a:pt x="742" y="261"/>
                </a:lnTo>
                <a:cubicBezTo>
                  <a:pt x="719" y="213"/>
                  <a:pt x="687" y="173"/>
                  <a:pt x="647" y="141"/>
                </a:cubicBezTo>
                <a:cubicBezTo>
                  <a:pt x="607" y="109"/>
                  <a:pt x="561" y="86"/>
                  <a:pt x="508" y="73"/>
                </a:cubicBezTo>
                <a:cubicBezTo>
                  <a:pt x="526" y="99"/>
                  <a:pt x="541" y="127"/>
                  <a:pt x="553" y="157"/>
                </a:cubicBezTo>
                <a:cubicBezTo>
                  <a:pt x="565" y="187"/>
                  <a:pt x="576" y="222"/>
                  <a:pt x="585" y="261"/>
                </a:cubicBezTo>
                <a:moveTo>
                  <a:pt x="319" y="261"/>
                </a:moveTo>
                <a:lnTo>
                  <a:pt x="522" y="261"/>
                </a:lnTo>
                <a:cubicBezTo>
                  <a:pt x="514" y="224"/>
                  <a:pt x="501" y="189"/>
                  <a:pt x="483" y="154"/>
                </a:cubicBezTo>
                <a:cubicBezTo>
                  <a:pt x="465" y="119"/>
                  <a:pt x="444" y="89"/>
                  <a:pt x="419" y="62"/>
                </a:cubicBezTo>
                <a:cubicBezTo>
                  <a:pt x="397" y="81"/>
                  <a:pt x="378" y="106"/>
                  <a:pt x="363" y="137"/>
                </a:cubicBezTo>
                <a:cubicBezTo>
                  <a:pt x="347" y="167"/>
                  <a:pt x="333" y="209"/>
                  <a:pt x="319" y="261"/>
                </a:cubicBezTo>
                <a:moveTo>
                  <a:pt x="97" y="261"/>
                </a:moveTo>
                <a:lnTo>
                  <a:pt x="255" y="261"/>
                </a:lnTo>
                <a:cubicBezTo>
                  <a:pt x="262" y="224"/>
                  <a:pt x="272" y="190"/>
                  <a:pt x="284" y="160"/>
                </a:cubicBezTo>
                <a:cubicBezTo>
                  <a:pt x="296" y="131"/>
                  <a:pt x="311" y="102"/>
                  <a:pt x="329" y="74"/>
                </a:cubicBezTo>
                <a:cubicBezTo>
                  <a:pt x="277" y="87"/>
                  <a:pt x="231" y="110"/>
                  <a:pt x="192" y="141"/>
                </a:cubicBezTo>
                <a:cubicBezTo>
                  <a:pt x="153" y="172"/>
                  <a:pt x="121" y="213"/>
                  <a:pt x="97" y="261"/>
                </a:cubicBez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43" name=""/>
          <p:cNvSpPr txBox="1"/>
          <p:nvPr/>
        </p:nvSpPr>
        <p:spPr>
          <a:xfrm>
            <a:off x="1047600" y="529560"/>
            <a:ext cx="744624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Antigravity 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ブラウザ（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Browser Subagent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）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44" name=""/>
          <p:cNvSpPr/>
          <p:nvPr/>
        </p:nvSpPr>
        <p:spPr>
          <a:xfrm>
            <a:off x="6352920" y="22572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45" name=""/>
          <p:cNvSpPr txBox="1"/>
          <p:nvPr/>
        </p:nvSpPr>
        <p:spPr>
          <a:xfrm>
            <a:off x="6534000" y="1608840"/>
            <a:ext cx="10076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できること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46" name=""/>
          <p:cNvSpPr txBox="1"/>
          <p:nvPr/>
        </p:nvSpPr>
        <p:spPr>
          <a:xfrm>
            <a:off x="6591240" y="2174400"/>
            <a:ext cx="4496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クリック‧スクロール‧入力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：ブラウザを自律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47" name=""/>
          <p:cNvSpPr/>
          <p:nvPr/>
        </p:nvSpPr>
        <p:spPr>
          <a:xfrm>
            <a:off x="6352920" y="30384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10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6" y="10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48" name=""/>
          <p:cNvSpPr txBox="1"/>
          <p:nvPr/>
        </p:nvSpPr>
        <p:spPr>
          <a:xfrm>
            <a:off x="6591240" y="2536200"/>
            <a:ext cx="457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操作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49" name=""/>
          <p:cNvSpPr txBox="1"/>
          <p:nvPr/>
        </p:nvSpPr>
        <p:spPr>
          <a:xfrm>
            <a:off x="6591240" y="2955240"/>
            <a:ext cx="44964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DOM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キャプチャ‧スクリーンショット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：画面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50" name=""/>
          <p:cNvSpPr/>
          <p:nvPr/>
        </p:nvSpPr>
        <p:spPr>
          <a:xfrm>
            <a:off x="6352920" y="38289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4" y="179"/>
                  <a:pt x="216" y="192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2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0" y="15"/>
                  <a:pt x="193" y="23"/>
                  <a:pt x="204" y="35"/>
                </a:cubicBezTo>
                <a:cubicBezTo>
                  <a:pt x="216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51" name=""/>
          <p:cNvSpPr txBox="1"/>
          <p:nvPr/>
        </p:nvSpPr>
        <p:spPr>
          <a:xfrm>
            <a:off x="6591240" y="3326760"/>
            <a:ext cx="1600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内容を読み取り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52" name=""/>
          <p:cNvSpPr/>
          <p:nvPr/>
        </p:nvSpPr>
        <p:spPr>
          <a:xfrm>
            <a:off x="6202080" y="4506840"/>
            <a:ext cx="302040" cy="302040"/>
          </a:xfrm>
          <a:custGeom>
            <a:avLst/>
            <a:gdLst/>
            <a:ahLst/>
            <a:rect l="0" t="0" r="r" b="b"/>
            <a:pathLst>
              <a:path w="839" h="839">
                <a:moveTo>
                  <a:pt x="323" y="839"/>
                </a:moveTo>
                <a:lnTo>
                  <a:pt x="302" y="707"/>
                </a:lnTo>
                <a:cubicBezTo>
                  <a:pt x="289" y="702"/>
                  <a:pt x="275" y="695"/>
                  <a:pt x="260" y="687"/>
                </a:cubicBezTo>
                <a:cubicBezTo>
                  <a:pt x="245" y="678"/>
                  <a:pt x="232" y="670"/>
                  <a:pt x="221" y="661"/>
                </a:cubicBezTo>
                <a:lnTo>
                  <a:pt x="98" y="717"/>
                </a:lnTo>
                <a:lnTo>
                  <a:pt x="0" y="545"/>
                </a:lnTo>
                <a:lnTo>
                  <a:pt x="113" y="463"/>
                </a:lnTo>
                <a:cubicBezTo>
                  <a:pt x="112" y="456"/>
                  <a:pt x="111" y="448"/>
                  <a:pt x="111" y="440"/>
                </a:cubicBezTo>
                <a:cubicBezTo>
                  <a:pt x="110" y="432"/>
                  <a:pt x="110" y="425"/>
                  <a:pt x="110" y="419"/>
                </a:cubicBezTo>
                <a:cubicBezTo>
                  <a:pt x="110" y="412"/>
                  <a:pt x="110" y="405"/>
                  <a:pt x="111" y="397"/>
                </a:cubicBezTo>
                <a:cubicBezTo>
                  <a:pt x="111" y="389"/>
                  <a:pt x="112" y="382"/>
                  <a:pt x="113" y="376"/>
                </a:cubicBezTo>
                <a:lnTo>
                  <a:pt x="0" y="293"/>
                </a:lnTo>
                <a:lnTo>
                  <a:pt x="98" y="121"/>
                </a:lnTo>
                <a:lnTo>
                  <a:pt x="221" y="178"/>
                </a:lnTo>
                <a:cubicBezTo>
                  <a:pt x="232" y="169"/>
                  <a:pt x="245" y="160"/>
                  <a:pt x="260" y="152"/>
                </a:cubicBezTo>
                <a:cubicBezTo>
                  <a:pt x="275" y="143"/>
                  <a:pt x="289" y="137"/>
                  <a:pt x="302" y="133"/>
                </a:cubicBezTo>
                <a:lnTo>
                  <a:pt x="323" y="0"/>
                </a:lnTo>
                <a:lnTo>
                  <a:pt x="516" y="0"/>
                </a:lnTo>
                <a:lnTo>
                  <a:pt x="537" y="132"/>
                </a:lnTo>
                <a:cubicBezTo>
                  <a:pt x="550" y="137"/>
                  <a:pt x="564" y="143"/>
                  <a:pt x="579" y="151"/>
                </a:cubicBezTo>
                <a:cubicBezTo>
                  <a:pt x="594" y="159"/>
                  <a:pt x="607" y="168"/>
                  <a:pt x="617" y="178"/>
                </a:cubicBezTo>
                <a:lnTo>
                  <a:pt x="741" y="121"/>
                </a:lnTo>
                <a:lnTo>
                  <a:pt x="839" y="293"/>
                </a:lnTo>
                <a:lnTo>
                  <a:pt x="725" y="374"/>
                </a:lnTo>
                <a:cubicBezTo>
                  <a:pt x="726" y="381"/>
                  <a:pt x="727" y="388"/>
                  <a:pt x="728" y="396"/>
                </a:cubicBezTo>
                <a:cubicBezTo>
                  <a:pt x="728" y="404"/>
                  <a:pt x="728" y="412"/>
                  <a:pt x="728" y="419"/>
                </a:cubicBezTo>
                <a:cubicBezTo>
                  <a:pt x="728" y="426"/>
                  <a:pt x="728" y="433"/>
                  <a:pt x="728" y="441"/>
                </a:cubicBezTo>
                <a:cubicBezTo>
                  <a:pt x="727" y="448"/>
                  <a:pt x="726" y="457"/>
                  <a:pt x="725" y="464"/>
                </a:cubicBezTo>
                <a:lnTo>
                  <a:pt x="839" y="545"/>
                </a:lnTo>
                <a:lnTo>
                  <a:pt x="741" y="717"/>
                </a:lnTo>
                <a:lnTo>
                  <a:pt x="617" y="661"/>
                </a:lnTo>
                <a:cubicBezTo>
                  <a:pt x="606" y="670"/>
                  <a:pt x="593" y="678"/>
                  <a:pt x="579" y="687"/>
                </a:cubicBezTo>
                <a:cubicBezTo>
                  <a:pt x="565" y="696"/>
                  <a:pt x="550" y="702"/>
                  <a:pt x="537" y="707"/>
                </a:cubicBezTo>
                <a:lnTo>
                  <a:pt x="516" y="839"/>
                </a:lnTo>
                <a:lnTo>
                  <a:pt x="323" y="839"/>
                </a:lnTo>
                <a:moveTo>
                  <a:pt x="373" y="776"/>
                </a:moveTo>
                <a:lnTo>
                  <a:pt x="465" y="776"/>
                </a:lnTo>
                <a:lnTo>
                  <a:pt x="480" y="658"/>
                </a:lnTo>
                <a:cubicBezTo>
                  <a:pt x="503" y="653"/>
                  <a:pt x="525" y="644"/>
                  <a:pt x="545" y="632"/>
                </a:cubicBezTo>
                <a:cubicBezTo>
                  <a:pt x="566" y="620"/>
                  <a:pt x="585" y="606"/>
                  <a:pt x="601" y="589"/>
                </a:cubicBezTo>
                <a:lnTo>
                  <a:pt x="712" y="637"/>
                </a:lnTo>
                <a:lnTo>
                  <a:pt x="754" y="562"/>
                </a:lnTo>
                <a:lnTo>
                  <a:pt x="656" y="490"/>
                </a:lnTo>
                <a:cubicBezTo>
                  <a:pt x="659" y="478"/>
                  <a:pt x="661" y="466"/>
                  <a:pt x="663" y="454"/>
                </a:cubicBezTo>
                <a:cubicBezTo>
                  <a:pt x="664" y="442"/>
                  <a:pt x="665" y="430"/>
                  <a:pt x="665" y="419"/>
                </a:cubicBezTo>
                <a:cubicBezTo>
                  <a:pt x="665" y="407"/>
                  <a:pt x="665" y="395"/>
                  <a:pt x="663" y="384"/>
                </a:cubicBezTo>
                <a:cubicBezTo>
                  <a:pt x="662" y="372"/>
                  <a:pt x="659" y="360"/>
                  <a:pt x="656" y="348"/>
                </a:cubicBezTo>
                <a:lnTo>
                  <a:pt x="754" y="276"/>
                </a:lnTo>
                <a:lnTo>
                  <a:pt x="712" y="201"/>
                </a:lnTo>
                <a:lnTo>
                  <a:pt x="601" y="249"/>
                </a:lnTo>
                <a:cubicBezTo>
                  <a:pt x="585" y="231"/>
                  <a:pt x="567" y="216"/>
                  <a:pt x="547" y="203"/>
                </a:cubicBezTo>
                <a:cubicBezTo>
                  <a:pt x="527" y="191"/>
                  <a:pt x="504" y="183"/>
                  <a:pt x="480" y="180"/>
                </a:cubicBezTo>
                <a:lnTo>
                  <a:pt x="465" y="63"/>
                </a:lnTo>
                <a:lnTo>
                  <a:pt x="373" y="63"/>
                </a:lnTo>
                <a:lnTo>
                  <a:pt x="358" y="180"/>
                </a:lnTo>
                <a:cubicBezTo>
                  <a:pt x="335" y="185"/>
                  <a:pt x="313" y="193"/>
                  <a:pt x="292" y="205"/>
                </a:cubicBezTo>
                <a:cubicBezTo>
                  <a:pt x="271" y="217"/>
                  <a:pt x="253" y="232"/>
                  <a:pt x="237" y="249"/>
                </a:cubicBezTo>
                <a:lnTo>
                  <a:pt x="126" y="201"/>
                </a:lnTo>
                <a:lnTo>
                  <a:pt x="84" y="276"/>
                </a:lnTo>
                <a:lnTo>
                  <a:pt x="183" y="348"/>
                </a:lnTo>
                <a:cubicBezTo>
                  <a:pt x="180" y="360"/>
                  <a:pt x="177" y="372"/>
                  <a:pt x="176" y="384"/>
                </a:cubicBezTo>
                <a:cubicBezTo>
                  <a:pt x="174" y="395"/>
                  <a:pt x="173" y="407"/>
                  <a:pt x="173" y="419"/>
                </a:cubicBezTo>
                <a:cubicBezTo>
                  <a:pt x="173" y="430"/>
                  <a:pt x="174" y="442"/>
                  <a:pt x="176" y="454"/>
                </a:cubicBezTo>
                <a:cubicBezTo>
                  <a:pt x="177" y="466"/>
                  <a:pt x="180" y="478"/>
                  <a:pt x="183" y="490"/>
                </a:cubicBezTo>
                <a:lnTo>
                  <a:pt x="84" y="562"/>
                </a:lnTo>
                <a:lnTo>
                  <a:pt x="126" y="637"/>
                </a:lnTo>
                <a:lnTo>
                  <a:pt x="237" y="589"/>
                </a:lnTo>
                <a:cubicBezTo>
                  <a:pt x="254" y="606"/>
                  <a:pt x="272" y="620"/>
                  <a:pt x="293" y="632"/>
                </a:cubicBezTo>
                <a:cubicBezTo>
                  <a:pt x="314" y="644"/>
                  <a:pt x="335" y="653"/>
                  <a:pt x="358" y="658"/>
                </a:cubicBezTo>
                <a:lnTo>
                  <a:pt x="373" y="776"/>
                </a:lnTo>
                <a:moveTo>
                  <a:pt x="419" y="556"/>
                </a:moveTo>
                <a:cubicBezTo>
                  <a:pt x="457" y="556"/>
                  <a:pt x="489" y="543"/>
                  <a:pt x="516" y="516"/>
                </a:cubicBezTo>
                <a:cubicBezTo>
                  <a:pt x="542" y="489"/>
                  <a:pt x="555" y="457"/>
                  <a:pt x="555" y="419"/>
                </a:cubicBezTo>
                <a:cubicBezTo>
                  <a:pt x="555" y="381"/>
                  <a:pt x="542" y="349"/>
                  <a:pt x="516" y="322"/>
                </a:cubicBezTo>
                <a:cubicBezTo>
                  <a:pt x="489" y="296"/>
                  <a:pt x="457" y="282"/>
                  <a:pt x="419" y="282"/>
                </a:cubicBezTo>
                <a:cubicBezTo>
                  <a:pt x="382" y="282"/>
                  <a:pt x="349" y="296"/>
                  <a:pt x="323" y="322"/>
                </a:cubicBezTo>
                <a:cubicBezTo>
                  <a:pt x="296" y="349"/>
                  <a:pt x="283" y="381"/>
                  <a:pt x="283" y="419"/>
                </a:cubicBezTo>
                <a:cubicBezTo>
                  <a:pt x="283" y="457"/>
                  <a:pt x="296" y="489"/>
                  <a:pt x="323" y="516"/>
                </a:cubicBezTo>
                <a:cubicBezTo>
                  <a:pt x="349" y="543"/>
                  <a:pt x="382" y="556"/>
                  <a:pt x="419" y="556"/>
                </a:cubicBez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53" name=""/>
          <p:cNvSpPr txBox="1"/>
          <p:nvPr/>
        </p:nvSpPr>
        <p:spPr>
          <a:xfrm>
            <a:off x="6591240" y="3746160"/>
            <a:ext cx="3429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動画録画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：操作セッションを記録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54" name=""/>
          <p:cNvSpPr txBox="1"/>
          <p:nvPr/>
        </p:nvSpPr>
        <p:spPr>
          <a:xfrm>
            <a:off x="6534000" y="4666320"/>
            <a:ext cx="15789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初回セットアップ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55" name=""/>
          <p:cNvSpPr txBox="1"/>
          <p:nvPr/>
        </p:nvSpPr>
        <p:spPr>
          <a:xfrm>
            <a:off x="6353280" y="5155920"/>
            <a:ext cx="15300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56" name=""/>
          <p:cNvSpPr txBox="1"/>
          <p:nvPr/>
        </p:nvSpPr>
        <p:spPr>
          <a:xfrm>
            <a:off x="6505560" y="5159520"/>
            <a:ext cx="21956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go to antigravity.google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57" name=""/>
          <p:cNvSpPr txBox="1"/>
          <p:nvPr/>
        </p:nvSpPr>
        <p:spPr>
          <a:xfrm>
            <a:off x="8700120" y="5155920"/>
            <a:ext cx="167724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」とエージェントに指示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58" name=""/>
          <p:cNvSpPr txBox="1"/>
          <p:nvPr/>
        </p:nvSpPr>
        <p:spPr>
          <a:xfrm>
            <a:off x="6353280" y="5375160"/>
            <a:ext cx="15300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→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59" name=""/>
          <p:cNvSpPr txBox="1"/>
          <p:nvPr/>
        </p:nvSpPr>
        <p:spPr>
          <a:xfrm>
            <a:off x="6505560" y="5378400"/>
            <a:ext cx="54936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Setup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60" name=""/>
          <p:cNvSpPr txBox="1"/>
          <p:nvPr/>
        </p:nvSpPr>
        <p:spPr>
          <a:xfrm>
            <a:off x="7054200" y="5375160"/>
            <a:ext cx="122004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ボタンをクリック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61" name=""/>
          <p:cNvSpPr txBox="1"/>
          <p:nvPr/>
        </p:nvSpPr>
        <p:spPr>
          <a:xfrm>
            <a:off x="6353280" y="5603760"/>
            <a:ext cx="15300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→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62" name=""/>
          <p:cNvSpPr txBox="1"/>
          <p:nvPr/>
        </p:nvSpPr>
        <p:spPr>
          <a:xfrm>
            <a:off x="6505560" y="5607000"/>
            <a:ext cx="6408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Chrome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63" name=""/>
          <p:cNvSpPr/>
          <p:nvPr/>
        </p:nvSpPr>
        <p:spPr>
          <a:xfrm>
            <a:off x="6395760" y="6186960"/>
            <a:ext cx="143280" cy="195120"/>
          </a:xfrm>
          <a:custGeom>
            <a:avLst/>
            <a:gdLst/>
            <a:ahLst/>
            <a:rect l="0" t="0" r="r" b="b"/>
            <a:pathLst>
              <a:path w="398" h="542">
                <a:moveTo>
                  <a:pt x="161" y="526"/>
                </a:moveTo>
                <a:cubicBezTo>
                  <a:pt x="150" y="516"/>
                  <a:pt x="145" y="503"/>
                  <a:pt x="145" y="488"/>
                </a:cubicBezTo>
                <a:lnTo>
                  <a:pt x="253" y="488"/>
                </a:lnTo>
                <a:cubicBezTo>
                  <a:pt x="253" y="503"/>
                  <a:pt x="247" y="516"/>
                  <a:pt x="237" y="526"/>
                </a:cubicBezTo>
                <a:cubicBezTo>
                  <a:pt x="226" y="536"/>
                  <a:pt x="214" y="542"/>
                  <a:pt x="199" y="542"/>
                </a:cubicBezTo>
                <a:cubicBezTo>
                  <a:pt x="184" y="542"/>
                  <a:pt x="171" y="536"/>
                  <a:pt x="161" y="526"/>
                </a:cubicBezTo>
                <a:moveTo>
                  <a:pt x="92" y="447"/>
                </a:moveTo>
                <a:lnTo>
                  <a:pt x="92" y="407"/>
                </a:lnTo>
                <a:lnTo>
                  <a:pt x="307" y="407"/>
                </a:lnTo>
                <a:lnTo>
                  <a:pt x="307" y="447"/>
                </a:lnTo>
                <a:lnTo>
                  <a:pt x="92" y="447"/>
                </a:lnTo>
                <a:moveTo>
                  <a:pt x="95" y="367"/>
                </a:moveTo>
                <a:cubicBezTo>
                  <a:pt x="66" y="347"/>
                  <a:pt x="43" y="323"/>
                  <a:pt x="26" y="295"/>
                </a:cubicBezTo>
                <a:cubicBezTo>
                  <a:pt x="9" y="266"/>
                  <a:pt x="0" y="234"/>
                  <a:pt x="0" y="199"/>
                </a:cubicBezTo>
                <a:cubicBezTo>
                  <a:pt x="0" y="145"/>
                  <a:pt x="20" y="98"/>
                  <a:pt x="59" y="59"/>
                </a:cubicBezTo>
                <a:cubicBezTo>
                  <a:pt x="98" y="20"/>
                  <a:pt x="145" y="0"/>
                  <a:pt x="199" y="0"/>
                </a:cubicBezTo>
                <a:cubicBezTo>
                  <a:pt x="254" y="0"/>
                  <a:pt x="300" y="20"/>
                  <a:pt x="339" y="59"/>
                </a:cubicBezTo>
                <a:cubicBezTo>
                  <a:pt x="379" y="98"/>
                  <a:pt x="398" y="145"/>
                  <a:pt x="398" y="199"/>
                </a:cubicBezTo>
                <a:cubicBezTo>
                  <a:pt x="398" y="234"/>
                  <a:pt x="390" y="266"/>
                  <a:pt x="373" y="295"/>
                </a:cubicBezTo>
                <a:cubicBezTo>
                  <a:pt x="356" y="323"/>
                  <a:pt x="333" y="347"/>
                  <a:pt x="304" y="367"/>
                </a:cubicBezTo>
                <a:lnTo>
                  <a:pt x="95" y="367"/>
                </a:lnTo>
                <a:moveTo>
                  <a:pt x="109" y="326"/>
                </a:moveTo>
                <a:lnTo>
                  <a:pt x="290" y="326"/>
                </a:lnTo>
                <a:cubicBezTo>
                  <a:pt x="311" y="312"/>
                  <a:pt x="328" y="294"/>
                  <a:pt x="340" y="271"/>
                </a:cubicBezTo>
                <a:cubicBezTo>
                  <a:pt x="352" y="249"/>
                  <a:pt x="358" y="225"/>
                  <a:pt x="358" y="199"/>
                </a:cubicBezTo>
                <a:cubicBezTo>
                  <a:pt x="358" y="155"/>
                  <a:pt x="343" y="118"/>
                  <a:pt x="312" y="86"/>
                </a:cubicBezTo>
                <a:cubicBezTo>
                  <a:pt x="281" y="55"/>
                  <a:pt x="242" y="40"/>
                  <a:pt x="199" y="40"/>
                </a:cubicBezTo>
                <a:cubicBezTo>
                  <a:pt x="155" y="40"/>
                  <a:pt x="118" y="55"/>
                  <a:pt x="87" y="86"/>
                </a:cubicBezTo>
                <a:cubicBezTo>
                  <a:pt x="56" y="118"/>
                  <a:pt x="40" y="155"/>
                  <a:pt x="40" y="199"/>
                </a:cubicBezTo>
                <a:cubicBezTo>
                  <a:pt x="40" y="225"/>
                  <a:pt x="46" y="249"/>
                  <a:pt x="58" y="271"/>
                </a:cubicBezTo>
                <a:cubicBezTo>
                  <a:pt x="71" y="294"/>
                  <a:pt x="88" y="312"/>
                  <a:pt x="109" y="326"/>
                </a:cubicBez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64" name=""/>
          <p:cNvSpPr txBox="1"/>
          <p:nvPr/>
        </p:nvSpPr>
        <p:spPr>
          <a:xfrm>
            <a:off x="7145640" y="5603760"/>
            <a:ext cx="167724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拡張機能をインストール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65" name=""/>
          <p:cNvSpPr txBox="1"/>
          <p:nvPr/>
        </p:nvSpPr>
        <p:spPr>
          <a:xfrm>
            <a:off x="6581880" y="6193800"/>
            <a:ext cx="4890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 Web</a:t>
            </a:r>
            <a:r>
              <a:rPr lang="ja-JP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スクレイピング、フォーム入力、</a:t>
            </a:r>
            <a:r>
              <a:rPr lang="en-US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UI</a:t>
            </a:r>
            <a:r>
              <a:rPr lang="ja-JP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テスト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66" name=""/>
          <p:cNvSpPr txBox="1"/>
          <p:nvPr/>
        </p:nvSpPr>
        <p:spPr>
          <a:xfrm>
            <a:off x="6353280" y="6565320"/>
            <a:ext cx="228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まで自動化できます！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67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71" name=""/>
          <p:cNvSpPr/>
          <p:nvPr/>
        </p:nvSpPr>
        <p:spPr>
          <a:xfrm>
            <a:off x="571320" y="100944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72" name=""/>
          <p:cNvSpPr/>
          <p:nvPr/>
        </p:nvSpPr>
        <p:spPr>
          <a:xfrm>
            <a:off x="610920" y="420480"/>
            <a:ext cx="397440" cy="397440"/>
          </a:xfrm>
          <a:custGeom>
            <a:avLst/>
            <a:gdLst/>
            <a:ahLst/>
            <a:rect l="0" t="0" r="r" b="b"/>
            <a:pathLst>
              <a:path w="1104" h="1104">
                <a:moveTo>
                  <a:pt x="138" y="1104"/>
                </a:moveTo>
                <a:cubicBezTo>
                  <a:pt x="115" y="1104"/>
                  <a:pt x="96" y="1095"/>
                  <a:pt x="80" y="1079"/>
                </a:cubicBezTo>
                <a:cubicBezTo>
                  <a:pt x="63" y="1063"/>
                  <a:pt x="55" y="1044"/>
                  <a:pt x="55" y="1021"/>
                </a:cubicBezTo>
                <a:lnTo>
                  <a:pt x="55" y="354"/>
                </a:lnTo>
                <a:cubicBezTo>
                  <a:pt x="40" y="349"/>
                  <a:pt x="27" y="339"/>
                  <a:pt x="16" y="325"/>
                </a:cubicBezTo>
                <a:cubicBezTo>
                  <a:pt x="6" y="311"/>
                  <a:pt x="0" y="294"/>
                  <a:pt x="0" y="276"/>
                </a:cubicBezTo>
                <a:lnTo>
                  <a:pt x="0" y="83"/>
                </a:lnTo>
                <a:cubicBezTo>
                  <a:pt x="0" y="60"/>
                  <a:pt x="8" y="41"/>
                  <a:pt x="25" y="24"/>
                </a:cubicBezTo>
                <a:cubicBezTo>
                  <a:pt x="41" y="8"/>
                  <a:pt x="60" y="0"/>
                  <a:pt x="83" y="0"/>
                </a:cubicBezTo>
                <a:lnTo>
                  <a:pt x="1020" y="0"/>
                </a:lnTo>
                <a:cubicBezTo>
                  <a:pt x="1043" y="0"/>
                  <a:pt x="1063" y="8"/>
                  <a:pt x="1079" y="24"/>
                </a:cubicBezTo>
                <a:cubicBezTo>
                  <a:pt x="1096" y="41"/>
                  <a:pt x="1104" y="60"/>
                  <a:pt x="1104" y="83"/>
                </a:cubicBezTo>
                <a:lnTo>
                  <a:pt x="1104" y="276"/>
                </a:lnTo>
                <a:cubicBezTo>
                  <a:pt x="1104" y="294"/>
                  <a:pt x="1098" y="311"/>
                  <a:pt x="1088" y="325"/>
                </a:cubicBezTo>
                <a:cubicBezTo>
                  <a:pt x="1077" y="339"/>
                  <a:pt x="1064" y="349"/>
                  <a:pt x="1048" y="354"/>
                </a:cubicBezTo>
                <a:lnTo>
                  <a:pt x="1048" y="1021"/>
                </a:lnTo>
                <a:cubicBezTo>
                  <a:pt x="1048" y="1044"/>
                  <a:pt x="1039" y="1063"/>
                  <a:pt x="1023" y="1079"/>
                </a:cubicBezTo>
                <a:cubicBezTo>
                  <a:pt x="1007" y="1095"/>
                  <a:pt x="988" y="1104"/>
                  <a:pt x="965" y="1104"/>
                </a:cubicBezTo>
                <a:lnTo>
                  <a:pt x="138" y="1104"/>
                </a:lnTo>
                <a:moveTo>
                  <a:pt x="138" y="358"/>
                </a:moveTo>
                <a:lnTo>
                  <a:pt x="138" y="1021"/>
                </a:lnTo>
                <a:lnTo>
                  <a:pt x="965" y="1021"/>
                </a:lnTo>
                <a:lnTo>
                  <a:pt x="965" y="358"/>
                </a:lnTo>
                <a:lnTo>
                  <a:pt x="138" y="358"/>
                </a:lnTo>
                <a:moveTo>
                  <a:pt x="83" y="276"/>
                </a:moveTo>
                <a:lnTo>
                  <a:pt x="1020" y="276"/>
                </a:lnTo>
                <a:lnTo>
                  <a:pt x="1020" y="83"/>
                </a:lnTo>
                <a:lnTo>
                  <a:pt x="83" y="83"/>
                </a:lnTo>
                <a:lnTo>
                  <a:pt x="83" y="276"/>
                </a:lnTo>
                <a:moveTo>
                  <a:pt x="386" y="635"/>
                </a:moveTo>
                <a:lnTo>
                  <a:pt x="717" y="635"/>
                </a:lnTo>
                <a:lnTo>
                  <a:pt x="717" y="552"/>
                </a:lnTo>
                <a:lnTo>
                  <a:pt x="386" y="552"/>
                </a:lnTo>
                <a:lnTo>
                  <a:pt x="386" y="635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pic>
        <p:nvPicPr>
          <p:cNvPr id="1373" name=""/>
          <p:cNvPicPr/>
          <p:nvPr/>
        </p:nvPicPr>
        <p:blipFill>
          <a:blip r:embed="rId1"/>
          <a:stretch/>
        </p:blipFill>
        <p:spPr>
          <a:xfrm>
            <a:off x="571320" y="1190520"/>
            <a:ext cx="6095520" cy="609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4" name=""/>
          <p:cNvSpPr txBox="1"/>
          <p:nvPr/>
        </p:nvSpPr>
        <p:spPr>
          <a:xfrm>
            <a:off x="1047600" y="529560"/>
            <a:ext cx="590076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Artifacts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（アーティファクト）とは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75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79" name=""/>
          <p:cNvSpPr/>
          <p:nvPr/>
        </p:nvSpPr>
        <p:spPr>
          <a:xfrm>
            <a:off x="571320" y="100944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80" name=""/>
          <p:cNvSpPr/>
          <p:nvPr/>
        </p:nvSpPr>
        <p:spPr>
          <a:xfrm>
            <a:off x="610920" y="420480"/>
            <a:ext cx="397440" cy="397440"/>
          </a:xfrm>
          <a:custGeom>
            <a:avLst/>
            <a:gdLst/>
            <a:ahLst/>
            <a:rect l="0" t="0" r="r" b="b"/>
            <a:pathLst>
              <a:path w="1104" h="1104">
                <a:moveTo>
                  <a:pt x="138" y="1104"/>
                </a:moveTo>
                <a:cubicBezTo>
                  <a:pt x="115" y="1104"/>
                  <a:pt x="96" y="1095"/>
                  <a:pt x="80" y="1079"/>
                </a:cubicBezTo>
                <a:cubicBezTo>
                  <a:pt x="63" y="1063"/>
                  <a:pt x="55" y="1044"/>
                  <a:pt x="55" y="1021"/>
                </a:cubicBezTo>
                <a:lnTo>
                  <a:pt x="55" y="354"/>
                </a:lnTo>
                <a:cubicBezTo>
                  <a:pt x="40" y="349"/>
                  <a:pt x="27" y="339"/>
                  <a:pt x="16" y="325"/>
                </a:cubicBezTo>
                <a:cubicBezTo>
                  <a:pt x="6" y="311"/>
                  <a:pt x="0" y="294"/>
                  <a:pt x="0" y="276"/>
                </a:cubicBezTo>
                <a:lnTo>
                  <a:pt x="0" y="83"/>
                </a:lnTo>
                <a:cubicBezTo>
                  <a:pt x="0" y="60"/>
                  <a:pt x="8" y="41"/>
                  <a:pt x="25" y="24"/>
                </a:cubicBezTo>
                <a:cubicBezTo>
                  <a:pt x="41" y="8"/>
                  <a:pt x="60" y="0"/>
                  <a:pt x="83" y="0"/>
                </a:cubicBezTo>
                <a:lnTo>
                  <a:pt x="1020" y="0"/>
                </a:lnTo>
                <a:cubicBezTo>
                  <a:pt x="1043" y="0"/>
                  <a:pt x="1063" y="8"/>
                  <a:pt x="1079" y="24"/>
                </a:cubicBezTo>
                <a:cubicBezTo>
                  <a:pt x="1096" y="41"/>
                  <a:pt x="1104" y="60"/>
                  <a:pt x="1104" y="83"/>
                </a:cubicBezTo>
                <a:lnTo>
                  <a:pt x="1104" y="276"/>
                </a:lnTo>
                <a:cubicBezTo>
                  <a:pt x="1104" y="294"/>
                  <a:pt x="1098" y="311"/>
                  <a:pt x="1088" y="325"/>
                </a:cubicBezTo>
                <a:cubicBezTo>
                  <a:pt x="1077" y="339"/>
                  <a:pt x="1064" y="349"/>
                  <a:pt x="1048" y="354"/>
                </a:cubicBezTo>
                <a:lnTo>
                  <a:pt x="1048" y="1021"/>
                </a:lnTo>
                <a:cubicBezTo>
                  <a:pt x="1048" y="1044"/>
                  <a:pt x="1039" y="1063"/>
                  <a:pt x="1023" y="1079"/>
                </a:cubicBezTo>
                <a:cubicBezTo>
                  <a:pt x="1007" y="1095"/>
                  <a:pt x="988" y="1104"/>
                  <a:pt x="965" y="1104"/>
                </a:cubicBezTo>
                <a:lnTo>
                  <a:pt x="138" y="1104"/>
                </a:lnTo>
                <a:moveTo>
                  <a:pt x="138" y="358"/>
                </a:moveTo>
                <a:lnTo>
                  <a:pt x="138" y="1021"/>
                </a:lnTo>
                <a:lnTo>
                  <a:pt x="965" y="1021"/>
                </a:lnTo>
                <a:lnTo>
                  <a:pt x="965" y="358"/>
                </a:lnTo>
                <a:lnTo>
                  <a:pt x="138" y="358"/>
                </a:lnTo>
                <a:moveTo>
                  <a:pt x="83" y="276"/>
                </a:moveTo>
                <a:lnTo>
                  <a:pt x="1020" y="276"/>
                </a:lnTo>
                <a:lnTo>
                  <a:pt x="1020" y="83"/>
                </a:lnTo>
                <a:lnTo>
                  <a:pt x="83" y="83"/>
                </a:lnTo>
                <a:lnTo>
                  <a:pt x="83" y="276"/>
                </a:lnTo>
                <a:moveTo>
                  <a:pt x="386" y="635"/>
                </a:moveTo>
                <a:lnTo>
                  <a:pt x="717" y="635"/>
                </a:lnTo>
                <a:lnTo>
                  <a:pt x="717" y="552"/>
                </a:lnTo>
                <a:lnTo>
                  <a:pt x="386" y="552"/>
                </a:lnTo>
                <a:lnTo>
                  <a:pt x="386" y="635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81" name=""/>
          <p:cNvSpPr/>
          <p:nvPr/>
        </p:nvSpPr>
        <p:spPr>
          <a:xfrm>
            <a:off x="414360" y="1100160"/>
            <a:ext cx="5763960" cy="2201400"/>
          </a:xfrm>
          <a:custGeom>
            <a:avLst/>
            <a:gdLst/>
            <a:ahLst/>
            <a:rect l="0" t="0" r="r" b="b"/>
            <a:pathLst>
              <a:path w="16011" h="6115">
                <a:moveTo>
                  <a:pt x="436" y="675"/>
                </a:moveTo>
                <a:lnTo>
                  <a:pt x="436" y="5279"/>
                </a:lnTo>
                <a:cubicBezTo>
                  <a:pt x="436" y="5321"/>
                  <a:pt x="444" y="5361"/>
                  <a:pt x="460" y="5400"/>
                </a:cubicBezTo>
                <a:cubicBezTo>
                  <a:pt x="476" y="5439"/>
                  <a:pt x="499" y="5474"/>
                  <a:pt x="529" y="5503"/>
                </a:cubicBezTo>
                <a:cubicBezTo>
                  <a:pt x="559" y="5533"/>
                  <a:pt x="593" y="5556"/>
                  <a:pt x="632" y="5572"/>
                </a:cubicBezTo>
                <a:cubicBezTo>
                  <a:pt x="671" y="5588"/>
                  <a:pt x="711" y="5596"/>
                  <a:pt x="753" y="5596"/>
                </a:cubicBezTo>
                <a:lnTo>
                  <a:pt x="15254" y="5596"/>
                </a:lnTo>
                <a:cubicBezTo>
                  <a:pt x="15296" y="5596"/>
                  <a:pt x="15336" y="5588"/>
                  <a:pt x="15375" y="5572"/>
                </a:cubicBezTo>
                <a:cubicBezTo>
                  <a:pt x="15414" y="5556"/>
                  <a:pt x="15448" y="5533"/>
                  <a:pt x="15478" y="5503"/>
                </a:cubicBezTo>
                <a:cubicBezTo>
                  <a:pt x="15508" y="5474"/>
                  <a:pt x="15531" y="5439"/>
                  <a:pt x="15547" y="5400"/>
                </a:cubicBezTo>
                <a:cubicBezTo>
                  <a:pt x="15563" y="5361"/>
                  <a:pt x="15571" y="5321"/>
                  <a:pt x="15571" y="5279"/>
                </a:cubicBezTo>
                <a:lnTo>
                  <a:pt x="15571" y="675"/>
                </a:lnTo>
                <a:cubicBezTo>
                  <a:pt x="15571" y="633"/>
                  <a:pt x="15563" y="593"/>
                  <a:pt x="15547" y="554"/>
                </a:cubicBezTo>
                <a:cubicBezTo>
                  <a:pt x="15531" y="515"/>
                  <a:pt x="15508" y="480"/>
                  <a:pt x="15478" y="451"/>
                </a:cubicBezTo>
                <a:cubicBezTo>
                  <a:pt x="15448" y="421"/>
                  <a:pt x="15414" y="398"/>
                  <a:pt x="15375" y="382"/>
                </a:cubicBezTo>
                <a:cubicBezTo>
                  <a:pt x="15336" y="366"/>
                  <a:pt x="15296" y="358"/>
                  <a:pt x="15254" y="358"/>
                </a:cubicBezTo>
                <a:lnTo>
                  <a:pt x="753" y="358"/>
                </a:lnTo>
                <a:cubicBezTo>
                  <a:pt x="711" y="358"/>
                  <a:pt x="671" y="366"/>
                  <a:pt x="632" y="382"/>
                </a:cubicBezTo>
                <a:cubicBezTo>
                  <a:pt x="593" y="398"/>
                  <a:pt x="559" y="421"/>
                  <a:pt x="529" y="451"/>
                </a:cubicBezTo>
                <a:cubicBezTo>
                  <a:pt x="499" y="480"/>
                  <a:pt x="476" y="515"/>
                  <a:pt x="460" y="554"/>
                </a:cubicBezTo>
                <a:cubicBezTo>
                  <a:pt x="444" y="593"/>
                  <a:pt x="436" y="633"/>
                  <a:pt x="436" y="675"/>
                </a:cubicBezTo>
                <a:moveTo>
                  <a:pt x="0" y="0"/>
                </a:moveTo>
                <a:lnTo>
                  <a:pt x="16011" y="0"/>
                </a:lnTo>
                <a:lnTo>
                  <a:pt x="16011" y="6115"/>
                </a:lnTo>
                <a:lnTo>
                  <a:pt x="0" y="6115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382" name=""/>
          <p:cNvSpPr/>
          <p:nvPr/>
        </p:nvSpPr>
        <p:spPr>
          <a:xfrm>
            <a:off x="580680" y="1238040"/>
            <a:ext cx="5429880" cy="1867320"/>
          </a:xfrm>
          <a:custGeom>
            <a:avLst/>
            <a:gdLst/>
            <a:ahLst/>
            <a:rect l="0" t="0" r="r" b="b"/>
            <a:pathLst>
              <a:path w="15083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1" y="30"/>
                  <a:pt x="14937" y="39"/>
                  <a:pt x="14953" y="49"/>
                </a:cubicBezTo>
                <a:cubicBezTo>
                  <a:pt x="14969" y="60"/>
                  <a:pt x="14984" y="72"/>
                  <a:pt x="14997" y="85"/>
                </a:cubicBezTo>
                <a:cubicBezTo>
                  <a:pt x="15011" y="99"/>
                  <a:pt x="15023" y="114"/>
                  <a:pt x="15034" y="129"/>
                </a:cubicBezTo>
                <a:cubicBezTo>
                  <a:pt x="15044" y="145"/>
                  <a:pt x="15053" y="162"/>
                  <a:pt x="15061" y="180"/>
                </a:cubicBezTo>
                <a:cubicBezTo>
                  <a:pt x="15068" y="197"/>
                  <a:pt x="15073" y="216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4896"/>
                </a:lnTo>
                <a:cubicBezTo>
                  <a:pt x="15083" y="4915"/>
                  <a:pt x="15081" y="4934"/>
                  <a:pt x="15077" y="4953"/>
                </a:cubicBezTo>
                <a:cubicBezTo>
                  <a:pt x="15073" y="4971"/>
                  <a:pt x="15068" y="4990"/>
                  <a:pt x="15061" y="5007"/>
                </a:cubicBezTo>
                <a:cubicBezTo>
                  <a:pt x="15053" y="5025"/>
                  <a:pt x="15044" y="5042"/>
                  <a:pt x="15034" y="5058"/>
                </a:cubicBezTo>
                <a:cubicBezTo>
                  <a:pt x="15023" y="5073"/>
                  <a:pt x="15011" y="5088"/>
                  <a:pt x="14997" y="5102"/>
                </a:cubicBezTo>
                <a:cubicBezTo>
                  <a:pt x="14984" y="5115"/>
                  <a:pt x="14969" y="5127"/>
                  <a:pt x="14953" y="5138"/>
                </a:cubicBezTo>
                <a:cubicBezTo>
                  <a:pt x="14937" y="5148"/>
                  <a:pt x="14921" y="5157"/>
                  <a:pt x="14903" y="5165"/>
                </a:cubicBezTo>
                <a:cubicBezTo>
                  <a:pt x="14885" y="5172"/>
                  <a:pt x="14867" y="5178"/>
                  <a:pt x="14848" y="5181"/>
                </a:cubicBezTo>
                <a:cubicBezTo>
                  <a:pt x="14830" y="5185"/>
                  <a:pt x="14811" y="5187"/>
                  <a:pt x="14792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5" y="5181"/>
                </a:cubicBezTo>
                <a:cubicBezTo>
                  <a:pt x="216" y="5178"/>
                  <a:pt x="198" y="5172"/>
                  <a:pt x="180" y="5165"/>
                </a:cubicBezTo>
                <a:cubicBezTo>
                  <a:pt x="162" y="5157"/>
                  <a:pt x="146" y="5148"/>
                  <a:pt x="130" y="5138"/>
                </a:cubicBezTo>
                <a:cubicBezTo>
                  <a:pt x="114" y="5127"/>
                  <a:pt x="99" y="5115"/>
                  <a:pt x="86" y="5102"/>
                </a:cubicBezTo>
                <a:cubicBezTo>
                  <a:pt x="72" y="5088"/>
                  <a:pt x="60" y="5073"/>
                  <a:pt x="50" y="5058"/>
                </a:cubicBezTo>
                <a:cubicBezTo>
                  <a:pt x="39" y="5042"/>
                  <a:pt x="30" y="5025"/>
                  <a:pt x="23" y="5007"/>
                </a:cubicBezTo>
                <a:cubicBezTo>
                  <a:pt x="15" y="4990"/>
                  <a:pt x="10" y="4971"/>
                  <a:pt x="6" y="4953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83" name=""/>
          <p:cNvSpPr/>
          <p:nvPr/>
        </p:nvSpPr>
        <p:spPr>
          <a:xfrm>
            <a:off x="580680" y="1238040"/>
            <a:ext cx="5429880" cy="1867320"/>
          </a:xfrm>
          <a:custGeom>
            <a:avLst/>
            <a:gdLst/>
            <a:ahLst/>
            <a:rect l="0" t="0" r="r" b="b"/>
            <a:pathLst>
              <a:path w="15083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1" y="30"/>
                  <a:pt x="14937" y="39"/>
                  <a:pt x="14953" y="49"/>
                </a:cubicBezTo>
                <a:cubicBezTo>
                  <a:pt x="14969" y="60"/>
                  <a:pt x="14984" y="72"/>
                  <a:pt x="14997" y="85"/>
                </a:cubicBezTo>
                <a:cubicBezTo>
                  <a:pt x="15011" y="99"/>
                  <a:pt x="15023" y="114"/>
                  <a:pt x="15034" y="129"/>
                </a:cubicBezTo>
                <a:cubicBezTo>
                  <a:pt x="15044" y="145"/>
                  <a:pt x="15053" y="162"/>
                  <a:pt x="15061" y="180"/>
                </a:cubicBezTo>
                <a:cubicBezTo>
                  <a:pt x="15068" y="197"/>
                  <a:pt x="15073" y="216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4896"/>
                </a:lnTo>
                <a:cubicBezTo>
                  <a:pt x="15083" y="4915"/>
                  <a:pt x="15081" y="4934"/>
                  <a:pt x="15077" y="4953"/>
                </a:cubicBezTo>
                <a:cubicBezTo>
                  <a:pt x="15073" y="4971"/>
                  <a:pt x="15068" y="4990"/>
                  <a:pt x="15061" y="5007"/>
                </a:cubicBezTo>
                <a:cubicBezTo>
                  <a:pt x="15053" y="5025"/>
                  <a:pt x="15044" y="5042"/>
                  <a:pt x="15034" y="5058"/>
                </a:cubicBezTo>
                <a:cubicBezTo>
                  <a:pt x="15023" y="5073"/>
                  <a:pt x="15011" y="5088"/>
                  <a:pt x="14997" y="5102"/>
                </a:cubicBezTo>
                <a:cubicBezTo>
                  <a:pt x="14984" y="5115"/>
                  <a:pt x="14969" y="5127"/>
                  <a:pt x="14953" y="5138"/>
                </a:cubicBezTo>
                <a:cubicBezTo>
                  <a:pt x="14937" y="5148"/>
                  <a:pt x="14921" y="5157"/>
                  <a:pt x="14903" y="5165"/>
                </a:cubicBezTo>
                <a:cubicBezTo>
                  <a:pt x="14885" y="5172"/>
                  <a:pt x="14867" y="5178"/>
                  <a:pt x="14848" y="5181"/>
                </a:cubicBezTo>
                <a:cubicBezTo>
                  <a:pt x="14830" y="5185"/>
                  <a:pt x="14811" y="5187"/>
                  <a:pt x="14792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5" y="5181"/>
                </a:cubicBezTo>
                <a:cubicBezTo>
                  <a:pt x="216" y="5178"/>
                  <a:pt x="198" y="5172"/>
                  <a:pt x="180" y="5165"/>
                </a:cubicBezTo>
                <a:cubicBezTo>
                  <a:pt x="162" y="5157"/>
                  <a:pt x="146" y="5148"/>
                  <a:pt x="130" y="5138"/>
                </a:cubicBezTo>
                <a:cubicBezTo>
                  <a:pt x="114" y="5127"/>
                  <a:pt x="99" y="5115"/>
                  <a:pt x="86" y="5102"/>
                </a:cubicBezTo>
                <a:cubicBezTo>
                  <a:pt x="72" y="5088"/>
                  <a:pt x="60" y="5073"/>
                  <a:pt x="50" y="5058"/>
                </a:cubicBezTo>
                <a:cubicBezTo>
                  <a:pt x="39" y="5042"/>
                  <a:pt x="30" y="5025"/>
                  <a:pt x="23" y="5007"/>
                </a:cubicBezTo>
                <a:cubicBezTo>
                  <a:pt x="15" y="4990"/>
                  <a:pt x="10" y="4971"/>
                  <a:pt x="6" y="4953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84" name=""/>
          <p:cNvSpPr/>
          <p:nvPr/>
        </p:nvSpPr>
        <p:spPr>
          <a:xfrm>
            <a:off x="414360" y="3023280"/>
            <a:ext cx="5763960" cy="2213280"/>
          </a:xfrm>
          <a:custGeom>
            <a:avLst/>
            <a:gdLst/>
            <a:ahLst/>
            <a:rect l="0" t="0" r="r" b="b"/>
            <a:pathLst>
              <a:path w="16011" h="6148">
                <a:moveTo>
                  <a:pt x="436" y="677"/>
                </a:moveTo>
                <a:lnTo>
                  <a:pt x="436" y="5308"/>
                </a:lnTo>
                <a:cubicBezTo>
                  <a:pt x="436" y="5350"/>
                  <a:pt x="444" y="5391"/>
                  <a:pt x="460" y="5429"/>
                </a:cubicBezTo>
                <a:cubicBezTo>
                  <a:pt x="476" y="5468"/>
                  <a:pt x="499" y="5503"/>
                  <a:pt x="529" y="5532"/>
                </a:cubicBezTo>
                <a:cubicBezTo>
                  <a:pt x="559" y="5562"/>
                  <a:pt x="593" y="5585"/>
                  <a:pt x="632" y="5601"/>
                </a:cubicBezTo>
                <a:cubicBezTo>
                  <a:pt x="671" y="5617"/>
                  <a:pt x="711" y="5625"/>
                  <a:pt x="753" y="5625"/>
                </a:cubicBezTo>
                <a:lnTo>
                  <a:pt x="15254" y="5625"/>
                </a:lnTo>
                <a:cubicBezTo>
                  <a:pt x="15296" y="5625"/>
                  <a:pt x="15336" y="5617"/>
                  <a:pt x="15375" y="5601"/>
                </a:cubicBezTo>
                <a:cubicBezTo>
                  <a:pt x="15414" y="5585"/>
                  <a:pt x="15448" y="5562"/>
                  <a:pt x="15478" y="5532"/>
                </a:cubicBezTo>
                <a:cubicBezTo>
                  <a:pt x="15508" y="5503"/>
                  <a:pt x="15531" y="5468"/>
                  <a:pt x="15547" y="5429"/>
                </a:cubicBezTo>
                <a:cubicBezTo>
                  <a:pt x="15563" y="5391"/>
                  <a:pt x="15571" y="5350"/>
                  <a:pt x="15571" y="5308"/>
                </a:cubicBezTo>
                <a:lnTo>
                  <a:pt x="15571" y="677"/>
                </a:lnTo>
                <a:cubicBezTo>
                  <a:pt x="15571" y="635"/>
                  <a:pt x="15563" y="594"/>
                  <a:pt x="15547" y="555"/>
                </a:cubicBezTo>
                <a:cubicBezTo>
                  <a:pt x="15531" y="516"/>
                  <a:pt x="15508" y="482"/>
                  <a:pt x="15478" y="452"/>
                </a:cubicBezTo>
                <a:cubicBezTo>
                  <a:pt x="15448" y="422"/>
                  <a:pt x="15414" y="399"/>
                  <a:pt x="15375" y="383"/>
                </a:cubicBezTo>
                <a:cubicBezTo>
                  <a:pt x="15336" y="367"/>
                  <a:pt x="15296" y="359"/>
                  <a:pt x="15254" y="359"/>
                </a:cubicBezTo>
                <a:lnTo>
                  <a:pt x="753" y="359"/>
                </a:lnTo>
                <a:cubicBezTo>
                  <a:pt x="711" y="359"/>
                  <a:pt x="671" y="367"/>
                  <a:pt x="632" y="383"/>
                </a:cubicBezTo>
                <a:cubicBezTo>
                  <a:pt x="593" y="399"/>
                  <a:pt x="559" y="422"/>
                  <a:pt x="529" y="452"/>
                </a:cubicBezTo>
                <a:cubicBezTo>
                  <a:pt x="499" y="482"/>
                  <a:pt x="476" y="516"/>
                  <a:pt x="460" y="555"/>
                </a:cubicBezTo>
                <a:cubicBezTo>
                  <a:pt x="444" y="594"/>
                  <a:pt x="436" y="635"/>
                  <a:pt x="436" y="677"/>
                </a:cubicBezTo>
                <a:moveTo>
                  <a:pt x="0" y="0"/>
                </a:moveTo>
                <a:lnTo>
                  <a:pt x="16011" y="0"/>
                </a:lnTo>
                <a:lnTo>
                  <a:pt x="16011" y="6148"/>
                </a:lnTo>
                <a:lnTo>
                  <a:pt x="0" y="6148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385" name=""/>
          <p:cNvSpPr/>
          <p:nvPr/>
        </p:nvSpPr>
        <p:spPr>
          <a:xfrm>
            <a:off x="580680" y="3162240"/>
            <a:ext cx="5429880" cy="1876680"/>
          </a:xfrm>
          <a:custGeom>
            <a:avLst/>
            <a:gdLst/>
            <a:ahLst/>
            <a:rect l="0" t="0" r="r" b="b"/>
            <a:pathLst>
              <a:path w="15083" h="5213">
                <a:moveTo>
                  <a:pt x="0" y="4922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8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5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1" y="29"/>
                  <a:pt x="14937" y="38"/>
                  <a:pt x="14953" y="49"/>
                </a:cubicBezTo>
                <a:cubicBezTo>
                  <a:pt x="14969" y="59"/>
                  <a:pt x="14984" y="71"/>
                  <a:pt x="14997" y="85"/>
                </a:cubicBezTo>
                <a:cubicBezTo>
                  <a:pt x="15011" y="98"/>
                  <a:pt x="15023" y="113"/>
                  <a:pt x="15034" y="129"/>
                </a:cubicBezTo>
                <a:cubicBezTo>
                  <a:pt x="15044" y="145"/>
                  <a:pt x="15053" y="162"/>
                  <a:pt x="15061" y="179"/>
                </a:cubicBezTo>
                <a:cubicBezTo>
                  <a:pt x="15068" y="197"/>
                  <a:pt x="15073" y="215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4922"/>
                </a:lnTo>
                <a:cubicBezTo>
                  <a:pt x="15083" y="4941"/>
                  <a:pt x="15081" y="4960"/>
                  <a:pt x="15077" y="4979"/>
                </a:cubicBezTo>
                <a:cubicBezTo>
                  <a:pt x="15073" y="4997"/>
                  <a:pt x="15068" y="5016"/>
                  <a:pt x="15061" y="5033"/>
                </a:cubicBezTo>
                <a:cubicBezTo>
                  <a:pt x="15053" y="5051"/>
                  <a:pt x="15044" y="5068"/>
                  <a:pt x="15034" y="5084"/>
                </a:cubicBezTo>
                <a:cubicBezTo>
                  <a:pt x="15023" y="5099"/>
                  <a:pt x="15011" y="5114"/>
                  <a:pt x="14997" y="5128"/>
                </a:cubicBezTo>
                <a:cubicBezTo>
                  <a:pt x="14984" y="5141"/>
                  <a:pt x="14969" y="5153"/>
                  <a:pt x="14953" y="5164"/>
                </a:cubicBezTo>
                <a:cubicBezTo>
                  <a:pt x="14937" y="5175"/>
                  <a:pt x="14921" y="5183"/>
                  <a:pt x="14903" y="5191"/>
                </a:cubicBezTo>
                <a:cubicBezTo>
                  <a:pt x="14885" y="5198"/>
                  <a:pt x="14867" y="5204"/>
                  <a:pt x="14848" y="5207"/>
                </a:cubicBezTo>
                <a:cubicBezTo>
                  <a:pt x="14830" y="5211"/>
                  <a:pt x="14811" y="5213"/>
                  <a:pt x="14792" y="5213"/>
                </a:cubicBezTo>
                <a:lnTo>
                  <a:pt x="291" y="5213"/>
                </a:lnTo>
                <a:cubicBezTo>
                  <a:pt x="272" y="5213"/>
                  <a:pt x="253" y="5211"/>
                  <a:pt x="235" y="5207"/>
                </a:cubicBezTo>
                <a:cubicBezTo>
                  <a:pt x="216" y="5204"/>
                  <a:pt x="198" y="5198"/>
                  <a:pt x="180" y="5191"/>
                </a:cubicBezTo>
                <a:cubicBezTo>
                  <a:pt x="162" y="5183"/>
                  <a:pt x="146" y="5175"/>
                  <a:pt x="130" y="5164"/>
                </a:cubicBezTo>
                <a:cubicBezTo>
                  <a:pt x="114" y="5153"/>
                  <a:pt x="99" y="5141"/>
                  <a:pt x="86" y="5128"/>
                </a:cubicBezTo>
                <a:cubicBezTo>
                  <a:pt x="72" y="5114"/>
                  <a:pt x="60" y="5099"/>
                  <a:pt x="50" y="5084"/>
                </a:cubicBezTo>
                <a:cubicBezTo>
                  <a:pt x="39" y="5068"/>
                  <a:pt x="30" y="5051"/>
                  <a:pt x="23" y="5033"/>
                </a:cubicBezTo>
                <a:cubicBezTo>
                  <a:pt x="15" y="5016"/>
                  <a:pt x="10" y="4997"/>
                  <a:pt x="6" y="4979"/>
                </a:cubicBezTo>
                <a:cubicBezTo>
                  <a:pt x="2" y="4960"/>
                  <a:pt x="0" y="4941"/>
                  <a:pt x="0" y="4922"/>
                </a:cubicBezTo>
                <a:close/>
              </a:path>
            </a:pathLst>
          </a:custGeom>
          <a:solidFill>
            <a:srgbClr val="C1E6C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86" name=""/>
          <p:cNvSpPr/>
          <p:nvPr/>
        </p:nvSpPr>
        <p:spPr>
          <a:xfrm>
            <a:off x="580680" y="3162240"/>
            <a:ext cx="5429880" cy="1876680"/>
          </a:xfrm>
          <a:custGeom>
            <a:avLst/>
            <a:gdLst/>
            <a:ahLst/>
            <a:rect l="0" t="0" r="r" b="b"/>
            <a:pathLst>
              <a:path w="15083" h="5213">
                <a:moveTo>
                  <a:pt x="0" y="4922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8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5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1" y="29"/>
                  <a:pt x="14937" y="38"/>
                  <a:pt x="14953" y="49"/>
                </a:cubicBezTo>
                <a:cubicBezTo>
                  <a:pt x="14969" y="59"/>
                  <a:pt x="14984" y="71"/>
                  <a:pt x="14997" y="85"/>
                </a:cubicBezTo>
                <a:cubicBezTo>
                  <a:pt x="15011" y="98"/>
                  <a:pt x="15023" y="113"/>
                  <a:pt x="15034" y="129"/>
                </a:cubicBezTo>
                <a:cubicBezTo>
                  <a:pt x="15044" y="145"/>
                  <a:pt x="15053" y="162"/>
                  <a:pt x="15061" y="179"/>
                </a:cubicBezTo>
                <a:cubicBezTo>
                  <a:pt x="15068" y="197"/>
                  <a:pt x="15073" y="215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4922"/>
                </a:lnTo>
                <a:cubicBezTo>
                  <a:pt x="15083" y="4941"/>
                  <a:pt x="15081" y="4960"/>
                  <a:pt x="15077" y="4979"/>
                </a:cubicBezTo>
                <a:cubicBezTo>
                  <a:pt x="15073" y="4997"/>
                  <a:pt x="15068" y="5016"/>
                  <a:pt x="15061" y="5033"/>
                </a:cubicBezTo>
                <a:cubicBezTo>
                  <a:pt x="15053" y="5051"/>
                  <a:pt x="15044" y="5068"/>
                  <a:pt x="15034" y="5084"/>
                </a:cubicBezTo>
                <a:cubicBezTo>
                  <a:pt x="15023" y="5099"/>
                  <a:pt x="15011" y="5114"/>
                  <a:pt x="14997" y="5128"/>
                </a:cubicBezTo>
                <a:cubicBezTo>
                  <a:pt x="14984" y="5141"/>
                  <a:pt x="14969" y="5153"/>
                  <a:pt x="14953" y="5164"/>
                </a:cubicBezTo>
                <a:cubicBezTo>
                  <a:pt x="14937" y="5175"/>
                  <a:pt x="14921" y="5183"/>
                  <a:pt x="14903" y="5191"/>
                </a:cubicBezTo>
                <a:cubicBezTo>
                  <a:pt x="14885" y="5198"/>
                  <a:pt x="14867" y="5204"/>
                  <a:pt x="14848" y="5207"/>
                </a:cubicBezTo>
                <a:cubicBezTo>
                  <a:pt x="14830" y="5211"/>
                  <a:pt x="14811" y="5213"/>
                  <a:pt x="14792" y="5213"/>
                </a:cubicBezTo>
                <a:lnTo>
                  <a:pt x="291" y="5213"/>
                </a:lnTo>
                <a:cubicBezTo>
                  <a:pt x="272" y="5213"/>
                  <a:pt x="253" y="5211"/>
                  <a:pt x="235" y="5207"/>
                </a:cubicBezTo>
                <a:cubicBezTo>
                  <a:pt x="216" y="5204"/>
                  <a:pt x="198" y="5198"/>
                  <a:pt x="180" y="5191"/>
                </a:cubicBezTo>
                <a:cubicBezTo>
                  <a:pt x="162" y="5183"/>
                  <a:pt x="146" y="5175"/>
                  <a:pt x="130" y="5164"/>
                </a:cubicBezTo>
                <a:cubicBezTo>
                  <a:pt x="114" y="5153"/>
                  <a:pt x="99" y="5141"/>
                  <a:pt x="86" y="5128"/>
                </a:cubicBezTo>
                <a:cubicBezTo>
                  <a:pt x="72" y="5114"/>
                  <a:pt x="60" y="5099"/>
                  <a:pt x="50" y="5084"/>
                </a:cubicBezTo>
                <a:cubicBezTo>
                  <a:pt x="39" y="5068"/>
                  <a:pt x="30" y="5051"/>
                  <a:pt x="23" y="5033"/>
                </a:cubicBezTo>
                <a:cubicBezTo>
                  <a:pt x="15" y="5016"/>
                  <a:pt x="10" y="4997"/>
                  <a:pt x="6" y="4979"/>
                </a:cubicBezTo>
                <a:cubicBezTo>
                  <a:pt x="2" y="4960"/>
                  <a:pt x="0" y="4941"/>
                  <a:pt x="0" y="4922"/>
                </a:cubicBezTo>
                <a:close/>
              </a:path>
            </a:pathLst>
          </a:custGeom>
          <a:noFill/>
          <a:ln w="18720">
            <a:solidFill>
              <a:srgbClr val="C1E6C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87" name=""/>
          <p:cNvSpPr/>
          <p:nvPr/>
        </p:nvSpPr>
        <p:spPr>
          <a:xfrm>
            <a:off x="414360" y="4955760"/>
            <a:ext cx="5763960" cy="1841400"/>
          </a:xfrm>
          <a:custGeom>
            <a:avLst/>
            <a:gdLst/>
            <a:ahLst/>
            <a:rect l="0" t="0" r="r" b="b"/>
            <a:pathLst>
              <a:path w="16011" h="5115">
                <a:moveTo>
                  <a:pt x="436" y="680"/>
                </a:moveTo>
                <a:lnTo>
                  <a:pt x="436" y="4279"/>
                </a:lnTo>
                <a:cubicBezTo>
                  <a:pt x="436" y="4321"/>
                  <a:pt x="444" y="4362"/>
                  <a:pt x="460" y="4401"/>
                </a:cubicBezTo>
                <a:cubicBezTo>
                  <a:pt x="476" y="4439"/>
                  <a:pt x="499" y="4474"/>
                  <a:pt x="529" y="4504"/>
                </a:cubicBezTo>
                <a:cubicBezTo>
                  <a:pt x="559" y="4533"/>
                  <a:pt x="593" y="4556"/>
                  <a:pt x="632" y="4572"/>
                </a:cubicBezTo>
                <a:cubicBezTo>
                  <a:pt x="671" y="4589"/>
                  <a:pt x="711" y="4597"/>
                  <a:pt x="753" y="4597"/>
                </a:cubicBezTo>
                <a:lnTo>
                  <a:pt x="15254" y="4597"/>
                </a:lnTo>
                <a:cubicBezTo>
                  <a:pt x="15296" y="4597"/>
                  <a:pt x="15336" y="4589"/>
                  <a:pt x="15375" y="4572"/>
                </a:cubicBezTo>
                <a:cubicBezTo>
                  <a:pt x="15414" y="4556"/>
                  <a:pt x="15448" y="4533"/>
                  <a:pt x="15478" y="4504"/>
                </a:cubicBezTo>
                <a:cubicBezTo>
                  <a:pt x="15508" y="4474"/>
                  <a:pt x="15531" y="4439"/>
                  <a:pt x="15547" y="4401"/>
                </a:cubicBezTo>
                <a:cubicBezTo>
                  <a:pt x="15563" y="4362"/>
                  <a:pt x="15571" y="4321"/>
                  <a:pt x="15571" y="4279"/>
                </a:cubicBezTo>
                <a:lnTo>
                  <a:pt x="15571" y="680"/>
                </a:lnTo>
                <a:cubicBezTo>
                  <a:pt x="15571" y="638"/>
                  <a:pt x="15563" y="597"/>
                  <a:pt x="15547" y="558"/>
                </a:cubicBezTo>
                <a:cubicBezTo>
                  <a:pt x="15531" y="519"/>
                  <a:pt x="15508" y="485"/>
                  <a:pt x="15478" y="455"/>
                </a:cubicBezTo>
                <a:cubicBezTo>
                  <a:pt x="15448" y="425"/>
                  <a:pt x="15414" y="403"/>
                  <a:pt x="15375" y="386"/>
                </a:cubicBezTo>
                <a:cubicBezTo>
                  <a:pt x="15336" y="370"/>
                  <a:pt x="15296" y="362"/>
                  <a:pt x="15254" y="362"/>
                </a:cubicBezTo>
                <a:lnTo>
                  <a:pt x="753" y="362"/>
                </a:lnTo>
                <a:cubicBezTo>
                  <a:pt x="711" y="362"/>
                  <a:pt x="671" y="370"/>
                  <a:pt x="632" y="386"/>
                </a:cubicBezTo>
                <a:cubicBezTo>
                  <a:pt x="593" y="403"/>
                  <a:pt x="559" y="425"/>
                  <a:pt x="529" y="455"/>
                </a:cubicBezTo>
                <a:cubicBezTo>
                  <a:pt x="499" y="485"/>
                  <a:pt x="476" y="519"/>
                  <a:pt x="460" y="558"/>
                </a:cubicBezTo>
                <a:cubicBezTo>
                  <a:pt x="444" y="597"/>
                  <a:pt x="436" y="638"/>
                  <a:pt x="436" y="680"/>
                </a:cubicBezTo>
                <a:moveTo>
                  <a:pt x="0" y="0"/>
                </a:moveTo>
                <a:lnTo>
                  <a:pt x="16011" y="0"/>
                </a:lnTo>
                <a:lnTo>
                  <a:pt x="16011" y="5115"/>
                </a:lnTo>
                <a:lnTo>
                  <a:pt x="0" y="5115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388" name=""/>
          <p:cNvSpPr/>
          <p:nvPr/>
        </p:nvSpPr>
        <p:spPr>
          <a:xfrm>
            <a:off x="580680" y="5095800"/>
            <a:ext cx="5429880" cy="1505160"/>
          </a:xfrm>
          <a:custGeom>
            <a:avLst/>
            <a:gdLst/>
            <a:ahLst/>
            <a:rect l="0" t="0" r="r" b="b"/>
            <a:pathLst>
              <a:path w="15083" h="4181">
                <a:moveTo>
                  <a:pt x="0" y="3890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8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5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1" y="29"/>
                  <a:pt x="14937" y="38"/>
                  <a:pt x="14953" y="49"/>
                </a:cubicBezTo>
                <a:cubicBezTo>
                  <a:pt x="14969" y="59"/>
                  <a:pt x="14984" y="71"/>
                  <a:pt x="14997" y="85"/>
                </a:cubicBezTo>
                <a:cubicBezTo>
                  <a:pt x="15011" y="98"/>
                  <a:pt x="15023" y="113"/>
                  <a:pt x="15034" y="129"/>
                </a:cubicBezTo>
                <a:cubicBezTo>
                  <a:pt x="15044" y="145"/>
                  <a:pt x="15053" y="162"/>
                  <a:pt x="15061" y="179"/>
                </a:cubicBezTo>
                <a:cubicBezTo>
                  <a:pt x="15068" y="197"/>
                  <a:pt x="15073" y="215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3890"/>
                </a:lnTo>
                <a:cubicBezTo>
                  <a:pt x="15083" y="3909"/>
                  <a:pt x="15081" y="3928"/>
                  <a:pt x="15077" y="3947"/>
                </a:cubicBezTo>
                <a:cubicBezTo>
                  <a:pt x="15073" y="3966"/>
                  <a:pt x="15068" y="3984"/>
                  <a:pt x="15061" y="4001"/>
                </a:cubicBezTo>
                <a:cubicBezTo>
                  <a:pt x="15053" y="4019"/>
                  <a:pt x="15044" y="4036"/>
                  <a:pt x="15034" y="4052"/>
                </a:cubicBezTo>
                <a:cubicBezTo>
                  <a:pt x="15023" y="4068"/>
                  <a:pt x="15011" y="4082"/>
                  <a:pt x="14997" y="4096"/>
                </a:cubicBezTo>
                <a:cubicBezTo>
                  <a:pt x="14984" y="4109"/>
                  <a:pt x="14969" y="4121"/>
                  <a:pt x="14953" y="4132"/>
                </a:cubicBezTo>
                <a:cubicBezTo>
                  <a:pt x="14937" y="4143"/>
                  <a:pt x="14921" y="4152"/>
                  <a:pt x="14903" y="4159"/>
                </a:cubicBezTo>
                <a:cubicBezTo>
                  <a:pt x="14885" y="4166"/>
                  <a:pt x="14867" y="4172"/>
                  <a:pt x="14848" y="4176"/>
                </a:cubicBezTo>
                <a:cubicBezTo>
                  <a:pt x="14830" y="4179"/>
                  <a:pt x="14811" y="4181"/>
                  <a:pt x="14792" y="4181"/>
                </a:cubicBezTo>
                <a:lnTo>
                  <a:pt x="291" y="4181"/>
                </a:lnTo>
                <a:cubicBezTo>
                  <a:pt x="272" y="4181"/>
                  <a:pt x="253" y="4179"/>
                  <a:pt x="235" y="4176"/>
                </a:cubicBezTo>
                <a:cubicBezTo>
                  <a:pt x="216" y="4172"/>
                  <a:pt x="198" y="4166"/>
                  <a:pt x="180" y="4159"/>
                </a:cubicBezTo>
                <a:cubicBezTo>
                  <a:pt x="162" y="4152"/>
                  <a:pt x="146" y="4143"/>
                  <a:pt x="130" y="4132"/>
                </a:cubicBezTo>
                <a:cubicBezTo>
                  <a:pt x="114" y="4121"/>
                  <a:pt x="99" y="4109"/>
                  <a:pt x="86" y="4096"/>
                </a:cubicBezTo>
                <a:cubicBezTo>
                  <a:pt x="72" y="4082"/>
                  <a:pt x="60" y="4068"/>
                  <a:pt x="50" y="4052"/>
                </a:cubicBezTo>
                <a:cubicBezTo>
                  <a:pt x="39" y="4036"/>
                  <a:pt x="30" y="4019"/>
                  <a:pt x="23" y="4001"/>
                </a:cubicBezTo>
                <a:cubicBezTo>
                  <a:pt x="15" y="3984"/>
                  <a:pt x="10" y="3966"/>
                  <a:pt x="6" y="3947"/>
                </a:cubicBezTo>
                <a:cubicBezTo>
                  <a:pt x="2" y="3928"/>
                  <a:pt x="0" y="3909"/>
                  <a:pt x="0" y="3890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89" name=""/>
          <p:cNvSpPr/>
          <p:nvPr/>
        </p:nvSpPr>
        <p:spPr>
          <a:xfrm>
            <a:off x="580680" y="5095800"/>
            <a:ext cx="5429880" cy="1505160"/>
          </a:xfrm>
          <a:custGeom>
            <a:avLst/>
            <a:gdLst/>
            <a:ahLst/>
            <a:rect l="0" t="0" r="r" b="b"/>
            <a:pathLst>
              <a:path w="15083" h="4181">
                <a:moveTo>
                  <a:pt x="0" y="3890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8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5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1" y="29"/>
                  <a:pt x="14937" y="38"/>
                  <a:pt x="14953" y="49"/>
                </a:cubicBezTo>
                <a:cubicBezTo>
                  <a:pt x="14969" y="59"/>
                  <a:pt x="14984" y="71"/>
                  <a:pt x="14997" y="85"/>
                </a:cubicBezTo>
                <a:cubicBezTo>
                  <a:pt x="15011" y="98"/>
                  <a:pt x="15023" y="113"/>
                  <a:pt x="15034" y="129"/>
                </a:cubicBezTo>
                <a:cubicBezTo>
                  <a:pt x="15044" y="145"/>
                  <a:pt x="15053" y="162"/>
                  <a:pt x="15061" y="179"/>
                </a:cubicBezTo>
                <a:cubicBezTo>
                  <a:pt x="15068" y="197"/>
                  <a:pt x="15073" y="215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3890"/>
                </a:lnTo>
                <a:cubicBezTo>
                  <a:pt x="15083" y="3909"/>
                  <a:pt x="15081" y="3928"/>
                  <a:pt x="15077" y="3947"/>
                </a:cubicBezTo>
                <a:cubicBezTo>
                  <a:pt x="15073" y="3966"/>
                  <a:pt x="15068" y="3984"/>
                  <a:pt x="15061" y="4001"/>
                </a:cubicBezTo>
                <a:cubicBezTo>
                  <a:pt x="15053" y="4019"/>
                  <a:pt x="15044" y="4036"/>
                  <a:pt x="15034" y="4052"/>
                </a:cubicBezTo>
                <a:cubicBezTo>
                  <a:pt x="15023" y="4068"/>
                  <a:pt x="15011" y="4082"/>
                  <a:pt x="14997" y="4096"/>
                </a:cubicBezTo>
                <a:cubicBezTo>
                  <a:pt x="14984" y="4109"/>
                  <a:pt x="14969" y="4121"/>
                  <a:pt x="14953" y="4132"/>
                </a:cubicBezTo>
                <a:cubicBezTo>
                  <a:pt x="14937" y="4143"/>
                  <a:pt x="14921" y="4152"/>
                  <a:pt x="14903" y="4159"/>
                </a:cubicBezTo>
                <a:cubicBezTo>
                  <a:pt x="14885" y="4166"/>
                  <a:pt x="14867" y="4172"/>
                  <a:pt x="14848" y="4176"/>
                </a:cubicBezTo>
                <a:cubicBezTo>
                  <a:pt x="14830" y="4179"/>
                  <a:pt x="14811" y="4181"/>
                  <a:pt x="14792" y="4181"/>
                </a:cubicBezTo>
                <a:lnTo>
                  <a:pt x="291" y="4181"/>
                </a:lnTo>
                <a:cubicBezTo>
                  <a:pt x="272" y="4181"/>
                  <a:pt x="253" y="4179"/>
                  <a:pt x="235" y="4176"/>
                </a:cubicBezTo>
                <a:cubicBezTo>
                  <a:pt x="216" y="4172"/>
                  <a:pt x="198" y="4166"/>
                  <a:pt x="180" y="4159"/>
                </a:cubicBezTo>
                <a:cubicBezTo>
                  <a:pt x="162" y="4152"/>
                  <a:pt x="146" y="4143"/>
                  <a:pt x="130" y="4132"/>
                </a:cubicBezTo>
                <a:cubicBezTo>
                  <a:pt x="114" y="4121"/>
                  <a:pt x="99" y="4109"/>
                  <a:pt x="86" y="4096"/>
                </a:cubicBezTo>
                <a:cubicBezTo>
                  <a:pt x="72" y="4082"/>
                  <a:pt x="60" y="4068"/>
                  <a:pt x="50" y="4052"/>
                </a:cubicBezTo>
                <a:cubicBezTo>
                  <a:pt x="39" y="4036"/>
                  <a:pt x="30" y="4019"/>
                  <a:pt x="23" y="4001"/>
                </a:cubicBezTo>
                <a:cubicBezTo>
                  <a:pt x="15" y="3984"/>
                  <a:pt x="10" y="3966"/>
                  <a:pt x="6" y="3947"/>
                </a:cubicBezTo>
                <a:cubicBezTo>
                  <a:pt x="2" y="3928"/>
                  <a:pt x="0" y="3909"/>
                  <a:pt x="0" y="3890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90" name=""/>
          <p:cNvSpPr/>
          <p:nvPr/>
        </p:nvSpPr>
        <p:spPr>
          <a:xfrm>
            <a:off x="789120" y="1654920"/>
            <a:ext cx="307800" cy="271800"/>
          </a:xfrm>
          <a:custGeom>
            <a:avLst/>
            <a:gdLst/>
            <a:ahLst/>
            <a:rect l="0" t="0" r="r" b="b"/>
            <a:pathLst>
              <a:path w="855" h="755">
                <a:moveTo>
                  <a:pt x="62" y="755"/>
                </a:moveTo>
                <a:cubicBezTo>
                  <a:pt x="46" y="755"/>
                  <a:pt x="31" y="748"/>
                  <a:pt x="18" y="736"/>
                </a:cubicBezTo>
                <a:cubicBezTo>
                  <a:pt x="6" y="723"/>
                  <a:pt x="0" y="709"/>
                  <a:pt x="0" y="692"/>
                </a:cubicBezTo>
                <a:lnTo>
                  <a:pt x="0" y="62"/>
                </a:lnTo>
                <a:cubicBezTo>
                  <a:pt x="0" y="46"/>
                  <a:pt x="6" y="31"/>
                  <a:pt x="18" y="18"/>
                </a:cubicBezTo>
                <a:cubicBezTo>
                  <a:pt x="31" y="6"/>
                  <a:pt x="46" y="0"/>
                  <a:pt x="62" y="0"/>
                </a:cubicBezTo>
                <a:lnTo>
                  <a:pt x="791" y="0"/>
                </a:lnTo>
                <a:cubicBezTo>
                  <a:pt x="809" y="0"/>
                  <a:pt x="824" y="6"/>
                  <a:pt x="836" y="18"/>
                </a:cubicBezTo>
                <a:cubicBezTo>
                  <a:pt x="849" y="31"/>
                  <a:pt x="855" y="46"/>
                  <a:pt x="855" y="62"/>
                </a:cubicBezTo>
                <a:lnTo>
                  <a:pt x="855" y="692"/>
                </a:lnTo>
                <a:cubicBezTo>
                  <a:pt x="855" y="709"/>
                  <a:pt x="849" y="723"/>
                  <a:pt x="836" y="736"/>
                </a:cubicBezTo>
                <a:cubicBezTo>
                  <a:pt x="824" y="748"/>
                  <a:pt x="809" y="755"/>
                  <a:pt x="791" y="755"/>
                </a:cubicBezTo>
                <a:lnTo>
                  <a:pt x="62" y="755"/>
                </a:lnTo>
                <a:moveTo>
                  <a:pt x="62" y="692"/>
                </a:moveTo>
                <a:lnTo>
                  <a:pt x="791" y="692"/>
                </a:lnTo>
                <a:lnTo>
                  <a:pt x="791" y="62"/>
                </a:lnTo>
                <a:lnTo>
                  <a:pt x="62" y="62"/>
                </a:lnTo>
                <a:lnTo>
                  <a:pt x="62" y="692"/>
                </a:lnTo>
                <a:moveTo>
                  <a:pt x="134" y="587"/>
                </a:moveTo>
                <a:lnTo>
                  <a:pt x="343" y="587"/>
                </a:lnTo>
                <a:lnTo>
                  <a:pt x="343" y="503"/>
                </a:lnTo>
                <a:lnTo>
                  <a:pt x="134" y="503"/>
                </a:lnTo>
                <a:lnTo>
                  <a:pt x="134" y="587"/>
                </a:lnTo>
                <a:moveTo>
                  <a:pt x="534" y="503"/>
                </a:moveTo>
                <a:lnTo>
                  <a:pt x="741" y="295"/>
                </a:lnTo>
                <a:lnTo>
                  <a:pt x="681" y="235"/>
                </a:lnTo>
                <a:lnTo>
                  <a:pt x="534" y="385"/>
                </a:lnTo>
                <a:lnTo>
                  <a:pt x="474" y="325"/>
                </a:lnTo>
                <a:lnTo>
                  <a:pt x="415" y="385"/>
                </a:lnTo>
                <a:lnTo>
                  <a:pt x="534" y="503"/>
                </a:lnTo>
                <a:moveTo>
                  <a:pt x="134" y="420"/>
                </a:moveTo>
                <a:lnTo>
                  <a:pt x="343" y="420"/>
                </a:lnTo>
                <a:lnTo>
                  <a:pt x="343" y="336"/>
                </a:lnTo>
                <a:lnTo>
                  <a:pt x="134" y="336"/>
                </a:lnTo>
                <a:lnTo>
                  <a:pt x="134" y="420"/>
                </a:lnTo>
                <a:moveTo>
                  <a:pt x="134" y="251"/>
                </a:moveTo>
                <a:lnTo>
                  <a:pt x="343" y="251"/>
                </a:lnTo>
                <a:lnTo>
                  <a:pt x="343" y="167"/>
                </a:lnTo>
                <a:lnTo>
                  <a:pt x="134" y="167"/>
                </a:lnTo>
                <a:lnTo>
                  <a:pt x="134" y="251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91" name=""/>
          <p:cNvSpPr txBox="1"/>
          <p:nvPr/>
        </p:nvSpPr>
        <p:spPr>
          <a:xfrm>
            <a:off x="1047600" y="529560"/>
            <a:ext cx="407664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アーティファクトの種類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92" name=""/>
          <p:cNvSpPr txBox="1"/>
          <p:nvPr/>
        </p:nvSpPr>
        <p:spPr>
          <a:xfrm>
            <a:off x="1123920" y="1799280"/>
            <a:ext cx="9853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Task Lists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93" name=""/>
          <p:cNvSpPr txBox="1"/>
          <p:nvPr/>
        </p:nvSpPr>
        <p:spPr>
          <a:xfrm>
            <a:off x="762120" y="2155320"/>
            <a:ext cx="4874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コード記述前に生成される構造化プラン。確認‧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94" name=""/>
          <p:cNvSpPr/>
          <p:nvPr/>
        </p:nvSpPr>
        <p:spPr>
          <a:xfrm>
            <a:off x="822240" y="3563640"/>
            <a:ext cx="241560" cy="302040"/>
          </a:xfrm>
          <a:custGeom>
            <a:avLst/>
            <a:gdLst/>
            <a:ahLst/>
            <a:rect l="0" t="0" r="r" b="b"/>
            <a:pathLst>
              <a:path w="671" h="839">
                <a:moveTo>
                  <a:pt x="167" y="661"/>
                </a:moveTo>
                <a:lnTo>
                  <a:pt x="504" y="661"/>
                </a:lnTo>
                <a:lnTo>
                  <a:pt x="504" y="598"/>
                </a:lnTo>
                <a:lnTo>
                  <a:pt x="167" y="598"/>
                </a:lnTo>
                <a:lnTo>
                  <a:pt x="167" y="661"/>
                </a:lnTo>
                <a:moveTo>
                  <a:pt x="167" y="482"/>
                </a:moveTo>
                <a:lnTo>
                  <a:pt x="504" y="482"/>
                </a:lnTo>
                <a:lnTo>
                  <a:pt x="504" y="419"/>
                </a:lnTo>
                <a:lnTo>
                  <a:pt x="167" y="419"/>
                </a:lnTo>
                <a:lnTo>
                  <a:pt x="167" y="482"/>
                </a:lnTo>
                <a:moveTo>
                  <a:pt x="64" y="839"/>
                </a:moveTo>
                <a:cubicBezTo>
                  <a:pt x="46" y="839"/>
                  <a:pt x="31" y="833"/>
                  <a:pt x="19" y="820"/>
                </a:cubicBezTo>
                <a:cubicBezTo>
                  <a:pt x="6" y="808"/>
                  <a:pt x="0" y="793"/>
                  <a:pt x="0" y="776"/>
                </a:cubicBezTo>
                <a:lnTo>
                  <a:pt x="0" y="63"/>
                </a:lnTo>
                <a:cubicBezTo>
                  <a:pt x="0" y="46"/>
                  <a:pt x="6" y="32"/>
                  <a:pt x="19" y="19"/>
                </a:cubicBezTo>
                <a:cubicBezTo>
                  <a:pt x="31" y="7"/>
                  <a:pt x="46" y="0"/>
                  <a:pt x="64" y="0"/>
                </a:cubicBezTo>
                <a:lnTo>
                  <a:pt x="442" y="0"/>
                </a:lnTo>
                <a:lnTo>
                  <a:pt x="671" y="230"/>
                </a:lnTo>
                <a:lnTo>
                  <a:pt x="671" y="776"/>
                </a:lnTo>
                <a:cubicBezTo>
                  <a:pt x="671" y="793"/>
                  <a:pt x="665" y="808"/>
                  <a:pt x="652" y="820"/>
                </a:cubicBezTo>
                <a:cubicBezTo>
                  <a:pt x="640" y="833"/>
                  <a:pt x="625" y="839"/>
                  <a:pt x="608" y="839"/>
                </a:cubicBezTo>
                <a:lnTo>
                  <a:pt x="64" y="839"/>
                </a:lnTo>
                <a:moveTo>
                  <a:pt x="410" y="258"/>
                </a:moveTo>
                <a:lnTo>
                  <a:pt x="410" y="63"/>
                </a:lnTo>
                <a:lnTo>
                  <a:pt x="64" y="63"/>
                </a:lnTo>
                <a:lnTo>
                  <a:pt x="64" y="776"/>
                </a:lnTo>
                <a:lnTo>
                  <a:pt x="608" y="776"/>
                </a:lnTo>
                <a:lnTo>
                  <a:pt x="608" y="258"/>
                </a:lnTo>
                <a:lnTo>
                  <a:pt x="410" y="258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95" name=""/>
          <p:cNvSpPr txBox="1"/>
          <p:nvPr/>
        </p:nvSpPr>
        <p:spPr>
          <a:xfrm>
            <a:off x="762120" y="2517120"/>
            <a:ext cx="228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コメント追加が可能。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96" name=""/>
          <p:cNvSpPr txBox="1"/>
          <p:nvPr/>
        </p:nvSpPr>
        <p:spPr>
          <a:xfrm>
            <a:off x="1123920" y="3723480"/>
            <a:ext cx="19166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Implementation Plan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97" name=""/>
          <p:cNvSpPr txBox="1"/>
          <p:nvPr/>
        </p:nvSpPr>
        <p:spPr>
          <a:xfrm>
            <a:off x="762120" y="4079520"/>
            <a:ext cx="5029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コードベース変更の技術的な設計書。ユーザーレ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98" name=""/>
          <p:cNvSpPr/>
          <p:nvPr/>
        </p:nvSpPr>
        <p:spPr>
          <a:xfrm>
            <a:off x="776880" y="5527440"/>
            <a:ext cx="332280" cy="241560"/>
          </a:xfrm>
          <a:custGeom>
            <a:avLst/>
            <a:gdLst/>
            <a:ahLst/>
            <a:rect l="0" t="0" r="r" b="b"/>
            <a:pathLst>
              <a:path w="923" h="671">
                <a:moveTo>
                  <a:pt x="546" y="237"/>
                </a:moveTo>
                <a:lnTo>
                  <a:pt x="546" y="187"/>
                </a:lnTo>
                <a:cubicBezTo>
                  <a:pt x="569" y="177"/>
                  <a:pt x="592" y="169"/>
                  <a:pt x="616" y="165"/>
                </a:cubicBezTo>
                <a:cubicBezTo>
                  <a:pt x="640" y="160"/>
                  <a:pt x="666" y="157"/>
                  <a:pt x="692" y="157"/>
                </a:cubicBezTo>
                <a:cubicBezTo>
                  <a:pt x="710" y="157"/>
                  <a:pt x="728" y="159"/>
                  <a:pt x="746" y="161"/>
                </a:cubicBezTo>
                <a:cubicBezTo>
                  <a:pt x="763" y="164"/>
                  <a:pt x="780" y="168"/>
                  <a:pt x="797" y="172"/>
                </a:cubicBezTo>
                <a:lnTo>
                  <a:pt x="797" y="218"/>
                </a:lnTo>
                <a:cubicBezTo>
                  <a:pt x="780" y="212"/>
                  <a:pt x="763" y="207"/>
                  <a:pt x="746" y="204"/>
                </a:cubicBezTo>
                <a:cubicBezTo>
                  <a:pt x="729" y="201"/>
                  <a:pt x="711" y="199"/>
                  <a:pt x="692" y="199"/>
                </a:cubicBezTo>
                <a:cubicBezTo>
                  <a:pt x="666" y="199"/>
                  <a:pt x="640" y="202"/>
                  <a:pt x="616" y="209"/>
                </a:cubicBezTo>
                <a:cubicBezTo>
                  <a:pt x="591" y="216"/>
                  <a:pt x="568" y="225"/>
                  <a:pt x="546" y="237"/>
                </a:cubicBezTo>
                <a:moveTo>
                  <a:pt x="546" y="468"/>
                </a:moveTo>
                <a:lnTo>
                  <a:pt x="546" y="417"/>
                </a:lnTo>
                <a:cubicBezTo>
                  <a:pt x="569" y="408"/>
                  <a:pt x="592" y="400"/>
                  <a:pt x="616" y="396"/>
                </a:cubicBezTo>
                <a:cubicBezTo>
                  <a:pt x="640" y="390"/>
                  <a:pt x="666" y="388"/>
                  <a:pt x="692" y="388"/>
                </a:cubicBezTo>
                <a:cubicBezTo>
                  <a:pt x="710" y="388"/>
                  <a:pt x="728" y="389"/>
                  <a:pt x="746" y="393"/>
                </a:cubicBezTo>
                <a:cubicBezTo>
                  <a:pt x="763" y="396"/>
                  <a:pt x="780" y="399"/>
                  <a:pt x="797" y="403"/>
                </a:cubicBezTo>
                <a:lnTo>
                  <a:pt x="797" y="449"/>
                </a:lnTo>
                <a:cubicBezTo>
                  <a:pt x="780" y="443"/>
                  <a:pt x="763" y="438"/>
                  <a:pt x="746" y="435"/>
                </a:cubicBezTo>
                <a:cubicBezTo>
                  <a:pt x="729" y="432"/>
                  <a:pt x="711" y="431"/>
                  <a:pt x="692" y="431"/>
                </a:cubicBezTo>
                <a:cubicBezTo>
                  <a:pt x="666" y="431"/>
                  <a:pt x="640" y="434"/>
                  <a:pt x="616" y="440"/>
                </a:cubicBezTo>
                <a:cubicBezTo>
                  <a:pt x="591" y="446"/>
                  <a:pt x="568" y="456"/>
                  <a:pt x="546" y="468"/>
                </a:cubicBezTo>
                <a:moveTo>
                  <a:pt x="546" y="352"/>
                </a:moveTo>
                <a:lnTo>
                  <a:pt x="546" y="302"/>
                </a:lnTo>
                <a:cubicBezTo>
                  <a:pt x="569" y="292"/>
                  <a:pt x="592" y="285"/>
                  <a:pt x="616" y="280"/>
                </a:cubicBezTo>
                <a:cubicBezTo>
                  <a:pt x="640" y="275"/>
                  <a:pt x="666" y="272"/>
                  <a:pt x="692" y="272"/>
                </a:cubicBezTo>
                <a:cubicBezTo>
                  <a:pt x="710" y="272"/>
                  <a:pt x="728" y="274"/>
                  <a:pt x="746" y="277"/>
                </a:cubicBezTo>
                <a:cubicBezTo>
                  <a:pt x="763" y="279"/>
                  <a:pt x="780" y="283"/>
                  <a:pt x="797" y="287"/>
                </a:cubicBezTo>
                <a:lnTo>
                  <a:pt x="797" y="333"/>
                </a:lnTo>
                <a:cubicBezTo>
                  <a:pt x="780" y="327"/>
                  <a:pt x="763" y="322"/>
                  <a:pt x="746" y="319"/>
                </a:cubicBezTo>
                <a:cubicBezTo>
                  <a:pt x="729" y="316"/>
                  <a:pt x="711" y="314"/>
                  <a:pt x="692" y="314"/>
                </a:cubicBezTo>
                <a:cubicBezTo>
                  <a:pt x="666" y="314"/>
                  <a:pt x="640" y="318"/>
                  <a:pt x="616" y="324"/>
                </a:cubicBezTo>
                <a:cubicBezTo>
                  <a:pt x="591" y="331"/>
                  <a:pt x="568" y="340"/>
                  <a:pt x="546" y="352"/>
                </a:cubicBezTo>
                <a:moveTo>
                  <a:pt x="219" y="525"/>
                </a:moveTo>
                <a:cubicBezTo>
                  <a:pt x="256" y="525"/>
                  <a:pt x="293" y="529"/>
                  <a:pt x="328" y="538"/>
                </a:cubicBezTo>
                <a:cubicBezTo>
                  <a:pt x="364" y="547"/>
                  <a:pt x="398" y="560"/>
                  <a:pt x="433" y="577"/>
                </a:cubicBezTo>
                <a:lnTo>
                  <a:pt x="433" y="129"/>
                </a:lnTo>
                <a:cubicBezTo>
                  <a:pt x="401" y="108"/>
                  <a:pt x="367" y="92"/>
                  <a:pt x="330" y="80"/>
                </a:cubicBezTo>
                <a:cubicBezTo>
                  <a:pt x="294" y="69"/>
                  <a:pt x="256" y="63"/>
                  <a:pt x="219" y="63"/>
                </a:cubicBezTo>
                <a:cubicBezTo>
                  <a:pt x="192" y="63"/>
                  <a:pt x="166" y="66"/>
                  <a:pt x="140" y="73"/>
                </a:cubicBezTo>
                <a:cubicBezTo>
                  <a:pt x="114" y="80"/>
                  <a:pt x="89" y="88"/>
                  <a:pt x="63" y="98"/>
                </a:cubicBezTo>
                <a:lnTo>
                  <a:pt x="63" y="553"/>
                </a:lnTo>
                <a:cubicBezTo>
                  <a:pt x="85" y="543"/>
                  <a:pt x="109" y="536"/>
                  <a:pt x="137" y="532"/>
                </a:cubicBezTo>
                <a:cubicBezTo>
                  <a:pt x="165" y="527"/>
                  <a:pt x="192" y="525"/>
                  <a:pt x="219" y="525"/>
                </a:cubicBezTo>
                <a:moveTo>
                  <a:pt x="495" y="577"/>
                </a:moveTo>
                <a:cubicBezTo>
                  <a:pt x="530" y="560"/>
                  <a:pt x="565" y="547"/>
                  <a:pt x="598" y="538"/>
                </a:cubicBezTo>
                <a:cubicBezTo>
                  <a:pt x="632" y="529"/>
                  <a:pt x="667" y="525"/>
                  <a:pt x="705" y="525"/>
                </a:cubicBezTo>
                <a:cubicBezTo>
                  <a:pt x="731" y="525"/>
                  <a:pt x="759" y="527"/>
                  <a:pt x="787" y="531"/>
                </a:cubicBezTo>
                <a:cubicBezTo>
                  <a:pt x="815" y="535"/>
                  <a:pt x="840" y="541"/>
                  <a:pt x="860" y="548"/>
                </a:cubicBezTo>
                <a:lnTo>
                  <a:pt x="860" y="98"/>
                </a:lnTo>
                <a:cubicBezTo>
                  <a:pt x="836" y="86"/>
                  <a:pt x="811" y="77"/>
                  <a:pt x="785" y="71"/>
                </a:cubicBezTo>
                <a:cubicBezTo>
                  <a:pt x="758" y="66"/>
                  <a:pt x="732" y="63"/>
                  <a:pt x="705" y="63"/>
                </a:cubicBezTo>
                <a:cubicBezTo>
                  <a:pt x="667" y="63"/>
                  <a:pt x="631" y="69"/>
                  <a:pt x="595" y="80"/>
                </a:cubicBezTo>
                <a:cubicBezTo>
                  <a:pt x="560" y="92"/>
                  <a:pt x="527" y="108"/>
                  <a:pt x="495" y="129"/>
                </a:cubicBezTo>
                <a:lnTo>
                  <a:pt x="495" y="577"/>
                </a:lnTo>
                <a:moveTo>
                  <a:pt x="464" y="671"/>
                </a:moveTo>
                <a:cubicBezTo>
                  <a:pt x="428" y="645"/>
                  <a:pt x="390" y="624"/>
                  <a:pt x="348" y="610"/>
                </a:cubicBezTo>
                <a:cubicBezTo>
                  <a:pt x="306" y="596"/>
                  <a:pt x="263" y="589"/>
                  <a:pt x="219" y="589"/>
                </a:cubicBezTo>
                <a:cubicBezTo>
                  <a:pt x="193" y="589"/>
                  <a:pt x="168" y="592"/>
                  <a:pt x="143" y="598"/>
                </a:cubicBezTo>
                <a:cubicBezTo>
                  <a:pt x="118" y="604"/>
                  <a:pt x="94" y="612"/>
                  <a:pt x="69" y="621"/>
                </a:cubicBezTo>
                <a:cubicBezTo>
                  <a:pt x="53" y="629"/>
                  <a:pt x="38" y="628"/>
                  <a:pt x="23" y="618"/>
                </a:cubicBezTo>
                <a:cubicBezTo>
                  <a:pt x="8" y="608"/>
                  <a:pt x="0" y="594"/>
                  <a:pt x="0" y="576"/>
                </a:cubicBezTo>
                <a:lnTo>
                  <a:pt x="0" y="90"/>
                </a:lnTo>
                <a:cubicBezTo>
                  <a:pt x="0" y="80"/>
                  <a:pt x="3" y="70"/>
                  <a:pt x="7" y="61"/>
                </a:cubicBezTo>
                <a:cubicBezTo>
                  <a:pt x="12" y="53"/>
                  <a:pt x="20" y="46"/>
                  <a:pt x="29" y="41"/>
                </a:cubicBezTo>
                <a:cubicBezTo>
                  <a:pt x="59" y="27"/>
                  <a:pt x="89" y="17"/>
                  <a:pt x="121" y="10"/>
                </a:cubicBezTo>
                <a:cubicBezTo>
                  <a:pt x="154" y="3"/>
                  <a:pt x="186" y="0"/>
                  <a:pt x="219" y="0"/>
                </a:cubicBezTo>
                <a:cubicBezTo>
                  <a:pt x="263" y="0"/>
                  <a:pt x="306" y="6"/>
                  <a:pt x="347" y="18"/>
                </a:cubicBezTo>
                <a:cubicBezTo>
                  <a:pt x="389" y="30"/>
                  <a:pt x="428" y="48"/>
                  <a:pt x="464" y="72"/>
                </a:cubicBezTo>
                <a:cubicBezTo>
                  <a:pt x="500" y="48"/>
                  <a:pt x="538" y="30"/>
                  <a:pt x="579" y="18"/>
                </a:cubicBezTo>
                <a:cubicBezTo>
                  <a:pt x="619" y="6"/>
                  <a:pt x="662" y="0"/>
                  <a:pt x="705" y="0"/>
                </a:cubicBezTo>
                <a:cubicBezTo>
                  <a:pt x="738" y="0"/>
                  <a:pt x="770" y="3"/>
                  <a:pt x="801" y="10"/>
                </a:cubicBezTo>
                <a:cubicBezTo>
                  <a:pt x="833" y="17"/>
                  <a:pt x="863" y="27"/>
                  <a:pt x="892" y="41"/>
                </a:cubicBezTo>
                <a:cubicBezTo>
                  <a:pt x="902" y="46"/>
                  <a:pt x="910" y="53"/>
                  <a:pt x="915" y="61"/>
                </a:cubicBezTo>
                <a:cubicBezTo>
                  <a:pt x="920" y="70"/>
                  <a:pt x="923" y="80"/>
                  <a:pt x="923" y="90"/>
                </a:cubicBezTo>
                <a:lnTo>
                  <a:pt x="923" y="576"/>
                </a:lnTo>
                <a:cubicBezTo>
                  <a:pt x="923" y="596"/>
                  <a:pt x="915" y="610"/>
                  <a:pt x="899" y="621"/>
                </a:cubicBezTo>
                <a:cubicBezTo>
                  <a:pt x="883" y="631"/>
                  <a:pt x="868" y="631"/>
                  <a:pt x="853" y="621"/>
                </a:cubicBezTo>
                <a:cubicBezTo>
                  <a:pt x="829" y="611"/>
                  <a:pt x="805" y="604"/>
                  <a:pt x="780" y="598"/>
                </a:cubicBezTo>
                <a:cubicBezTo>
                  <a:pt x="755" y="592"/>
                  <a:pt x="730" y="589"/>
                  <a:pt x="705" y="589"/>
                </a:cubicBezTo>
                <a:cubicBezTo>
                  <a:pt x="661" y="589"/>
                  <a:pt x="619" y="596"/>
                  <a:pt x="578" y="611"/>
                </a:cubicBezTo>
                <a:cubicBezTo>
                  <a:pt x="538" y="625"/>
                  <a:pt x="500" y="646"/>
                  <a:pt x="464" y="671"/>
                </a:cubicBez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399" name=""/>
          <p:cNvSpPr txBox="1"/>
          <p:nvPr/>
        </p:nvSpPr>
        <p:spPr>
          <a:xfrm>
            <a:off x="762120" y="4450680"/>
            <a:ext cx="2973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ビュー用（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Proceed/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修正）。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00" name=""/>
          <p:cNvSpPr txBox="1"/>
          <p:nvPr/>
        </p:nvSpPr>
        <p:spPr>
          <a:xfrm>
            <a:off x="1123920" y="5657040"/>
            <a:ext cx="12175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Walkthrough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01" name=""/>
          <p:cNvSpPr/>
          <p:nvPr/>
        </p:nvSpPr>
        <p:spPr>
          <a:xfrm>
            <a:off x="6013440" y="1100160"/>
            <a:ext cx="5764320" cy="2201400"/>
          </a:xfrm>
          <a:custGeom>
            <a:avLst/>
            <a:gdLst/>
            <a:ahLst/>
            <a:rect l="0" t="0" r="r" b="b"/>
            <a:pathLst>
              <a:path w="16012" h="6115">
                <a:moveTo>
                  <a:pt x="440" y="675"/>
                </a:moveTo>
                <a:lnTo>
                  <a:pt x="440" y="5279"/>
                </a:lnTo>
                <a:cubicBezTo>
                  <a:pt x="440" y="5321"/>
                  <a:pt x="449" y="5361"/>
                  <a:pt x="465" y="5400"/>
                </a:cubicBezTo>
                <a:cubicBezTo>
                  <a:pt x="481" y="5439"/>
                  <a:pt x="504" y="5474"/>
                  <a:pt x="533" y="5503"/>
                </a:cubicBezTo>
                <a:cubicBezTo>
                  <a:pt x="563" y="5533"/>
                  <a:pt x="598" y="5556"/>
                  <a:pt x="636" y="5572"/>
                </a:cubicBezTo>
                <a:cubicBezTo>
                  <a:pt x="675" y="5588"/>
                  <a:pt x="716" y="5596"/>
                  <a:pt x="758" y="5596"/>
                </a:cubicBezTo>
                <a:lnTo>
                  <a:pt x="15258" y="5596"/>
                </a:lnTo>
                <a:cubicBezTo>
                  <a:pt x="15300" y="5596"/>
                  <a:pt x="15341" y="5588"/>
                  <a:pt x="15380" y="5572"/>
                </a:cubicBezTo>
                <a:cubicBezTo>
                  <a:pt x="15419" y="5556"/>
                  <a:pt x="15453" y="5533"/>
                  <a:pt x="15483" y="5503"/>
                </a:cubicBezTo>
                <a:cubicBezTo>
                  <a:pt x="15512" y="5474"/>
                  <a:pt x="15535" y="5439"/>
                  <a:pt x="15551" y="5400"/>
                </a:cubicBezTo>
                <a:cubicBezTo>
                  <a:pt x="15568" y="5361"/>
                  <a:pt x="15576" y="5321"/>
                  <a:pt x="15576" y="5279"/>
                </a:cubicBezTo>
                <a:lnTo>
                  <a:pt x="15576" y="675"/>
                </a:lnTo>
                <a:cubicBezTo>
                  <a:pt x="15576" y="633"/>
                  <a:pt x="15568" y="593"/>
                  <a:pt x="15551" y="554"/>
                </a:cubicBezTo>
                <a:cubicBezTo>
                  <a:pt x="15535" y="515"/>
                  <a:pt x="15512" y="480"/>
                  <a:pt x="15483" y="451"/>
                </a:cubicBezTo>
                <a:cubicBezTo>
                  <a:pt x="15453" y="421"/>
                  <a:pt x="15419" y="398"/>
                  <a:pt x="15380" y="382"/>
                </a:cubicBezTo>
                <a:cubicBezTo>
                  <a:pt x="15341" y="366"/>
                  <a:pt x="15300" y="358"/>
                  <a:pt x="15258" y="358"/>
                </a:cubicBezTo>
                <a:lnTo>
                  <a:pt x="758" y="358"/>
                </a:lnTo>
                <a:cubicBezTo>
                  <a:pt x="716" y="358"/>
                  <a:pt x="675" y="366"/>
                  <a:pt x="636" y="382"/>
                </a:cubicBezTo>
                <a:cubicBezTo>
                  <a:pt x="598" y="398"/>
                  <a:pt x="563" y="421"/>
                  <a:pt x="533" y="451"/>
                </a:cubicBezTo>
                <a:cubicBezTo>
                  <a:pt x="504" y="480"/>
                  <a:pt x="481" y="515"/>
                  <a:pt x="465" y="554"/>
                </a:cubicBezTo>
                <a:cubicBezTo>
                  <a:pt x="449" y="593"/>
                  <a:pt x="440" y="633"/>
                  <a:pt x="440" y="675"/>
                </a:cubicBezTo>
                <a:moveTo>
                  <a:pt x="0" y="0"/>
                </a:moveTo>
                <a:lnTo>
                  <a:pt x="16012" y="0"/>
                </a:lnTo>
                <a:lnTo>
                  <a:pt x="16012" y="6115"/>
                </a:lnTo>
                <a:lnTo>
                  <a:pt x="0" y="6115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402" name=""/>
          <p:cNvSpPr/>
          <p:nvPr/>
        </p:nvSpPr>
        <p:spPr>
          <a:xfrm>
            <a:off x="6181560" y="1238040"/>
            <a:ext cx="5429520" cy="1867320"/>
          </a:xfrm>
          <a:custGeom>
            <a:avLst/>
            <a:gdLst/>
            <a:ahLst/>
            <a:rect l="0" t="0" r="r" b="b"/>
            <a:pathLst>
              <a:path w="15082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6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4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30"/>
                  <a:pt x="14937" y="39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4"/>
                  <a:pt x="15033" y="129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7"/>
                  <a:pt x="15073" y="216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4896"/>
                </a:lnTo>
                <a:cubicBezTo>
                  <a:pt x="15082" y="4915"/>
                  <a:pt x="15080" y="4934"/>
                  <a:pt x="15077" y="4953"/>
                </a:cubicBezTo>
                <a:cubicBezTo>
                  <a:pt x="15073" y="4971"/>
                  <a:pt x="15067" y="4990"/>
                  <a:pt x="15060" y="5007"/>
                </a:cubicBezTo>
                <a:cubicBezTo>
                  <a:pt x="15053" y="5025"/>
                  <a:pt x="15044" y="5042"/>
                  <a:pt x="15033" y="5058"/>
                </a:cubicBezTo>
                <a:cubicBezTo>
                  <a:pt x="15023" y="5073"/>
                  <a:pt x="15010" y="5088"/>
                  <a:pt x="14997" y="5102"/>
                </a:cubicBezTo>
                <a:cubicBezTo>
                  <a:pt x="14983" y="5115"/>
                  <a:pt x="14969" y="5127"/>
                  <a:pt x="14953" y="5138"/>
                </a:cubicBezTo>
                <a:cubicBezTo>
                  <a:pt x="14937" y="5148"/>
                  <a:pt x="14920" y="5157"/>
                  <a:pt x="14903" y="5165"/>
                </a:cubicBezTo>
                <a:cubicBezTo>
                  <a:pt x="14885" y="5172"/>
                  <a:pt x="14867" y="5178"/>
                  <a:pt x="14848" y="5181"/>
                </a:cubicBezTo>
                <a:cubicBezTo>
                  <a:pt x="14829" y="5185"/>
                  <a:pt x="14810" y="5187"/>
                  <a:pt x="14791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4" y="5181"/>
                </a:cubicBezTo>
                <a:cubicBezTo>
                  <a:pt x="215" y="5178"/>
                  <a:pt x="197" y="5172"/>
                  <a:pt x="180" y="5165"/>
                </a:cubicBezTo>
                <a:cubicBezTo>
                  <a:pt x="162" y="5157"/>
                  <a:pt x="145" y="5148"/>
                  <a:pt x="129" y="5138"/>
                </a:cubicBezTo>
                <a:cubicBezTo>
                  <a:pt x="113" y="5127"/>
                  <a:pt x="99" y="5115"/>
                  <a:pt x="85" y="5102"/>
                </a:cubicBezTo>
                <a:cubicBezTo>
                  <a:pt x="72" y="5088"/>
                  <a:pt x="60" y="5073"/>
                  <a:pt x="49" y="5058"/>
                </a:cubicBezTo>
                <a:cubicBezTo>
                  <a:pt x="38" y="5042"/>
                  <a:pt x="29" y="5025"/>
                  <a:pt x="22" y="5007"/>
                </a:cubicBezTo>
                <a:cubicBezTo>
                  <a:pt x="15" y="4990"/>
                  <a:pt x="9" y="4971"/>
                  <a:pt x="6" y="4953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solidFill>
            <a:srgbClr val="F6C6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03" name=""/>
          <p:cNvSpPr/>
          <p:nvPr/>
        </p:nvSpPr>
        <p:spPr>
          <a:xfrm>
            <a:off x="6181560" y="1238040"/>
            <a:ext cx="5429520" cy="1867320"/>
          </a:xfrm>
          <a:custGeom>
            <a:avLst/>
            <a:gdLst/>
            <a:ahLst/>
            <a:rect l="0" t="0" r="r" b="b"/>
            <a:pathLst>
              <a:path w="15082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6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4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30"/>
                  <a:pt x="14937" y="39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4"/>
                  <a:pt x="15033" y="129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7"/>
                  <a:pt x="15073" y="216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4896"/>
                </a:lnTo>
                <a:cubicBezTo>
                  <a:pt x="15082" y="4915"/>
                  <a:pt x="15080" y="4934"/>
                  <a:pt x="15077" y="4953"/>
                </a:cubicBezTo>
                <a:cubicBezTo>
                  <a:pt x="15073" y="4971"/>
                  <a:pt x="15067" y="4990"/>
                  <a:pt x="15060" y="5007"/>
                </a:cubicBezTo>
                <a:cubicBezTo>
                  <a:pt x="15053" y="5025"/>
                  <a:pt x="15044" y="5042"/>
                  <a:pt x="15033" y="5058"/>
                </a:cubicBezTo>
                <a:cubicBezTo>
                  <a:pt x="15023" y="5073"/>
                  <a:pt x="15010" y="5088"/>
                  <a:pt x="14997" y="5102"/>
                </a:cubicBezTo>
                <a:cubicBezTo>
                  <a:pt x="14983" y="5115"/>
                  <a:pt x="14969" y="5127"/>
                  <a:pt x="14953" y="5138"/>
                </a:cubicBezTo>
                <a:cubicBezTo>
                  <a:pt x="14937" y="5148"/>
                  <a:pt x="14920" y="5157"/>
                  <a:pt x="14903" y="5165"/>
                </a:cubicBezTo>
                <a:cubicBezTo>
                  <a:pt x="14885" y="5172"/>
                  <a:pt x="14867" y="5178"/>
                  <a:pt x="14848" y="5181"/>
                </a:cubicBezTo>
                <a:cubicBezTo>
                  <a:pt x="14829" y="5185"/>
                  <a:pt x="14810" y="5187"/>
                  <a:pt x="14791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4" y="5181"/>
                </a:cubicBezTo>
                <a:cubicBezTo>
                  <a:pt x="215" y="5178"/>
                  <a:pt x="197" y="5172"/>
                  <a:pt x="180" y="5165"/>
                </a:cubicBezTo>
                <a:cubicBezTo>
                  <a:pt x="162" y="5157"/>
                  <a:pt x="145" y="5148"/>
                  <a:pt x="129" y="5138"/>
                </a:cubicBezTo>
                <a:cubicBezTo>
                  <a:pt x="113" y="5127"/>
                  <a:pt x="99" y="5115"/>
                  <a:pt x="85" y="5102"/>
                </a:cubicBezTo>
                <a:cubicBezTo>
                  <a:pt x="72" y="5088"/>
                  <a:pt x="60" y="5073"/>
                  <a:pt x="49" y="5058"/>
                </a:cubicBezTo>
                <a:cubicBezTo>
                  <a:pt x="38" y="5042"/>
                  <a:pt x="29" y="5025"/>
                  <a:pt x="22" y="5007"/>
                </a:cubicBezTo>
                <a:cubicBezTo>
                  <a:pt x="15" y="4990"/>
                  <a:pt x="9" y="4971"/>
                  <a:pt x="6" y="4953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noFill/>
          <a:ln w="18720">
            <a:solidFill>
              <a:srgbClr val="F6C6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04" name=""/>
          <p:cNvSpPr/>
          <p:nvPr/>
        </p:nvSpPr>
        <p:spPr>
          <a:xfrm>
            <a:off x="6013440" y="3023280"/>
            <a:ext cx="5764320" cy="2213280"/>
          </a:xfrm>
          <a:custGeom>
            <a:avLst/>
            <a:gdLst/>
            <a:ahLst/>
            <a:rect l="0" t="0" r="r" b="b"/>
            <a:pathLst>
              <a:path w="16012" h="6148">
                <a:moveTo>
                  <a:pt x="440" y="677"/>
                </a:moveTo>
                <a:lnTo>
                  <a:pt x="440" y="5308"/>
                </a:lnTo>
                <a:cubicBezTo>
                  <a:pt x="440" y="5350"/>
                  <a:pt x="449" y="5391"/>
                  <a:pt x="465" y="5429"/>
                </a:cubicBezTo>
                <a:cubicBezTo>
                  <a:pt x="481" y="5468"/>
                  <a:pt x="504" y="5503"/>
                  <a:pt x="533" y="5532"/>
                </a:cubicBezTo>
                <a:cubicBezTo>
                  <a:pt x="563" y="5562"/>
                  <a:pt x="598" y="5585"/>
                  <a:pt x="636" y="5601"/>
                </a:cubicBezTo>
                <a:cubicBezTo>
                  <a:pt x="675" y="5617"/>
                  <a:pt x="716" y="5625"/>
                  <a:pt x="758" y="5625"/>
                </a:cubicBezTo>
                <a:lnTo>
                  <a:pt x="15258" y="5625"/>
                </a:lnTo>
                <a:cubicBezTo>
                  <a:pt x="15300" y="5625"/>
                  <a:pt x="15341" y="5617"/>
                  <a:pt x="15380" y="5601"/>
                </a:cubicBezTo>
                <a:cubicBezTo>
                  <a:pt x="15419" y="5585"/>
                  <a:pt x="15453" y="5562"/>
                  <a:pt x="15483" y="5532"/>
                </a:cubicBezTo>
                <a:cubicBezTo>
                  <a:pt x="15512" y="5503"/>
                  <a:pt x="15535" y="5468"/>
                  <a:pt x="15551" y="5429"/>
                </a:cubicBezTo>
                <a:cubicBezTo>
                  <a:pt x="15568" y="5391"/>
                  <a:pt x="15576" y="5350"/>
                  <a:pt x="15576" y="5308"/>
                </a:cubicBezTo>
                <a:lnTo>
                  <a:pt x="15576" y="677"/>
                </a:lnTo>
                <a:cubicBezTo>
                  <a:pt x="15576" y="635"/>
                  <a:pt x="15568" y="594"/>
                  <a:pt x="15551" y="555"/>
                </a:cubicBezTo>
                <a:cubicBezTo>
                  <a:pt x="15535" y="516"/>
                  <a:pt x="15512" y="482"/>
                  <a:pt x="15483" y="452"/>
                </a:cubicBezTo>
                <a:cubicBezTo>
                  <a:pt x="15453" y="422"/>
                  <a:pt x="15419" y="399"/>
                  <a:pt x="15380" y="383"/>
                </a:cubicBezTo>
                <a:cubicBezTo>
                  <a:pt x="15341" y="367"/>
                  <a:pt x="15300" y="359"/>
                  <a:pt x="15258" y="359"/>
                </a:cubicBezTo>
                <a:lnTo>
                  <a:pt x="758" y="359"/>
                </a:lnTo>
                <a:cubicBezTo>
                  <a:pt x="716" y="359"/>
                  <a:pt x="675" y="367"/>
                  <a:pt x="636" y="383"/>
                </a:cubicBezTo>
                <a:cubicBezTo>
                  <a:pt x="598" y="399"/>
                  <a:pt x="563" y="422"/>
                  <a:pt x="533" y="452"/>
                </a:cubicBezTo>
                <a:cubicBezTo>
                  <a:pt x="504" y="482"/>
                  <a:pt x="481" y="516"/>
                  <a:pt x="465" y="555"/>
                </a:cubicBezTo>
                <a:cubicBezTo>
                  <a:pt x="449" y="594"/>
                  <a:pt x="440" y="635"/>
                  <a:pt x="440" y="677"/>
                </a:cubicBezTo>
                <a:moveTo>
                  <a:pt x="0" y="0"/>
                </a:moveTo>
                <a:lnTo>
                  <a:pt x="16012" y="0"/>
                </a:lnTo>
                <a:lnTo>
                  <a:pt x="16012" y="6148"/>
                </a:lnTo>
                <a:lnTo>
                  <a:pt x="0" y="6148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405" name=""/>
          <p:cNvSpPr/>
          <p:nvPr/>
        </p:nvSpPr>
        <p:spPr>
          <a:xfrm>
            <a:off x="6181560" y="3162240"/>
            <a:ext cx="5429520" cy="1876680"/>
          </a:xfrm>
          <a:custGeom>
            <a:avLst/>
            <a:gdLst/>
            <a:ahLst/>
            <a:rect l="0" t="0" r="r" b="b"/>
            <a:pathLst>
              <a:path w="15082" h="5213">
                <a:moveTo>
                  <a:pt x="0" y="4922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5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59"/>
                  <a:pt x="14983" y="71"/>
                  <a:pt x="14997" y="85"/>
                </a:cubicBezTo>
                <a:cubicBezTo>
                  <a:pt x="15010" y="98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79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4922"/>
                </a:lnTo>
                <a:cubicBezTo>
                  <a:pt x="15082" y="4941"/>
                  <a:pt x="15080" y="4960"/>
                  <a:pt x="15077" y="4979"/>
                </a:cubicBezTo>
                <a:cubicBezTo>
                  <a:pt x="15073" y="4997"/>
                  <a:pt x="15067" y="5016"/>
                  <a:pt x="15060" y="5033"/>
                </a:cubicBezTo>
                <a:cubicBezTo>
                  <a:pt x="15053" y="5051"/>
                  <a:pt x="15044" y="5068"/>
                  <a:pt x="15033" y="5084"/>
                </a:cubicBezTo>
                <a:cubicBezTo>
                  <a:pt x="15023" y="5099"/>
                  <a:pt x="15010" y="5114"/>
                  <a:pt x="14997" y="5128"/>
                </a:cubicBezTo>
                <a:cubicBezTo>
                  <a:pt x="14983" y="5141"/>
                  <a:pt x="14969" y="5153"/>
                  <a:pt x="14953" y="5164"/>
                </a:cubicBezTo>
                <a:cubicBezTo>
                  <a:pt x="14937" y="5175"/>
                  <a:pt x="14920" y="5183"/>
                  <a:pt x="14903" y="5191"/>
                </a:cubicBezTo>
                <a:cubicBezTo>
                  <a:pt x="14885" y="5198"/>
                  <a:pt x="14867" y="5204"/>
                  <a:pt x="14848" y="5207"/>
                </a:cubicBezTo>
                <a:cubicBezTo>
                  <a:pt x="14829" y="5211"/>
                  <a:pt x="14810" y="5213"/>
                  <a:pt x="14791" y="5213"/>
                </a:cubicBezTo>
                <a:lnTo>
                  <a:pt x="291" y="5213"/>
                </a:lnTo>
                <a:cubicBezTo>
                  <a:pt x="272" y="5213"/>
                  <a:pt x="253" y="5211"/>
                  <a:pt x="234" y="5207"/>
                </a:cubicBezTo>
                <a:cubicBezTo>
                  <a:pt x="215" y="5204"/>
                  <a:pt x="197" y="5198"/>
                  <a:pt x="180" y="5191"/>
                </a:cubicBezTo>
                <a:cubicBezTo>
                  <a:pt x="162" y="5183"/>
                  <a:pt x="145" y="5175"/>
                  <a:pt x="129" y="5164"/>
                </a:cubicBezTo>
                <a:cubicBezTo>
                  <a:pt x="113" y="5153"/>
                  <a:pt x="99" y="5141"/>
                  <a:pt x="85" y="5128"/>
                </a:cubicBezTo>
                <a:cubicBezTo>
                  <a:pt x="72" y="5114"/>
                  <a:pt x="60" y="5099"/>
                  <a:pt x="49" y="5084"/>
                </a:cubicBezTo>
                <a:cubicBezTo>
                  <a:pt x="38" y="5068"/>
                  <a:pt x="29" y="5051"/>
                  <a:pt x="22" y="5033"/>
                </a:cubicBezTo>
                <a:cubicBezTo>
                  <a:pt x="15" y="5016"/>
                  <a:pt x="9" y="4997"/>
                  <a:pt x="6" y="4979"/>
                </a:cubicBezTo>
                <a:cubicBezTo>
                  <a:pt x="2" y="4960"/>
                  <a:pt x="0" y="4941"/>
                  <a:pt x="0" y="4922"/>
                </a:cubicBez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06" name=""/>
          <p:cNvSpPr/>
          <p:nvPr/>
        </p:nvSpPr>
        <p:spPr>
          <a:xfrm>
            <a:off x="6181560" y="3162240"/>
            <a:ext cx="5429520" cy="1876680"/>
          </a:xfrm>
          <a:custGeom>
            <a:avLst/>
            <a:gdLst/>
            <a:ahLst/>
            <a:rect l="0" t="0" r="r" b="b"/>
            <a:pathLst>
              <a:path w="15082" h="5213">
                <a:moveTo>
                  <a:pt x="0" y="4922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5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59"/>
                  <a:pt x="14983" y="71"/>
                  <a:pt x="14997" y="85"/>
                </a:cubicBezTo>
                <a:cubicBezTo>
                  <a:pt x="15010" y="98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79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4922"/>
                </a:lnTo>
                <a:cubicBezTo>
                  <a:pt x="15082" y="4941"/>
                  <a:pt x="15080" y="4960"/>
                  <a:pt x="15077" y="4979"/>
                </a:cubicBezTo>
                <a:cubicBezTo>
                  <a:pt x="15073" y="4997"/>
                  <a:pt x="15067" y="5016"/>
                  <a:pt x="15060" y="5033"/>
                </a:cubicBezTo>
                <a:cubicBezTo>
                  <a:pt x="15053" y="5051"/>
                  <a:pt x="15044" y="5068"/>
                  <a:pt x="15033" y="5084"/>
                </a:cubicBezTo>
                <a:cubicBezTo>
                  <a:pt x="15023" y="5099"/>
                  <a:pt x="15010" y="5114"/>
                  <a:pt x="14997" y="5128"/>
                </a:cubicBezTo>
                <a:cubicBezTo>
                  <a:pt x="14983" y="5141"/>
                  <a:pt x="14969" y="5153"/>
                  <a:pt x="14953" y="5164"/>
                </a:cubicBezTo>
                <a:cubicBezTo>
                  <a:pt x="14937" y="5175"/>
                  <a:pt x="14920" y="5183"/>
                  <a:pt x="14903" y="5191"/>
                </a:cubicBezTo>
                <a:cubicBezTo>
                  <a:pt x="14885" y="5198"/>
                  <a:pt x="14867" y="5204"/>
                  <a:pt x="14848" y="5207"/>
                </a:cubicBezTo>
                <a:cubicBezTo>
                  <a:pt x="14829" y="5211"/>
                  <a:pt x="14810" y="5213"/>
                  <a:pt x="14791" y="5213"/>
                </a:cubicBezTo>
                <a:lnTo>
                  <a:pt x="291" y="5213"/>
                </a:lnTo>
                <a:cubicBezTo>
                  <a:pt x="272" y="5213"/>
                  <a:pt x="253" y="5211"/>
                  <a:pt x="234" y="5207"/>
                </a:cubicBezTo>
                <a:cubicBezTo>
                  <a:pt x="215" y="5204"/>
                  <a:pt x="197" y="5198"/>
                  <a:pt x="180" y="5191"/>
                </a:cubicBezTo>
                <a:cubicBezTo>
                  <a:pt x="162" y="5183"/>
                  <a:pt x="145" y="5175"/>
                  <a:pt x="129" y="5164"/>
                </a:cubicBezTo>
                <a:cubicBezTo>
                  <a:pt x="113" y="5153"/>
                  <a:pt x="99" y="5141"/>
                  <a:pt x="85" y="5128"/>
                </a:cubicBezTo>
                <a:cubicBezTo>
                  <a:pt x="72" y="5114"/>
                  <a:pt x="60" y="5099"/>
                  <a:pt x="49" y="5084"/>
                </a:cubicBezTo>
                <a:cubicBezTo>
                  <a:pt x="38" y="5068"/>
                  <a:pt x="29" y="5051"/>
                  <a:pt x="22" y="5033"/>
                </a:cubicBezTo>
                <a:cubicBezTo>
                  <a:pt x="15" y="5016"/>
                  <a:pt x="9" y="4997"/>
                  <a:pt x="6" y="4979"/>
                </a:cubicBezTo>
                <a:cubicBezTo>
                  <a:pt x="2" y="4960"/>
                  <a:pt x="0" y="4941"/>
                  <a:pt x="0" y="4922"/>
                </a:cubicBezTo>
                <a:close/>
              </a:path>
            </a:pathLst>
          </a:custGeom>
          <a:noFill/>
          <a:ln w="18720">
            <a:solidFill>
              <a:srgbClr val="FFE0AC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07" name=""/>
          <p:cNvSpPr/>
          <p:nvPr/>
        </p:nvSpPr>
        <p:spPr>
          <a:xfrm>
            <a:off x="6195960" y="5124240"/>
            <a:ext cx="5424840" cy="924480"/>
          </a:xfrm>
          <a:custGeom>
            <a:avLst/>
            <a:gdLst/>
            <a:ahLst/>
            <a:rect l="0" t="0" r="r" b="b"/>
            <a:pathLst>
              <a:path w="15069" h="2568">
                <a:moveTo>
                  <a:pt x="0" y="2355"/>
                </a:moveTo>
                <a:lnTo>
                  <a:pt x="0" y="212"/>
                </a:lnTo>
                <a:cubicBezTo>
                  <a:pt x="0" y="198"/>
                  <a:pt x="1" y="184"/>
                  <a:pt x="2" y="170"/>
                </a:cubicBezTo>
                <a:cubicBezTo>
                  <a:pt x="4" y="157"/>
                  <a:pt x="7" y="144"/>
                  <a:pt x="11" y="131"/>
                </a:cubicBezTo>
                <a:cubicBezTo>
                  <a:pt x="14" y="118"/>
                  <a:pt x="19" y="106"/>
                  <a:pt x="24" y="94"/>
                </a:cubicBezTo>
                <a:cubicBezTo>
                  <a:pt x="29" y="83"/>
                  <a:pt x="36" y="72"/>
                  <a:pt x="42" y="62"/>
                </a:cubicBezTo>
                <a:cubicBezTo>
                  <a:pt x="49" y="52"/>
                  <a:pt x="56" y="43"/>
                  <a:pt x="64" y="36"/>
                </a:cubicBezTo>
                <a:cubicBezTo>
                  <a:pt x="72" y="28"/>
                  <a:pt x="81" y="22"/>
                  <a:pt x="89" y="16"/>
                </a:cubicBezTo>
                <a:cubicBezTo>
                  <a:pt x="98" y="11"/>
                  <a:pt x="107" y="7"/>
                  <a:pt x="117" y="4"/>
                </a:cubicBezTo>
                <a:cubicBezTo>
                  <a:pt x="126" y="1"/>
                  <a:pt x="136" y="0"/>
                  <a:pt x="145" y="0"/>
                </a:cubicBezTo>
                <a:lnTo>
                  <a:pt x="14857" y="0"/>
                </a:lnTo>
                <a:cubicBezTo>
                  <a:pt x="14871" y="0"/>
                  <a:pt x="14885" y="1"/>
                  <a:pt x="14898" y="4"/>
                </a:cubicBezTo>
                <a:cubicBezTo>
                  <a:pt x="14912" y="7"/>
                  <a:pt x="14925" y="11"/>
                  <a:pt x="14938" y="16"/>
                </a:cubicBezTo>
                <a:cubicBezTo>
                  <a:pt x="14951" y="22"/>
                  <a:pt x="14963" y="28"/>
                  <a:pt x="14975" y="36"/>
                </a:cubicBezTo>
                <a:cubicBezTo>
                  <a:pt x="14986" y="43"/>
                  <a:pt x="14997" y="52"/>
                  <a:pt x="15007" y="62"/>
                </a:cubicBezTo>
                <a:cubicBezTo>
                  <a:pt x="15016" y="72"/>
                  <a:pt x="15025" y="83"/>
                  <a:pt x="15033" y="94"/>
                </a:cubicBezTo>
                <a:cubicBezTo>
                  <a:pt x="15041" y="106"/>
                  <a:pt x="15047" y="118"/>
                  <a:pt x="15053" y="131"/>
                </a:cubicBezTo>
                <a:cubicBezTo>
                  <a:pt x="15058" y="144"/>
                  <a:pt x="15062" y="157"/>
                  <a:pt x="15065" y="170"/>
                </a:cubicBezTo>
                <a:cubicBezTo>
                  <a:pt x="15067" y="184"/>
                  <a:pt x="15069" y="198"/>
                  <a:pt x="15069" y="212"/>
                </a:cubicBezTo>
                <a:lnTo>
                  <a:pt x="15069" y="2355"/>
                </a:lnTo>
                <a:cubicBezTo>
                  <a:pt x="15069" y="2369"/>
                  <a:pt x="15067" y="2383"/>
                  <a:pt x="15065" y="2396"/>
                </a:cubicBezTo>
                <a:cubicBezTo>
                  <a:pt x="15062" y="2410"/>
                  <a:pt x="15058" y="2423"/>
                  <a:pt x="15053" y="2436"/>
                </a:cubicBezTo>
                <a:cubicBezTo>
                  <a:pt x="15047" y="2450"/>
                  <a:pt x="15041" y="2462"/>
                  <a:pt x="15033" y="2473"/>
                </a:cubicBezTo>
                <a:cubicBezTo>
                  <a:pt x="15025" y="2485"/>
                  <a:pt x="15016" y="2496"/>
                  <a:pt x="15007" y="2506"/>
                </a:cubicBezTo>
                <a:cubicBezTo>
                  <a:pt x="14997" y="2515"/>
                  <a:pt x="14986" y="2524"/>
                  <a:pt x="14975" y="2532"/>
                </a:cubicBezTo>
                <a:cubicBezTo>
                  <a:pt x="14963" y="2540"/>
                  <a:pt x="14951" y="2546"/>
                  <a:pt x="14938" y="2551"/>
                </a:cubicBezTo>
                <a:cubicBezTo>
                  <a:pt x="14925" y="2557"/>
                  <a:pt x="14912" y="2561"/>
                  <a:pt x="14898" y="2563"/>
                </a:cubicBezTo>
                <a:cubicBezTo>
                  <a:pt x="14885" y="2566"/>
                  <a:pt x="14871" y="2568"/>
                  <a:pt x="14857" y="2568"/>
                </a:cubicBezTo>
                <a:lnTo>
                  <a:pt x="145" y="2568"/>
                </a:lnTo>
                <a:cubicBezTo>
                  <a:pt x="136" y="2568"/>
                  <a:pt x="126" y="2566"/>
                  <a:pt x="117" y="2563"/>
                </a:cubicBezTo>
                <a:cubicBezTo>
                  <a:pt x="107" y="2561"/>
                  <a:pt x="98" y="2557"/>
                  <a:pt x="89" y="2551"/>
                </a:cubicBezTo>
                <a:cubicBezTo>
                  <a:pt x="81" y="2546"/>
                  <a:pt x="72" y="2540"/>
                  <a:pt x="64" y="2532"/>
                </a:cubicBezTo>
                <a:cubicBezTo>
                  <a:pt x="56" y="2524"/>
                  <a:pt x="49" y="2515"/>
                  <a:pt x="42" y="2506"/>
                </a:cubicBezTo>
                <a:cubicBezTo>
                  <a:pt x="36" y="2496"/>
                  <a:pt x="29" y="2485"/>
                  <a:pt x="24" y="2473"/>
                </a:cubicBezTo>
                <a:cubicBezTo>
                  <a:pt x="19" y="2462"/>
                  <a:pt x="14" y="2450"/>
                  <a:pt x="11" y="2436"/>
                </a:cubicBezTo>
                <a:cubicBezTo>
                  <a:pt x="7" y="2423"/>
                  <a:pt x="4" y="2410"/>
                  <a:pt x="2" y="2396"/>
                </a:cubicBezTo>
                <a:cubicBezTo>
                  <a:pt x="1" y="2383"/>
                  <a:pt x="0" y="2369"/>
                  <a:pt x="0" y="2355"/>
                </a:cubicBez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08" name=""/>
          <p:cNvSpPr/>
          <p:nvPr/>
        </p:nvSpPr>
        <p:spPr>
          <a:xfrm>
            <a:off x="6171840" y="5124240"/>
            <a:ext cx="76680" cy="924480"/>
          </a:xfrm>
          <a:custGeom>
            <a:avLst/>
            <a:gdLst/>
            <a:ahLst/>
            <a:rect l="0" t="0" r="r" b="b"/>
            <a:pathLst>
              <a:path w="213" h="2568">
                <a:moveTo>
                  <a:pt x="0" y="0"/>
                </a:moveTo>
                <a:lnTo>
                  <a:pt x="213" y="0"/>
                </a:lnTo>
                <a:lnTo>
                  <a:pt x="213" y="2568"/>
                </a:lnTo>
                <a:lnTo>
                  <a:pt x="0" y="2568"/>
                </a:lnTo>
                <a:lnTo>
                  <a:pt x="0" y="0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09" name=""/>
          <p:cNvSpPr/>
          <p:nvPr/>
        </p:nvSpPr>
        <p:spPr>
          <a:xfrm>
            <a:off x="6392520" y="1698480"/>
            <a:ext cx="302040" cy="182880"/>
          </a:xfrm>
          <a:custGeom>
            <a:avLst/>
            <a:gdLst/>
            <a:ahLst/>
            <a:rect l="0" t="0" r="r" b="b"/>
            <a:pathLst>
              <a:path w="839" h="508">
                <a:moveTo>
                  <a:pt x="253" y="506"/>
                </a:moveTo>
                <a:lnTo>
                  <a:pt x="0" y="255"/>
                </a:lnTo>
                <a:lnTo>
                  <a:pt x="255" y="0"/>
                </a:lnTo>
                <a:lnTo>
                  <a:pt x="300" y="45"/>
                </a:lnTo>
                <a:lnTo>
                  <a:pt x="91" y="255"/>
                </a:lnTo>
                <a:lnTo>
                  <a:pt x="298" y="461"/>
                </a:lnTo>
                <a:lnTo>
                  <a:pt x="253" y="506"/>
                </a:lnTo>
                <a:moveTo>
                  <a:pt x="586" y="508"/>
                </a:moveTo>
                <a:lnTo>
                  <a:pt x="541" y="463"/>
                </a:lnTo>
                <a:lnTo>
                  <a:pt x="749" y="255"/>
                </a:lnTo>
                <a:lnTo>
                  <a:pt x="543" y="47"/>
                </a:lnTo>
                <a:lnTo>
                  <a:pt x="588" y="2"/>
                </a:lnTo>
                <a:lnTo>
                  <a:pt x="839" y="255"/>
                </a:lnTo>
                <a:lnTo>
                  <a:pt x="586" y="508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10" name=""/>
          <p:cNvSpPr txBox="1"/>
          <p:nvPr/>
        </p:nvSpPr>
        <p:spPr>
          <a:xfrm>
            <a:off x="762120" y="6013080"/>
            <a:ext cx="4801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実装完了後の変更概要とテスト方法のまとめ。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11" name=""/>
          <p:cNvSpPr txBox="1"/>
          <p:nvPr/>
        </p:nvSpPr>
        <p:spPr>
          <a:xfrm>
            <a:off x="6724800" y="1799280"/>
            <a:ext cx="10062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Code Diffs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12" name=""/>
          <p:cNvSpPr txBox="1"/>
          <p:nvPr/>
        </p:nvSpPr>
        <p:spPr>
          <a:xfrm>
            <a:off x="6362640" y="2155320"/>
            <a:ext cx="48528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Google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ドキュメント形式のコメントで差分をレ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13" name=""/>
          <p:cNvSpPr/>
          <p:nvPr/>
        </p:nvSpPr>
        <p:spPr>
          <a:xfrm>
            <a:off x="6407640" y="3578760"/>
            <a:ext cx="271800" cy="271800"/>
          </a:xfrm>
          <a:custGeom>
            <a:avLst/>
            <a:gdLst/>
            <a:ahLst/>
            <a:rect l="0" t="0" r="r" b="b"/>
            <a:pathLst>
              <a:path w="755" h="755">
                <a:moveTo>
                  <a:pt x="63" y="755"/>
                </a:moveTo>
                <a:cubicBezTo>
                  <a:pt x="46" y="755"/>
                  <a:pt x="32" y="749"/>
                  <a:pt x="19" y="736"/>
                </a:cubicBezTo>
                <a:cubicBezTo>
                  <a:pt x="7" y="724"/>
                  <a:pt x="0" y="709"/>
                  <a:pt x="0" y="692"/>
                </a:cubicBezTo>
                <a:lnTo>
                  <a:pt x="0" y="63"/>
                </a:lnTo>
                <a:cubicBezTo>
                  <a:pt x="0" y="46"/>
                  <a:pt x="7" y="32"/>
                  <a:pt x="19" y="19"/>
                </a:cubicBezTo>
                <a:cubicBezTo>
                  <a:pt x="32" y="7"/>
                  <a:pt x="46" y="0"/>
                  <a:pt x="63" y="0"/>
                </a:cubicBezTo>
                <a:lnTo>
                  <a:pt x="693" y="0"/>
                </a:lnTo>
                <a:cubicBezTo>
                  <a:pt x="709" y="0"/>
                  <a:pt x="724" y="7"/>
                  <a:pt x="737" y="19"/>
                </a:cubicBezTo>
                <a:cubicBezTo>
                  <a:pt x="749" y="32"/>
                  <a:pt x="755" y="46"/>
                  <a:pt x="755" y="63"/>
                </a:cubicBezTo>
                <a:lnTo>
                  <a:pt x="755" y="692"/>
                </a:lnTo>
                <a:cubicBezTo>
                  <a:pt x="755" y="709"/>
                  <a:pt x="749" y="724"/>
                  <a:pt x="737" y="736"/>
                </a:cubicBezTo>
                <a:cubicBezTo>
                  <a:pt x="724" y="749"/>
                  <a:pt x="709" y="755"/>
                  <a:pt x="693" y="755"/>
                </a:cubicBezTo>
                <a:lnTo>
                  <a:pt x="63" y="755"/>
                </a:lnTo>
                <a:moveTo>
                  <a:pt x="63" y="692"/>
                </a:moveTo>
                <a:lnTo>
                  <a:pt x="693" y="692"/>
                </a:lnTo>
                <a:lnTo>
                  <a:pt x="693" y="63"/>
                </a:lnTo>
                <a:lnTo>
                  <a:pt x="63" y="63"/>
                </a:lnTo>
                <a:lnTo>
                  <a:pt x="63" y="692"/>
                </a:lnTo>
                <a:moveTo>
                  <a:pt x="122" y="591"/>
                </a:moveTo>
                <a:lnTo>
                  <a:pt x="634" y="591"/>
                </a:lnTo>
                <a:lnTo>
                  <a:pt x="480" y="386"/>
                </a:lnTo>
                <a:lnTo>
                  <a:pt x="342" y="565"/>
                </a:lnTo>
                <a:lnTo>
                  <a:pt x="244" y="432"/>
                </a:lnTo>
                <a:lnTo>
                  <a:pt x="122" y="591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14" name=""/>
          <p:cNvSpPr txBox="1"/>
          <p:nvPr/>
        </p:nvSpPr>
        <p:spPr>
          <a:xfrm>
            <a:off x="6362640" y="2517120"/>
            <a:ext cx="35028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ビュー‧フィードバックできます。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15" name=""/>
          <p:cNvSpPr txBox="1"/>
          <p:nvPr/>
        </p:nvSpPr>
        <p:spPr>
          <a:xfrm>
            <a:off x="6724800" y="3723480"/>
            <a:ext cx="32191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Screenshots / Browser Recordings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16" name=""/>
          <p:cNvSpPr txBox="1"/>
          <p:nvPr/>
        </p:nvSpPr>
        <p:spPr>
          <a:xfrm>
            <a:off x="6362640" y="4079520"/>
            <a:ext cx="50299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UI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状態のキャプチャと操作ビデオ録画。自分で実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17" name=""/>
          <p:cNvSpPr/>
          <p:nvPr/>
        </p:nvSpPr>
        <p:spPr>
          <a:xfrm>
            <a:off x="6395760" y="5282280"/>
            <a:ext cx="143280" cy="194760"/>
          </a:xfrm>
          <a:custGeom>
            <a:avLst/>
            <a:gdLst/>
            <a:ahLst/>
            <a:rect l="0" t="0" r="r" b="b"/>
            <a:pathLst>
              <a:path w="398" h="541">
                <a:moveTo>
                  <a:pt x="161" y="525"/>
                </a:moveTo>
                <a:cubicBezTo>
                  <a:pt x="150" y="515"/>
                  <a:pt x="145" y="502"/>
                  <a:pt x="145" y="487"/>
                </a:cubicBezTo>
                <a:lnTo>
                  <a:pt x="253" y="487"/>
                </a:lnTo>
                <a:cubicBezTo>
                  <a:pt x="253" y="502"/>
                  <a:pt x="247" y="515"/>
                  <a:pt x="237" y="525"/>
                </a:cubicBezTo>
                <a:cubicBezTo>
                  <a:pt x="226" y="536"/>
                  <a:pt x="214" y="541"/>
                  <a:pt x="199" y="541"/>
                </a:cubicBezTo>
                <a:cubicBezTo>
                  <a:pt x="184" y="541"/>
                  <a:pt x="171" y="536"/>
                  <a:pt x="161" y="525"/>
                </a:cubicBezTo>
                <a:moveTo>
                  <a:pt x="92" y="446"/>
                </a:moveTo>
                <a:lnTo>
                  <a:pt x="92" y="407"/>
                </a:lnTo>
                <a:lnTo>
                  <a:pt x="307" y="407"/>
                </a:lnTo>
                <a:lnTo>
                  <a:pt x="307" y="446"/>
                </a:lnTo>
                <a:lnTo>
                  <a:pt x="92" y="446"/>
                </a:lnTo>
                <a:moveTo>
                  <a:pt x="95" y="366"/>
                </a:moveTo>
                <a:cubicBezTo>
                  <a:pt x="66" y="347"/>
                  <a:pt x="43" y="324"/>
                  <a:pt x="26" y="295"/>
                </a:cubicBezTo>
                <a:cubicBezTo>
                  <a:pt x="9" y="267"/>
                  <a:pt x="0" y="235"/>
                  <a:pt x="0" y="199"/>
                </a:cubicBezTo>
                <a:cubicBezTo>
                  <a:pt x="0" y="144"/>
                  <a:pt x="20" y="98"/>
                  <a:pt x="59" y="58"/>
                </a:cubicBezTo>
                <a:cubicBezTo>
                  <a:pt x="98" y="19"/>
                  <a:pt x="145" y="0"/>
                  <a:pt x="199" y="0"/>
                </a:cubicBezTo>
                <a:cubicBezTo>
                  <a:pt x="254" y="0"/>
                  <a:pt x="300" y="19"/>
                  <a:pt x="339" y="58"/>
                </a:cubicBezTo>
                <a:cubicBezTo>
                  <a:pt x="379" y="98"/>
                  <a:pt x="398" y="144"/>
                  <a:pt x="398" y="199"/>
                </a:cubicBezTo>
                <a:cubicBezTo>
                  <a:pt x="398" y="235"/>
                  <a:pt x="390" y="267"/>
                  <a:pt x="373" y="295"/>
                </a:cubicBezTo>
                <a:cubicBezTo>
                  <a:pt x="356" y="324"/>
                  <a:pt x="333" y="347"/>
                  <a:pt x="304" y="366"/>
                </a:cubicBezTo>
                <a:lnTo>
                  <a:pt x="95" y="366"/>
                </a:lnTo>
                <a:moveTo>
                  <a:pt x="109" y="327"/>
                </a:moveTo>
                <a:lnTo>
                  <a:pt x="290" y="327"/>
                </a:lnTo>
                <a:cubicBezTo>
                  <a:pt x="311" y="313"/>
                  <a:pt x="328" y="294"/>
                  <a:pt x="340" y="272"/>
                </a:cubicBezTo>
                <a:cubicBezTo>
                  <a:pt x="352" y="249"/>
                  <a:pt x="358" y="225"/>
                  <a:pt x="358" y="199"/>
                </a:cubicBezTo>
                <a:cubicBezTo>
                  <a:pt x="358" y="154"/>
                  <a:pt x="343" y="117"/>
                  <a:pt x="312" y="86"/>
                </a:cubicBezTo>
                <a:cubicBezTo>
                  <a:pt x="281" y="55"/>
                  <a:pt x="242" y="39"/>
                  <a:pt x="199" y="39"/>
                </a:cubicBezTo>
                <a:cubicBezTo>
                  <a:pt x="155" y="39"/>
                  <a:pt x="118" y="55"/>
                  <a:pt x="87" y="86"/>
                </a:cubicBezTo>
                <a:cubicBezTo>
                  <a:pt x="56" y="117"/>
                  <a:pt x="40" y="154"/>
                  <a:pt x="40" y="199"/>
                </a:cubicBezTo>
                <a:cubicBezTo>
                  <a:pt x="40" y="225"/>
                  <a:pt x="46" y="249"/>
                  <a:pt x="58" y="272"/>
                </a:cubicBezTo>
                <a:cubicBezTo>
                  <a:pt x="71" y="294"/>
                  <a:pt x="88" y="313"/>
                  <a:pt x="109" y="327"/>
                </a:cubicBez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18" name=""/>
          <p:cNvSpPr/>
          <p:nvPr/>
        </p:nvSpPr>
        <p:spPr>
          <a:xfrm>
            <a:off x="6629040" y="5305320"/>
            <a:ext cx="1562760" cy="257400"/>
          </a:xfrm>
          <a:custGeom>
            <a:avLst/>
            <a:gdLst/>
            <a:ahLst/>
            <a:rect l="0" t="0" r="r" b="b"/>
            <a:pathLst>
              <a:path w="4341" h="715">
                <a:moveTo>
                  <a:pt x="0" y="555"/>
                </a:moveTo>
                <a:lnTo>
                  <a:pt x="0" y="159"/>
                </a:lnTo>
                <a:cubicBezTo>
                  <a:pt x="0" y="148"/>
                  <a:pt x="2" y="138"/>
                  <a:pt x="4" y="128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4182" y="0"/>
                </a:lnTo>
                <a:cubicBezTo>
                  <a:pt x="4192" y="0"/>
                  <a:pt x="4203" y="1"/>
                  <a:pt x="4213" y="3"/>
                </a:cubicBezTo>
                <a:cubicBezTo>
                  <a:pt x="4223" y="5"/>
                  <a:pt x="4233" y="8"/>
                  <a:pt x="4243" y="12"/>
                </a:cubicBezTo>
                <a:cubicBezTo>
                  <a:pt x="4252" y="16"/>
                  <a:pt x="4261" y="21"/>
                  <a:pt x="4270" y="27"/>
                </a:cubicBezTo>
                <a:cubicBezTo>
                  <a:pt x="4279" y="32"/>
                  <a:pt x="4287" y="39"/>
                  <a:pt x="4294" y="46"/>
                </a:cubicBezTo>
                <a:cubicBezTo>
                  <a:pt x="4302" y="54"/>
                  <a:pt x="4308" y="62"/>
                  <a:pt x="4314" y="70"/>
                </a:cubicBezTo>
                <a:cubicBezTo>
                  <a:pt x="4320" y="79"/>
                  <a:pt x="4325" y="88"/>
                  <a:pt x="4329" y="98"/>
                </a:cubicBezTo>
                <a:cubicBezTo>
                  <a:pt x="4333" y="107"/>
                  <a:pt x="4336" y="117"/>
                  <a:pt x="4338" y="128"/>
                </a:cubicBezTo>
                <a:cubicBezTo>
                  <a:pt x="4340" y="138"/>
                  <a:pt x="4341" y="148"/>
                  <a:pt x="4341" y="159"/>
                </a:cubicBezTo>
                <a:lnTo>
                  <a:pt x="4341" y="555"/>
                </a:lnTo>
                <a:cubicBezTo>
                  <a:pt x="4341" y="566"/>
                  <a:pt x="4340" y="576"/>
                  <a:pt x="4338" y="586"/>
                </a:cubicBezTo>
                <a:cubicBezTo>
                  <a:pt x="4336" y="597"/>
                  <a:pt x="4333" y="607"/>
                  <a:pt x="4329" y="617"/>
                </a:cubicBezTo>
                <a:cubicBezTo>
                  <a:pt x="4325" y="627"/>
                  <a:pt x="4320" y="636"/>
                  <a:pt x="4314" y="645"/>
                </a:cubicBezTo>
                <a:cubicBezTo>
                  <a:pt x="4308" y="653"/>
                  <a:pt x="4302" y="661"/>
                  <a:pt x="4294" y="669"/>
                </a:cubicBezTo>
                <a:cubicBezTo>
                  <a:pt x="4287" y="676"/>
                  <a:pt x="4279" y="683"/>
                  <a:pt x="4270" y="688"/>
                </a:cubicBezTo>
                <a:cubicBezTo>
                  <a:pt x="4261" y="694"/>
                  <a:pt x="4252" y="699"/>
                  <a:pt x="4243" y="703"/>
                </a:cubicBezTo>
                <a:cubicBezTo>
                  <a:pt x="4233" y="707"/>
                  <a:pt x="4223" y="710"/>
                  <a:pt x="4213" y="712"/>
                </a:cubicBezTo>
                <a:cubicBezTo>
                  <a:pt x="4203" y="714"/>
                  <a:pt x="4192" y="715"/>
                  <a:pt x="4182" y="715"/>
                </a:cubicBezTo>
                <a:lnTo>
                  <a:pt x="159" y="715"/>
                </a:lnTo>
                <a:cubicBezTo>
                  <a:pt x="149" y="715"/>
                  <a:pt x="139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80" y="694"/>
                  <a:pt x="71" y="688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40" y="661"/>
                  <a:pt x="33" y="653"/>
                  <a:pt x="27" y="645"/>
                </a:cubicBezTo>
                <a:cubicBezTo>
                  <a:pt x="21" y="636"/>
                  <a:pt x="17" y="627"/>
                  <a:pt x="13" y="617"/>
                </a:cubicBezTo>
                <a:cubicBezTo>
                  <a:pt x="9" y="607"/>
                  <a:pt x="6" y="597"/>
                  <a:pt x="4" y="586"/>
                </a:cubicBezTo>
                <a:cubicBezTo>
                  <a:pt x="2" y="576"/>
                  <a:pt x="0" y="566"/>
                  <a:pt x="0" y="555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19" name=""/>
          <p:cNvSpPr txBox="1"/>
          <p:nvPr/>
        </p:nvSpPr>
        <p:spPr>
          <a:xfrm>
            <a:off x="6362640" y="4450680"/>
            <a:ext cx="3658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行しなくても動作を確認できます。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20" name=""/>
          <p:cNvSpPr txBox="1"/>
          <p:nvPr/>
        </p:nvSpPr>
        <p:spPr>
          <a:xfrm>
            <a:off x="6690960" y="5353200"/>
            <a:ext cx="1434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5070A0"/>
                </a:solidFill>
                <a:effectLst/>
                <a:uFillTx/>
                <a:latin typeface="JetBrainsMonoRoman"/>
                <a:ea typeface="JetBrainsMonoRoman"/>
              </a:rPr>
              <a:t>Review Changes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21" name=""/>
          <p:cNvSpPr txBox="1"/>
          <p:nvPr/>
        </p:nvSpPr>
        <p:spPr>
          <a:xfrm>
            <a:off x="8188200" y="5289120"/>
            <a:ext cx="3266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 ボタンからコードの差分を確認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22" name=""/>
          <p:cNvSpPr txBox="1"/>
          <p:nvPr/>
        </p:nvSpPr>
        <p:spPr>
          <a:xfrm>
            <a:off x="6353280" y="5650920"/>
            <a:ext cx="1143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できます。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23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27" name=""/>
          <p:cNvSpPr/>
          <p:nvPr/>
        </p:nvSpPr>
        <p:spPr>
          <a:xfrm>
            <a:off x="571320" y="100944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28" name=""/>
          <p:cNvSpPr/>
          <p:nvPr/>
        </p:nvSpPr>
        <p:spPr>
          <a:xfrm>
            <a:off x="610920" y="460080"/>
            <a:ext cx="397440" cy="317880"/>
          </a:xfrm>
          <a:custGeom>
            <a:avLst/>
            <a:gdLst/>
            <a:ahLst/>
            <a:rect l="0" t="0" r="r" b="b"/>
            <a:pathLst>
              <a:path w="1104" h="883">
                <a:moveTo>
                  <a:pt x="83" y="883"/>
                </a:moveTo>
                <a:cubicBezTo>
                  <a:pt x="61" y="883"/>
                  <a:pt x="42" y="875"/>
                  <a:pt x="25" y="858"/>
                </a:cubicBezTo>
                <a:cubicBezTo>
                  <a:pt x="9" y="842"/>
                  <a:pt x="0" y="823"/>
                  <a:pt x="0" y="801"/>
                </a:cubicBezTo>
                <a:lnTo>
                  <a:pt x="0" y="84"/>
                </a:lnTo>
                <a:cubicBezTo>
                  <a:pt x="0" y="62"/>
                  <a:pt x="9" y="42"/>
                  <a:pt x="25" y="25"/>
                </a:cubicBezTo>
                <a:cubicBezTo>
                  <a:pt x="42" y="9"/>
                  <a:pt x="61" y="0"/>
                  <a:pt x="83" y="0"/>
                </a:cubicBezTo>
                <a:lnTo>
                  <a:pt x="1020" y="0"/>
                </a:lnTo>
                <a:cubicBezTo>
                  <a:pt x="1042" y="0"/>
                  <a:pt x="1062" y="9"/>
                  <a:pt x="1079" y="25"/>
                </a:cubicBezTo>
                <a:cubicBezTo>
                  <a:pt x="1095" y="42"/>
                  <a:pt x="1104" y="62"/>
                  <a:pt x="1104" y="84"/>
                </a:cubicBezTo>
                <a:lnTo>
                  <a:pt x="1104" y="801"/>
                </a:lnTo>
                <a:cubicBezTo>
                  <a:pt x="1104" y="823"/>
                  <a:pt x="1095" y="842"/>
                  <a:pt x="1079" y="858"/>
                </a:cubicBezTo>
                <a:cubicBezTo>
                  <a:pt x="1062" y="875"/>
                  <a:pt x="1042" y="883"/>
                  <a:pt x="1020" y="883"/>
                </a:cubicBezTo>
                <a:lnTo>
                  <a:pt x="83" y="883"/>
                </a:lnTo>
                <a:moveTo>
                  <a:pt x="83" y="801"/>
                </a:moveTo>
                <a:lnTo>
                  <a:pt x="1020" y="801"/>
                </a:lnTo>
                <a:lnTo>
                  <a:pt x="1020" y="200"/>
                </a:lnTo>
                <a:lnTo>
                  <a:pt x="83" y="200"/>
                </a:lnTo>
                <a:lnTo>
                  <a:pt x="83" y="801"/>
                </a:lnTo>
                <a:moveTo>
                  <a:pt x="303" y="701"/>
                </a:moveTo>
                <a:lnTo>
                  <a:pt x="246" y="643"/>
                </a:lnTo>
                <a:lnTo>
                  <a:pt x="387" y="500"/>
                </a:lnTo>
                <a:lnTo>
                  <a:pt x="244" y="357"/>
                </a:lnTo>
                <a:lnTo>
                  <a:pt x="303" y="299"/>
                </a:lnTo>
                <a:lnTo>
                  <a:pt x="505" y="500"/>
                </a:lnTo>
                <a:lnTo>
                  <a:pt x="303" y="701"/>
                </a:lnTo>
                <a:moveTo>
                  <a:pt x="565" y="707"/>
                </a:moveTo>
                <a:lnTo>
                  <a:pt x="565" y="624"/>
                </a:lnTo>
                <a:lnTo>
                  <a:pt x="868" y="624"/>
                </a:lnTo>
                <a:lnTo>
                  <a:pt x="868" y="707"/>
                </a:lnTo>
                <a:lnTo>
                  <a:pt x="565" y="707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1429" name=""/>
          <p:cNvPicPr/>
          <p:nvPr/>
        </p:nvPicPr>
        <p:blipFill>
          <a:blip r:embed="rId1"/>
          <a:stretch/>
        </p:blipFill>
        <p:spPr>
          <a:xfrm>
            <a:off x="571320" y="1190520"/>
            <a:ext cx="5447880" cy="544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0" name=""/>
          <p:cNvSpPr/>
          <p:nvPr/>
        </p:nvSpPr>
        <p:spPr>
          <a:xfrm>
            <a:off x="6013440" y="1764720"/>
            <a:ext cx="5764320" cy="3459600"/>
          </a:xfrm>
          <a:custGeom>
            <a:avLst/>
            <a:gdLst/>
            <a:ahLst/>
            <a:rect l="0" t="0" r="r" b="b"/>
            <a:pathLst>
              <a:path w="16012" h="9610">
                <a:moveTo>
                  <a:pt x="440" y="680"/>
                </a:moveTo>
                <a:lnTo>
                  <a:pt x="440" y="8776"/>
                </a:lnTo>
                <a:cubicBezTo>
                  <a:pt x="440" y="8819"/>
                  <a:pt x="449" y="8859"/>
                  <a:pt x="465" y="8898"/>
                </a:cubicBezTo>
                <a:cubicBezTo>
                  <a:pt x="481" y="8937"/>
                  <a:pt x="504" y="8971"/>
                  <a:pt x="533" y="9001"/>
                </a:cubicBezTo>
                <a:cubicBezTo>
                  <a:pt x="563" y="9031"/>
                  <a:pt x="598" y="9054"/>
                  <a:pt x="636" y="9070"/>
                </a:cubicBezTo>
                <a:cubicBezTo>
                  <a:pt x="675" y="9086"/>
                  <a:pt x="716" y="9094"/>
                  <a:pt x="758" y="9094"/>
                </a:cubicBezTo>
                <a:lnTo>
                  <a:pt x="15258" y="9094"/>
                </a:lnTo>
                <a:cubicBezTo>
                  <a:pt x="15300" y="9094"/>
                  <a:pt x="15341" y="9086"/>
                  <a:pt x="15380" y="9070"/>
                </a:cubicBezTo>
                <a:cubicBezTo>
                  <a:pt x="15419" y="9054"/>
                  <a:pt x="15453" y="9031"/>
                  <a:pt x="15483" y="9001"/>
                </a:cubicBezTo>
                <a:cubicBezTo>
                  <a:pt x="15512" y="8971"/>
                  <a:pt x="15535" y="8937"/>
                  <a:pt x="15551" y="8898"/>
                </a:cubicBezTo>
                <a:cubicBezTo>
                  <a:pt x="15568" y="8859"/>
                  <a:pt x="15576" y="8819"/>
                  <a:pt x="15576" y="8776"/>
                </a:cubicBezTo>
                <a:lnTo>
                  <a:pt x="15576" y="680"/>
                </a:lnTo>
                <a:cubicBezTo>
                  <a:pt x="15576" y="638"/>
                  <a:pt x="15568" y="598"/>
                  <a:pt x="15551" y="559"/>
                </a:cubicBezTo>
                <a:cubicBezTo>
                  <a:pt x="15535" y="520"/>
                  <a:pt x="15512" y="485"/>
                  <a:pt x="15483" y="456"/>
                </a:cubicBezTo>
                <a:cubicBezTo>
                  <a:pt x="15453" y="426"/>
                  <a:pt x="15419" y="403"/>
                  <a:pt x="15380" y="387"/>
                </a:cubicBezTo>
                <a:cubicBezTo>
                  <a:pt x="15341" y="371"/>
                  <a:pt x="15300" y="363"/>
                  <a:pt x="15258" y="363"/>
                </a:cubicBezTo>
                <a:lnTo>
                  <a:pt x="758" y="363"/>
                </a:lnTo>
                <a:cubicBezTo>
                  <a:pt x="716" y="363"/>
                  <a:pt x="675" y="371"/>
                  <a:pt x="636" y="387"/>
                </a:cubicBezTo>
                <a:cubicBezTo>
                  <a:pt x="598" y="403"/>
                  <a:pt x="563" y="426"/>
                  <a:pt x="533" y="456"/>
                </a:cubicBezTo>
                <a:cubicBezTo>
                  <a:pt x="504" y="485"/>
                  <a:pt x="481" y="520"/>
                  <a:pt x="465" y="559"/>
                </a:cubicBezTo>
                <a:cubicBezTo>
                  <a:pt x="449" y="598"/>
                  <a:pt x="440" y="638"/>
                  <a:pt x="440" y="680"/>
                </a:cubicBezTo>
                <a:moveTo>
                  <a:pt x="0" y="0"/>
                </a:moveTo>
                <a:lnTo>
                  <a:pt x="16012" y="0"/>
                </a:lnTo>
                <a:lnTo>
                  <a:pt x="16012" y="9610"/>
                </a:lnTo>
                <a:lnTo>
                  <a:pt x="0" y="9610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431" name=""/>
          <p:cNvSpPr/>
          <p:nvPr/>
        </p:nvSpPr>
        <p:spPr>
          <a:xfrm>
            <a:off x="6181560" y="1904760"/>
            <a:ext cx="5429520" cy="3124440"/>
          </a:xfrm>
          <a:custGeom>
            <a:avLst/>
            <a:gdLst/>
            <a:ahLst/>
            <a:rect l="0" t="0" r="r" b="b"/>
            <a:pathLst>
              <a:path w="15082" h="8679">
                <a:moveTo>
                  <a:pt x="0" y="8388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6"/>
                  <a:pt x="15" y="197"/>
                  <a:pt x="22" y="180"/>
                </a:cubicBezTo>
                <a:cubicBezTo>
                  <a:pt x="29" y="162"/>
                  <a:pt x="38" y="145"/>
                  <a:pt x="49" y="130"/>
                </a:cubicBezTo>
                <a:cubicBezTo>
                  <a:pt x="60" y="114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30"/>
                  <a:pt x="14937" y="39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4"/>
                  <a:pt x="15033" y="130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7"/>
                  <a:pt x="15073" y="216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8388"/>
                </a:lnTo>
                <a:cubicBezTo>
                  <a:pt x="15082" y="8408"/>
                  <a:pt x="15080" y="8426"/>
                  <a:pt x="15077" y="8445"/>
                </a:cubicBezTo>
                <a:cubicBezTo>
                  <a:pt x="15073" y="8464"/>
                  <a:pt x="15067" y="8482"/>
                  <a:pt x="15060" y="8500"/>
                </a:cubicBezTo>
                <a:cubicBezTo>
                  <a:pt x="15053" y="8517"/>
                  <a:pt x="15044" y="8534"/>
                  <a:pt x="15033" y="8550"/>
                </a:cubicBezTo>
                <a:cubicBezTo>
                  <a:pt x="15023" y="8566"/>
                  <a:pt x="15010" y="8581"/>
                  <a:pt x="14997" y="8594"/>
                </a:cubicBezTo>
                <a:cubicBezTo>
                  <a:pt x="14983" y="8608"/>
                  <a:pt x="14969" y="8620"/>
                  <a:pt x="14953" y="8630"/>
                </a:cubicBezTo>
                <a:cubicBezTo>
                  <a:pt x="14937" y="8641"/>
                  <a:pt x="14920" y="8650"/>
                  <a:pt x="14903" y="8657"/>
                </a:cubicBezTo>
                <a:cubicBezTo>
                  <a:pt x="14885" y="8665"/>
                  <a:pt x="14867" y="8670"/>
                  <a:pt x="14848" y="8674"/>
                </a:cubicBezTo>
                <a:cubicBezTo>
                  <a:pt x="14829" y="8678"/>
                  <a:pt x="14810" y="8679"/>
                  <a:pt x="14791" y="8679"/>
                </a:cubicBezTo>
                <a:lnTo>
                  <a:pt x="291" y="8679"/>
                </a:lnTo>
                <a:cubicBezTo>
                  <a:pt x="272" y="8679"/>
                  <a:pt x="253" y="8678"/>
                  <a:pt x="234" y="8674"/>
                </a:cubicBezTo>
                <a:cubicBezTo>
                  <a:pt x="215" y="8670"/>
                  <a:pt x="197" y="8665"/>
                  <a:pt x="180" y="8657"/>
                </a:cubicBezTo>
                <a:cubicBezTo>
                  <a:pt x="162" y="8650"/>
                  <a:pt x="145" y="8641"/>
                  <a:pt x="129" y="8630"/>
                </a:cubicBezTo>
                <a:cubicBezTo>
                  <a:pt x="113" y="8620"/>
                  <a:pt x="99" y="8608"/>
                  <a:pt x="85" y="8594"/>
                </a:cubicBezTo>
                <a:cubicBezTo>
                  <a:pt x="72" y="8581"/>
                  <a:pt x="60" y="8566"/>
                  <a:pt x="49" y="8550"/>
                </a:cubicBezTo>
                <a:cubicBezTo>
                  <a:pt x="38" y="8534"/>
                  <a:pt x="29" y="8517"/>
                  <a:pt x="22" y="8500"/>
                </a:cubicBezTo>
                <a:cubicBezTo>
                  <a:pt x="15" y="8482"/>
                  <a:pt x="9" y="8464"/>
                  <a:pt x="6" y="8445"/>
                </a:cubicBezTo>
                <a:cubicBezTo>
                  <a:pt x="2" y="8426"/>
                  <a:pt x="0" y="8408"/>
                  <a:pt x="0" y="8388"/>
                </a:cubicBez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32" name=""/>
          <p:cNvSpPr/>
          <p:nvPr/>
        </p:nvSpPr>
        <p:spPr>
          <a:xfrm>
            <a:off x="6181560" y="1904760"/>
            <a:ext cx="5429520" cy="3124440"/>
          </a:xfrm>
          <a:custGeom>
            <a:avLst/>
            <a:gdLst/>
            <a:ahLst/>
            <a:rect l="0" t="0" r="r" b="b"/>
            <a:pathLst>
              <a:path w="15082" h="8679">
                <a:moveTo>
                  <a:pt x="0" y="8388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6"/>
                  <a:pt x="15" y="197"/>
                  <a:pt x="22" y="180"/>
                </a:cubicBezTo>
                <a:cubicBezTo>
                  <a:pt x="29" y="162"/>
                  <a:pt x="38" y="145"/>
                  <a:pt x="49" y="130"/>
                </a:cubicBezTo>
                <a:cubicBezTo>
                  <a:pt x="60" y="114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30"/>
                  <a:pt x="14937" y="39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4"/>
                  <a:pt x="15033" y="130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7"/>
                  <a:pt x="15073" y="216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8388"/>
                </a:lnTo>
                <a:cubicBezTo>
                  <a:pt x="15082" y="8408"/>
                  <a:pt x="15080" y="8426"/>
                  <a:pt x="15077" y="8445"/>
                </a:cubicBezTo>
                <a:cubicBezTo>
                  <a:pt x="15073" y="8464"/>
                  <a:pt x="15067" y="8482"/>
                  <a:pt x="15060" y="8500"/>
                </a:cubicBezTo>
                <a:cubicBezTo>
                  <a:pt x="15053" y="8517"/>
                  <a:pt x="15044" y="8534"/>
                  <a:pt x="15033" y="8550"/>
                </a:cubicBezTo>
                <a:cubicBezTo>
                  <a:pt x="15023" y="8566"/>
                  <a:pt x="15010" y="8581"/>
                  <a:pt x="14997" y="8594"/>
                </a:cubicBezTo>
                <a:cubicBezTo>
                  <a:pt x="14983" y="8608"/>
                  <a:pt x="14969" y="8620"/>
                  <a:pt x="14953" y="8630"/>
                </a:cubicBezTo>
                <a:cubicBezTo>
                  <a:pt x="14937" y="8641"/>
                  <a:pt x="14920" y="8650"/>
                  <a:pt x="14903" y="8657"/>
                </a:cubicBezTo>
                <a:cubicBezTo>
                  <a:pt x="14885" y="8665"/>
                  <a:pt x="14867" y="8670"/>
                  <a:pt x="14848" y="8674"/>
                </a:cubicBezTo>
                <a:cubicBezTo>
                  <a:pt x="14829" y="8678"/>
                  <a:pt x="14810" y="8679"/>
                  <a:pt x="14791" y="8679"/>
                </a:cubicBezTo>
                <a:lnTo>
                  <a:pt x="291" y="8679"/>
                </a:lnTo>
                <a:cubicBezTo>
                  <a:pt x="272" y="8679"/>
                  <a:pt x="253" y="8678"/>
                  <a:pt x="234" y="8674"/>
                </a:cubicBezTo>
                <a:cubicBezTo>
                  <a:pt x="215" y="8670"/>
                  <a:pt x="197" y="8665"/>
                  <a:pt x="180" y="8657"/>
                </a:cubicBezTo>
                <a:cubicBezTo>
                  <a:pt x="162" y="8650"/>
                  <a:pt x="145" y="8641"/>
                  <a:pt x="129" y="8630"/>
                </a:cubicBezTo>
                <a:cubicBezTo>
                  <a:pt x="113" y="8620"/>
                  <a:pt x="99" y="8608"/>
                  <a:pt x="85" y="8594"/>
                </a:cubicBezTo>
                <a:cubicBezTo>
                  <a:pt x="72" y="8581"/>
                  <a:pt x="60" y="8566"/>
                  <a:pt x="49" y="8550"/>
                </a:cubicBezTo>
                <a:cubicBezTo>
                  <a:pt x="38" y="8534"/>
                  <a:pt x="29" y="8517"/>
                  <a:pt x="22" y="8500"/>
                </a:cubicBezTo>
                <a:cubicBezTo>
                  <a:pt x="15" y="8482"/>
                  <a:pt x="9" y="8464"/>
                  <a:pt x="6" y="8445"/>
                </a:cubicBezTo>
                <a:cubicBezTo>
                  <a:pt x="2" y="8426"/>
                  <a:pt x="0" y="8408"/>
                  <a:pt x="0" y="8388"/>
                </a:cubicBezTo>
                <a:close/>
              </a:path>
            </a:pathLst>
          </a:custGeom>
          <a:noFill/>
          <a:ln w="18720">
            <a:solidFill>
              <a:srgbClr val="FFE0AC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33" name=""/>
          <p:cNvSpPr/>
          <p:nvPr/>
        </p:nvSpPr>
        <p:spPr>
          <a:xfrm>
            <a:off x="6195960" y="5114880"/>
            <a:ext cx="5424840" cy="924120"/>
          </a:xfrm>
          <a:custGeom>
            <a:avLst/>
            <a:gdLst/>
            <a:ahLst/>
            <a:rect l="0" t="0" r="r" b="b"/>
            <a:pathLst>
              <a:path w="15069" h="2567">
                <a:moveTo>
                  <a:pt x="0" y="2354"/>
                </a:moveTo>
                <a:lnTo>
                  <a:pt x="0" y="211"/>
                </a:lnTo>
                <a:cubicBezTo>
                  <a:pt x="0" y="197"/>
                  <a:pt x="1" y="184"/>
                  <a:pt x="2" y="170"/>
                </a:cubicBezTo>
                <a:cubicBezTo>
                  <a:pt x="4" y="156"/>
                  <a:pt x="7" y="143"/>
                  <a:pt x="11" y="130"/>
                </a:cubicBezTo>
                <a:cubicBezTo>
                  <a:pt x="14" y="117"/>
                  <a:pt x="19" y="105"/>
                  <a:pt x="24" y="94"/>
                </a:cubicBezTo>
                <a:cubicBezTo>
                  <a:pt x="29" y="82"/>
                  <a:pt x="36" y="71"/>
                  <a:pt x="42" y="62"/>
                </a:cubicBezTo>
                <a:cubicBezTo>
                  <a:pt x="49" y="52"/>
                  <a:pt x="56" y="43"/>
                  <a:pt x="64" y="35"/>
                </a:cubicBezTo>
                <a:cubicBezTo>
                  <a:pt x="72" y="28"/>
                  <a:pt x="81" y="21"/>
                  <a:pt x="89" y="16"/>
                </a:cubicBezTo>
                <a:cubicBezTo>
                  <a:pt x="98" y="10"/>
                  <a:pt x="107" y="6"/>
                  <a:pt x="117" y="4"/>
                </a:cubicBezTo>
                <a:cubicBezTo>
                  <a:pt x="126" y="1"/>
                  <a:pt x="136" y="0"/>
                  <a:pt x="145" y="0"/>
                </a:cubicBezTo>
                <a:lnTo>
                  <a:pt x="14857" y="0"/>
                </a:lnTo>
                <a:cubicBezTo>
                  <a:pt x="14871" y="0"/>
                  <a:pt x="14885" y="1"/>
                  <a:pt x="14898" y="4"/>
                </a:cubicBezTo>
                <a:cubicBezTo>
                  <a:pt x="14912" y="6"/>
                  <a:pt x="14925" y="10"/>
                  <a:pt x="14938" y="16"/>
                </a:cubicBezTo>
                <a:cubicBezTo>
                  <a:pt x="14951" y="21"/>
                  <a:pt x="14963" y="28"/>
                  <a:pt x="14975" y="35"/>
                </a:cubicBezTo>
                <a:cubicBezTo>
                  <a:pt x="14986" y="43"/>
                  <a:pt x="14997" y="52"/>
                  <a:pt x="15007" y="62"/>
                </a:cubicBezTo>
                <a:cubicBezTo>
                  <a:pt x="15016" y="71"/>
                  <a:pt x="15025" y="82"/>
                  <a:pt x="15033" y="94"/>
                </a:cubicBezTo>
                <a:cubicBezTo>
                  <a:pt x="15041" y="105"/>
                  <a:pt x="15047" y="117"/>
                  <a:pt x="15053" y="130"/>
                </a:cubicBezTo>
                <a:cubicBezTo>
                  <a:pt x="15058" y="143"/>
                  <a:pt x="15062" y="156"/>
                  <a:pt x="15065" y="170"/>
                </a:cubicBezTo>
                <a:cubicBezTo>
                  <a:pt x="15067" y="184"/>
                  <a:pt x="15069" y="197"/>
                  <a:pt x="15069" y="211"/>
                </a:cubicBezTo>
                <a:lnTo>
                  <a:pt x="15069" y="2354"/>
                </a:lnTo>
                <a:cubicBezTo>
                  <a:pt x="15069" y="2368"/>
                  <a:pt x="15067" y="2382"/>
                  <a:pt x="15065" y="2396"/>
                </a:cubicBezTo>
                <a:cubicBezTo>
                  <a:pt x="15062" y="2409"/>
                  <a:pt x="15058" y="2423"/>
                  <a:pt x="15053" y="2435"/>
                </a:cubicBezTo>
                <a:cubicBezTo>
                  <a:pt x="15047" y="2448"/>
                  <a:pt x="15041" y="2460"/>
                  <a:pt x="15033" y="2473"/>
                </a:cubicBezTo>
                <a:cubicBezTo>
                  <a:pt x="15025" y="2485"/>
                  <a:pt x="15016" y="2495"/>
                  <a:pt x="15007" y="2505"/>
                </a:cubicBezTo>
                <a:cubicBezTo>
                  <a:pt x="14997" y="2515"/>
                  <a:pt x="14986" y="2524"/>
                  <a:pt x="14975" y="2531"/>
                </a:cubicBezTo>
                <a:cubicBezTo>
                  <a:pt x="14963" y="2539"/>
                  <a:pt x="14951" y="2546"/>
                  <a:pt x="14938" y="2551"/>
                </a:cubicBezTo>
                <a:cubicBezTo>
                  <a:pt x="14925" y="2556"/>
                  <a:pt x="14912" y="2560"/>
                  <a:pt x="14898" y="2563"/>
                </a:cubicBezTo>
                <a:cubicBezTo>
                  <a:pt x="14885" y="2566"/>
                  <a:pt x="14871" y="2567"/>
                  <a:pt x="14857" y="2567"/>
                </a:cubicBezTo>
                <a:lnTo>
                  <a:pt x="145" y="2567"/>
                </a:lnTo>
                <a:cubicBezTo>
                  <a:pt x="136" y="2567"/>
                  <a:pt x="126" y="2566"/>
                  <a:pt x="117" y="2563"/>
                </a:cubicBezTo>
                <a:cubicBezTo>
                  <a:pt x="107" y="2560"/>
                  <a:pt x="98" y="2556"/>
                  <a:pt x="89" y="2551"/>
                </a:cubicBezTo>
                <a:cubicBezTo>
                  <a:pt x="81" y="2546"/>
                  <a:pt x="72" y="2539"/>
                  <a:pt x="64" y="2531"/>
                </a:cubicBezTo>
                <a:cubicBezTo>
                  <a:pt x="56" y="2524"/>
                  <a:pt x="49" y="2515"/>
                  <a:pt x="42" y="2505"/>
                </a:cubicBezTo>
                <a:cubicBezTo>
                  <a:pt x="36" y="2495"/>
                  <a:pt x="29" y="2485"/>
                  <a:pt x="24" y="2473"/>
                </a:cubicBezTo>
                <a:cubicBezTo>
                  <a:pt x="19" y="2460"/>
                  <a:pt x="14" y="2448"/>
                  <a:pt x="11" y="2435"/>
                </a:cubicBezTo>
                <a:cubicBezTo>
                  <a:pt x="7" y="2423"/>
                  <a:pt x="4" y="2409"/>
                  <a:pt x="2" y="2396"/>
                </a:cubicBezTo>
                <a:cubicBezTo>
                  <a:pt x="1" y="2382"/>
                  <a:pt x="0" y="2368"/>
                  <a:pt x="0" y="2354"/>
                </a:cubicBez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34" name=""/>
          <p:cNvSpPr/>
          <p:nvPr/>
        </p:nvSpPr>
        <p:spPr>
          <a:xfrm>
            <a:off x="6171840" y="5114880"/>
            <a:ext cx="76680" cy="924120"/>
          </a:xfrm>
          <a:custGeom>
            <a:avLst/>
            <a:gdLst/>
            <a:ahLst/>
            <a:rect l="0" t="0" r="r" b="b"/>
            <a:pathLst>
              <a:path w="213" h="2567">
                <a:moveTo>
                  <a:pt x="0" y="0"/>
                </a:moveTo>
                <a:lnTo>
                  <a:pt x="213" y="0"/>
                </a:lnTo>
                <a:lnTo>
                  <a:pt x="213" y="2567"/>
                </a:lnTo>
                <a:lnTo>
                  <a:pt x="0" y="2567"/>
                </a:lnTo>
                <a:lnTo>
                  <a:pt x="0" y="0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35" name=""/>
          <p:cNvSpPr/>
          <p:nvPr/>
        </p:nvSpPr>
        <p:spPr>
          <a:xfrm>
            <a:off x="6217200" y="1449360"/>
            <a:ext cx="288000" cy="301680"/>
          </a:xfrm>
          <a:custGeom>
            <a:avLst/>
            <a:gdLst/>
            <a:ahLst/>
            <a:rect l="0" t="0" r="r" b="b"/>
            <a:pathLst>
              <a:path w="800" h="838">
                <a:moveTo>
                  <a:pt x="126" y="838"/>
                </a:moveTo>
                <a:lnTo>
                  <a:pt x="126" y="658"/>
                </a:lnTo>
                <a:cubicBezTo>
                  <a:pt x="86" y="622"/>
                  <a:pt x="55" y="580"/>
                  <a:pt x="33" y="530"/>
                </a:cubicBezTo>
                <a:cubicBezTo>
                  <a:pt x="11" y="482"/>
                  <a:pt x="0" y="430"/>
                  <a:pt x="0" y="377"/>
                </a:cubicBezTo>
                <a:cubicBezTo>
                  <a:pt x="0" y="272"/>
                  <a:pt x="37" y="183"/>
                  <a:pt x="110" y="110"/>
                </a:cubicBezTo>
                <a:cubicBezTo>
                  <a:pt x="183" y="36"/>
                  <a:pt x="272" y="0"/>
                  <a:pt x="377" y="0"/>
                </a:cubicBezTo>
                <a:cubicBezTo>
                  <a:pt x="464" y="0"/>
                  <a:pt x="542" y="25"/>
                  <a:pt x="609" y="77"/>
                </a:cubicBezTo>
                <a:cubicBezTo>
                  <a:pt x="677" y="128"/>
                  <a:pt x="721" y="195"/>
                  <a:pt x="742" y="277"/>
                </a:cubicBezTo>
                <a:lnTo>
                  <a:pt x="799" y="505"/>
                </a:lnTo>
                <a:cubicBezTo>
                  <a:pt x="802" y="515"/>
                  <a:pt x="800" y="524"/>
                  <a:pt x="794" y="532"/>
                </a:cubicBezTo>
                <a:cubicBezTo>
                  <a:pt x="788" y="540"/>
                  <a:pt x="779" y="544"/>
                  <a:pt x="769" y="544"/>
                </a:cubicBezTo>
                <a:lnTo>
                  <a:pt x="670" y="544"/>
                </a:lnTo>
                <a:lnTo>
                  <a:pt x="670" y="692"/>
                </a:lnTo>
                <a:cubicBezTo>
                  <a:pt x="670" y="709"/>
                  <a:pt x="664" y="724"/>
                  <a:pt x="652" y="736"/>
                </a:cubicBezTo>
                <a:cubicBezTo>
                  <a:pt x="640" y="748"/>
                  <a:pt x="625" y="755"/>
                  <a:pt x="608" y="755"/>
                </a:cubicBezTo>
                <a:lnTo>
                  <a:pt x="503" y="755"/>
                </a:lnTo>
                <a:lnTo>
                  <a:pt x="503" y="838"/>
                </a:lnTo>
                <a:lnTo>
                  <a:pt x="440" y="838"/>
                </a:lnTo>
                <a:lnTo>
                  <a:pt x="440" y="692"/>
                </a:lnTo>
                <a:lnTo>
                  <a:pt x="608" y="692"/>
                </a:lnTo>
                <a:lnTo>
                  <a:pt x="608" y="481"/>
                </a:lnTo>
                <a:lnTo>
                  <a:pt x="728" y="481"/>
                </a:lnTo>
                <a:lnTo>
                  <a:pt x="680" y="293"/>
                </a:lnTo>
                <a:cubicBezTo>
                  <a:pt x="663" y="225"/>
                  <a:pt x="626" y="170"/>
                  <a:pt x="570" y="127"/>
                </a:cubicBezTo>
                <a:cubicBezTo>
                  <a:pt x="513" y="84"/>
                  <a:pt x="449" y="62"/>
                  <a:pt x="377" y="62"/>
                </a:cubicBezTo>
                <a:cubicBezTo>
                  <a:pt x="290" y="62"/>
                  <a:pt x="216" y="93"/>
                  <a:pt x="155" y="153"/>
                </a:cubicBezTo>
                <a:cubicBezTo>
                  <a:pt x="94" y="213"/>
                  <a:pt x="63" y="287"/>
                  <a:pt x="63" y="374"/>
                </a:cubicBezTo>
                <a:cubicBezTo>
                  <a:pt x="63" y="419"/>
                  <a:pt x="72" y="462"/>
                  <a:pt x="91" y="502"/>
                </a:cubicBezTo>
                <a:cubicBezTo>
                  <a:pt x="109" y="543"/>
                  <a:pt x="135" y="580"/>
                  <a:pt x="169" y="611"/>
                </a:cubicBezTo>
                <a:lnTo>
                  <a:pt x="189" y="630"/>
                </a:lnTo>
                <a:lnTo>
                  <a:pt x="189" y="838"/>
                </a:lnTo>
                <a:lnTo>
                  <a:pt x="126" y="838"/>
                </a:lnTo>
                <a:moveTo>
                  <a:pt x="345" y="530"/>
                </a:moveTo>
                <a:lnTo>
                  <a:pt x="408" y="530"/>
                </a:lnTo>
                <a:lnTo>
                  <a:pt x="411" y="483"/>
                </a:lnTo>
                <a:cubicBezTo>
                  <a:pt x="419" y="482"/>
                  <a:pt x="427" y="479"/>
                  <a:pt x="434" y="475"/>
                </a:cubicBezTo>
                <a:cubicBezTo>
                  <a:pt x="442" y="470"/>
                  <a:pt x="448" y="465"/>
                  <a:pt x="454" y="459"/>
                </a:cubicBezTo>
                <a:lnTo>
                  <a:pt x="498" y="474"/>
                </a:lnTo>
                <a:lnTo>
                  <a:pt x="527" y="424"/>
                </a:lnTo>
                <a:lnTo>
                  <a:pt x="496" y="399"/>
                </a:lnTo>
                <a:cubicBezTo>
                  <a:pt x="499" y="389"/>
                  <a:pt x="501" y="379"/>
                  <a:pt x="501" y="368"/>
                </a:cubicBezTo>
                <a:cubicBezTo>
                  <a:pt x="501" y="358"/>
                  <a:pt x="499" y="348"/>
                  <a:pt x="496" y="338"/>
                </a:cubicBezTo>
                <a:lnTo>
                  <a:pt x="527" y="313"/>
                </a:lnTo>
                <a:lnTo>
                  <a:pt x="498" y="262"/>
                </a:lnTo>
                <a:lnTo>
                  <a:pt x="454" y="277"/>
                </a:lnTo>
                <a:cubicBezTo>
                  <a:pt x="448" y="272"/>
                  <a:pt x="441" y="267"/>
                  <a:pt x="434" y="263"/>
                </a:cubicBezTo>
                <a:cubicBezTo>
                  <a:pt x="426" y="258"/>
                  <a:pt x="418" y="255"/>
                  <a:pt x="411" y="253"/>
                </a:cubicBezTo>
                <a:lnTo>
                  <a:pt x="408" y="207"/>
                </a:lnTo>
                <a:lnTo>
                  <a:pt x="345" y="207"/>
                </a:lnTo>
                <a:lnTo>
                  <a:pt x="342" y="253"/>
                </a:lnTo>
                <a:cubicBezTo>
                  <a:pt x="334" y="255"/>
                  <a:pt x="326" y="258"/>
                  <a:pt x="319" y="263"/>
                </a:cubicBezTo>
                <a:cubicBezTo>
                  <a:pt x="311" y="267"/>
                  <a:pt x="304" y="272"/>
                  <a:pt x="299" y="277"/>
                </a:cubicBezTo>
                <a:lnTo>
                  <a:pt x="255" y="262"/>
                </a:lnTo>
                <a:lnTo>
                  <a:pt x="225" y="313"/>
                </a:lnTo>
                <a:lnTo>
                  <a:pt x="257" y="338"/>
                </a:lnTo>
                <a:cubicBezTo>
                  <a:pt x="253" y="348"/>
                  <a:pt x="252" y="358"/>
                  <a:pt x="252" y="368"/>
                </a:cubicBezTo>
                <a:cubicBezTo>
                  <a:pt x="252" y="379"/>
                  <a:pt x="253" y="389"/>
                  <a:pt x="257" y="399"/>
                </a:cubicBezTo>
                <a:lnTo>
                  <a:pt x="225" y="424"/>
                </a:lnTo>
                <a:lnTo>
                  <a:pt x="255" y="474"/>
                </a:lnTo>
                <a:lnTo>
                  <a:pt x="299" y="459"/>
                </a:lnTo>
                <a:cubicBezTo>
                  <a:pt x="304" y="465"/>
                  <a:pt x="311" y="470"/>
                  <a:pt x="318" y="475"/>
                </a:cubicBezTo>
                <a:cubicBezTo>
                  <a:pt x="325" y="479"/>
                  <a:pt x="333" y="482"/>
                  <a:pt x="342" y="483"/>
                </a:cubicBezTo>
                <a:lnTo>
                  <a:pt x="345" y="530"/>
                </a:lnTo>
                <a:moveTo>
                  <a:pt x="324" y="420"/>
                </a:moveTo>
                <a:cubicBezTo>
                  <a:pt x="310" y="406"/>
                  <a:pt x="303" y="389"/>
                  <a:pt x="303" y="368"/>
                </a:cubicBezTo>
                <a:cubicBezTo>
                  <a:pt x="303" y="348"/>
                  <a:pt x="310" y="331"/>
                  <a:pt x="324" y="316"/>
                </a:cubicBezTo>
                <a:cubicBezTo>
                  <a:pt x="338" y="302"/>
                  <a:pt x="356" y="295"/>
                  <a:pt x="376" y="295"/>
                </a:cubicBezTo>
                <a:cubicBezTo>
                  <a:pt x="396" y="295"/>
                  <a:pt x="414" y="302"/>
                  <a:pt x="428" y="316"/>
                </a:cubicBezTo>
                <a:cubicBezTo>
                  <a:pt x="442" y="330"/>
                  <a:pt x="449" y="348"/>
                  <a:pt x="449" y="368"/>
                </a:cubicBezTo>
                <a:cubicBezTo>
                  <a:pt x="449" y="388"/>
                  <a:pt x="442" y="406"/>
                  <a:pt x="428" y="420"/>
                </a:cubicBezTo>
                <a:cubicBezTo>
                  <a:pt x="414" y="434"/>
                  <a:pt x="397" y="442"/>
                  <a:pt x="376" y="442"/>
                </a:cubicBezTo>
                <a:cubicBezTo>
                  <a:pt x="356" y="442"/>
                  <a:pt x="339" y="434"/>
                  <a:pt x="324" y="420"/>
                </a:cubicBez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36" name=""/>
          <p:cNvSpPr txBox="1"/>
          <p:nvPr/>
        </p:nvSpPr>
        <p:spPr>
          <a:xfrm>
            <a:off x="1047600" y="529560"/>
            <a:ext cx="532080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エディタ（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Editor View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）の機能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37" name=""/>
          <p:cNvSpPr/>
          <p:nvPr/>
        </p:nvSpPr>
        <p:spPr>
          <a:xfrm>
            <a:off x="6352920" y="22572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38" name=""/>
          <p:cNvSpPr txBox="1"/>
          <p:nvPr/>
        </p:nvSpPr>
        <p:spPr>
          <a:xfrm>
            <a:off x="6534000" y="1608840"/>
            <a:ext cx="27421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AI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強化された</a:t>
            </a:r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VS Code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エディタ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39" name=""/>
          <p:cNvSpPr/>
          <p:nvPr/>
        </p:nvSpPr>
        <p:spPr>
          <a:xfrm>
            <a:off x="6591240" y="2552400"/>
            <a:ext cx="419400" cy="257760"/>
          </a:xfrm>
          <a:custGeom>
            <a:avLst/>
            <a:gdLst/>
            <a:ahLst/>
            <a:rect l="0" t="0" r="r" b="b"/>
            <a:pathLst>
              <a:path w="1165" h="716">
                <a:moveTo>
                  <a:pt x="0" y="55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006" y="0"/>
                </a:lnTo>
                <a:cubicBezTo>
                  <a:pt x="1017" y="0"/>
                  <a:pt x="1027" y="1"/>
                  <a:pt x="1037" y="3"/>
                </a:cubicBezTo>
                <a:cubicBezTo>
                  <a:pt x="1047" y="5"/>
                  <a:pt x="1057" y="8"/>
                  <a:pt x="1067" y="12"/>
                </a:cubicBezTo>
                <a:cubicBezTo>
                  <a:pt x="1076" y="16"/>
                  <a:pt x="1086" y="21"/>
                  <a:pt x="1094" y="27"/>
                </a:cubicBezTo>
                <a:cubicBezTo>
                  <a:pt x="1103" y="33"/>
                  <a:pt x="1111" y="39"/>
                  <a:pt x="1118" y="47"/>
                </a:cubicBezTo>
                <a:cubicBezTo>
                  <a:pt x="1126" y="54"/>
                  <a:pt x="1132" y="62"/>
                  <a:pt x="1138" y="71"/>
                </a:cubicBezTo>
                <a:cubicBezTo>
                  <a:pt x="1144" y="80"/>
                  <a:pt x="1149" y="89"/>
                  <a:pt x="1153" y="98"/>
                </a:cubicBezTo>
                <a:cubicBezTo>
                  <a:pt x="1157" y="108"/>
                  <a:pt x="1160" y="118"/>
                  <a:pt x="1162" y="128"/>
                </a:cubicBezTo>
                <a:cubicBezTo>
                  <a:pt x="1164" y="138"/>
                  <a:pt x="1165" y="149"/>
                  <a:pt x="1165" y="159"/>
                </a:cubicBezTo>
                <a:lnTo>
                  <a:pt x="1165" y="557"/>
                </a:lnTo>
                <a:cubicBezTo>
                  <a:pt x="1165" y="567"/>
                  <a:pt x="1164" y="578"/>
                  <a:pt x="1162" y="588"/>
                </a:cubicBezTo>
                <a:cubicBezTo>
                  <a:pt x="1160" y="598"/>
                  <a:pt x="1157" y="608"/>
                  <a:pt x="1153" y="618"/>
                </a:cubicBezTo>
                <a:cubicBezTo>
                  <a:pt x="1149" y="627"/>
                  <a:pt x="1144" y="636"/>
                  <a:pt x="1138" y="645"/>
                </a:cubicBezTo>
                <a:cubicBezTo>
                  <a:pt x="1132" y="654"/>
                  <a:pt x="1126" y="662"/>
                  <a:pt x="1118" y="669"/>
                </a:cubicBezTo>
                <a:cubicBezTo>
                  <a:pt x="1111" y="677"/>
                  <a:pt x="1103" y="683"/>
                  <a:pt x="1094" y="689"/>
                </a:cubicBezTo>
                <a:cubicBezTo>
                  <a:pt x="1086" y="695"/>
                  <a:pt x="1076" y="700"/>
                  <a:pt x="1067" y="704"/>
                </a:cubicBezTo>
                <a:cubicBezTo>
                  <a:pt x="1057" y="708"/>
                  <a:pt x="1047" y="711"/>
                  <a:pt x="1037" y="713"/>
                </a:cubicBezTo>
                <a:cubicBezTo>
                  <a:pt x="1027" y="715"/>
                  <a:pt x="1017" y="716"/>
                  <a:pt x="1006" y="716"/>
                </a:cubicBezTo>
                <a:lnTo>
                  <a:pt x="158" y="716"/>
                </a:lnTo>
                <a:cubicBezTo>
                  <a:pt x="148" y="716"/>
                  <a:pt x="138" y="715"/>
                  <a:pt x="127" y="713"/>
                </a:cubicBezTo>
                <a:cubicBezTo>
                  <a:pt x="117" y="711"/>
                  <a:pt x="107" y="708"/>
                  <a:pt x="98" y="704"/>
                </a:cubicBezTo>
                <a:cubicBezTo>
                  <a:pt x="88" y="700"/>
                  <a:pt x="79" y="695"/>
                  <a:pt x="70" y="689"/>
                </a:cubicBezTo>
                <a:cubicBezTo>
                  <a:pt x="62" y="683"/>
                  <a:pt x="54" y="677"/>
                  <a:pt x="46" y="669"/>
                </a:cubicBezTo>
                <a:cubicBezTo>
                  <a:pt x="39" y="662"/>
                  <a:pt x="32" y="654"/>
                  <a:pt x="26" y="645"/>
                </a:cubicBezTo>
                <a:cubicBezTo>
                  <a:pt x="21" y="636"/>
                  <a:pt x="16" y="627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7"/>
                  <a:pt x="0" y="557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40" name=""/>
          <p:cNvSpPr txBox="1"/>
          <p:nvPr/>
        </p:nvSpPr>
        <p:spPr>
          <a:xfrm>
            <a:off x="6591240" y="2174400"/>
            <a:ext cx="46486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予測入力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：スマートなオートコンプリート 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41" name=""/>
          <p:cNvSpPr txBox="1"/>
          <p:nvPr/>
        </p:nvSpPr>
        <p:spPr>
          <a:xfrm>
            <a:off x="6648480" y="2600280"/>
            <a:ext cx="3081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Tab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42" name=""/>
          <p:cNvSpPr/>
          <p:nvPr/>
        </p:nvSpPr>
        <p:spPr>
          <a:xfrm>
            <a:off x="6352920" y="30384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10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6" y="10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43" name=""/>
          <p:cNvSpPr txBox="1"/>
          <p:nvPr/>
        </p:nvSpPr>
        <p:spPr>
          <a:xfrm>
            <a:off x="7014240" y="2536200"/>
            <a:ext cx="7624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で挿入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44" name=""/>
          <p:cNvSpPr/>
          <p:nvPr/>
        </p:nvSpPr>
        <p:spPr>
          <a:xfrm>
            <a:off x="6352920" y="34668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3"/>
                  <a:pt x="204" y="205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5"/>
                  <a:pt x="59" y="16"/>
                  <a:pt x="74" y="10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6" y="10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45" name=""/>
          <p:cNvSpPr txBox="1"/>
          <p:nvPr/>
        </p:nvSpPr>
        <p:spPr>
          <a:xfrm>
            <a:off x="6591240" y="2955240"/>
            <a:ext cx="42040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Tab to Import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：不足依存関係を自動提案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46" name=""/>
          <p:cNvSpPr txBox="1"/>
          <p:nvPr/>
        </p:nvSpPr>
        <p:spPr>
          <a:xfrm>
            <a:off x="6591240" y="3384000"/>
            <a:ext cx="4788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Tab to Jump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：次の論理的な場所にカーソル移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47" name=""/>
          <p:cNvSpPr/>
          <p:nvPr/>
        </p:nvSpPr>
        <p:spPr>
          <a:xfrm>
            <a:off x="6352920" y="4248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79"/>
                  <a:pt x="216" y="192"/>
                  <a:pt x="204" y="203"/>
                </a:cubicBezTo>
                <a:cubicBezTo>
                  <a:pt x="193" y="214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6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48" name=""/>
          <p:cNvSpPr txBox="1"/>
          <p:nvPr/>
        </p:nvSpPr>
        <p:spPr>
          <a:xfrm>
            <a:off x="6591240" y="3746160"/>
            <a:ext cx="229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動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49" name=""/>
          <p:cNvSpPr txBox="1"/>
          <p:nvPr/>
        </p:nvSpPr>
        <p:spPr>
          <a:xfrm>
            <a:off x="6591240" y="4165200"/>
            <a:ext cx="4718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Cmd + 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：自然言語でインライン補完（エディ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50" name=""/>
          <p:cNvSpPr/>
          <p:nvPr/>
        </p:nvSpPr>
        <p:spPr>
          <a:xfrm>
            <a:off x="6395760" y="5272560"/>
            <a:ext cx="143280" cy="195120"/>
          </a:xfrm>
          <a:custGeom>
            <a:avLst/>
            <a:gdLst/>
            <a:ahLst/>
            <a:rect l="0" t="0" r="r" b="b"/>
            <a:pathLst>
              <a:path w="398" h="542">
                <a:moveTo>
                  <a:pt x="161" y="526"/>
                </a:moveTo>
                <a:cubicBezTo>
                  <a:pt x="150" y="516"/>
                  <a:pt x="145" y="503"/>
                  <a:pt x="145" y="488"/>
                </a:cubicBezTo>
                <a:lnTo>
                  <a:pt x="253" y="488"/>
                </a:lnTo>
                <a:cubicBezTo>
                  <a:pt x="253" y="503"/>
                  <a:pt x="247" y="516"/>
                  <a:pt x="237" y="526"/>
                </a:cubicBezTo>
                <a:cubicBezTo>
                  <a:pt x="226" y="536"/>
                  <a:pt x="214" y="542"/>
                  <a:pt x="199" y="542"/>
                </a:cubicBezTo>
                <a:cubicBezTo>
                  <a:pt x="184" y="542"/>
                  <a:pt x="171" y="536"/>
                  <a:pt x="161" y="526"/>
                </a:cubicBezTo>
                <a:moveTo>
                  <a:pt x="92" y="447"/>
                </a:moveTo>
                <a:lnTo>
                  <a:pt x="92" y="407"/>
                </a:lnTo>
                <a:lnTo>
                  <a:pt x="307" y="407"/>
                </a:lnTo>
                <a:lnTo>
                  <a:pt x="307" y="447"/>
                </a:lnTo>
                <a:lnTo>
                  <a:pt x="92" y="447"/>
                </a:lnTo>
                <a:moveTo>
                  <a:pt x="95" y="367"/>
                </a:moveTo>
                <a:cubicBezTo>
                  <a:pt x="66" y="348"/>
                  <a:pt x="43" y="324"/>
                  <a:pt x="26" y="296"/>
                </a:cubicBezTo>
                <a:cubicBezTo>
                  <a:pt x="9" y="267"/>
                  <a:pt x="0" y="235"/>
                  <a:pt x="0" y="199"/>
                </a:cubicBezTo>
                <a:cubicBezTo>
                  <a:pt x="0" y="145"/>
                  <a:pt x="20" y="98"/>
                  <a:pt x="59" y="59"/>
                </a:cubicBezTo>
                <a:cubicBezTo>
                  <a:pt x="98" y="20"/>
                  <a:pt x="145" y="0"/>
                  <a:pt x="199" y="0"/>
                </a:cubicBezTo>
                <a:cubicBezTo>
                  <a:pt x="254" y="0"/>
                  <a:pt x="300" y="20"/>
                  <a:pt x="339" y="59"/>
                </a:cubicBezTo>
                <a:cubicBezTo>
                  <a:pt x="379" y="98"/>
                  <a:pt x="398" y="145"/>
                  <a:pt x="398" y="199"/>
                </a:cubicBezTo>
                <a:cubicBezTo>
                  <a:pt x="398" y="235"/>
                  <a:pt x="390" y="267"/>
                  <a:pt x="373" y="296"/>
                </a:cubicBezTo>
                <a:cubicBezTo>
                  <a:pt x="356" y="324"/>
                  <a:pt x="333" y="348"/>
                  <a:pt x="304" y="367"/>
                </a:cubicBezTo>
                <a:lnTo>
                  <a:pt x="95" y="367"/>
                </a:lnTo>
                <a:moveTo>
                  <a:pt x="109" y="327"/>
                </a:moveTo>
                <a:lnTo>
                  <a:pt x="290" y="327"/>
                </a:lnTo>
                <a:cubicBezTo>
                  <a:pt x="311" y="313"/>
                  <a:pt x="328" y="295"/>
                  <a:pt x="340" y="272"/>
                </a:cubicBezTo>
                <a:cubicBezTo>
                  <a:pt x="352" y="250"/>
                  <a:pt x="358" y="226"/>
                  <a:pt x="358" y="199"/>
                </a:cubicBezTo>
                <a:cubicBezTo>
                  <a:pt x="358" y="155"/>
                  <a:pt x="343" y="118"/>
                  <a:pt x="312" y="86"/>
                </a:cubicBezTo>
                <a:cubicBezTo>
                  <a:pt x="281" y="55"/>
                  <a:pt x="242" y="40"/>
                  <a:pt x="199" y="40"/>
                </a:cubicBezTo>
                <a:cubicBezTo>
                  <a:pt x="155" y="40"/>
                  <a:pt x="118" y="55"/>
                  <a:pt x="87" y="86"/>
                </a:cubicBezTo>
                <a:cubicBezTo>
                  <a:pt x="56" y="118"/>
                  <a:pt x="40" y="155"/>
                  <a:pt x="40" y="199"/>
                </a:cubicBezTo>
                <a:cubicBezTo>
                  <a:pt x="40" y="226"/>
                  <a:pt x="46" y="250"/>
                  <a:pt x="58" y="272"/>
                </a:cubicBezTo>
                <a:cubicBezTo>
                  <a:pt x="71" y="295"/>
                  <a:pt x="88" y="313"/>
                  <a:pt x="109" y="327"/>
                </a:cubicBez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51" name=""/>
          <p:cNvSpPr txBox="1"/>
          <p:nvPr/>
        </p:nvSpPr>
        <p:spPr>
          <a:xfrm>
            <a:off x="6591240" y="4536720"/>
            <a:ext cx="23598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タ‧ターミナル両対応）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52" name=""/>
          <p:cNvSpPr/>
          <p:nvPr/>
        </p:nvSpPr>
        <p:spPr>
          <a:xfrm>
            <a:off x="9639000" y="5295600"/>
            <a:ext cx="838800" cy="257760"/>
          </a:xfrm>
          <a:custGeom>
            <a:avLst/>
            <a:gdLst/>
            <a:ahLst/>
            <a:rect l="0" t="0" r="r" b="b"/>
            <a:pathLst>
              <a:path w="2330" h="716">
                <a:moveTo>
                  <a:pt x="0" y="556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170" y="0"/>
                </a:lnTo>
                <a:cubicBezTo>
                  <a:pt x="2180" y="0"/>
                  <a:pt x="2191" y="1"/>
                  <a:pt x="2201" y="3"/>
                </a:cubicBezTo>
                <a:cubicBezTo>
                  <a:pt x="2211" y="5"/>
                  <a:pt x="2221" y="8"/>
                  <a:pt x="2231" y="12"/>
                </a:cubicBezTo>
                <a:cubicBezTo>
                  <a:pt x="2240" y="16"/>
                  <a:pt x="2249" y="21"/>
                  <a:pt x="2258" y="27"/>
                </a:cubicBezTo>
                <a:cubicBezTo>
                  <a:pt x="2267" y="33"/>
                  <a:pt x="2275" y="39"/>
                  <a:pt x="2282" y="47"/>
                </a:cubicBezTo>
                <a:cubicBezTo>
                  <a:pt x="2290" y="54"/>
                  <a:pt x="2296" y="62"/>
                  <a:pt x="2302" y="71"/>
                </a:cubicBezTo>
                <a:cubicBezTo>
                  <a:pt x="2308" y="80"/>
                  <a:pt x="2313" y="89"/>
                  <a:pt x="2317" y="98"/>
                </a:cubicBezTo>
                <a:cubicBezTo>
                  <a:pt x="2321" y="108"/>
                  <a:pt x="2324" y="118"/>
                  <a:pt x="2327" y="128"/>
                </a:cubicBezTo>
                <a:cubicBezTo>
                  <a:pt x="2329" y="138"/>
                  <a:pt x="2330" y="149"/>
                  <a:pt x="2330" y="159"/>
                </a:cubicBezTo>
                <a:lnTo>
                  <a:pt x="2330" y="556"/>
                </a:lnTo>
                <a:cubicBezTo>
                  <a:pt x="2330" y="566"/>
                  <a:pt x="2329" y="577"/>
                  <a:pt x="2327" y="587"/>
                </a:cubicBezTo>
                <a:cubicBezTo>
                  <a:pt x="2324" y="597"/>
                  <a:pt x="2321" y="607"/>
                  <a:pt x="2317" y="617"/>
                </a:cubicBezTo>
                <a:cubicBezTo>
                  <a:pt x="2313" y="626"/>
                  <a:pt x="2308" y="635"/>
                  <a:pt x="2302" y="645"/>
                </a:cubicBezTo>
                <a:cubicBezTo>
                  <a:pt x="2296" y="654"/>
                  <a:pt x="2290" y="662"/>
                  <a:pt x="2282" y="669"/>
                </a:cubicBezTo>
                <a:cubicBezTo>
                  <a:pt x="2275" y="677"/>
                  <a:pt x="2267" y="683"/>
                  <a:pt x="2258" y="689"/>
                </a:cubicBezTo>
                <a:cubicBezTo>
                  <a:pt x="2249" y="695"/>
                  <a:pt x="2240" y="700"/>
                  <a:pt x="2231" y="704"/>
                </a:cubicBezTo>
                <a:cubicBezTo>
                  <a:pt x="2221" y="708"/>
                  <a:pt x="2211" y="711"/>
                  <a:pt x="2201" y="713"/>
                </a:cubicBezTo>
                <a:cubicBezTo>
                  <a:pt x="2191" y="715"/>
                  <a:pt x="2180" y="716"/>
                  <a:pt x="2170" y="716"/>
                </a:cubicBezTo>
                <a:lnTo>
                  <a:pt x="159" y="716"/>
                </a:lnTo>
                <a:cubicBezTo>
                  <a:pt x="149" y="716"/>
                  <a:pt x="138" y="715"/>
                  <a:pt x="128" y="713"/>
                </a:cubicBezTo>
                <a:cubicBezTo>
                  <a:pt x="118" y="711"/>
                  <a:pt x="108" y="708"/>
                  <a:pt x="98" y="704"/>
                </a:cubicBezTo>
                <a:cubicBezTo>
                  <a:pt x="89" y="700"/>
                  <a:pt x="80" y="695"/>
                  <a:pt x="71" y="689"/>
                </a:cubicBezTo>
                <a:cubicBezTo>
                  <a:pt x="62" y="683"/>
                  <a:pt x="54" y="677"/>
                  <a:pt x="47" y="669"/>
                </a:cubicBezTo>
                <a:cubicBezTo>
                  <a:pt x="39" y="662"/>
                  <a:pt x="33" y="654"/>
                  <a:pt x="27" y="645"/>
                </a:cubicBezTo>
                <a:cubicBezTo>
                  <a:pt x="21" y="635"/>
                  <a:pt x="16" y="626"/>
                  <a:pt x="12" y="617"/>
                </a:cubicBezTo>
                <a:cubicBezTo>
                  <a:pt x="8" y="607"/>
                  <a:pt x="5" y="597"/>
                  <a:pt x="3" y="587"/>
                </a:cubicBezTo>
                <a:cubicBezTo>
                  <a:pt x="1" y="577"/>
                  <a:pt x="0" y="566"/>
                  <a:pt x="0" y="556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53" name=""/>
          <p:cNvSpPr txBox="1"/>
          <p:nvPr/>
        </p:nvSpPr>
        <p:spPr>
          <a:xfrm>
            <a:off x="6581880" y="5279400"/>
            <a:ext cx="3102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 エディタでもターミナルでも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54" name=""/>
          <p:cNvSpPr txBox="1"/>
          <p:nvPr/>
        </p:nvSpPr>
        <p:spPr>
          <a:xfrm>
            <a:off x="9698400" y="5343480"/>
            <a:ext cx="7178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5070A0"/>
                </a:solidFill>
                <a:effectLst/>
                <a:uFillTx/>
                <a:latin typeface="JetBrainsMonoRoman"/>
                <a:ea typeface="JetBrainsMonoRoman"/>
              </a:rPr>
              <a:t>Cmd + 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55" name=""/>
          <p:cNvSpPr txBox="1"/>
          <p:nvPr/>
        </p:nvSpPr>
        <p:spPr>
          <a:xfrm>
            <a:off x="10476000" y="5279400"/>
            <a:ext cx="980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 で自然言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56" name=""/>
          <p:cNvSpPr txBox="1"/>
          <p:nvPr/>
        </p:nvSpPr>
        <p:spPr>
          <a:xfrm>
            <a:off x="6353280" y="5650920"/>
            <a:ext cx="20581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7A5820"/>
                </a:solidFill>
                <a:effectLst/>
                <a:uFillTx/>
                <a:latin typeface="NotoSansJP-Thin_"/>
                <a:ea typeface="NotoSansJP-Thin_"/>
              </a:rPr>
              <a:t>語指示が使えます！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57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61" name=""/>
          <p:cNvSpPr/>
          <p:nvPr/>
        </p:nvSpPr>
        <p:spPr>
          <a:xfrm>
            <a:off x="571320" y="100944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62" name=""/>
          <p:cNvSpPr/>
          <p:nvPr/>
        </p:nvSpPr>
        <p:spPr>
          <a:xfrm>
            <a:off x="610920" y="420480"/>
            <a:ext cx="397440" cy="397440"/>
          </a:xfrm>
          <a:custGeom>
            <a:avLst/>
            <a:gdLst/>
            <a:ahLst/>
            <a:rect l="0" t="0" r="r" b="b"/>
            <a:pathLst>
              <a:path w="1104" h="1104">
                <a:moveTo>
                  <a:pt x="470" y="803"/>
                </a:moveTo>
                <a:lnTo>
                  <a:pt x="860" y="412"/>
                </a:lnTo>
                <a:lnTo>
                  <a:pt x="797" y="350"/>
                </a:lnTo>
                <a:lnTo>
                  <a:pt x="470" y="678"/>
                </a:lnTo>
                <a:lnTo>
                  <a:pt x="305" y="512"/>
                </a:lnTo>
                <a:lnTo>
                  <a:pt x="243" y="574"/>
                </a:lnTo>
                <a:lnTo>
                  <a:pt x="470" y="803"/>
                </a:lnTo>
                <a:moveTo>
                  <a:pt x="551" y="1104"/>
                </a:moveTo>
                <a:cubicBezTo>
                  <a:pt x="476" y="1104"/>
                  <a:pt x="405" y="1089"/>
                  <a:pt x="338" y="1060"/>
                </a:cubicBezTo>
                <a:cubicBezTo>
                  <a:pt x="271" y="1031"/>
                  <a:pt x="212" y="992"/>
                  <a:pt x="162" y="942"/>
                </a:cubicBezTo>
                <a:cubicBezTo>
                  <a:pt x="112" y="892"/>
                  <a:pt x="73" y="833"/>
                  <a:pt x="44" y="766"/>
                </a:cubicBezTo>
                <a:cubicBezTo>
                  <a:pt x="15" y="699"/>
                  <a:pt x="0" y="628"/>
                  <a:pt x="0" y="552"/>
                </a:cubicBezTo>
                <a:cubicBezTo>
                  <a:pt x="0" y="475"/>
                  <a:pt x="15" y="403"/>
                  <a:pt x="44" y="336"/>
                </a:cubicBezTo>
                <a:cubicBezTo>
                  <a:pt x="73" y="269"/>
                  <a:pt x="112" y="211"/>
                  <a:pt x="162" y="161"/>
                </a:cubicBezTo>
                <a:cubicBezTo>
                  <a:pt x="212" y="112"/>
                  <a:pt x="271" y="72"/>
                  <a:pt x="338" y="43"/>
                </a:cubicBezTo>
                <a:cubicBezTo>
                  <a:pt x="405" y="15"/>
                  <a:pt x="476" y="0"/>
                  <a:pt x="551" y="0"/>
                </a:cubicBezTo>
                <a:cubicBezTo>
                  <a:pt x="628" y="0"/>
                  <a:pt x="699" y="15"/>
                  <a:pt x="766" y="43"/>
                </a:cubicBezTo>
                <a:cubicBezTo>
                  <a:pt x="833" y="72"/>
                  <a:pt x="892" y="112"/>
                  <a:pt x="941" y="161"/>
                </a:cubicBezTo>
                <a:cubicBezTo>
                  <a:pt x="991" y="211"/>
                  <a:pt x="1030" y="269"/>
                  <a:pt x="1060" y="336"/>
                </a:cubicBezTo>
                <a:cubicBezTo>
                  <a:pt x="1089" y="403"/>
                  <a:pt x="1104" y="475"/>
                  <a:pt x="1104" y="552"/>
                </a:cubicBezTo>
                <a:cubicBezTo>
                  <a:pt x="1104" y="628"/>
                  <a:pt x="1089" y="699"/>
                  <a:pt x="1060" y="766"/>
                </a:cubicBezTo>
                <a:cubicBezTo>
                  <a:pt x="1030" y="833"/>
                  <a:pt x="991" y="892"/>
                  <a:pt x="941" y="942"/>
                </a:cubicBezTo>
                <a:cubicBezTo>
                  <a:pt x="892" y="992"/>
                  <a:pt x="833" y="1031"/>
                  <a:pt x="766" y="1060"/>
                </a:cubicBezTo>
                <a:cubicBezTo>
                  <a:pt x="699" y="1089"/>
                  <a:pt x="628" y="1104"/>
                  <a:pt x="551" y="1104"/>
                </a:cubicBezTo>
                <a:moveTo>
                  <a:pt x="551" y="1021"/>
                </a:moveTo>
                <a:cubicBezTo>
                  <a:pt x="682" y="1021"/>
                  <a:pt x="793" y="975"/>
                  <a:pt x="884" y="884"/>
                </a:cubicBezTo>
                <a:cubicBezTo>
                  <a:pt x="975" y="792"/>
                  <a:pt x="1020" y="682"/>
                  <a:pt x="1020" y="552"/>
                </a:cubicBezTo>
                <a:cubicBezTo>
                  <a:pt x="1020" y="421"/>
                  <a:pt x="975" y="310"/>
                  <a:pt x="884" y="219"/>
                </a:cubicBezTo>
                <a:cubicBezTo>
                  <a:pt x="793" y="128"/>
                  <a:pt x="682" y="83"/>
                  <a:pt x="551" y="83"/>
                </a:cubicBezTo>
                <a:cubicBezTo>
                  <a:pt x="422" y="83"/>
                  <a:pt x="311" y="128"/>
                  <a:pt x="220" y="219"/>
                </a:cubicBezTo>
                <a:cubicBezTo>
                  <a:pt x="129" y="310"/>
                  <a:pt x="83" y="421"/>
                  <a:pt x="83" y="552"/>
                </a:cubicBezTo>
                <a:cubicBezTo>
                  <a:pt x="83" y="682"/>
                  <a:pt x="129" y="792"/>
                  <a:pt x="220" y="884"/>
                </a:cubicBezTo>
                <a:cubicBezTo>
                  <a:pt x="311" y="975"/>
                  <a:pt x="422" y="1021"/>
                  <a:pt x="551" y="1021"/>
                </a:cubicBez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1463" name=""/>
          <p:cNvPicPr/>
          <p:nvPr/>
        </p:nvPicPr>
        <p:blipFill>
          <a:blip r:embed="rId1"/>
          <a:stretch/>
        </p:blipFill>
        <p:spPr>
          <a:xfrm>
            <a:off x="571320" y="1190520"/>
            <a:ext cx="5447880" cy="544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4" name=""/>
          <p:cNvSpPr/>
          <p:nvPr/>
        </p:nvSpPr>
        <p:spPr>
          <a:xfrm>
            <a:off x="6013440" y="1785960"/>
            <a:ext cx="5764320" cy="2371680"/>
          </a:xfrm>
          <a:custGeom>
            <a:avLst/>
            <a:gdLst/>
            <a:ahLst/>
            <a:rect l="0" t="0" r="r" b="b"/>
            <a:pathLst>
              <a:path w="16012" h="6588">
                <a:moveTo>
                  <a:pt x="440" y="621"/>
                </a:moveTo>
                <a:lnTo>
                  <a:pt x="440" y="5808"/>
                </a:lnTo>
                <a:cubicBezTo>
                  <a:pt x="440" y="5843"/>
                  <a:pt x="447" y="5877"/>
                  <a:pt x="461" y="5909"/>
                </a:cubicBezTo>
                <a:cubicBezTo>
                  <a:pt x="474" y="5942"/>
                  <a:pt x="493" y="5970"/>
                  <a:pt x="518" y="5995"/>
                </a:cubicBezTo>
                <a:cubicBezTo>
                  <a:pt x="543" y="6020"/>
                  <a:pt x="571" y="6039"/>
                  <a:pt x="604" y="6052"/>
                </a:cubicBezTo>
                <a:cubicBezTo>
                  <a:pt x="636" y="6066"/>
                  <a:pt x="670" y="6073"/>
                  <a:pt x="705" y="6073"/>
                </a:cubicBezTo>
                <a:lnTo>
                  <a:pt x="15311" y="6073"/>
                </a:lnTo>
                <a:cubicBezTo>
                  <a:pt x="15346" y="6073"/>
                  <a:pt x="15380" y="6066"/>
                  <a:pt x="15412" y="6052"/>
                </a:cubicBezTo>
                <a:cubicBezTo>
                  <a:pt x="15445" y="6039"/>
                  <a:pt x="15473" y="6020"/>
                  <a:pt x="15498" y="5995"/>
                </a:cubicBezTo>
                <a:cubicBezTo>
                  <a:pt x="15523" y="5970"/>
                  <a:pt x="15542" y="5942"/>
                  <a:pt x="15556" y="5909"/>
                </a:cubicBezTo>
                <a:cubicBezTo>
                  <a:pt x="15569" y="5877"/>
                  <a:pt x="15576" y="5843"/>
                  <a:pt x="15576" y="5808"/>
                </a:cubicBezTo>
                <a:lnTo>
                  <a:pt x="15576" y="621"/>
                </a:lnTo>
                <a:cubicBezTo>
                  <a:pt x="15576" y="586"/>
                  <a:pt x="15569" y="552"/>
                  <a:pt x="15556" y="520"/>
                </a:cubicBezTo>
                <a:cubicBezTo>
                  <a:pt x="15542" y="488"/>
                  <a:pt x="15523" y="459"/>
                  <a:pt x="15498" y="434"/>
                </a:cubicBezTo>
                <a:cubicBezTo>
                  <a:pt x="15473" y="409"/>
                  <a:pt x="15445" y="390"/>
                  <a:pt x="15412" y="377"/>
                </a:cubicBezTo>
                <a:cubicBezTo>
                  <a:pt x="15380" y="363"/>
                  <a:pt x="15346" y="357"/>
                  <a:pt x="15311" y="357"/>
                </a:cubicBezTo>
                <a:lnTo>
                  <a:pt x="705" y="357"/>
                </a:lnTo>
                <a:cubicBezTo>
                  <a:pt x="670" y="357"/>
                  <a:pt x="636" y="363"/>
                  <a:pt x="604" y="377"/>
                </a:cubicBezTo>
                <a:cubicBezTo>
                  <a:pt x="571" y="390"/>
                  <a:pt x="543" y="409"/>
                  <a:pt x="518" y="434"/>
                </a:cubicBezTo>
                <a:cubicBezTo>
                  <a:pt x="493" y="459"/>
                  <a:pt x="474" y="488"/>
                  <a:pt x="461" y="520"/>
                </a:cubicBezTo>
                <a:cubicBezTo>
                  <a:pt x="447" y="552"/>
                  <a:pt x="440" y="586"/>
                  <a:pt x="440" y="621"/>
                </a:cubicBezTo>
                <a:moveTo>
                  <a:pt x="0" y="0"/>
                </a:moveTo>
                <a:lnTo>
                  <a:pt x="16012" y="0"/>
                </a:lnTo>
                <a:lnTo>
                  <a:pt x="16012" y="6588"/>
                </a:lnTo>
                <a:lnTo>
                  <a:pt x="0" y="6588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465" name=""/>
          <p:cNvSpPr/>
          <p:nvPr/>
        </p:nvSpPr>
        <p:spPr>
          <a:xfrm>
            <a:off x="6181560" y="1914480"/>
            <a:ext cx="2715120" cy="400320"/>
          </a:xfrm>
          <a:custGeom>
            <a:avLst/>
            <a:gdLst/>
            <a:ahLst/>
            <a:rect l="0" t="0" r="r" b="b"/>
            <a:pathLst>
              <a:path w="7542" h="1112">
                <a:moveTo>
                  <a:pt x="51" y="77"/>
                </a:moveTo>
                <a:cubicBezTo>
                  <a:pt x="76" y="52"/>
                  <a:pt x="104" y="33"/>
                  <a:pt x="137" y="20"/>
                </a:cubicBezTo>
                <a:cubicBezTo>
                  <a:pt x="169" y="6"/>
                  <a:pt x="203" y="0"/>
                  <a:pt x="238" y="0"/>
                </a:cubicBezTo>
                <a:lnTo>
                  <a:pt x="7542" y="0"/>
                </a:lnTo>
                <a:lnTo>
                  <a:pt x="7542" y="1112"/>
                </a:lnTo>
                <a:lnTo>
                  <a:pt x="0" y="1112"/>
                </a:lnTo>
                <a:lnTo>
                  <a:pt x="0" y="149"/>
                </a:lnTo>
                <a:cubicBezTo>
                  <a:pt x="13" y="122"/>
                  <a:pt x="30" y="98"/>
                  <a:pt x="51" y="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66" name=""/>
          <p:cNvSpPr/>
          <p:nvPr/>
        </p:nvSpPr>
        <p:spPr>
          <a:xfrm>
            <a:off x="8896320" y="1914480"/>
            <a:ext cx="2724480" cy="400320"/>
          </a:xfrm>
          <a:custGeom>
            <a:avLst/>
            <a:gdLst/>
            <a:ahLst/>
            <a:rect l="0" t="0" r="r" b="b"/>
            <a:pathLst>
              <a:path w="7568" h="1112">
                <a:moveTo>
                  <a:pt x="7404" y="20"/>
                </a:moveTo>
                <a:cubicBezTo>
                  <a:pt x="7437" y="33"/>
                  <a:pt x="7465" y="52"/>
                  <a:pt x="7490" y="77"/>
                </a:cubicBezTo>
                <a:cubicBezTo>
                  <a:pt x="7515" y="102"/>
                  <a:pt x="7534" y="131"/>
                  <a:pt x="7548" y="163"/>
                </a:cubicBezTo>
                <a:cubicBezTo>
                  <a:pt x="7561" y="195"/>
                  <a:pt x="7568" y="229"/>
                  <a:pt x="7568" y="264"/>
                </a:cubicBezTo>
                <a:lnTo>
                  <a:pt x="7568" y="1112"/>
                </a:lnTo>
                <a:lnTo>
                  <a:pt x="0" y="1112"/>
                </a:lnTo>
                <a:lnTo>
                  <a:pt x="0" y="0"/>
                </a:lnTo>
                <a:lnTo>
                  <a:pt x="7303" y="0"/>
                </a:lnTo>
                <a:cubicBezTo>
                  <a:pt x="7338" y="0"/>
                  <a:pt x="7372" y="6"/>
                  <a:pt x="7404" y="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67" name=""/>
          <p:cNvSpPr/>
          <p:nvPr/>
        </p:nvSpPr>
        <p:spPr>
          <a:xfrm>
            <a:off x="6181560" y="1914480"/>
            <a:ext cx="2715120" cy="400320"/>
          </a:xfrm>
          <a:custGeom>
            <a:avLst/>
            <a:gdLst/>
            <a:ahLst/>
            <a:rect l="0" t="0" r="r" b="b"/>
            <a:pathLst>
              <a:path w="7542" h="1112">
                <a:moveTo>
                  <a:pt x="51" y="77"/>
                </a:moveTo>
                <a:cubicBezTo>
                  <a:pt x="76" y="52"/>
                  <a:pt x="104" y="33"/>
                  <a:pt x="137" y="20"/>
                </a:cubicBezTo>
                <a:cubicBezTo>
                  <a:pt x="169" y="6"/>
                  <a:pt x="203" y="0"/>
                  <a:pt x="238" y="0"/>
                </a:cubicBezTo>
                <a:lnTo>
                  <a:pt x="7542" y="0"/>
                </a:lnTo>
                <a:lnTo>
                  <a:pt x="7542" y="1112"/>
                </a:lnTo>
                <a:lnTo>
                  <a:pt x="0" y="1112"/>
                </a:lnTo>
                <a:lnTo>
                  <a:pt x="0" y="149"/>
                </a:lnTo>
                <a:cubicBezTo>
                  <a:pt x="13" y="122"/>
                  <a:pt x="30" y="98"/>
                  <a:pt x="51" y="77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68" name=""/>
          <p:cNvSpPr/>
          <p:nvPr/>
        </p:nvSpPr>
        <p:spPr>
          <a:xfrm>
            <a:off x="8896320" y="1914480"/>
            <a:ext cx="2724480" cy="400320"/>
          </a:xfrm>
          <a:custGeom>
            <a:avLst/>
            <a:gdLst/>
            <a:ahLst/>
            <a:rect l="0" t="0" r="r" b="b"/>
            <a:pathLst>
              <a:path w="7568" h="1112">
                <a:moveTo>
                  <a:pt x="7404" y="20"/>
                </a:moveTo>
                <a:cubicBezTo>
                  <a:pt x="7437" y="33"/>
                  <a:pt x="7465" y="52"/>
                  <a:pt x="7490" y="77"/>
                </a:cubicBezTo>
                <a:cubicBezTo>
                  <a:pt x="7515" y="102"/>
                  <a:pt x="7534" y="131"/>
                  <a:pt x="7548" y="163"/>
                </a:cubicBezTo>
                <a:cubicBezTo>
                  <a:pt x="7561" y="195"/>
                  <a:pt x="7568" y="229"/>
                  <a:pt x="7568" y="264"/>
                </a:cubicBezTo>
                <a:lnTo>
                  <a:pt x="7568" y="1112"/>
                </a:lnTo>
                <a:lnTo>
                  <a:pt x="0" y="1112"/>
                </a:lnTo>
                <a:lnTo>
                  <a:pt x="0" y="0"/>
                </a:lnTo>
                <a:lnTo>
                  <a:pt x="7303" y="0"/>
                </a:lnTo>
                <a:cubicBezTo>
                  <a:pt x="7338" y="0"/>
                  <a:pt x="7372" y="6"/>
                  <a:pt x="7404" y="20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69" name=""/>
          <p:cNvSpPr/>
          <p:nvPr/>
        </p:nvSpPr>
        <p:spPr>
          <a:xfrm>
            <a:off x="6181560" y="2314440"/>
            <a:ext cx="2715120" cy="638640"/>
          </a:xfrm>
          <a:custGeom>
            <a:avLst/>
            <a:gdLst/>
            <a:ahLst/>
            <a:rect l="0" t="0" r="r" b="b"/>
            <a:pathLst>
              <a:path w="7542" h="1774">
                <a:moveTo>
                  <a:pt x="0" y="0"/>
                </a:moveTo>
                <a:lnTo>
                  <a:pt x="7542" y="0"/>
                </a:lnTo>
                <a:lnTo>
                  <a:pt x="7542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70" name=""/>
          <p:cNvSpPr/>
          <p:nvPr/>
        </p:nvSpPr>
        <p:spPr>
          <a:xfrm>
            <a:off x="8896320" y="2314440"/>
            <a:ext cx="2724480" cy="638640"/>
          </a:xfrm>
          <a:custGeom>
            <a:avLst/>
            <a:gdLst/>
            <a:ahLst/>
            <a:rect l="0" t="0" r="r" b="b"/>
            <a:pathLst>
              <a:path w="7568" h="1774">
                <a:moveTo>
                  <a:pt x="7568" y="1774"/>
                </a:moveTo>
                <a:lnTo>
                  <a:pt x="0" y="1774"/>
                </a:lnTo>
                <a:lnTo>
                  <a:pt x="0" y="0"/>
                </a:lnTo>
                <a:lnTo>
                  <a:pt x="7568" y="0"/>
                </a:lnTo>
                <a:lnTo>
                  <a:pt x="7568" y="177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71" name=""/>
          <p:cNvSpPr/>
          <p:nvPr/>
        </p:nvSpPr>
        <p:spPr>
          <a:xfrm>
            <a:off x="6181560" y="2314440"/>
            <a:ext cx="2715120" cy="638640"/>
          </a:xfrm>
          <a:custGeom>
            <a:avLst/>
            <a:gdLst/>
            <a:ahLst/>
            <a:rect l="0" t="0" r="r" b="b"/>
            <a:pathLst>
              <a:path w="7542" h="1774">
                <a:moveTo>
                  <a:pt x="0" y="0"/>
                </a:moveTo>
                <a:lnTo>
                  <a:pt x="7542" y="0"/>
                </a:lnTo>
                <a:lnTo>
                  <a:pt x="7542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72" name=""/>
          <p:cNvSpPr/>
          <p:nvPr/>
        </p:nvSpPr>
        <p:spPr>
          <a:xfrm>
            <a:off x="8896320" y="2314440"/>
            <a:ext cx="2724480" cy="638640"/>
          </a:xfrm>
          <a:custGeom>
            <a:avLst/>
            <a:gdLst/>
            <a:ahLst/>
            <a:rect l="0" t="0" r="r" b="b"/>
            <a:pathLst>
              <a:path w="7568" h="1774">
                <a:moveTo>
                  <a:pt x="7568" y="1774"/>
                </a:moveTo>
                <a:lnTo>
                  <a:pt x="0" y="1774"/>
                </a:lnTo>
                <a:lnTo>
                  <a:pt x="0" y="0"/>
                </a:lnTo>
                <a:lnTo>
                  <a:pt x="7568" y="0"/>
                </a:lnTo>
                <a:lnTo>
                  <a:pt x="7568" y="1774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73" name=""/>
          <p:cNvSpPr/>
          <p:nvPr/>
        </p:nvSpPr>
        <p:spPr>
          <a:xfrm>
            <a:off x="6181560" y="2952720"/>
            <a:ext cx="2715120" cy="648000"/>
          </a:xfrm>
          <a:custGeom>
            <a:avLst/>
            <a:gdLst/>
            <a:ahLst/>
            <a:rect l="0" t="0" r="r" b="b"/>
            <a:pathLst>
              <a:path w="7542" h="1800">
                <a:moveTo>
                  <a:pt x="0" y="0"/>
                </a:moveTo>
                <a:lnTo>
                  <a:pt x="7542" y="0"/>
                </a:lnTo>
                <a:lnTo>
                  <a:pt x="7542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74" name=""/>
          <p:cNvSpPr/>
          <p:nvPr/>
        </p:nvSpPr>
        <p:spPr>
          <a:xfrm>
            <a:off x="8896320" y="2952720"/>
            <a:ext cx="2724480" cy="648000"/>
          </a:xfrm>
          <a:custGeom>
            <a:avLst/>
            <a:gdLst/>
            <a:ahLst/>
            <a:rect l="0" t="0" r="r" b="b"/>
            <a:pathLst>
              <a:path w="7568" h="1800">
                <a:moveTo>
                  <a:pt x="7568" y="1800"/>
                </a:moveTo>
                <a:lnTo>
                  <a:pt x="0" y="1800"/>
                </a:lnTo>
                <a:lnTo>
                  <a:pt x="0" y="0"/>
                </a:lnTo>
                <a:lnTo>
                  <a:pt x="7568" y="0"/>
                </a:lnTo>
                <a:lnTo>
                  <a:pt x="7568" y="180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75" name=""/>
          <p:cNvSpPr/>
          <p:nvPr/>
        </p:nvSpPr>
        <p:spPr>
          <a:xfrm>
            <a:off x="6181560" y="2952720"/>
            <a:ext cx="2715120" cy="648000"/>
          </a:xfrm>
          <a:custGeom>
            <a:avLst/>
            <a:gdLst/>
            <a:ahLst/>
            <a:rect l="0" t="0" r="r" b="b"/>
            <a:pathLst>
              <a:path w="7542" h="1800">
                <a:moveTo>
                  <a:pt x="0" y="0"/>
                </a:moveTo>
                <a:lnTo>
                  <a:pt x="7542" y="0"/>
                </a:lnTo>
                <a:lnTo>
                  <a:pt x="7542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76" name=""/>
          <p:cNvSpPr/>
          <p:nvPr/>
        </p:nvSpPr>
        <p:spPr>
          <a:xfrm>
            <a:off x="8896320" y="2952720"/>
            <a:ext cx="2724480" cy="648000"/>
          </a:xfrm>
          <a:custGeom>
            <a:avLst/>
            <a:gdLst/>
            <a:ahLst/>
            <a:rect l="0" t="0" r="r" b="b"/>
            <a:pathLst>
              <a:path w="7568" h="1800">
                <a:moveTo>
                  <a:pt x="7568" y="1800"/>
                </a:moveTo>
                <a:lnTo>
                  <a:pt x="0" y="1800"/>
                </a:lnTo>
                <a:lnTo>
                  <a:pt x="0" y="0"/>
                </a:lnTo>
                <a:lnTo>
                  <a:pt x="7568" y="0"/>
                </a:lnTo>
                <a:lnTo>
                  <a:pt x="7568" y="180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77" name=""/>
          <p:cNvSpPr/>
          <p:nvPr/>
        </p:nvSpPr>
        <p:spPr>
          <a:xfrm>
            <a:off x="6181560" y="3600360"/>
            <a:ext cx="2715120" cy="371880"/>
          </a:xfrm>
          <a:custGeom>
            <a:avLst/>
            <a:gdLst/>
            <a:ahLst/>
            <a:rect l="0" t="0" r="r" b="b"/>
            <a:pathLst>
              <a:path w="7542" h="1033">
                <a:moveTo>
                  <a:pt x="238" y="1033"/>
                </a:moveTo>
                <a:cubicBezTo>
                  <a:pt x="203" y="1033"/>
                  <a:pt x="169" y="1026"/>
                  <a:pt x="137" y="1012"/>
                </a:cubicBezTo>
                <a:cubicBezTo>
                  <a:pt x="104" y="999"/>
                  <a:pt x="76" y="980"/>
                  <a:pt x="51" y="955"/>
                </a:cubicBezTo>
                <a:cubicBezTo>
                  <a:pt x="30" y="934"/>
                  <a:pt x="13" y="910"/>
                  <a:pt x="0" y="883"/>
                </a:cubicBezTo>
                <a:lnTo>
                  <a:pt x="0" y="0"/>
                </a:lnTo>
                <a:lnTo>
                  <a:pt x="7542" y="0"/>
                </a:lnTo>
                <a:lnTo>
                  <a:pt x="7542" y="1033"/>
                </a:lnTo>
                <a:lnTo>
                  <a:pt x="238" y="103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78" name=""/>
          <p:cNvSpPr/>
          <p:nvPr/>
        </p:nvSpPr>
        <p:spPr>
          <a:xfrm>
            <a:off x="8896320" y="3600360"/>
            <a:ext cx="2724480" cy="371880"/>
          </a:xfrm>
          <a:custGeom>
            <a:avLst/>
            <a:gdLst/>
            <a:ahLst/>
            <a:rect l="0" t="0" r="r" b="b"/>
            <a:pathLst>
              <a:path w="7568" h="1033">
                <a:moveTo>
                  <a:pt x="7568" y="767"/>
                </a:moveTo>
                <a:cubicBezTo>
                  <a:pt x="7568" y="802"/>
                  <a:pt x="7561" y="837"/>
                  <a:pt x="7548" y="869"/>
                </a:cubicBezTo>
                <a:cubicBezTo>
                  <a:pt x="7534" y="902"/>
                  <a:pt x="7515" y="930"/>
                  <a:pt x="7490" y="955"/>
                </a:cubicBezTo>
                <a:cubicBezTo>
                  <a:pt x="7465" y="980"/>
                  <a:pt x="7437" y="999"/>
                  <a:pt x="7404" y="1012"/>
                </a:cubicBezTo>
                <a:cubicBezTo>
                  <a:pt x="7372" y="1026"/>
                  <a:pt x="7338" y="1033"/>
                  <a:pt x="7303" y="1033"/>
                </a:cubicBezTo>
                <a:lnTo>
                  <a:pt x="0" y="1033"/>
                </a:lnTo>
                <a:lnTo>
                  <a:pt x="0" y="0"/>
                </a:lnTo>
                <a:lnTo>
                  <a:pt x="7568" y="0"/>
                </a:lnTo>
                <a:lnTo>
                  <a:pt x="7568" y="7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79" name=""/>
          <p:cNvSpPr/>
          <p:nvPr/>
        </p:nvSpPr>
        <p:spPr>
          <a:xfrm>
            <a:off x="6181560" y="3600360"/>
            <a:ext cx="2715120" cy="371880"/>
          </a:xfrm>
          <a:custGeom>
            <a:avLst/>
            <a:gdLst/>
            <a:ahLst/>
            <a:rect l="0" t="0" r="r" b="b"/>
            <a:pathLst>
              <a:path w="7542" h="1033">
                <a:moveTo>
                  <a:pt x="238" y="1033"/>
                </a:moveTo>
                <a:cubicBezTo>
                  <a:pt x="203" y="1033"/>
                  <a:pt x="169" y="1026"/>
                  <a:pt x="137" y="1012"/>
                </a:cubicBezTo>
                <a:cubicBezTo>
                  <a:pt x="104" y="999"/>
                  <a:pt x="76" y="980"/>
                  <a:pt x="51" y="955"/>
                </a:cubicBezTo>
                <a:cubicBezTo>
                  <a:pt x="30" y="934"/>
                  <a:pt x="13" y="910"/>
                  <a:pt x="0" y="883"/>
                </a:cubicBezTo>
                <a:lnTo>
                  <a:pt x="0" y="0"/>
                </a:lnTo>
                <a:lnTo>
                  <a:pt x="7542" y="0"/>
                </a:lnTo>
                <a:lnTo>
                  <a:pt x="7542" y="1033"/>
                </a:lnTo>
                <a:lnTo>
                  <a:pt x="238" y="1033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80" name=""/>
          <p:cNvSpPr/>
          <p:nvPr/>
        </p:nvSpPr>
        <p:spPr>
          <a:xfrm>
            <a:off x="8896320" y="3600360"/>
            <a:ext cx="2724480" cy="371880"/>
          </a:xfrm>
          <a:custGeom>
            <a:avLst/>
            <a:gdLst/>
            <a:ahLst/>
            <a:rect l="0" t="0" r="r" b="b"/>
            <a:pathLst>
              <a:path w="7568" h="1033">
                <a:moveTo>
                  <a:pt x="7568" y="767"/>
                </a:moveTo>
                <a:cubicBezTo>
                  <a:pt x="7568" y="802"/>
                  <a:pt x="7561" y="837"/>
                  <a:pt x="7548" y="869"/>
                </a:cubicBezTo>
                <a:cubicBezTo>
                  <a:pt x="7534" y="902"/>
                  <a:pt x="7515" y="930"/>
                  <a:pt x="7490" y="955"/>
                </a:cubicBezTo>
                <a:cubicBezTo>
                  <a:pt x="7465" y="980"/>
                  <a:pt x="7437" y="999"/>
                  <a:pt x="7404" y="1012"/>
                </a:cubicBezTo>
                <a:cubicBezTo>
                  <a:pt x="7372" y="1026"/>
                  <a:pt x="7338" y="1033"/>
                  <a:pt x="7303" y="1033"/>
                </a:cubicBezTo>
                <a:lnTo>
                  <a:pt x="0" y="1033"/>
                </a:lnTo>
                <a:lnTo>
                  <a:pt x="0" y="0"/>
                </a:lnTo>
                <a:lnTo>
                  <a:pt x="7568" y="0"/>
                </a:lnTo>
                <a:lnTo>
                  <a:pt x="7568" y="767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81" name=""/>
          <p:cNvSpPr/>
          <p:nvPr/>
        </p:nvSpPr>
        <p:spPr>
          <a:xfrm>
            <a:off x="6171840" y="1968120"/>
            <a:ext cx="10080" cy="346680"/>
          </a:xfrm>
          <a:custGeom>
            <a:avLst/>
            <a:gdLst/>
            <a:ahLst/>
            <a:rect l="0" t="0" r="r" b="b"/>
            <a:pathLst>
              <a:path w="28" h="963">
                <a:moveTo>
                  <a:pt x="22" y="14"/>
                </a:moveTo>
                <a:cubicBezTo>
                  <a:pt x="24" y="9"/>
                  <a:pt x="26" y="4"/>
                  <a:pt x="28" y="0"/>
                </a:cubicBezTo>
                <a:lnTo>
                  <a:pt x="28" y="963"/>
                </a:lnTo>
                <a:lnTo>
                  <a:pt x="0" y="963"/>
                </a:lnTo>
                <a:lnTo>
                  <a:pt x="0" y="115"/>
                </a:lnTo>
                <a:cubicBezTo>
                  <a:pt x="0" y="80"/>
                  <a:pt x="8" y="46"/>
                  <a:pt x="22" y="14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82" name=""/>
          <p:cNvSpPr/>
          <p:nvPr/>
        </p:nvSpPr>
        <p:spPr>
          <a:xfrm>
            <a:off x="6225840" y="1914480"/>
            <a:ext cx="2680200" cy="9720"/>
          </a:xfrm>
          <a:custGeom>
            <a:avLst/>
            <a:gdLst/>
            <a:ahLst/>
            <a:rect l="0" t="0" r="r" b="b"/>
            <a:pathLst>
              <a:path w="7445" h="27">
                <a:moveTo>
                  <a:pt x="14" y="20"/>
                </a:moveTo>
                <a:cubicBezTo>
                  <a:pt x="46" y="6"/>
                  <a:pt x="80" y="0"/>
                  <a:pt x="115" y="0"/>
                </a:cubicBezTo>
                <a:lnTo>
                  <a:pt x="7445" y="0"/>
                </a:lnTo>
                <a:lnTo>
                  <a:pt x="7445" y="27"/>
                </a:lnTo>
                <a:lnTo>
                  <a:pt x="0" y="27"/>
                </a:lnTo>
                <a:cubicBezTo>
                  <a:pt x="4" y="24"/>
                  <a:pt x="9" y="22"/>
                  <a:pt x="14" y="20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83" name=""/>
          <p:cNvSpPr/>
          <p:nvPr/>
        </p:nvSpPr>
        <p:spPr>
          <a:xfrm>
            <a:off x="8896320" y="191448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84" name=""/>
          <p:cNvSpPr/>
          <p:nvPr/>
        </p:nvSpPr>
        <p:spPr>
          <a:xfrm>
            <a:off x="8905680" y="1914480"/>
            <a:ext cx="2661120" cy="9720"/>
          </a:xfrm>
          <a:custGeom>
            <a:avLst/>
            <a:gdLst/>
            <a:ahLst/>
            <a:rect l="0" t="0" r="r" b="b"/>
            <a:pathLst>
              <a:path w="7392" h="27">
                <a:moveTo>
                  <a:pt x="7378" y="20"/>
                </a:moveTo>
                <a:cubicBezTo>
                  <a:pt x="7383" y="22"/>
                  <a:pt x="7388" y="24"/>
                  <a:pt x="7392" y="27"/>
                </a:cubicBezTo>
                <a:lnTo>
                  <a:pt x="0" y="27"/>
                </a:lnTo>
                <a:lnTo>
                  <a:pt x="0" y="0"/>
                </a:lnTo>
                <a:lnTo>
                  <a:pt x="7277" y="0"/>
                </a:lnTo>
                <a:cubicBezTo>
                  <a:pt x="7312" y="0"/>
                  <a:pt x="7346" y="6"/>
                  <a:pt x="7378" y="20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85" name=""/>
          <p:cNvSpPr/>
          <p:nvPr/>
        </p:nvSpPr>
        <p:spPr>
          <a:xfrm>
            <a:off x="11610720" y="1968120"/>
            <a:ext cx="10440" cy="346680"/>
          </a:xfrm>
          <a:custGeom>
            <a:avLst/>
            <a:gdLst/>
            <a:ahLst/>
            <a:rect l="0" t="0" r="r" b="b"/>
            <a:pathLst>
              <a:path w="29" h="963">
                <a:moveTo>
                  <a:pt x="8" y="14"/>
                </a:moveTo>
                <a:cubicBezTo>
                  <a:pt x="21" y="46"/>
                  <a:pt x="29" y="80"/>
                  <a:pt x="29" y="115"/>
                </a:cubicBezTo>
                <a:lnTo>
                  <a:pt x="29" y="963"/>
                </a:lnTo>
                <a:lnTo>
                  <a:pt x="0" y="963"/>
                </a:lnTo>
                <a:lnTo>
                  <a:pt x="0" y="0"/>
                </a:lnTo>
                <a:cubicBezTo>
                  <a:pt x="3" y="4"/>
                  <a:pt x="6" y="9"/>
                  <a:pt x="8" y="14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86" name=""/>
          <p:cNvSpPr/>
          <p:nvPr/>
        </p:nvSpPr>
        <p:spPr>
          <a:xfrm>
            <a:off x="6171840" y="2304720"/>
            <a:ext cx="2734200" cy="10080"/>
          </a:xfrm>
          <a:custGeom>
            <a:avLst/>
            <a:gdLst/>
            <a:ahLst/>
            <a:rect l="0" t="0" r="r" b="b"/>
            <a:pathLst>
              <a:path w="7595" h="28">
                <a:moveTo>
                  <a:pt x="0" y="0"/>
                </a:moveTo>
                <a:lnTo>
                  <a:pt x="7595" y="0"/>
                </a:lnTo>
                <a:lnTo>
                  <a:pt x="75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87" name=""/>
          <p:cNvSpPr/>
          <p:nvPr/>
        </p:nvSpPr>
        <p:spPr>
          <a:xfrm>
            <a:off x="8905680" y="2304720"/>
            <a:ext cx="2715120" cy="10080"/>
          </a:xfrm>
          <a:custGeom>
            <a:avLst/>
            <a:gdLst/>
            <a:ahLst/>
            <a:rect l="0" t="0" r="r" b="b"/>
            <a:pathLst>
              <a:path w="7542" h="28">
                <a:moveTo>
                  <a:pt x="7542" y="28"/>
                </a:moveTo>
                <a:lnTo>
                  <a:pt x="0" y="28"/>
                </a:lnTo>
                <a:lnTo>
                  <a:pt x="0" y="0"/>
                </a:lnTo>
                <a:lnTo>
                  <a:pt x="7542" y="0"/>
                </a:lnTo>
                <a:lnTo>
                  <a:pt x="7542" y="28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88" name=""/>
          <p:cNvSpPr/>
          <p:nvPr/>
        </p:nvSpPr>
        <p:spPr>
          <a:xfrm>
            <a:off x="6171840" y="2314440"/>
            <a:ext cx="10080" cy="648000"/>
          </a:xfrm>
          <a:custGeom>
            <a:avLst/>
            <a:gdLst/>
            <a:ahLst/>
            <a:rect l="0" t="0" r="r" b="b"/>
            <a:pathLst>
              <a:path w="28" h="1800">
                <a:moveTo>
                  <a:pt x="0" y="0"/>
                </a:moveTo>
                <a:lnTo>
                  <a:pt x="28" y="0"/>
                </a:lnTo>
                <a:lnTo>
                  <a:pt x="28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89" name=""/>
          <p:cNvSpPr/>
          <p:nvPr/>
        </p:nvSpPr>
        <p:spPr>
          <a:xfrm>
            <a:off x="8896320" y="2314440"/>
            <a:ext cx="9720" cy="648000"/>
          </a:xfrm>
          <a:custGeom>
            <a:avLst/>
            <a:gdLst/>
            <a:ahLst/>
            <a:rect l="0" t="0" r="r" b="b"/>
            <a:pathLst>
              <a:path w="27" h="1800">
                <a:moveTo>
                  <a:pt x="0" y="0"/>
                </a:moveTo>
                <a:lnTo>
                  <a:pt x="27" y="0"/>
                </a:lnTo>
                <a:lnTo>
                  <a:pt x="27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90" name=""/>
          <p:cNvSpPr/>
          <p:nvPr/>
        </p:nvSpPr>
        <p:spPr>
          <a:xfrm>
            <a:off x="11610720" y="2314440"/>
            <a:ext cx="10440" cy="648000"/>
          </a:xfrm>
          <a:custGeom>
            <a:avLst/>
            <a:gdLst/>
            <a:ahLst/>
            <a:rect l="0" t="0" r="r" b="b"/>
            <a:pathLst>
              <a:path w="29" h="1800">
                <a:moveTo>
                  <a:pt x="29" y="1800"/>
                </a:moveTo>
                <a:lnTo>
                  <a:pt x="0" y="1800"/>
                </a:lnTo>
                <a:lnTo>
                  <a:pt x="0" y="0"/>
                </a:lnTo>
                <a:lnTo>
                  <a:pt x="29" y="0"/>
                </a:lnTo>
                <a:lnTo>
                  <a:pt x="29" y="180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91" name=""/>
          <p:cNvSpPr/>
          <p:nvPr/>
        </p:nvSpPr>
        <p:spPr>
          <a:xfrm>
            <a:off x="6171840" y="2962080"/>
            <a:ext cx="10080" cy="638640"/>
          </a:xfrm>
          <a:custGeom>
            <a:avLst/>
            <a:gdLst/>
            <a:ahLst/>
            <a:rect l="0" t="0" r="r" b="b"/>
            <a:pathLst>
              <a:path w="28" h="1774">
                <a:moveTo>
                  <a:pt x="0" y="0"/>
                </a:moveTo>
                <a:lnTo>
                  <a:pt x="28" y="0"/>
                </a:lnTo>
                <a:lnTo>
                  <a:pt x="28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92" name=""/>
          <p:cNvSpPr/>
          <p:nvPr/>
        </p:nvSpPr>
        <p:spPr>
          <a:xfrm>
            <a:off x="6171840" y="2952720"/>
            <a:ext cx="2734200" cy="9720"/>
          </a:xfrm>
          <a:custGeom>
            <a:avLst/>
            <a:gdLst/>
            <a:ahLst/>
            <a:rect l="0" t="0" r="r" b="b"/>
            <a:pathLst>
              <a:path w="7595" h="27">
                <a:moveTo>
                  <a:pt x="0" y="0"/>
                </a:moveTo>
                <a:lnTo>
                  <a:pt x="7595" y="0"/>
                </a:lnTo>
                <a:lnTo>
                  <a:pt x="75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93" name=""/>
          <p:cNvSpPr/>
          <p:nvPr/>
        </p:nvSpPr>
        <p:spPr>
          <a:xfrm>
            <a:off x="8896320" y="2962080"/>
            <a:ext cx="9720" cy="638640"/>
          </a:xfrm>
          <a:custGeom>
            <a:avLst/>
            <a:gdLst/>
            <a:ahLst/>
            <a:rect l="0" t="0" r="r" b="b"/>
            <a:pathLst>
              <a:path w="27" h="1774">
                <a:moveTo>
                  <a:pt x="0" y="0"/>
                </a:moveTo>
                <a:lnTo>
                  <a:pt x="27" y="0"/>
                </a:lnTo>
                <a:lnTo>
                  <a:pt x="27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94" name=""/>
          <p:cNvSpPr/>
          <p:nvPr/>
        </p:nvSpPr>
        <p:spPr>
          <a:xfrm>
            <a:off x="8905680" y="2952720"/>
            <a:ext cx="2715120" cy="9720"/>
          </a:xfrm>
          <a:custGeom>
            <a:avLst/>
            <a:gdLst/>
            <a:ahLst/>
            <a:rect l="0" t="0" r="r" b="b"/>
            <a:pathLst>
              <a:path w="7542" h="27">
                <a:moveTo>
                  <a:pt x="7542" y="27"/>
                </a:moveTo>
                <a:lnTo>
                  <a:pt x="0" y="27"/>
                </a:lnTo>
                <a:lnTo>
                  <a:pt x="0" y="0"/>
                </a:lnTo>
                <a:lnTo>
                  <a:pt x="7542" y="0"/>
                </a:lnTo>
                <a:lnTo>
                  <a:pt x="7542" y="27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95" name=""/>
          <p:cNvSpPr/>
          <p:nvPr/>
        </p:nvSpPr>
        <p:spPr>
          <a:xfrm>
            <a:off x="11610720" y="2962080"/>
            <a:ext cx="10440" cy="638640"/>
          </a:xfrm>
          <a:custGeom>
            <a:avLst/>
            <a:gdLst/>
            <a:ahLst/>
            <a:rect l="0" t="0" r="r" b="b"/>
            <a:pathLst>
              <a:path w="29" h="1774">
                <a:moveTo>
                  <a:pt x="29" y="1774"/>
                </a:moveTo>
                <a:lnTo>
                  <a:pt x="0" y="1774"/>
                </a:lnTo>
                <a:lnTo>
                  <a:pt x="0" y="0"/>
                </a:lnTo>
                <a:lnTo>
                  <a:pt x="29" y="0"/>
                </a:lnTo>
                <a:lnTo>
                  <a:pt x="29" y="1774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96" name=""/>
          <p:cNvSpPr/>
          <p:nvPr/>
        </p:nvSpPr>
        <p:spPr>
          <a:xfrm>
            <a:off x="6171840" y="3600360"/>
            <a:ext cx="10080" cy="317880"/>
          </a:xfrm>
          <a:custGeom>
            <a:avLst/>
            <a:gdLst/>
            <a:ahLst/>
            <a:rect l="0" t="0" r="r" b="b"/>
            <a:pathLst>
              <a:path w="28" h="883">
                <a:moveTo>
                  <a:pt x="22" y="869"/>
                </a:moveTo>
                <a:cubicBezTo>
                  <a:pt x="8" y="837"/>
                  <a:pt x="0" y="803"/>
                  <a:pt x="0" y="768"/>
                </a:cubicBezTo>
                <a:lnTo>
                  <a:pt x="0" y="0"/>
                </a:lnTo>
                <a:lnTo>
                  <a:pt x="28" y="0"/>
                </a:lnTo>
                <a:lnTo>
                  <a:pt x="28" y="883"/>
                </a:lnTo>
                <a:cubicBezTo>
                  <a:pt x="26" y="879"/>
                  <a:pt x="24" y="874"/>
                  <a:pt x="22" y="869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97" name=""/>
          <p:cNvSpPr/>
          <p:nvPr/>
        </p:nvSpPr>
        <p:spPr>
          <a:xfrm>
            <a:off x="6171840" y="3590640"/>
            <a:ext cx="2734200" cy="10080"/>
          </a:xfrm>
          <a:custGeom>
            <a:avLst/>
            <a:gdLst/>
            <a:ahLst/>
            <a:rect l="0" t="0" r="r" b="b"/>
            <a:pathLst>
              <a:path w="7595" h="28">
                <a:moveTo>
                  <a:pt x="0" y="0"/>
                </a:moveTo>
                <a:lnTo>
                  <a:pt x="7595" y="0"/>
                </a:lnTo>
                <a:lnTo>
                  <a:pt x="75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98" name=""/>
          <p:cNvSpPr/>
          <p:nvPr/>
        </p:nvSpPr>
        <p:spPr>
          <a:xfrm>
            <a:off x="8896320" y="36003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1033"/>
                </a:moveTo>
                <a:lnTo>
                  <a:pt x="0" y="0"/>
                </a:ln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99" name=""/>
          <p:cNvSpPr/>
          <p:nvPr/>
        </p:nvSpPr>
        <p:spPr>
          <a:xfrm>
            <a:off x="8905680" y="3590640"/>
            <a:ext cx="2715120" cy="10080"/>
          </a:xfrm>
          <a:custGeom>
            <a:avLst/>
            <a:gdLst/>
            <a:ahLst/>
            <a:rect l="0" t="0" r="r" b="b"/>
            <a:pathLst>
              <a:path w="7542" h="28">
                <a:moveTo>
                  <a:pt x="7542" y="28"/>
                </a:moveTo>
                <a:lnTo>
                  <a:pt x="0" y="28"/>
                </a:lnTo>
                <a:lnTo>
                  <a:pt x="0" y="0"/>
                </a:lnTo>
                <a:lnTo>
                  <a:pt x="7542" y="0"/>
                </a:lnTo>
                <a:lnTo>
                  <a:pt x="7542" y="28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00" name=""/>
          <p:cNvSpPr/>
          <p:nvPr/>
        </p:nvSpPr>
        <p:spPr>
          <a:xfrm>
            <a:off x="11610720" y="3600360"/>
            <a:ext cx="10440" cy="317880"/>
          </a:xfrm>
          <a:custGeom>
            <a:avLst/>
            <a:gdLst/>
            <a:ahLst/>
            <a:rect l="0" t="0" r="r" b="b"/>
            <a:pathLst>
              <a:path w="29" h="883">
                <a:moveTo>
                  <a:pt x="29" y="768"/>
                </a:moveTo>
                <a:cubicBezTo>
                  <a:pt x="29" y="803"/>
                  <a:pt x="21" y="837"/>
                  <a:pt x="8" y="869"/>
                </a:cubicBezTo>
                <a:cubicBezTo>
                  <a:pt x="6" y="874"/>
                  <a:pt x="3" y="879"/>
                  <a:pt x="0" y="883"/>
                </a:cubicBezTo>
                <a:lnTo>
                  <a:pt x="0" y="0"/>
                </a:lnTo>
                <a:lnTo>
                  <a:pt x="29" y="0"/>
                </a:lnTo>
                <a:lnTo>
                  <a:pt x="29" y="768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01" name=""/>
          <p:cNvSpPr/>
          <p:nvPr/>
        </p:nvSpPr>
        <p:spPr>
          <a:xfrm>
            <a:off x="6013440" y="4547520"/>
            <a:ext cx="5764320" cy="1935720"/>
          </a:xfrm>
          <a:custGeom>
            <a:avLst/>
            <a:gdLst/>
            <a:ahLst/>
            <a:rect l="0" t="0" r="r" b="b"/>
            <a:pathLst>
              <a:path w="16012" h="5377">
                <a:moveTo>
                  <a:pt x="440" y="676"/>
                </a:moveTo>
                <a:lnTo>
                  <a:pt x="440" y="4540"/>
                </a:lnTo>
                <a:cubicBezTo>
                  <a:pt x="440" y="4582"/>
                  <a:pt x="449" y="4623"/>
                  <a:pt x="465" y="4661"/>
                </a:cubicBezTo>
                <a:cubicBezTo>
                  <a:pt x="481" y="4700"/>
                  <a:pt x="504" y="4735"/>
                  <a:pt x="533" y="4764"/>
                </a:cubicBezTo>
                <a:cubicBezTo>
                  <a:pt x="563" y="4794"/>
                  <a:pt x="598" y="4817"/>
                  <a:pt x="636" y="4833"/>
                </a:cubicBezTo>
                <a:cubicBezTo>
                  <a:pt x="675" y="4849"/>
                  <a:pt x="716" y="4857"/>
                  <a:pt x="758" y="4857"/>
                </a:cubicBezTo>
                <a:lnTo>
                  <a:pt x="15258" y="4857"/>
                </a:lnTo>
                <a:cubicBezTo>
                  <a:pt x="15300" y="4857"/>
                  <a:pt x="15341" y="4849"/>
                  <a:pt x="15380" y="4833"/>
                </a:cubicBezTo>
                <a:cubicBezTo>
                  <a:pt x="15419" y="4817"/>
                  <a:pt x="15453" y="4794"/>
                  <a:pt x="15483" y="4764"/>
                </a:cubicBezTo>
                <a:cubicBezTo>
                  <a:pt x="15512" y="4735"/>
                  <a:pt x="15535" y="4700"/>
                  <a:pt x="15551" y="4661"/>
                </a:cubicBezTo>
                <a:cubicBezTo>
                  <a:pt x="15568" y="4623"/>
                  <a:pt x="15576" y="4582"/>
                  <a:pt x="15576" y="4540"/>
                </a:cubicBezTo>
                <a:lnTo>
                  <a:pt x="15576" y="676"/>
                </a:lnTo>
                <a:cubicBezTo>
                  <a:pt x="15576" y="634"/>
                  <a:pt x="15568" y="593"/>
                  <a:pt x="15551" y="555"/>
                </a:cubicBezTo>
                <a:cubicBezTo>
                  <a:pt x="15535" y="516"/>
                  <a:pt x="15512" y="481"/>
                  <a:pt x="15483" y="452"/>
                </a:cubicBezTo>
                <a:cubicBezTo>
                  <a:pt x="15453" y="422"/>
                  <a:pt x="15419" y="399"/>
                  <a:pt x="15380" y="383"/>
                </a:cubicBezTo>
                <a:cubicBezTo>
                  <a:pt x="15341" y="367"/>
                  <a:pt x="15300" y="359"/>
                  <a:pt x="15258" y="359"/>
                </a:cubicBezTo>
                <a:lnTo>
                  <a:pt x="758" y="359"/>
                </a:lnTo>
                <a:cubicBezTo>
                  <a:pt x="716" y="359"/>
                  <a:pt x="675" y="367"/>
                  <a:pt x="636" y="383"/>
                </a:cubicBezTo>
                <a:cubicBezTo>
                  <a:pt x="598" y="399"/>
                  <a:pt x="563" y="422"/>
                  <a:pt x="533" y="452"/>
                </a:cubicBezTo>
                <a:cubicBezTo>
                  <a:pt x="504" y="481"/>
                  <a:pt x="481" y="516"/>
                  <a:pt x="465" y="555"/>
                </a:cubicBezTo>
                <a:cubicBezTo>
                  <a:pt x="449" y="593"/>
                  <a:pt x="440" y="634"/>
                  <a:pt x="440" y="676"/>
                </a:cubicBezTo>
                <a:moveTo>
                  <a:pt x="0" y="0"/>
                </a:moveTo>
                <a:lnTo>
                  <a:pt x="16012" y="0"/>
                </a:lnTo>
                <a:lnTo>
                  <a:pt x="16012" y="5377"/>
                </a:lnTo>
                <a:lnTo>
                  <a:pt x="0" y="5377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502" name=""/>
          <p:cNvSpPr/>
          <p:nvPr/>
        </p:nvSpPr>
        <p:spPr>
          <a:xfrm>
            <a:off x="6181560" y="4686120"/>
            <a:ext cx="5429520" cy="1600560"/>
          </a:xfrm>
          <a:custGeom>
            <a:avLst/>
            <a:gdLst/>
            <a:ahLst/>
            <a:rect l="0" t="0" r="r" b="b"/>
            <a:pathLst>
              <a:path w="15082" h="4446">
                <a:moveTo>
                  <a:pt x="0" y="4155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6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7"/>
                  <a:pt x="15073" y="216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4155"/>
                </a:lnTo>
                <a:cubicBezTo>
                  <a:pt x="15082" y="4174"/>
                  <a:pt x="15080" y="4193"/>
                  <a:pt x="15077" y="4212"/>
                </a:cubicBezTo>
                <a:cubicBezTo>
                  <a:pt x="15073" y="4230"/>
                  <a:pt x="15067" y="4249"/>
                  <a:pt x="15060" y="4266"/>
                </a:cubicBezTo>
                <a:cubicBezTo>
                  <a:pt x="15053" y="4284"/>
                  <a:pt x="15044" y="4301"/>
                  <a:pt x="15033" y="4317"/>
                </a:cubicBezTo>
                <a:cubicBezTo>
                  <a:pt x="15023" y="4333"/>
                  <a:pt x="15010" y="4347"/>
                  <a:pt x="14997" y="4361"/>
                </a:cubicBezTo>
                <a:cubicBezTo>
                  <a:pt x="14983" y="4374"/>
                  <a:pt x="14969" y="4386"/>
                  <a:pt x="14953" y="4397"/>
                </a:cubicBezTo>
                <a:cubicBezTo>
                  <a:pt x="14937" y="4408"/>
                  <a:pt x="14920" y="4417"/>
                  <a:pt x="14903" y="4424"/>
                </a:cubicBezTo>
                <a:cubicBezTo>
                  <a:pt x="14885" y="4431"/>
                  <a:pt x="14867" y="4437"/>
                  <a:pt x="14848" y="4440"/>
                </a:cubicBezTo>
                <a:cubicBezTo>
                  <a:pt x="14829" y="4444"/>
                  <a:pt x="14810" y="4446"/>
                  <a:pt x="14791" y="4446"/>
                </a:cubicBezTo>
                <a:lnTo>
                  <a:pt x="291" y="4446"/>
                </a:lnTo>
                <a:cubicBezTo>
                  <a:pt x="272" y="4446"/>
                  <a:pt x="253" y="4444"/>
                  <a:pt x="234" y="4440"/>
                </a:cubicBezTo>
                <a:cubicBezTo>
                  <a:pt x="215" y="4437"/>
                  <a:pt x="197" y="4431"/>
                  <a:pt x="180" y="4424"/>
                </a:cubicBezTo>
                <a:cubicBezTo>
                  <a:pt x="162" y="4417"/>
                  <a:pt x="145" y="4408"/>
                  <a:pt x="129" y="4397"/>
                </a:cubicBezTo>
                <a:cubicBezTo>
                  <a:pt x="113" y="4386"/>
                  <a:pt x="99" y="4374"/>
                  <a:pt x="85" y="4361"/>
                </a:cubicBezTo>
                <a:cubicBezTo>
                  <a:pt x="72" y="4347"/>
                  <a:pt x="60" y="4333"/>
                  <a:pt x="49" y="4317"/>
                </a:cubicBezTo>
                <a:cubicBezTo>
                  <a:pt x="38" y="4301"/>
                  <a:pt x="29" y="4284"/>
                  <a:pt x="22" y="4266"/>
                </a:cubicBezTo>
                <a:cubicBezTo>
                  <a:pt x="15" y="4249"/>
                  <a:pt x="9" y="4230"/>
                  <a:pt x="6" y="4212"/>
                </a:cubicBezTo>
                <a:cubicBezTo>
                  <a:pt x="2" y="4193"/>
                  <a:pt x="0" y="4174"/>
                  <a:pt x="0" y="4155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03" name=""/>
          <p:cNvSpPr/>
          <p:nvPr/>
        </p:nvSpPr>
        <p:spPr>
          <a:xfrm>
            <a:off x="6181560" y="4686120"/>
            <a:ext cx="5429520" cy="1600560"/>
          </a:xfrm>
          <a:custGeom>
            <a:avLst/>
            <a:gdLst/>
            <a:ahLst/>
            <a:rect l="0" t="0" r="r" b="b"/>
            <a:pathLst>
              <a:path w="15082" h="4446">
                <a:moveTo>
                  <a:pt x="0" y="4155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6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7"/>
                  <a:pt x="15073" y="216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4155"/>
                </a:lnTo>
                <a:cubicBezTo>
                  <a:pt x="15082" y="4174"/>
                  <a:pt x="15080" y="4193"/>
                  <a:pt x="15077" y="4212"/>
                </a:cubicBezTo>
                <a:cubicBezTo>
                  <a:pt x="15073" y="4230"/>
                  <a:pt x="15067" y="4249"/>
                  <a:pt x="15060" y="4266"/>
                </a:cubicBezTo>
                <a:cubicBezTo>
                  <a:pt x="15053" y="4284"/>
                  <a:pt x="15044" y="4301"/>
                  <a:pt x="15033" y="4317"/>
                </a:cubicBezTo>
                <a:cubicBezTo>
                  <a:pt x="15023" y="4333"/>
                  <a:pt x="15010" y="4347"/>
                  <a:pt x="14997" y="4361"/>
                </a:cubicBezTo>
                <a:cubicBezTo>
                  <a:pt x="14983" y="4374"/>
                  <a:pt x="14969" y="4386"/>
                  <a:pt x="14953" y="4397"/>
                </a:cubicBezTo>
                <a:cubicBezTo>
                  <a:pt x="14937" y="4408"/>
                  <a:pt x="14920" y="4417"/>
                  <a:pt x="14903" y="4424"/>
                </a:cubicBezTo>
                <a:cubicBezTo>
                  <a:pt x="14885" y="4431"/>
                  <a:pt x="14867" y="4437"/>
                  <a:pt x="14848" y="4440"/>
                </a:cubicBezTo>
                <a:cubicBezTo>
                  <a:pt x="14829" y="4444"/>
                  <a:pt x="14810" y="4446"/>
                  <a:pt x="14791" y="4446"/>
                </a:cubicBezTo>
                <a:lnTo>
                  <a:pt x="291" y="4446"/>
                </a:lnTo>
                <a:cubicBezTo>
                  <a:pt x="272" y="4446"/>
                  <a:pt x="253" y="4444"/>
                  <a:pt x="234" y="4440"/>
                </a:cubicBezTo>
                <a:cubicBezTo>
                  <a:pt x="215" y="4437"/>
                  <a:pt x="197" y="4431"/>
                  <a:pt x="180" y="4424"/>
                </a:cubicBezTo>
                <a:cubicBezTo>
                  <a:pt x="162" y="4417"/>
                  <a:pt x="145" y="4408"/>
                  <a:pt x="129" y="4397"/>
                </a:cubicBezTo>
                <a:cubicBezTo>
                  <a:pt x="113" y="4386"/>
                  <a:pt x="99" y="4374"/>
                  <a:pt x="85" y="4361"/>
                </a:cubicBezTo>
                <a:cubicBezTo>
                  <a:pt x="72" y="4347"/>
                  <a:pt x="60" y="4333"/>
                  <a:pt x="49" y="4317"/>
                </a:cubicBezTo>
                <a:cubicBezTo>
                  <a:pt x="38" y="4301"/>
                  <a:pt x="29" y="4284"/>
                  <a:pt x="22" y="4266"/>
                </a:cubicBezTo>
                <a:cubicBezTo>
                  <a:pt x="15" y="4249"/>
                  <a:pt x="9" y="4230"/>
                  <a:pt x="6" y="4212"/>
                </a:cubicBezTo>
                <a:cubicBezTo>
                  <a:pt x="2" y="4193"/>
                  <a:pt x="0" y="4174"/>
                  <a:pt x="0" y="4155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04" name=""/>
          <p:cNvSpPr/>
          <p:nvPr/>
        </p:nvSpPr>
        <p:spPr>
          <a:xfrm>
            <a:off x="6199200" y="1464120"/>
            <a:ext cx="308160" cy="272160"/>
          </a:xfrm>
          <a:custGeom>
            <a:avLst/>
            <a:gdLst/>
            <a:ahLst/>
            <a:rect l="0" t="0" r="r" b="b"/>
            <a:pathLst>
              <a:path w="856" h="756">
                <a:moveTo>
                  <a:pt x="63" y="756"/>
                </a:moveTo>
                <a:cubicBezTo>
                  <a:pt x="46" y="756"/>
                  <a:pt x="31" y="749"/>
                  <a:pt x="19" y="737"/>
                </a:cubicBezTo>
                <a:cubicBezTo>
                  <a:pt x="6" y="724"/>
                  <a:pt x="0" y="709"/>
                  <a:pt x="0" y="693"/>
                </a:cubicBezTo>
                <a:lnTo>
                  <a:pt x="0" y="63"/>
                </a:lnTo>
                <a:cubicBezTo>
                  <a:pt x="0" y="47"/>
                  <a:pt x="6" y="32"/>
                  <a:pt x="19" y="19"/>
                </a:cubicBezTo>
                <a:cubicBezTo>
                  <a:pt x="31" y="7"/>
                  <a:pt x="46" y="0"/>
                  <a:pt x="63" y="0"/>
                </a:cubicBezTo>
                <a:lnTo>
                  <a:pt x="793" y="0"/>
                </a:lnTo>
                <a:cubicBezTo>
                  <a:pt x="809" y="0"/>
                  <a:pt x="824" y="7"/>
                  <a:pt x="837" y="19"/>
                </a:cubicBezTo>
                <a:cubicBezTo>
                  <a:pt x="849" y="32"/>
                  <a:pt x="856" y="47"/>
                  <a:pt x="856" y="63"/>
                </a:cubicBezTo>
                <a:lnTo>
                  <a:pt x="856" y="693"/>
                </a:lnTo>
                <a:cubicBezTo>
                  <a:pt x="856" y="709"/>
                  <a:pt x="849" y="724"/>
                  <a:pt x="837" y="737"/>
                </a:cubicBezTo>
                <a:cubicBezTo>
                  <a:pt x="824" y="749"/>
                  <a:pt x="809" y="756"/>
                  <a:pt x="793" y="756"/>
                </a:cubicBezTo>
                <a:lnTo>
                  <a:pt x="63" y="756"/>
                </a:lnTo>
                <a:moveTo>
                  <a:pt x="63" y="693"/>
                </a:moveTo>
                <a:lnTo>
                  <a:pt x="793" y="693"/>
                </a:lnTo>
                <a:lnTo>
                  <a:pt x="793" y="63"/>
                </a:lnTo>
                <a:lnTo>
                  <a:pt x="63" y="63"/>
                </a:lnTo>
                <a:lnTo>
                  <a:pt x="63" y="693"/>
                </a:lnTo>
                <a:moveTo>
                  <a:pt x="134" y="588"/>
                </a:moveTo>
                <a:lnTo>
                  <a:pt x="344" y="588"/>
                </a:lnTo>
                <a:lnTo>
                  <a:pt x="344" y="504"/>
                </a:lnTo>
                <a:lnTo>
                  <a:pt x="134" y="504"/>
                </a:lnTo>
                <a:lnTo>
                  <a:pt x="134" y="588"/>
                </a:lnTo>
                <a:moveTo>
                  <a:pt x="535" y="504"/>
                </a:moveTo>
                <a:lnTo>
                  <a:pt x="742" y="297"/>
                </a:lnTo>
                <a:lnTo>
                  <a:pt x="683" y="237"/>
                </a:lnTo>
                <a:lnTo>
                  <a:pt x="535" y="386"/>
                </a:lnTo>
                <a:lnTo>
                  <a:pt x="475" y="326"/>
                </a:lnTo>
                <a:lnTo>
                  <a:pt x="417" y="386"/>
                </a:lnTo>
                <a:lnTo>
                  <a:pt x="535" y="504"/>
                </a:lnTo>
                <a:moveTo>
                  <a:pt x="134" y="420"/>
                </a:moveTo>
                <a:lnTo>
                  <a:pt x="344" y="420"/>
                </a:lnTo>
                <a:lnTo>
                  <a:pt x="344" y="337"/>
                </a:lnTo>
                <a:lnTo>
                  <a:pt x="134" y="337"/>
                </a:lnTo>
                <a:lnTo>
                  <a:pt x="134" y="420"/>
                </a:lnTo>
                <a:moveTo>
                  <a:pt x="134" y="253"/>
                </a:moveTo>
                <a:lnTo>
                  <a:pt x="344" y="253"/>
                </a:lnTo>
                <a:lnTo>
                  <a:pt x="344" y="169"/>
                </a:lnTo>
                <a:lnTo>
                  <a:pt x="134" y="169"/>
                </a:lnTo>
                <a:lnTo>
                  <a:pt x="134" y="253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05" name=""/>
          <p:cNvSpPr txBox="1"/>
          <p:nvPr/>
        </p:nvSpPr>
        <p:spPr>
          <a:xfrm>
            <a:off x="1047600" y="529560"/>
            <a:ext cx="696636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エージェントの保護（セキュリティ設定）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06" name=""/>
          <p:cNvSpPr txBox="1"/>
          <p:nvPr/>
        </p:nvSpPr>
        <p:spPr>
          <a:xfrm>
            <a:off x="6534000" y="1608840"/>
            <a:ext cx="25315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ターミナル自動実行ポリシー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07" name=""/>
          <p:cNvSpPr txBox="1"/>
          <p:nvPr/>
        </p:nvSpPr>
        <p:spPr>
          <a:xfrm>
            <a:off x="6305400" y="2035440"/>
            <a:ext cx="683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ポリシー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08" name=""/>
          <p:cNvSpPr txBox="1"/>
          <p:nvPr/>
        </p:nvSpPr>
        <p:spPr>
          <a:xfrm>
            <a:off x="9024840" y="203544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説明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09" name=""/>
          <p:cNvSpPr txBox="1"/>
          <p:nvPr/>
        </p:nvSpPr>
        <p:spPr>
          <a:xfrm>
            <a:off x="6305400" y="2558520"/>
            <a:ext cx="323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オフ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10" name=""/>
          <p:cNvSpPr txBox="1"/>
          <p:nvPr/>
        </p:nvSpPr>
        <p:spPr>
          <a:xfrm>
            <a:off x="9024840" y="2425320"/>
            <a:ext cx="2423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許可されない限り実行しない（最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11" name=""/>
          <p:cNvSpPr txBox="1"/>
          <p:nvPr/>
        </p:nvSpPr>
        <p:spPr>
          <a:xfrm>
            <a:off x="9024840" y="2682360"/>
            <a:ext cx="4852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安全）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12" name=""/>
          <p:cNvSpPr txBox="1"/>
          <p:nvPr/>
        </p:nvSpPr>
        <p:spPr>
          <a:xfrm>
            <a:off x="6305400" y="3196800"/>
            <a:ext cx="323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自動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13" name=""/>
          <p:cNvSpPr txBox="1"/>
          <p:nvPr/>
        </p:nvSpPr>
        <p:spPr>
          <a:xfrm>
            <a:off x="9024840" y="3072960"/>
            <a:ext cx="2356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エージェントが判断（リスク高</a:t>
            </a:r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=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14" name=""/>
          <p:cNvSpPr txBox="1"/>
          <p:nvPr/>
        </p:nvSpPr>
        <p:spPr>
          <a:xfrm>
            <a:off x="9024840" y="3330000"/>
            <a:ext cx="808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承認要求）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15" name=""/>
          <p:cNvSpPr txBox="1"/>
          <p:nvPr/>
        </p:nvSpPr>
        <p:spPr>
          <a:xfrm>
            <a:off x="6305400" y="3711240"/>
            <a:ext cx="4852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ターボ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16" name=""/>
          <p:cNvSpPr/>
          <p:nvPr/>
        </p:nvSpPr>
        <p:spPr>
          <a:xfrm>
            <a:off x="6202080" y="4230360"/>
            <a:ext cx="302040" cy="302040"/>
          </a:xfrm>
          <a:custGeom>
            <a:avLst/>
            <a:gdLst/>
            <a:ahLst/>
            <a:rect l="0" t="0" r="r" b="b"/>
            <a:pathLst>
              <a:path w="839" h="839">
                <a:moveTo>
                  <a:pt x="357" y="611"/>
                </a:moveTo>
                <a:lnTo>
                  <a:pt x="654" y="314"/>
                </a:lnTo>
                <a:lnTo>
                  <a:pt x="606" y="266"/>
                </a:lnTo>
                <a:lnTo>
                  <a:pt x="357" y="516"/>
                </a:lnTo>
                <a:lnTo>
                  <a:pt x="232" y="390"/>
                </a:lnTo>
                <a:lnTo>
                  <a:pt x="185" y="437"/>
                </a:lnTo>
                <a:lnTo>
                  <a:pt x="357" y="611"/>
                </a:lnTo>
                <a:moveTo>
                  <a:pt x="419" y="839"/>
                </a:moveTo>
                <a:cubicBezTo>
                  <a:pt x="362" y="839"/>
                  <a:pt x="308" y="828"/>
                  <a:pt x="257" y="806"/>
                </a:cubicBezTo>
                <a:cubicBezTo>
                  <a:pt x="206" y="784"/>
                  <a:pt x="161" y="754"/>
                  <a:pt x="123" y="716"/>
                </a:cubicBezTo>
                <a:cubicBezTo>
                  <a:pt x="85" y="678"/>
                  <a:pt x="55" y="634"/>
                  <a:pt x="33" y="583"/>
                </a:cubicBezTo>
                <a:cubicBezTo>
                  <a:pt x="11" y="532"/>
                  <a:pt x="0" y="478"/>
                  <a:pt x="0" y="420"/>
                </a:cubicBezTo>
                <a:cubicBezTo>
                  <a:pt x="0" y="361"/>
                  <a:pt x="11" y="307"/>
                  <a:pt x="33" y="256"/>
                </a:cubicBezTo>
                <a:cubicBezTo>
                  <a:pt x="55" y="205"/>
                  <a:pt x="85" y="161"/>
                  <a:pt x="123" y="123"/>
                </a:cubicBezTo>
                <a:cubicBezTo>
                  <a:pt x="161" y="85"/>
                  <a:pt x="206" y="55"/>
                  <a:pt x="257" y="33"/>
                </a:cubicBezTo>
                <a:cubicBezTo>
                  <a:pt x="308" y="11"/>
                  <a:pt x="362" y="0"/>
                  <a:pt x="419" y="0"/>
                </a:cubicBezTo>
                <a:cubicBezTo>
                  <a:pt x="477" y="0"/>
                  <a:pt x="532" y="11"/>
                  <a:pt x="583" y="33"/>
                </a:cubicBezTo>
                <a:cubicBezTo>
                  <a:pt x="634" y="55"/>
                  <a:pt x="678" y="85"/>
                  <a:pt x="716" y="123"/>
                </a:cubicBezTo>
                <a:cubicBezTo>
                  <a:pt x="753" y="161"/>
                  <a:pt x="784" y="205"/>
                  <a:pt x="806" y="256"/>
                </a:cubicBezTo>
                <a:cubicBezTo>
                  <a:pt x="828" y="307"/>
                  <a:pt x="839" y="361"/>
                  <a:pt x="839" y="420"/>
                </a:cubicBezTo>
                <a:cubicBezTo>
                  <a:pt x="839" y="478"/>
                  <a:pt x="828" y="532"/>
                  <a:pt x="806" y="583"/>
                </a:cubicBezTo>
                <a:cubicBezTo>
                  <a:pt x="784" y="634"/>
                  <a:pt x="753" y="678"/>
                  <a:pt x="716" y="716"/>
                </a:cubicBezTo>
                <a:cubicBezTo>
                  <a:pt x="678" y="754"/>
                  <a:pt x="634" y="784"/>
                  <a:pt x="583" y="806"/>
                </a:cubicBezTo>
                <a:cubicBezTo>
                  <a:pt x="532" y="828"/>
                  <a:pt x="477" y="839"/>
                  <a:pt x="419" y="839"/>
                </a:cubicBezTo>
                <a:moveTo>
                  <a:pt x="419" y="776"/>
                </a:moveTo>
                <a:cubicBezTo>
                  <a:pt x="518" y="776"/>
                  <a:pt x="602" y="742"/>
                  <a:pt x="672" y="672"/>
                </a:cubicBezTo>
                <a:cubicBezTo>
                  <a:pt x="741" y="603"/>
                  <a:pt x="776" y="519"/>
                  <a:pt x="776" y="420"/>
                </a:cubicBezTo>
                <a:cubicBezTo>
                  <a:pt x="776" y="320"/>
                  <a:pt x="741" y="236"/>
                  <a:pt x="672" y="167"/>
                </a:cubicBezTo>
                <a:cubicBezTo>
                  <a:pt x="602" y="98"/>
                  <a:pt x="518" y="63"/>
                  <a:pt x="419" y="63"/>
                </a:cubicBezTo>
                <a:cubicBezTo>
                  <a:pt x="321" y="63"/>
                  <a:pt x="237" y="98"/>
                  <a:pt x="167" y="167"/>
                </a:cubicBezTo>
                <a:cubicBezTo>
                  <a:pt x="98" y="236"/>
                  <a:pt x="63" y="320"/>
                  <a:pt x="63" y="420"/>
                </a:cubicBezTo>
                <a:cubicBezTo>
                  <a:pt x="63" y="519"/>
                  <a:pt x="98" y="603"/>
                  <a:pt x="167" y="672"/>
                </a:cubicBezTo>
                <a:cubicBezTo>
                  <a:pt x="237" y="742"/>
                  <a:pt x="321" y="776"/>
                  <a:pt x="419" y="776"/>
                </a:cubicBez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17" name=""/>
          <p:cNvSpPr txBox="1"/>
          <p:nvPr/>
        </p:nvSpPr>
        <p:spPr>
          <a:xfrm>
            <a:off x="9024840" y="3711240"/>
            <a:ext cx="19393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拒否リスト以外を常に実行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18" name=""/>
          <p:cNvSpPr txBox="1"/>
          <p:nvPr/>
        </p:nvSpPr>
        <p:spPr>
          <a:xfrm>
            <a:off x="6534000" y="4390200"/>
            <a:ext cx="25408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URL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許可リスト（ブラウザ）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19" name=""/>
          <p:cNvSpPr txBox="1"/>
          <p:nvPr/>
        </p:nvSpPr>
        <p:spPr>
          <a:xfrm>
            <a:off x="6362640" y="4898520"/>
            <a:ext cx="5029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プロンプトインジェクション攻撃を防ぐため、ブ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20" name=""/>
          <p:cNvSpPr txBox="1"/>
          <p:nvPr/>
        </p:nvSpPr>
        <p:spPr>
          <a:xfrm>
            <a:off x="6362640" y="5270040"/>
            <a:ext cx="43441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ラウザ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URL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の許可リストを設定できます。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21" name=""/>
          <p:cNvSpPr/>
          <p:nvPr/>
        </p:nvSpPr>
        <p:spPr>
          <a:xfrm>
            <a:off x="6962760" y="5714640"/>
            <a:ext cx="4019760" cy="257760"/>
          </a:xfrm>
          <a:custGeom>
            <a:avLst/>
            <a:gdLst/>
            <a:ahLst/>
            <a:rect l="0" t="0" r="r" b="b"/>
            <a:pathLst>
              <a:path w="11166" h="716">
                <a:moveTo>
                  <a:pt x="0" y="557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40"/>
                  <a:pt x="61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7" y="9"/>
                  <a:pt x="117" y="6"/>
                  <a:pt x="127" y="4"/>
                </a:cubicBezTo>
                <a:cubicBezTo>
                  <a:pt x="138" y="2"/>
                  <a:pt x="148" y="0"/>
                  <a:pt x="158" y="0"/>
                </a:cubicBezTo>
                <a:lnTo>
                  <a:pt x="11007" y="0"/>
                </a:lnTo>
                <a:cubicBezTo>
                  <a:pt x="11018" y="0"/>
                  <a:pt x="11028" y="2"/>
                  <a:pt x="11038" y="4"/>
                </a:cubicBezTo>
                <a:cubicBezTo>
                  <a:pt x="11048" y="6"/>
                  <a:pt x="11058" y="9"/>
                  <a:pt x="11068" y="13"/>
                </a:cubicBezTo>
                <a:cubicBezTo>
                  <a:pt x="11078" y="17"/>
                  <a:pt x="11087" y="21"/>
                  <a:pt x="11095" y="27"/>
                </a:cubicBezTo>
                <a:cubicBezTo>
                  <a:pt x="11104" y="33"/>
                  <a:pt x="11112" y="40"/>
                  <a:pt x="11119" y="47"/>
                </a:cubicBezTo>
                <a:cubicBezTo>
                  <a:pt x="11127" y="54"/>
                  <a:pt x="11133" y="62"/>
                  <a:pt x="11139" y="71"/>
                </a:cubicBezTo>
                <a:cubicBezTo>
                  <a:pt x="11145" y="80"/>
                  <a:pt x="11150" y="89"/>
                  <a:pt x="11154" y="98"/>
                </a:cubicBezTo>
                <a:cubicBezTo>
                  <a:pt x="11158" y="108"/>
                  <a:pt x="11161" y="118"/>
                  <a:pt x="11163" y="128"/>
                </a:cubicBezTo>
                <a:cubicBezTo>
                  <a:pt x="11165" y="139"/>
                  <a:pt x="11166" y="149"/>
                  <a:pt x="11166" y="159"/>
                </a:cubicBezTo>
                <a:lnTo>
                  <a:pt x="11166" y="557"/>
                </a:lnTo>
                <a:cubicBezTo>
                  <a:pt x="11166" y="568"/>
                  <a:pt x="11165" y="578"/>
                  <a:pt x="11163" y="588"/>
                </a:cubicBezTo>
                <a:cubicBezTo>
                  <a:pt x="11161" y="598"/>
                  <a:pt x="11158" y="608"/>
                  <a:pt x="11154" y="618"/>
                </a:cubicBezTo>
                <a:cubicBezTo>
                  <a:pt x="11150" y="628"/>
                  <a:pt x="11145" y="637"/>
                  <a:pt x="11139" y="645"/>
                </a:cubicBezTo>
                <a:cubicBezTo>
                  <a:pt x="11133" y="654"/>
                  <a:pt x="11127" y="662"/>
                  <a:pt x="11119" y="669"/>
                </a:cubicBezTo>
                <a:cubicBezTo>
                  <a:pt x="11112" y="677"/>
                  <a:pt x="11104" y="683"/>
                  <a:pt x="11095" y="689"/>
                </a:cubicBezTo>
                <a:cubicBezTo>
                  <a:pt x="11087" y="695"/>
                  <a:pt x="11078" y="700"/>
                  <a:pt x="11068" y="704"/>
                </a:cubicBezTo>
                <a:cubicBezTo>
                  <a:pt x="11058" y="708"/>
                  <a:pt x="11048" y="711"/>
                  <a:pt x="11038" y="713"/>
                </a:cubicBezTo>
                <a:cubicBezTo>
                  <a:pt x="11028" y="715"/>
                  <a:pt x="11018" y="716"/>
                  <a:pt x="11007" y="716"/>
                </a:cubicBezTo>
                <a:lnTo>
                  <a:pt x="158" y="716"/>
                </a:lnTo>
                <a:cubicBezTo>
                  <a:pt x="148" y="716"/>
                  <a:pt x="138" y="715"/>
                  <a:pt x="127" y="713"/>
                </a:cubicBezTo>
                <a:cubicBezTo>
                  <a:pt x="117" y="711"/>
                  <a:pt x="107" y="708"/>
                  <a:pt x="98" y="704"/>
                </a:cubicBezTo>
                <a:cubicBezTo>
                  <a:pt x="88" y="700"/>
                  <a:pt x="79" y="695"/>
                  <a:pt x="70" y="689"/>
                </a:cubicBezTo>
                <a:cubicBezTo>
                  <a:pt x="61" y="683"/>
                  <a:pt x="53" y="677"/>
                  <a:pt x="46" y="669"/>
                </a:cubicBezTo>
                <a:cubicBezTo>
                  <a:pt x="39" y="662"/>
                  <a:pt x="32" y="654"/>
                  <a:pt x="26" y="645"/>
                </a:cubicBezTo>
                <a:cubicBezTo>
                  <a:pt x="21" y="637"/>
                  <a:pt x="16" y="628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8"/>
                  <a:pt x="0" y="557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22" name=""/>
          <p:cNvSpPr txBox="1"/>
          <p:nvPr/>
        </p:nvSpPr>
        <p:spPr>
          <a:xfrm>
            <a:off x="6362640" y="5784840"/>
            <a:ext cx="604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設定場所</a:t>
            </a:r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: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23" name=""/>
          <p:cNvSpPr txBox="1"/>
          <p:nvPr/>
        </p:nvSpPr>
        <p:spPr>
          <a:xfrm>
            <a:off x="7020360" y="5762520"/>
            <a:ext cx="38930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Settings &gt; Advanced Settings &gt; Browser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24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28" name=""/>
          <p:cNvSpPr/>
          <p:nvPr/>
        </p:nvSpPr>
        <p:spPr>
          <a:xfrm>
            <a:off x="571320" y="160956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29" name=""/>
          <p:cNvSpPr/>
          <p:nvPr/>
        </p:nvSpPr>
        <p:spPr>
          <a:xfrm>
            <a:off x="580680" y="1800000"/>
            <a:ext cx="11030400" cy="1543320"/>
          </a:xfrm>
          <a:custGeom>
            <a:avLst/>
            <a:gdLst/>
            <a:ahLst/>
            <a:rect l="0" t="0" r="r" b="b"/>
            <a:pathLst>
              <a:path w="30640" h="4287">
                <a:moveTo>
                  <a:pt x="0" y="39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30"/>
                  <a:pt x="30495" y="39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4"/>
                  <a:pt x="30591" y="129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7"/>
                  <a:pt x="30631" y="216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3996"/>
                </a:lnTo>
                <a:cubicBezTo>
                  <a:pt x="30640" y="4015"/>
                  <a:pt x="30638" y="4034"/>
                  <a:pt x="30635" y="4053"/>
                </a:cubicBezTo>
                <a:cubicBezTo>
                  <a:pt x="30631" y="4072"/>
                  <a:pt x="30625" y="4090"/>
                  <a:pt x="30618" y="4108"/>
                </a:cubicBezTo>
                <a:cubicBezTo>
                  <a:pt x="30611" y="4125"/>
                  <a:pt x="30602" y="4142"/>
                  <a:pt x="30591" y="4158"/>
                </a:cubicBezTo>
                <a:cubicBezTo>
                  <a:pt x="30581" y="4174"/>
                  <a:pt x="30568" y="4189"/>
                  <a:pt x="30555" y="4202"/>
                </a:cubicBezTo>
                <a:cubicBezTo>
                  <a:pt x="30541" y="4216"/>
                  <a:pt x="30527" y="4228"/>
                  <a:pt x="30511" y="4238"/>
                </a:cubicBezTo>
                <a:cubicBezTo>
                  <a:pt x="30495" y="4249"/>
                  <a:pt x="30478" y="4258"/>
                  <a:pt x="30461" y="4265"/>
                </a:cubicBezTo>
                <a:cubicBezTo>
                  <a:pt x="30443" y="4273"/>
                  <a:pt x="30425" y="4278"/>
                  <a:pt x="30406" y="4282"/>
                </a:cubicBezTo>
                <a:cubicBezTo>
                  <a:pt x="30387" y="4286"/>
                  <a:pt x="30368" y="4287"/>
                  <a:pt x="30349" y="4287"/>
                </a:cubicBezTo>
                <a:lnTo>
                  <a:pt x="291" y="4287"/>
                </a:lnTo>
                <a:cubicBezTo>
                  <a:pt x="272" y="4287"/>
                  <a:pt x="253" y="4286"/>
                  <a:pt x="235" y="4282"/>
                </a:cubicBezTo>
                <a:cubicBezTo>
                  <a:pt x="216" y="4278"/>
                  <a:pt x="198" y="4273"/>
                  <a:pt x="180" y="4265"/>
                </a:cubicBezTo>
                <a:cubicBezTo>
                  <a:pt x="162" y="4258"/>
                  <a:pt x="146" y="4249"/>
                  <a:pt x="130" y="4238"/>
                </a:cubicBezTo>
                <a:cubicBezTo>
                  <a:pt x="114" y="4228"/>
                  <a:pt x="99" y="4216"/>
                  <a:pt x="86" y="4202"/>
                </a:cubicBezTo>
                <a:cubicBezTo>
                  <a:pt x="72" y="4189"/>
                  <a:pt x="60" y="4174"/>
                  <a:pt x="50" y="4158"/>
                </a:cubicBezTo>
                <a:cubicBezTo>
                  <a:pt x="39" y="4142"/>
                  <a:pt x="30" y="4125"/>
                  <a:pt x="23" y="4108"/>
                </a:cubicBezTo>
                <a:cubicBezTo>
                  <a:pt x="15" y="4090"/>
                  <a:pt x="10" y="4072"/>
                  <a:pt x="6" y="4053"/>
                </a:cubicBezTo>
                <a:cubicBezTo>
                  <a:pt x="2" y="4034"/>
                  <a:pt x="0" y="4015"/>
                  <a:pt x="0" y="3996"/>
                </a:cubicBezTo>
                <a:close/>
              </a:path>
            </a:pathLst>
          </a:custGeom>
          <a:solidFill>
            <a:srgbClr val="D5C6E0">
              <a:alpha val="1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30" name=""/>
          <p:cNvSpPr/>
          <p:nvPr/>
        </p:nvSpPr>
        <p:spPr>
          <a:xfrm>
            <a:off x="580680" y="1800000"/>
            <a:ext cx="11030400" cy="1543320"/>
          </a:xfrm>
          <a:custGeom>
            <a:avLst/>
            <a:gdLst/>
            <a:ahLst/>
            <a:rect l="0" t="0" r="r" b="b"/>
            <a:pathLst>
              <a:path w="30640" h="4287">
                <a:moveTo>
                  <a:pt x="0" y="39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30"/>
                  <a:pt x="30495" y="39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4"/>
                  <a:pt x="30591" y="129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7"/>
                  <a:pt x="30631" y="216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3996"/>
                </a:lnTo>
                <a:cubicBezTo>
                  <a:pt x="30640" y="4015"/>
                  <a:pt x="30638" y="4034"/>
                  <a:pt x="30635" y="4053"/>
                </a:cubicBezTo>
                <a:cubicBezTo>
                  <a:pt x="30631" y="4072"/>
                  <a:pt x="30625" y="4090"/>
                  <a:pt x="30618" y="4108"/>
                </a:cubicBezTo>
                <a:cubicBezTo>
                  <a:pt x="30611" y="4125"/>
                  <a:pt x="30602" y="4142"/>
                  <a:pt x="30591" y="4158"/>
                </a:cubicBezTo>
                <a:cubicBezTo>
                  <a:pt x="30581" y="4174"/>
                  <a:pt x="30568" y="4189"/>
                  <a:pt x="30555" y="4202"/>
                </a:cubicBezTo>
                <a:cubicBezTo>
                  <a:pt x="30541" y="4216"/>
                  <a:pt x="30527" y="4228"/>
                  <a:pt x="30511" y="4238"/>
                </a:cubicBezTo>
                <a:cubicBezTo>
                  <a:pt x="30495" y="4249"/>
                  <a:pt x="30478" y="4258"/>
                  <a:pt x="30461" y="4265"/>
                </a:cubicBezTo>
                <a:cubicBezTo>
                  <a:pt x="30443" y="4273"/>
                  <a:pt x="30425" y="4278"/>
                  <a:pt x="30406" y="4282"/>
                </a:cubicBezTo>
                <a:cubicBezTo>
                  <a:pt x="30387" y="4286"/>
                  <a:pt x="30368" y="4287"/>
                  <a:pt x="30349" y="4287"/>
                </a:cubicBezTo>
                <a:lnTo>
                  <a:pt x="291" y="4287"/>
                </a:lnTo>
                <a:cubicBezTo>
                  <a:pt x="272" y="4287"/>
                  <a:pt x="253" y="4286"/>
                  <a:pt x="235" y="4282"/>
                </a:cubicBezTo>
                <a:cubicBezTo>
                  <a:pt x="216" y="4278"/>
                  <a:pt x="198" y="4273"/>
                  <a:pt x="180" y="4265"/>
                </a:cubicBezTo>
                <a:cubicBezTo>
                  <a:pt x="162" y="4258"/>
                  <a:pt x="146" y="4249"/>
                  <a:pt x="130" y="4238"/>
                </a:cubicBezTo>
                <a:cubicBezTo>
                  <a:pt x="114" y="4228"/>
                  <a:pt x="99" y="4216"/>
                  <a:pt x="86" y="4202"/>
                </a:cubicBezTo>
                <a:cubicBezTo>
                  <a:pt x="72" y="4189"/>
                  <a:pt x="60" y="4174"/>
                  <a:pt x="50" y="4158"/>
                </a:cubicBezTo>
                <a:cubicBezTo>
                  <a:pt x="39" y="4142"/>
                  <a:pt x="30" y="4125"/>
                  <a:pt x="23" y="4108"/>
                </a:cubicBezTo>
                <a:cubicBezTo>
                  <a:pt x="15" y="4090"/>
                  <a:pt x="10" y="4072"/>
                  <a:pt x="6" y="4053"/>
                </a:cubicBezTo>
                <a:cubicBezTo>
                  <a:pt x="2" y="4034"/>
                  <a:pt x="0" y="4015"/>
                  <a:pt x="0" y="3996"/>
                </a:cubicBezTo>
                <a:close/>
              </a:path>
            </a:pathLst>
          </a:custGeom>
          <a:noFill/>
          <a:ln w="18720">
            <a:solidFill>
              <a:srgbClr val="D0C0E4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31" name=""/>
          <p:cNvSpPr/>
          <p:nvPr/>
        </p:nvSpPr>
        <p:spPr>
          <a:xfrm>
            <a:off x="606960" y="1040400"/>
            <a:ext cx="405720" cy="357480"/>
          </a:xfrm>
          <a:custGeom>
            <a:avLst/>
            <a:gdLst/>
            <a:ahLst/>
            <a:rect l="0" t="0" r="r" b="b"/>
            <a:pathLst>
              <a:path w="1127" h="993">
                <a:moveTo>
                  <a:pt x="84" y="993"/>
                </a:moveTo>
                <a:cubicBezTo>
                  <a:pt x="62" y="993"/>
                  <a:pt x="43" y="985"/>
                  <a:pt x="26" y="968"/>
                </a:cubicBezTo>
                <a:cubicBezTo>
                  <a:pt x="9" y="952"/>
                  <a:pt x="0" y="933"/>
                  <a:pt x="0" y="911"/>
                </a:cubicBezTo>
                <a:lnTo>
                  <a:pt x="0" y="83"/>
                </a:lnTo>
                <a:cubicBezTo>
                  <a:pt x="0" y="61"/>
                  <a:pt x="9" y="41"/>
                  <a:pt x="26" y="25"/>
                </a:cubicBezTo>
                <a:cubicBezTo>
                  <a:pt x="43" y="8"/>
                  <a:pt x="62" y="0"/>
                  <a:pt x="84" y="0"/>
                </a:cubicBezTo>
                <a:lnTo>
                  <a:pt x="1043" y="0"/>
                </a:lnTo>
                <a:cubicBezTo>
                  <a:pt x="1065" y="0"/>
                  <a:pt x="1084" y="8"/>
                  <a:pt x="1101" y="25"/>
                </a:cubicBezTo>
                <a:cubicBezTo>
                  <a:pt x="1117" y="41"/>
                  <a:pt x="1127" y="61"/>
                  <a:pt x="1127" y="83"/>
                </a:cubicBezTo>
                <a:lnTo>
                  <a:pt x="1127" y="911"/>
                </a:lnTo>
                <a:cubicBezTo>
                  <a:pt x="1127" y="933"/>
                  <a:pt x="1117" y="952"/>
                  <a:pt x="1101" y="968"/>
                </a:cubicBezTo>
                <a:cubicBezTo>
                  <a:pt x="1084" y="985"/>
                  <a:pt x="1065" y="993"/>
                  <a:pt x="1043" y="993"/>
                </a:cubicBezTo>
                <a:lnTo>
                  <a:pt x="84" y="993"/>
                </a:lnTo>
                <a:moveTo>
                  <a:pt x="84" y="911"/>
                </a:moveTo>
                <a:lnTo>
                  <a:pt x="1043" y="911"/>
                </a:lnTo>
                <a:lnTo>
                  <a:pt x="1043" y="83"/>
                </a:lnTo>
                <a:lnTo>
                  <a:pt x="84" y="83"/>
                </a:lnTo>
                <a:lnTo>
                  <a:pt x="84" y="911"/>
                </a:lnTo>
                <a:moveTo>
                  <a:pt x="178" y="773"/>
                </a:moveTo>
                <a:lnTo>
                  <a:pt x="453" y="773"/>
                </a:lnTo>
                <a:lnTo>
                  <a:pt x="453" y="663"/>
                </a:lnTo>
                <a:lnTo>
                  <a:pt x="178" y="663"/>
                </a:lnTo>
                <a:lnTo>
                  <a:pt x="178" y="773"/>
                </a:lnTo>
                <a:moveTo>
                  <a:pt x="704" y="663"/>
                </a:moveTo>
                <a:lnTo>
                  <a:pt x="977" y="389"/>
                </a:lnTo>
                <a:lnTo>
                  <a:pt x="898" y="310"/>
                </a:lnTo>
                <a:lnTo>
                  <a:pt x="704" y="506"/>
                </a:lnTo>
                <a:lnTo>
                  <a:pt x="625" y="427"/>
                </a:lnTo>
                <a:lnTo>
                  <a:pt x="548" y="506"/>
                </a:lnTo>
                <a:lnTo>
                  <a:pt x="704" y="663"/>
                </a:lnTo>
                <a:moveTo>
                  <a:pt x="178" y="551"/>
                </a:moveTo>
                <a:lnTo>
                  <a:pt x="453" y="551"/>
                </a:lnTo>
                <a:lnTo>
                  <a:pt x="453" y="441"/>
                </a:lnTo>
                <a:lnTo>
                  <a:pt x="178" y="441"/>
                </a:lnTo>
                <a:lnTo>
                  <a:pt x="178" y="551"/>
                </a:lnTo>
                <a:moveTo>
                  <a:pt x="178" y="331"/>
                </a:moveTo>
                <a:lnTo>
                  <a:pt x="453" y="331"/>
                </a:lnTo>
                <a:lnTo>
                  <a:pt x="453" y="221"/>
                </a:lnTo>
                <a:lnTo>
                  <a:pt x="178" y="221"/>
                </a:lnTo>
                <a:lnTo>
                  <a:pt x="178" y="331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32" name=""/>
          <p:cNvSpPr/>
          <p:nvPr/>
        </p:nvSpPr>
        <p:spPr>
          <a:xfrm>
            <a:off x="811080" y="2220840"/>
            <a:ext cx="302040" cy="302040"/>
          </a:xfrm>
          <a:custGeom>
            <a:avLst/>
            <a:gdLst/>
            <a:ahLst/>
            <a:rect l="0" t="0" r="r" b="b"/>
            <a:pathLst>
              <a:path w="839" h="839">
                <a:moveTo>
                  <a:pt x="167" y="503"/>
                </a:moveTo>
                <a:lnTo>
                  <a:pt x="296" y="503"/>
                </a:lnTo>
                <a:lnTo>
                  <a:pt x="505" y="294"/>
                </a:lnTo>
                <a:cubicBezTo>
                  <a:pt x="511" y="288"/>
                  <a:pt x="516" y="281"/>
                  <a:pt x="519" y="272"/>
                </a:cubicBezTo>
                <a:cubicBezTo>
                  <a:pt x="522" y="264"/>
                  <a:pt x="524" y="257"/>
                  <a:pt x="524" y="249"/>
                </a:cubicBezTo>
                <a:cubicBezTo>
                  <a:pt x="524" y="241"/>
                  <a:pt x="522" y="234"/>
                  <a:pt x="519" y="226"/>
                </a:cubicBezTo>
                <a:cubicBezTo>
                  <a:pt x="517" y="218"/>
                  <a:pt x="512" y="211"/>
                  <a:pt x="506" y="205"/>
                </a:cubicBezTo>
                <a:lnTo>
                  <a:pt x="467" y="166"/>
                </a:lnTo>
                <a:cubicBezTo>
                  <a:pt x="461" y="160"/>
                  <a:pt x="454" y="155"/>
                  <a:pt x="446" y="152"/>
                </a:cubicBezTo>
                <a:cubicBezTo>
                  <a:pt x="438" y="149"/>
                  <a:pt x="430" y="147"/>
                  <a:pt x="422" y="147"/>
                </a:cubicBezTo>
                <a:cubicBezTo>
                  <a:pt x="414" y="147"/>
                  <a:pt x="407" y="149"/>
                  <a:pt x="399" y="152"/>
                </a:cubicBezTo>
                <a:cubicBezTo>
                  <a:pt x="391" y="154"/>
                  <a:pt x="384" y="159"/>
                  <a:pt x="378" y="165"/>
                </a:cubicBezTo>
                <a:lnTo>
                  <a:pt x="167" y="375"/>
                </a:lnTo>
                <a:lnTo>
                  <a:pt x="167" y="503"/>
                </a:lnTo>
                <a:moveTo>
                  <a:pt x="230" y="441"/>
                </a:moveTo>
                <a:lnTo>
                  <a:pt x="230" y="401"/>
                </a:lnTo>
                <a:lnTo>
                  <a:pt x="337" y="295"/>
                </a:lnTo>
                <a:lnTo>
                  <a:pt x="357" y="314"/>
                </a:lnTo>
                <a:lnTo>
                  <a:pt x="376" y="334"/>
                </a:lnTo>
                <a:lnTo>
                  <a:pt x="270" y="441"/>
                </a:lnTo>
                <a:lnTo>
                  <a:pt x="230" y="441"/>
                </a:lnTo>
                <a:moveTo>
                  <a:pt x="357" y="314"/>
                </a:moveTo>
                <a:lnTo>
                  <a:pt x="376" y="334"/>
                </a:lnTo>
                <a:lnTo>
                  <a:pt x="337" y="295"/>
                </a:lnTo>
                <a:lnTo>
                  <a:pt x="357" y="314"/>
                </a:lnTo>
                <a:moveTo>
                  <a:pt x="372" y="503"/>
                </a:moveTo>
                <a:lnTo>
                  <a:pt x="670" y="503"/>
                </a:lnTo>
                <a:lnTo>
                  <a:pt x="670" y="441"/>
                </a:lnTo>
                <a:lnTo>
                  <a:pt x="435" y="441"/>
                </a:lnTo>
                <a:lnTo>
                  <a:pt x="372" y="503"/>
                </a:lnTo>
                <a:moveTo>
                  <a:pt x="0" y="839"/>
                </a:moveTo>
                <a:lnTo>
                  <a:pt x="0" y="63"/>
                </a:lnTo>
                <a:cubicBezTo>
                  <a:pt x="0" y="46"/>
                  <a:pt x="6" y="31"/>
                  <a:pt x="19" y="19"/>
                </a:cubicBezTo>
                <a:cubicBezTo>
                  <a:pt x="31" y="6"/>
                  <a:pt x="46" y="0"/>
                  <a:pt x="63" y="0"/>
                </a:cubicBezTo>
                <a:lnTo>
                  <a:pt x="776" y="0"/>
                </a:lnTo>
                <a:cubicBezTo>
                  <a:pt x="793" y="0"/>
                  <a:pt x="807" y="6"/>
                  <a:pt x="820" y="19"/>
                </a:cubicBezTo>
                <a:cubicBezTo>
                  <a:pt x="832" y="31"/>
                  <a:pt x="839" y="46"/>
                  <a:pt x="839" y="63"/>
                </a:cubicBezTo>
                <a:lnTo>
                  <a:pt x="839" y="608"/>
                </a:lnTo>
                <a:cubicBezTo>
                  <a:pt x="839" y="625"/>
                  <a:pt x="832" y="640"/>
                  <a:pt x="820" y="652"/>
                </a:cubicBezTo>
                <a:cubicBezTo>
                  <a:pt x="807" y="665"/>
                  <a:pt x="793" y="671"/>
                  <a:pt x="776" y="671"/>
                </a:cubicBezTo>
                <a:lnTo>
                  <a:pt x="167" y="671"/>
                </a:lnTo>
                <a:lnTo>
                  <a:pt x="0" y="839"/>
                </a:lnTo>
                <a:moveTo>
                  <a:pt x="140" y="608"/>
                </a:moveTo>
                <a:lnTo>
                  <a:pt x="776" y="608"/>
                </a:lnTo>
                <a:lnTo>
                  <a:pt x="776" y="63"/>
                </a:lnTo>
                <a:lnTo>
                  <a:pt x="63" y="63"/>
                </a:lnTo>
                <a:lnTo>
                  <a:pt x="63" y="692"/>
                </a:lnTo>
                <a:lnTo>
                  <a:pt x="140" y="608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33" name=""/>
          <p:cNvSpPr txBox="1"/>
          <p:nvPr/>
        </p:nvSpPr>
        <p:spPr>
          <a:xfrm>
            <a:off x="1047600" y="1129680"/>
            <a:ext cx="429480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Pro Tips: 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計画書の歩き方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34" name=""/>
          <p:cNvSpPr txBox="1"/>
          <p:nvPr/>
        </p:nvSpPr>
        <p:spPr>
          <a:xfrm>
            <a:off x="1143000" y="2380320"/>
            <a:ext cx="35247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Human-in-the-Loop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（人間が介入する）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35" name=""/>
          <p:cNvSpPr/>
          <p:nvPr/>
        </p:nvSpPr>
        <p:spPr>
          <a:xfrm>
            <a:off x="414360" y="3337200"/>
            <a:ext cx="3926160" cy="2250000"/>
          </a:xfrm>
          <a:custGeom>
            <a:avLst/>
            <a:gdLst/>
            <a:ahLst/>
            <a:rect l="0" t="0" r="r" b="b"/>
            <a:pathLst>
              <a:path w="10906" h="6250">
                <a:moveTo>
                  <a:pt x="436" y="679"/>
                </a:moveTo>
                <a:lnTo>
                  <a:pt x="436" y="5415"/>
                </a:lnTo>
                <a:cubicBezTo>
                  <a:pt x="436" y="5457"/>
                  <a:pt x="444" y="5497"/>
                  <a:pt x="460" y="5536"/>
                </a:cubicBezTo>
                <a:cubicBezTo>
                  <a:pt x="476" y="5575"/>
                  <a:pt x="499" y="5610"/>
                  <a:pt x="529" y="5639"/>
                </a:cubicBezTo>
                <a:cubicBezTo>
                  <a:pt x="559" y="5669"/>
                  <a:pt x="593" y="5692"/>
                  <a:pt x="632" y="5708"/>
                </a:cubicBezTo>
                <a:cubicBezTo>
                  <a:pt x="671" y="5724"/>
                  <a:pt x="711" y="5732"/>
                  <a:pt x="753" y="5732"/>
                </a:cubicBezTo>
                <a:lnTo>
                  <a:pt x="10147" y="5732"/>
                </a:lnTo>
                <a:cubicBezTo>
                  <a:pt x="10189" y="5732"/>
                  <a:pt x="10230" y="5724"/>
                  <a:pt x="10269" y="5708"/>
                </a:cubicBezTo>
                <a:cubicBezTo>
                  <a:pt x="10308" y="5692"/>
                  <a:pt x="10342" y="5669"/>
                  <a:pt x="10372" y="5639"/>
                </a:cubicBezTo>
                <a:cubicBezTo>
                  <a:pt x="10401" y="5610"/>
                  <a:pt x="10424" y="5575"/>
                  <a:pt x="10441" y="5536"/>
                </a:cubicBezTo>
                <a:cubicBezTo>
                  <a:pt x="10457" y="5497"/>
                  <a:pt x="10465" y="5457"/>
                  <a:pt x="10465" y="5415"/>
                </a:cubicBezTo>
                <a:lnTo>
                  <a:pt x="10465" y="679"/>
                </a:lnTo>
                <a:cubicBezTo>
                  <a:pt x="10465" y="637"/>
                  <a:pt x="10457" y="596"/>
                  <a:pt x="10441" y="557"/>
                </a:cubicBezTo>
                <a:cubicBezTo>
                  <a:pt x="10424" y="518"/>
                  <a:pt x="10401" y="484"/>
                  <a:pt x="10372" y="454"/>
                </a:cubicBezTo>
                <a:cubicBezTo>
                  <a:pt x="10342" y="425"/>
                  <a:pt x="10308" y="402"/>
                  <a:pt x="10269" y="386"/>
                </a:cubicBezTo>
                <a:cubicBezTo>
                  <a:pt x="10230" y="369"/>
                  <a:pt x="10189" y="361"/>
                  <a:pt x="10147" y="361"/>
                </a:cubicBezTo>
                <a:lnTo>
                  <a:pt x="753" y="361"/>
                </a:lnTo>
                <a:cubicBezTo>
                  <a:pt x="711" y="361"/>
                  <a:pt x="671" y="369"/>
                  <a:pt x="632" y="386"/>
                </a:cubicBezTo>
                <a:cubicBezTo>
                  <a:pt x="593" y="402"/>
                  <a:pt x="559" y="425"/>
                  <a:pt x="529" y="454"/>
                </a:cubicBezTo>
                <a:cubicBezTo>
                  <a:pt x="499" y="484"/>
                  <a:pt x="476" y="518"/>
                  <a:pt x="460" y="557"/>
                </a:cubicBezTo>
                <a:cubicBezTo>
                  <a:pt x="444" y="596"/>
                  <a:pt x="436" y="637"/>
                  <a:pt x="436" y="679"/>
                </a:cubicBezTo>
                <a:moveTo>
                  <a:pt x="0" y="0"/>
                </a:moveTo>
                <a:lnTo>
                  <a:pt x="10906" y="0"/>
                </a:lnTo>
                <a:lnTo>
                  <a:pt x="10906" y="6250"/>
                </a:lnTo>
                <a:lnTo>
                  <a:pt x="0" y="6250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536" name=""/>
          <p:cNvSpPr/>
          <p:nvPr/>
        </p:nvSpPr>
        <p:spPr>
          <a:xfrm>
            <a:off x="580680" y="3476520"/>
            <a:ext cx="3591360" cy="1914840"/>
          </a:xfrm>
          <a:custGeom>
            <a:avLst/>
            <a:gdLst/>
            <a:ahLst/>
            <a:rect l="0" t="0" r="r" b="b"/>
            <a:pathLst>
              <a:path w="9976" h="5319">
                <a:moveTo>
                  <a:pt x="0" y="5028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59"/>
                  <a:pt x="9877" y="72"/>
                  <a:pt x="9891" y="85"/>
                </a:cubicBezTo>
                <a:cubicBezTo>
                  <a:pt x="9905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79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5028"/>
                </a:lnTo>
                <a:cubicBezTo>
                  <a:pt x="9976" y="5047"/>
                  <a:pt x="9974" y="5066"/>
                  <a:pt x="9971" y="5085"/>
                </a:cubicBezTo>
                <a:cubicBezTo>
                  <a:pt x="9967" y="5103"/>
                  <a:pt x="9961" y="5122"/>
                  <a:pt x="9954" y="5139"/>
                </a:cubicBezTo>
                <a:cubicBezTo>
                  <a:pt x="9947" y="5157"/>
                  <a:pt x="9938" y="5174"/>
                  <a:pt x="9927" y="5190"/>
                </a:cubicBezTo>
                <a:cubicBezTo>
                  <a:pt x="9917" y="5205"/>
                  <a:pt x="9905" y="5220"/>
                  <a:pt x="9891" y="5234"/>
                </a:cubicBezTo>
                <a:cubicBezTo>
                  <a:pt x="9877" y="5247"/>
                  <a:pt x="9863" y="5259"/>
                  <a:pt x="9847" y="5270"/>
                </a:cubicBezTo>
                <a:cubicBezTo>
                  <a:pt x="9831" y="5280"/>
                  <a:pt x="9814" y="5289"/>
                  <a:pt x="9797" y="5297"/>
                </a:cubicBezTo>
                <a:cubicBezTo>
                  <a:pt x="9779" y="5304"/>
                  <a:pt x="9761" y="5310"/>
                  <a:pt x="9742" y="5313"/>
                </a:cubicBezTo>
                <a:cubicBezTo>
                  <a:pt x="9723" y="5317"/>
                  <a:pt x="9704" y="5319"/>
                  <a:pt x="9685" y="5319"/>
                </a:cubicBezTo>
                <a:lnTo>
                  <a:pt x="291" y="5319"/>
                </a:lnTo>
                <a:cubicBezTo>
                  <a:pt x="272" y="5319"/>
                  <a:pt x="253" y="5317"/>
                  <a:pt x="235" y="5313"/>
                </a:cubicBezTo>
                <a:cubicBezTo>
                  <a:pt x="216" y="5310"/>
                  <a:pt x="198" y="5304"/>
                  <a:pt x="180" y="5297"/>
                </a:cubicBezTo>
                <a:cubicBezTo>
                  <a:pt x="162" y="5289"/>
                  <a:pt x="146" y="5280"/>
                  <a:pt x="130" y="5270"/>
                </a:cubicBezTo>
                <a:cubicBezTo>
                  <a:pt x="114" y="5259"/>
                  <a:pt x="99" y="5247"/>
                  <a:pt x="86" y="5234"/>
                </a:cubicBezTo>
                <a:cubicBezTo>
                  <a:pt x="72" y="5220"/>
                  <a:pt x="60" y="5205"/>
                  <a:pt x="50" y="5190"/>
                </a:cubicBezTo>
                <a:cubicBezTo>
                  <a:pt x="39" y="5174"/>
                  <a:pt x="30" y="5157"/>
                  <a:pt x="23" y="5139"/>
                </a:cubicBezTo>
                <a:cubicBezTo>
                  <a:pt x="15" y="5122"/>
                  <a:pt x="10" y="5103"/>
                  <a:pt x="6" y="5085"/>
                </a:cubicBezTo>
                <a:cubicBezTo>
                  <a:pt x="2" y="5066"/>
                  <a:pt x="0" y="5047"/>
                  <a:pt x="0" y="5028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37" name=""/>
          <p:cNvSpPr/>
          <p:nvPr/>
        </p:nvSpPr>
        <p:spPr>
          <a:xfrm>
            <a:off x="580680" y="3476520"/>
            <a:ext cx="3591360" cy="1914840"/>
          </a:xfrm>
          <a:custGeom>
            <a:avLst/>
            <a:gdLst/>
            <a:ahLst/>
            <a:rect l="0" t="0" r="r" b="b"/>
            <a:pathLst>
              <a:path w="9976" h="5319">
                <a:moveTo>
                  <a:pt x="0" y="5028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59"/>
                  <a:pt x="9877" y="72"/>
                  <a:pt x="9891" y="85"/>
                </a:cubicBezTo>
                <a:cubicBezTo>
                  <a:pt x="9905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79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5028"/>
                </a:lnTo>
                <a:cubicBezTo>
                  <a:pt x="9976" y="5047"/>
                  <a:pt x="9974" y="5066"/>
                  <a:pt x="9971" y="5085"/>
                </a:cubicBezTo>
                <a:cubicBezTo>
                  <a:pt x="9967" y="5103"/>
                  <a:pt x="9961" y="5122"/>
                  <a:pt x="9954" y="5139"/>
                </a:cubicBezTo>
                <a:cubicBezTo>
                  <a:pt x="9947" y="5157"/>
                  <a:pt x="9938" y="5174"/>
                  <a:pt x="9927" y="5190"/>
                </a:cubicBezTo>
                <a:cubicBezTo>
                  <a:pt x="9917" y="5205"/>
                  <a:pt x="9905" y="5220"/>
                  <a:pt x="9891" y="5234"/>
                </a:cubicBezTo>
                <a:cubicBezTo>
                  <a:pt x="9877" y="5247"/>
                  <a:pt x="9863" y="5259"/>
                  <a:pt x="9847" y="5270"/>
                </a:cubicBezTo>
                <a:cubicBezTo>
                  <a:pt x="9831" y="5280"/>
                  <a:pt x="9814" y="5289"/>
                  <a:pt x="9797" y="5297"/>
                </a:cubicBezTo>
                <a:cubicBezTo>
                  <a:pt x="9779" y="5304"/>
                  <a:pt x="9761" y="5310"/>
                  <a:pt x="9742" y="5313"/>
                </a:cubicBezTo>
                <a:cubicBezTo>
                  <a:pt x="9723" y="5317"/>
                  <a:pt x="9704" y="5319"/>
                  <a:pt x="9685" y="5319"/>
                </a:cubicBezTo>
                <a:lnTo>
                  <a:pt x="291" y="5319"/>
                </a:lnTo>
                <a:cubicBezTo>
                  <a:pt x="272" y="5319"/>
                  <a:pt x="253" y="5317"/>
                  <a:pt x="235" y="5313"/>
                </a:cubicBezTo>
                <a:cubicBezTo>
                  <a:pt x="216" y="5310"/>
                  <a:pt x="198" y="5304"/>
                  <a:pt x="180" y="5297"/>
                </a:cubicBezTo>
                <a:cubicBezTo>
                  <a:pt x="162" y="5289"/>
                  <a:pt x="146" y="5280"/>
                  <a:pt x="130" y="5270"/>
                </a:cubicBezTo>
                <a:cubicBezTo>
                  <a:pt x="114" y="5259"/>
                  <a:pt x="99" y="5247"/>
                  <a:pt x="86" y="5234"/>
                </a:cubicBezTo>
                <a:cubicBezTo>
                  <a:pt x="72" y="5220"/>
                  <a:pt x="60" y="5205"/>
                  <a:pt x="50" y="5190"/>
                </a:cubicBezTo>
                <a:cubicBezTo>
                  <a:pt x="39" y="5174"/>
                  <a:pt x="30" y="5157"/>
                  <a:pt x="23" y="5139"/>
                </a:cubicBezTo>
                <a:cubicBezTo>
                  <a:pt x="15" y="5122"/>
                  <a:pt x="10" y="5103"/>
                  <a:pt x="6" y="5085"/>
                </a:cubicBezTo>
                <a:cubicBezTo>
                  <a:pt x="2" y="5066"/>
                  <a:pt x="0" y="5047"/>
                  <a:pt x="0" y="5028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1538" name=""/>
          <p:cNvPicPr/>
          <p:nvPr/>
        </p:nvPicPr>
        <p:blipFill>
          <a:blip r:embed="rId1"/>
          <a:stretch/>
        </p:blipFill>
        <p:spPr>
          <a:xfrm>
            <a:off x="2295360" y="374328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9" name=""/>
          <p:cNvSpPr txBox="1"/>
          <p:nvPr/>
        </p:nvSpPr>
        <p:spPr>
          <a:xfrm>
            <a:off x="781200" y="2736360"/>
            <a:ext cx="8675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 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が提案する「実装計画書」を承認（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Proceed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）する前のチェックが成功の鍵です。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40" name=""/>
          <p:cNvSpPr txBox="1"/>
          <p:nvPr/>
        </p:nvSpPr>
        <p:spPr>
          <a:xfrm>
            <a:off x="1851480" y="4240440"/>
            <a:ext cx="990720" cy="26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9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1. git init</a:t>
            </a:r>
            <a:endParaRPr lang="en-US" sz="189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41" name=""/>
          <p:cNvSpPr txBox="1"/>
          <p:nvPr/>
        </p:nvSpPr>
        <p:spPr>
          <a:xfrm>
            <a:off x="843120" y="4708440"/>
            <a:ext cx="305028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最初のステップに含まれているか？なければ追加指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42" name=""/>
          <p:cNvSpPr/>
          <p:nvPr/>
        </p:nvSpPr>
        <p:spPr>
          <a:xfrm>
            <a:off x="4136040" y="3337200"/>
            <a:ext cx="3920040" cy="2250000"/>
          </a:xfrm>
          <a:custGeom>
            <a:avLst/>
            <a:gdLst/>
            <a:ahLst/>
            <a:rect l="0" t="0" r="r" b="b"/>
            <a:pathLst>
              <a:path w="10889" h="6250">
                <a:moveTo>
                  <a:pt x="443" y="679"/>
                </a:moveTo>
                <a:lnTo>
                  <a:pt x="443" y="5415"/>
                </a:lnTo>
                <a:cubicBezTo>
                  <a:pt x="443" y="5457"/>
                  <a:pt x="451" y="5497"/>
                  <a:pt x="467" y="5536"/>
                </a:cubicBezTo>
                <a:cubicBezTo>
                  <a:pt x="483" y="5575"/>
                  <a:pt x="506" y="5610"/>
                  <a:pt x="536" y="5639"/>
                </a:cubicBezTo>
                <a:cubicBezTo>
                  <a:pt x="566" y="5669"/>
                  <a:pt x="600" y="5692"/>
                  <a:pt x="639" y="5708"/>
                </a:cubicBezTo>
                <a:cubicBezTo>
                  <a:pt x="678" y="5724"/>
                  <a:pt x="719" y="5732"/>
                  <a:pt x="761" y="5732"/>
                </a:cubicBezTo>
                <a:lnTo>
                  <a:pt x="10128" y="5732"/>
                </a:lnTo>
                <a:cubicBezTo>
                  <a:pt x="10170" y="5732"/>
                  <a:pt x="10211" y="5724"/>
                  <a:pt x="10249" y="5708"/>
                </a:cubicBezTo>
                <a:cubicBezTo>
                  <a:pt x="10288" y="5692"/>
                  <a:pt x="10323" y="5669"/>
                  <a:pt x="10352" y="5639"/>
                </a:cubicBezTo>
                <a:cubicBezTo>
                  <a:pt x="10382" y="5610"/>
                  <a:pt x="10405" y="5575"/>
                  <a:pt x="10421" y="5536"/>
                </a:cubicBezTo>
                <a:cubicBezTo>
                  <a:pt x="10437" y="5497"/>
                  <a:pt x="10445" y="5457"/>
                  <a:pt x="10445" y="5415"/>
                </a:cubicBezTo>
                <a:lnTo>
                  <a:pt x="10445" y="679"/>
                </a:lnTo>
                <a:cubicBezTo>
                  <a:pt x="10445" y="637"/>
                  <a:pt x="10437" y="596"/>
                  <a:pt x="10421" y="557"/>
                </a:cubicBezTo>
                <a:cubicBezTo>
                  <a:pt x="10405" y="518"/>
                  <a:pt x="10382" y="484"/>
                  <a:pt x="10352" y="454"/>
                </a:cubicBezTo>
                <a:cubicBezTo>
                  <a:pt x="10323" y="425"/>
                  <a:pt x="10288" y="402"/>
                  <a:pt x="10249" y="386"/>
                </a:cubicBezTo>
                <a:cubicBezTo>
                  <a:pt x="10211" y="369"/>
                  <a:pt x="10170" y="361"/>
                  <a:pt x="10128" y="361"/>
                </a:cubicBezTo>
                <a:lnTo>
                  <a:pt x="761" y="361"/>
                </a:lnTo>
                <a:cubicBezTo>
                  <a:pt x="719" y="361"/>
                  <a:pt x="678" y="369"/>
                  <a:pt x="639" y="386"/>
                </a:cubicBezTo>
                <a:cubicBezTo>
                  <a:pt x="600" y="402"/>
                  <a:pt x="566" y="425"/>
                  <a:pt x="536" y="454"/>
                </a:cubicBezTo>
                <a:cubicBezTo>
                  <a:pt x="506" y="484"/>
                  <a:pt x="483" y="518"/>
                  <a:pt x="467" y="557"/>
                </a:cubicBezTo>
                <a:cubicBezTo>
                  <a:pt x="451" y="596"/>
                  <a:pt x="443" y="637"/>
                  <a:pt x="443" y="679"/>
                </a:cubicBezTo>
                <a:moveTo>
                  <a:pt x="0" y="0"/>
                </a:moveTo>
                <a:lnTo>
                  <a:pt x="10889" y="0"/>
                </a:lnTo>
                <a:lnTo>
                  <a:pt x="10889" y="6250"/>
                </a:lnTo>
                <a:lnTo>
                  <a:pt x="0" y="6250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543" name=""/>
          <p:cNvSpPr/>
          <p:nvPr/>
        </p:nvSpPr>
        <p:spPr>
          <a:xfrm>
            <a:off x="4305240" y="3476520"/>
            <a:ext cx="3581640" cy="1914840"/>
          </a:xfrm>
          <a:custGeom>
            <a:avLst/>
            <a:gdLst/>
            <a:ahLst/>
            <a:rect l="0" t="0" r="r" b="b"/>
            <a:pathLst>
              <a:path w="9949" h="5319">
                <a:moveTo>
                  <a:pt x="0" y="5028"/>
                </a:moveTo>
                <a:lnTo>
                  <a:pt x="0" y="291"/>
                </a:lnTo>
                <a:cubicBezTo>
                  <a:pt x="0" y="272"/>
                  <a:pt x="2" y="253"/>
                  <a:pt x="5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59" y="113"/>
                  <a:pt x="71" y="99"/>
                  <a:pt x="85" y="85"/>
                </a:cubicBezTo>
                <a:cubicBezTo>
                  <a:pt x="98" y="72"/>
                  <a:pt x="113" y="59"/>
                  <a:pt x="129" y="49"/>
                </a:cubicBezTo>
                <a:cubicBezTo>
                  <a:pt x="145" y="38"/>
                  <a:pt x="162" y="29"/>
                  <a:pt x="179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9658" y="0"/>
                </a:lnTo>
                <a:cubicBezTo>
                  <a:pt x="9677" y="0"/>
                  <a:pt x="9696" y="2"/>
                  <a:pt x="9715" y="5"/>
                </a:cubicBezTo>
                <a:cubicBezTo>
                  <a:pt x="9733" y="9"/>
                  <a:pt x="9752" y="15"/>
                  <a:pt x="9769" y="22"/>
                </a:cubicBezTo>
                <a:cubicBezTo>
                  <a:pt x="9787" y="29"/>
                  <a:pt x="9804" y="38"/>
                  <a:pt x="9820" y="49"/>
                </a:cubicBezTo>
                <a:cubicBezTo>
                  <a:pt x="9836" y="59"/>
                  <a:pt x="9850" y="72"/>
                  <a:pt x="9864" y="85"/>
                </a:cubicBezTo>
                <a:cubicBezTo>
                  <a:pt x="9877" y="99"/>
                  <a:pt x="9889" y="113"/>
                  <a:pt x="9900" y="129"/>
                </a:cubicBezTo>
                <a:cubicBezTo>
                  <a:pt x="9911" y="145"/>
                  <a:pt x="9920" y="162"/>
                  <a:pt x="9927" y="179"/>
                </a:cubicBezTo>
                <a:cubicBezTo>
                  <a:pt x="9934" y="197"/>
                  <a:pt x="9940" y="215"/>
                  <a:pt x="9943" y="234"/>
                </a:cubicBezTo>
                <a:cubicBezTo>
                  <a:pt x="9947" y="253"/>
                  <a:pt x="9949" y="272"/>
                  <a:pt x="9949" y="291"/>
                </a:cubicBezTo>
                <a:lnTo>
                  <a:pt x="9949" y="5028"/>
                </a:lnTo>
                <a:cubicBezTo>
                  <a:pt x="9949" y="5047"/>
                  <a:pt x="9947" y="5066"/>
                  <a:pt x="9943" y="5085"/>
                </a:cubicBezTo>
                <a:cubicBezTo>
                  <a:pt x="9940" y="5103"/>
                  <a:pt x="9934" y="5122"/>
                  <a:pt x="9927" y="5139"/>
                </a:cubicBezTo>
                <a:cubicBezTo>
                  <a:pt x="9920" y="5157"/>
                  <a:pt x="9911" y="5174"/>
                  <a:pt x="9900" y="5190"/>
                </a:cubicBezTo>
                <a:cubicBezTo>
                  <a:pt x="9889" y="5205"/>
                  <a:pt x="9877" y="5220"/>
                  <a:pt x="9864" y="5234"/>
                </a:cubicBezTo>
                <a:cubicBezTo>
                  <a:pt x="9850" y="5247"/>
                  <a:pt x="9836" y="5259"/>
                  <a:pt x="9820" y="5270"/>
                </a:cubicBezTo>
                <a:cubicBezTo>
                  <a:pt x="9804" y="5280"/>
                  <a:pt x="9787" y="5289"/>
                  <a:pt x="9769" y="5297"/>
                </a:cubicBezTo>
                <a:cubicBezTo>
                  <a:pt x="9752" y="5304"/>
                  <a:pt x="9733" y="5310"/>
                  <a:pt x="9715" y="5313"/>
                </a:cubicBezTo>
                <a:cubicBezTo>
                  <a:pt x="9696" y="5317"/>
                  <a:pt x="9677" y="5319"/>
                  <a:pt x="9658" y="5319"/>
                </a:cubicBezTo>
                <a:lnTo>
                  <a:pt x="291" y="5319"/>
                </a:lnTo>
                <a:cubicBezTo>
                  <a:pt x="272" y="5319"/>
                  <a:pt x="253" y="5317"/>
                  <a:pt x="234" y="5313"/>
                </a:cubicBezTo>
                <a:cubicBezTo>
                  <a:pt x="215" y="5310"/>
                  <a:pt x="197" y="5304"/>
                  <a:pt x="179" y="5297"/>
                </a:cubicBezTo>
                <a:cubicBezTo>
                  <a:pt x="162" y="5289"/>
                  <a:pt x="145" y="5280"/>
                  <a:pt x="129" y="5270"/>
                </a:cubicBezTo>
                <a:cubicBezTo>
                  <a:pt x="113" y="5259"/>
                  <a:pt x="98" y="5247"/>
                  <a:pt x="85" y="5234"/>
                </a:cubicBezTo>
                <a:cubicBezTo>
                  <a:pt x="71" y="5220"/>
                  <a:pt x="59" y="5205"/>
                  <a:pt x="49" y="5190"/>
                </a:cubicBezTo>
                <a:cubicBezTo>
                  <a:pt x="38" y="5174"/>
                  <a:pt x="29" y="5157"/>
                  <a:pt x="22" y="5139"/>
                </a:cubicBezTo>
                <a:cubicBezTo>
                  <a:pt x="15" y="5122"/>
                  <a:pt x="9" y="5103"/>
                  <a:pt x="5" y="5085"/>
                </a:cubicBezTo>
                <a:cubicBezTo>
                  <a:pt x="2" y="5066"/>
                  <a:pt x="0" y="5047"/>
                  <a:pt x="0" y="5028"/>
                </a:cubicBez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44" name=""/>
          <p:cNvSpPr/>
          <p:nvPr/>
        </p:nvSpPr>
        <p:spPr>
          <a:xfrm>
            <a:off x="4305240" y="3476520"/>
            <a:ext cx="3581640" cy="1914840"/>
          </a:xfrm>
          <a:custGeom>
            <a:avLst/>
            <a:gdLst/>
            <a:ahLst/>
            <a:rect l="0" t="0" r="r" b="b"/>
            <a:pathLst>
              <a:path w="9949" h="5319">
                <a:moveTo>
                  <a:pt x="0" y="5028"/>
                </a:moveTo>
                <a:lnTo>
                  <a:pt x="0" y="291"/>
                </a:lnTo>
                <a:cubicBezTo>
                  <a:pt x="0" y="272"/>
                  <a:pt x="2" y="253"/>
                  <a:pt x="5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59" y="113"/>
                  <a:pt x="71" y="99"/>
                  <a:pt x="85" y="85"/>
                </a:cubicBezTo>
                <a:cubicBezTo>
                  <a:pt x="98" y="72"/>
                  <a:pt x="113" y="59"/>
                  <a:pt x="129" y="49"/>
                </a:cubicBezTo>
                <a:cubicBezTo>
                  <a:pt x="145" y="38"/>
                  <a:pt x="162" y="29"/>
                  <a:pt x="179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9658" y="0"/>
                </a:lnTo>
                <a:cubicBezTo>
                  <a:pt x="9677" y="0"/>
                  <a:pt x="9696" y="2"/>
                  <a:pt x="9715" y="5"/>
                </a:cubicBezTo>
                <a:cubicBezTo>
                  <a:pt x="9733" y="9"/>
                  <a:pt x="9752" y="15"/>
                  <a:pt x="9769" y="22"/>
                </a:cubicBezTo>
                <a:cubicBezTo>
                  <a:pt x="9787" y="29"/>
                  <a:pt x="9804" y="38"/>
                  <a:pt x="9820" y="49"/>
                </a:cubicBezTo>
                <a:cubicBezTo>
                  <a:pt x="9836" y="59"/>
                  <a:pt x="9850" y="72"/>
                  <a:pt x="9864" y="85"/>
                </a:cubicBezTo>
                <a:cubicBezTo>
                  <a:pt x="9877" y="99"/>
                  <a:pt x="9889" y="113"/>
                  <a:pt x="9900" y="129"/>
                </a:cubicBezTo>
                <a:cubicBezTo>
                  <a:pt x="9911" y="145"/>
                  <a:pt x="9920" y="162"/>
                  <a:pt x="9927" y="179"/>
                </a:cubicBezTo>
                <a:cubicBezTo>
                  <a:pt x="9934" y="197"/>
                  <a:pt x="9940" y="215"/>
                  <a:pt x="9943" y="234"/>
                </a:cubicBezTo>
                <a:cubicBezTo>
                  <a:pt x="9947" y="253"/>
                  <a:pt x="9949" y="272"/>
                  <a:pt x="9949" y="291"/>
                </a:cubicBezTo>
                <a:lnTo>
                  <a:pt x="9949" y="5028"/>
                </a:lnTo>
                <a:cubicBezTo>
                  <a:pt x="9949" y="5047"/>
                  <a:pt x="9947" y="5066"/>
                  <a:pt x="9943" y="5085"/>
                </a:cubicBezTo>
                <a:cubicBezTo>
                  <a:pt x="9940" y="5103"/>
                  <a:pt x="9934" y="5122"/>
                  <a:pt x="9927" y="5139"/>
                </a:cubicBezTo>
                <a:cubicBezTo>
                  <a:pt x="9920" y="5157"/>
                  <a:pt x="9911" y="5174"/>
                  <a:pt x="9900" y="5190"/>
                </a:cubicBezTo>
                <a:cubicBezTo>
                  <a:pt x="9889" y="5205"/>
                  <a:pt x="9877" y="5220"/>
                  <a:pt x="9864" y="5234"/>
                </a:cubicBezTo>
                <a:cubicBezTo>
                  <a:pt x="9850" y="5247"/>
                  <a:pt x="9836" y="5259"/>
                  <a:pt x="9820" y="5270"/>
                </a:cubicBezTo>
                <a:cubicBezTo>
                  <a:pt x="9804" y="5280"/>
                  <a:pt x="9787" y="5289"/>
                  <a:pt x="9769" y="5297"/>
                </a:cubicBezTo>
                <a:cubicBezTo>
                  <a:pt x="9752" y="5304"/>
                  <a:pt x="9733" y="5310"/>
                  <a:pt x="9715" y="5313"/>
                </a:cubicBezTo>
                <a:cubicBezTo>
                  <a:pt x="9696" y="5317"/>
                  <a:pt x="9677" y="5319"/>
                  <a:pt x="9658" y="5319"/>
                </a:cubicBezTo>
                <a:lnTo>
                  <a:pt x="291" y="5319"/>
                </a:lnTo>
                <a:cubicBezTo>
                  <a:pt x="272" y="5319"/>
                  <a:pt x="253" y="5317"/>
                  <a:pt x="234" y="5313"/>
                </a:cubicBezTo>
                <a:cubicBezTo>
                  <a:pt x="215" y="5310"/>
                  <a:pt x="197" y="5304"/>
                  <a:pt x="179" y="5297"/>
                </a:cubicBezTo>
                <a:cubicBezTo>
                  <a:pt x="162" y="5289"/>
                  <a:pt x="145" y="5280"/>
                  <a:pt x="129" y="5270"/>
                </a:cubicBezTo>
                <a:cubicBezTo>
                  <a:pt x="113" y="5259"/>
                  <a:pt x="98" y="5247"/>
                  <a:pt x="85" y="5234"/>
                </a:cubicBezTo>
                <a:cubicBezTo>
                  <a:pt x="71" y="5220"/>
                  <a:pt x="59" y="5205"/>
                  <a:pt x="49" y="5190"/>
                </a:cubicBezTo>
                <a:cubicBezTo>
                  <a:pt x="38" y="5174"/>
                  <a:pt x="29" y="5157"/>
                  <a:pt x="22" y="5139"/>
                </a:cubicBezTo>
                <a:cubicBezTo>
                  <a:pt x="15" y="5122"/>
                  <a:pt x="9" y="5103"/>
                  <a:pt x="5" y="5085"/>
                </a:cubicBezTo>
                <a:cubicBezTo>
                  <a:pt x="2" y="5066"/>
                  <a:pt x="0" y="5047"/>
                  <a:pt x="0" y="5028"/>
                </a:cubicBezTo>
                <a:close/>
              </a:path>
            </a:pathLst>
          </a:custGeom>
          <a:noFill/>
          <a:ln w="18720">
            <a:solidFill>
              <a:srgbClr val="FFE0AC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1545" name=""/>
          <p:cNvPicPr/>
          <p:nvPr/>
        </p:nvPicPr>
        <p:blipFill>
          <a:blip r:embed="rId2"/>
          <a:stretch/>
        </p:blipFill>
        <p:spPr>
          <a:xfrm>
            <a:off x="6019920" y="374328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6" name=""/>
          <p:cNvSpPr txBox="1"/>
          <p:nvPr/>
        </p:nvSpPr>
        <p:spPr>
          <a:xfrm>
            <a:off x="1341360" y="4917960"/>
            <a:ext cx="21222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示。「元に戻せる」安心感を確保。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47" name=""/>
          <p:cNvSpPr txBox="1"/>
          <p:nvPr/>
        </p:nvSpPr>
        <p:spPr>
          <a:xfrm>
            <a:off x="5478840" y="4240440"/>
            <a:ext cx="1231560" cy="26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9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2. </a:t>
            </a:r>
            <a:r>
              <a:rPr lang="ja-JP" sz="189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日本語化</a:t>
            </a:r>
            <a:endParaRPr lang="en-US" sz="189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48" name=""/>
          <p:cNvSpPr txBox="1"/>
          <p:nvPr/>
        </p:nvSpPr>
        <p:spPr>
          <a:xfrm>
            <a:off x="4497480" y="4708440"/>
            <a:ext cx="3182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英語で出力されたら「日本語に直して」と指示。母国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49" name=""/>
          <p:cNvSpPr/>
          <p:nvPr/>
        </p:nvSpPr>
        <p:spPr>
          <a:xfrm>
            <a:off x="7851600" y="3337200"/>
            <a:ext cx="3926160" cy="2250000"/>
          </a:xfrm>
          <a:custGeom>
            <a:avLst/>
            <a:gdLst/>
            <a:ahLst/>
            <a:rect l="0" t="0" r="r" b="b"/>
            <a:pathLst>
              <a:path w="10906" h="6250">
                <a:moveTo>
                  <a:pt x="441" y="679"/>
                </a:moveTo>
                <a:lnTo>
                  <a:pt x="441" y="5415"/>
                </a:lnTo>
                <a:cubicBezTo>
                  <a:pt x="441" y="5457"/>
                  <a:pt x="449" y="5497"/>
                  <a:pt x="465" y="5536"/>
                </a:cubicBezTo>
                <a:cubicBezTo>
                  <a:pt x="481" y="5575"/>
                  <a:pt x="504" y="5610"/>
                  <a:pt x="534" y="5639"/>
                </a:cubicBezTo>
                <a:cubicBezTo>
                  <a:pt x="564" y="5669"/>
                  <a:pt x="598" y="5692"/>
                  <a:pt x="637" y="5708"/>
                </a:cubicBezTo>
                <a:cubicBezTo>
                  <a:pt x="676" y="5724"/>
                  <a:pt x="716" y="5732"/>
                  <a:pt x="758" y="5732"/>
                </a:cubicBezTo>
                <a:lnTo>
                  <a:pt x="10152" y="5732"/>
                </a:lnTo>
                <a:cubicBezTo>
                  <a:pt x="10194" y="5732"/>
                  <a:pt x="10235" y="5724"/>
                  <a:pt x="10274" y="5708"/>
                </a:cubicBezTo>
                <a:cubicBezTo>
                  <a:pt x="10313" y="5692"/>
                  <a:pt x="10347" y="5669"/>
                  <a:pt x="10377" y="5639"/>
                </a:cubicBezTo>
                <a:cubicBezTo>
                  <a:pt x="10406" y="5610"/>
                  <a:pt x="10429" y="5575"/>
                  <a:pt x="10445" y="5536"/>
                </a:cubicBezTo>
                <a:cubicBezTo>
                  <a:pt x="10462" y="5497"/>
                  <a:pt x="10470" y="5457"/>
                  <a:pt x="10470" y="5415"/>
                </a:cubicBezTo>
                <a:lnTo>
                  <a:pt x="10470" y="679"/>
                </a:lnTo>
                <a:cubicBezTo>
                  <a:pt x="10470" y="637"/>
                  <a:pt x="10462" y="596"/>
                  <a:pt x="10445" y="557"/>
                </a:cubicBezTo>
                <a:cubicBezTo>
                  <a:pt x="10429" y="518"/>
                  <a:pt x="10406" y="484"/>
                  <a:pt x="10377" y="454"/>
                </a:cubicBezTo>
                <a:cubicBezTo>
                  <a:pt x="10347" y="425"/>
                  <a:pt x="10313" y="402"/>
                  <a:pt x="10274" y="386"/>
                </a:cubicBezTo>
                <a:cubicBezTo>
                  <a:pt x="10235" y="369"/>
                  <a:pt x="10194" y="361"/>
                  <a:pt x="10152" y="361"/>
                </a:cubicBezTo>
                <a:lnTo>
                  <a:pt x="758" y="361"/>
                </a:lnTo>
                <a:cubicBezTo>
                  <a:pt x="716" y="361"/>
                  <a:pt x="676" y="369"/>
                  <a:pt x="637" y="386"/>
                </a:cubicBezTo>
                <a:cubicBezTo>
                  <a:pt x="598" y="402"/>
                  <a:pt x="564" y="425"/>
                  <a:pt x="534" y="454"/>
                </a:cubicBezTo>
                <a:cubicBezTo>
                  <a:pt x="504" y="484"/>
                  <a:pt x="481" y="518"/>
                  <a:pt x="465" y="557"/>
                </a:cubicBezTo>
                <a:cubicBezTo>
                  <a:pt x="449" y="596"/>
                  <a:pt x="441" y="637"/>
                  <a:pt x="441" y="679"/>
                </a:cubicBezTo>
                <a:moveTo>
                  <a:pt x="0" y="0"/>
                </a:moveTo>
                <a:lnTo>
                  <a:pt x="10906" y="0"/>
                </a:lnTo>
                <a:lnTo>
                  <a:pt x="10906" y="6250"/>
                </a:lnTo>
                <a:lnTo>
                  <a:pt x="0" y="6250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550" name=""/>
          <p:cNvSpPr/>
          <p:nvPr/>
        </p:nvSpPr>
        <p:spPr>
          <a:xfrm>
            <a:off x="8019720" y="3476520"/>
            <a:ext cx="3591360" cy="1914840"/>
          </a:xfrm>
          <a:custGeom>
            <a:avLst/>
            <a:gdLst/>
            <a:ahLst/>
            <a:rect l="0" t="0" r="r" b="b"/>
            <a:pathLst>
              <a:path w="9976" h="5319">
                <a:moveTo>
                  <a:pt x="0" y="5028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59"/>
                  <a:pt x="9877" y="72"/>
                  <a:pt x="9891" y="85"/>
                </a:cubicBezTo>
                <a:cubicBezTo>
                  <a:pt x="9904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79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5028"/>
                </a:lnTo>
                <a:cubicBezTo>
                  <a:pt x="9976" y="5047"/>
                  <a:pt x="9974" y="5066"/>
                  <a:pt x="9971" y="5085"/>
                </a:cubicBezTo>
                <a:cubicBezTo>
                  <a:pt x="9967" y="5103"/>
                  <a:pt x="9961" y="5122"/>
                  <a:pt x="9954" y="5139"/>
                </a:cubicBezTo>
                <a:cubicBezTo>
                  <a:pt x="9947" y="5157"/>
                  <a:pt x="9938" y="5174"/>
                  <a:pt x="9927" y="5190"/>
                </a:cubicBezTo>
                <a:cubicBezTo>
                  <a:pt x="9917" y="5205"/>
                  <a:pt x="9904" y="5220"/>
                  <a:pt x="9891" y="5234"/>
                </a:cubicBezTo>
                <a:cubicBezTo>
                  <a:pt x="9877" y="5247"/>
                  <a:pt x="9863" y="5259"/>
                  <a:pt x="9847" y="5270"/>
                </a:cubicBezTo>
                <a:cubicBezTo>
                  <a:pt x="9831" y="5280"/>
                  <a:pt x="9814" y="5289"/>
                  <a:pt x="9797" y="5297"/>
                </a:cubicBezTo>
                <a:cubicBezTo>
                  <a:pt x="9779" y="5304"/>
                  <a:pt x="9761" y="5310"/>
                  <a:pt x="9742" y="5313"/>
                </a:cubicBezTo>
                <a:cubicBezTo>
                  <a:pt x="9723" y="5317"/>
                  <a:pt x="9704" y="5319"/>
                  <a:pt x="9685" y="5319"/>
                </a:cubicBezTo>
                <a:lnTo>
                  <a:pt x="291" y="5319"/>
                </a:lnTo>
                <a:cubicBezTo>
                  <a:pt x="272" y="5319"/>
                  <a:pt x="253" y="5317"/>
                  <a:pt x="235" y="5313"/>
                </a:cubicBezTo>
                <a:cubicBezTo>
                  <a:pt x="216" y="5310"/>
                  <a:pt x="198" y="5304"/>
                  <a:pt x="180" y="5297"/>
                </a:cubicBezTo>
                <a:cubicBezTo>
                  <a:pt x="162" y="5289"/>
                  <a:pt x="146" y="5280"/>
                  <a:pt x="130" y="5270"/>
                </a:cubicBezTo>
                <a:cubicBezTo>
                  <a:pt x="114" y="5259"/>
                  <a:pt x="99" y="5247"/>
                  <a:pt x="86" y="5234"/>
                </a:cubicBezTo>
                <a:cubicBezTo>
                  <a:pt x="72" y="5220"/>
                  <a:pt x="60" y="5205"/>
                  <a:pt x="49" y="5190"/>
                </a:cubicBezTo>
                <a:cubicBezTo>
                  <a:pt x="39" y="5174"/>
                  <a:pt x="30" y="5157"/>
                  <a:pt x="23" y="5139"/>
                </a:cubicBezTo>
                <a:cubicBezTo>
                  <a:pt x="15" y="5122"/>
                  <a:pt x="10" y="5103"/>
                  <a:pt x="6" y="5085"/>
                </a:cubicBezTo>
                <a:cubicBezTo>
                  <a:pt x="2" y="5066"/>
                  <a:pt x="0" y="5047"/>
                  <a:pt x="0" y="5028"/>
                </a:cubicBezTo>
                <a:close/>
              </a:path>
            </a:pathLst>
          </a:custGeom>
          <a:solidFill>
            <a:srgbClr val="F6C6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51" name=""/>
          <p:cNvSpPr/>
          <p:nvPr/>
        </p:nvSpPr>
        <p:spPr>
          <a:xfrm>
            <a:off x="8019720" y="3476520"/>
            <a:ext cx="3591360" cy="1914840"/>
          </a:xfrm>
          <a:custGeom>
            <a:avLst/>
            <a:gdLst/>
            <a:ahLst/>
            <a:rect l="0" t="0" r="r" b="b"/>
            <a:pathLst>
              <a:path w="9976" h="5319">
                <a:moveTo>
                  <a:pt x="0" y="5028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59"/>
                  <a:pt x="9877" y="72"/>
                  <a:pt x="9891" y="85"/>
                </a:cubicBezTo>
                <a:cubicBezTo>
                  <a:pt x="9904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79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5028"/>
                </a:lnTo>
                <a:cubicBezTo>
                  <a:pt x="9976" y="5047"/>
                  <a:pt x="9974" y="5066"/>
                  <a:pt x="9971" y="5085"/>
                </a:cubicBezTo>
                <a:cubicBezTo>
                  <a:pt x="9967" y="5103"/>
                  <a:pt x="9961" y="5122"/>
                  <a:pt x="9954" y="5139"/>
                </a:cubicBezTo>
                <a:cubicBezTo>
                  <a:pt x="9947" y="5157"/>
                  <a:pt x="9938" y="5174"/>
                  <a:pt x="9927" y="5190"/>
                </a:cubicBezTo>
                <a:cubicBezTo>
                  <a:pt x="9917" y="5205"/>
                  <a:pt x="9904" y="5220"/>
                  <a:pt x="9891" y="5234"/>
                </a:cubicBezTo>
                <a:cubicBezTo>
                  <a:pt x="9877" y="5247"/>
                  <a:pt x="9863" y="5259"/>
                  <a:pt x="9847" y="5270"/>
                </a:cubicBezTo>
                <a:cubicBezTo>
                  <a:pt x="9831" y="5280"/>
                  <a:pt x="9814" y="5289"/>
                  <a:pt x="9797" y="5297"/>
                </a:cubicBezTo>
                <a:cubicBezTo>
                  <a:pt x="9779" y="5304"/>
                  <a:pt x="9761" y="5310"/>
                  <a:pt x="9742" y="5313"/>
                </a:cubicBezTo>
                <a:cubicBezTo>
                  <a:pt x="9723" y="5317"/>
                  <a:pt x="9704" y="5319"/>
                  <a:pt x="9685" y="5319"/>
                </a:cubicBezTo>
                <a:lnTo>
                  <a:pt x="291" y="5319"/>
                </a:lnTo>
                <a:cubicBezTo>
                  <a:pt x="272" y="5319"/>
                  <a:pt x="253" y="5317"/>
                  <a:pt x="235" y="5313"/>
                </a:cubicBezTo>
                <a:cubicBezTo>
                  <a:pt x="216" y="5310"/>
                  <a:pt x="198" y="5304"/>
                  <a:pt x="180" y="5297"/>
                </a:cubicBezTo>
                <a:cubicBezTo>
                  <a:pt x="162" y="5289"/>
                  <a:pt x="146" y="5280"/>
                  <a:pt x="130" y="5270"/>
                </a:cubicBezTo>
                <a:cubicBezTo>
                  <a:pt x="114" y="5259"/>
                  <a:pt x="99" y="5247"/>
                  <a:pt x="86" y="5234"/>
                </a:cubicBezTo>
                <a:cubicBezTo>
                  <a:pt x="72" y="5220"/>
                  <a:pt x="60" y="5205"/>
                  <a:pt x="49" y="5190"/>
                </a:cubicBezTo>
                <a:cubicBezTo>
                  <a:pt x="39" y="5174"/>
                  <a:pt x="30" y="5157"/>
                  <a:pt x="23" y="5139"/>
                </a:cubicBezTo>
                <a:cubicBezTo>
                  <a:pt x="15" y="5122"/>
                  <a:pt x="10" y="5103"/>
                  <a:pt x="6" y="5085"/>
                </a:cubicBezTo>
                <a:cubicBezTo>
                  <a:pt x="2" y="5066"/>
                  <a:pt x="0" y="5047"/>
                  <a:pt x="0" y="5028"/>
                </a:cubicBezTo>
                <a:close/>
              </a:path>
            </a:pathLst>
          </a:custGeom>
          <a:noFill/>
          <a:ln w="18720">
            <a:solidFill>
              <a:srgbClr val="F6C6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1552" name=""/>
          <p:cNvPicPr/>
          <p:nvPr/>
        </p:nvPicPr>
        <p:blipFill>
          <a:blip r:embed="rId3"/>
          <a:stretch/>
        </p:blipFill>
        <p:spPr>
          <a:xfrm>
            <a:off x="9744120" y="374328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3" name=""/>
          <p:cNvSpPr txBox="1"/>
          <p:nvPr/>
        </p:nvSpPr>
        <p:spPr>
          <a:xfrm>
            <a:off x="5367960" y="4917960"/>
            <a:ext cx="145908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語でニュアンスを確認。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54" name=""/>
          <p:cNvSpPr txBox="1"/>
          <p:nvPr/>
        </p:nvSpPr>
        <p:spPr>
          <a:xfrm>
            <a:off x="9199800" y="4240440"/>
            <a:ext cx="1231560" cy="26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9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3. </a:t>
            </a:r>
            <a:r>
              <a:rPr lang="ja-JP" sz="189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例外処理</a:t>
            </a:r>
            <a:endParaRPr lang="en-US" sz="189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55" name=""/>
          <p:cNvSpPr txBox="1"/>
          <p:nvPr/>
        </p:nvSpPr>
        <p:spPr>
          <a:xfrm>
            <a:off x="8250120" y="4708440"/>
            <a:ext cx="3182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「通信エラー時は？」「空入力は？」正常系以外の挙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56" name=""/>
          <p:cNvSpPr txBox="1"/>
          <p:nvPr/>
        </p:nvSpPr>
        <p:spPr>
          <a:xfrm>
            <a:off x="9016920" y="4917960"/>
            <a:ext cx="159192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動を計画段階で詰め込む。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57" name=""/>
          <p:cNvSpPr txBox="1"/>
          <p:nvPr/>
        </p:nvSpPr>
        <p:spPr>
          <a:xfrm>
            <a:off x="2690280" y="5584320"/>
            <a:ext cx="69098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チャットで指示 → 計画書が 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Update 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される → 納得したら 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Proceed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58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29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62" name=""/>
          <p:cNvSpPr/>
          <p:nvPr/>
        </p:nvSpPr>
        <p:spPr>
          <a:xfrm>
            <a:off x="647640" y="2171520"/>
            <a:ext cx="762120" cy="762480"/>
          </a:xfrm>
          <a:custGeom>
            <a:avLst/>
            <a:gdLst/>
            <a:ahLst/>
            <a:rect l="0" t="0" r="r" b="b"/>
            <a:pathLst>
              <a:path w="2117" h="2118">
                <a:moveTo>
                  <a:pt x="801" y="1509"/>
                </a:moveTo>
                <a:lnTo>
                  <a:pt x="1509" y="1058"/>
                </a:lnTo>
                <a:lnTo>
                  <a:pt x="801" y="609"/>
                </a:lnTo>
                <a:lnTo>
                  <a:pt x="801" y="1509"/>
                </a:lnTo>
                <a:moveTo>
                  <a:pt x="1058" y="2118"/>
                </a:moveTo>
                <a:cubicBezTo>
                  <a:pt x="913" y="2118"/>
                  <a:pt x="777" y="2090"/>
                  <a:pt x="648" y="2034"/>
                </a:cubicBezTo>
                <a:cubicBezTo>
                  <a:pt x="519" y="1979"/>
                  <a:pt x="407" y="1903"/>
                  <a:pt x="311" y="1807"/>
                </a:cubicBezTo>
                <a:cubicBezTo>
                  <a:pt x="214" y="1711"/>
                  <a:pt x="139" y="1598"/>
                  <a:pt x="83" y="1469"/>
                </a:cubicBezTo>
                <a:cubicBezTo>
                  <a:pt x="27" y="1340"/>
                  <a:pt x="0" y="1203"/>
                  <a:pt x="0" y="1058"/>
                </a:cubicBezTo>
                <a:cubicBezTo>
                  <a:pt x="0" y="912"/>
                  <a:pt x="27" y="774"/>
                  <a:pt x="83" y="646"/>
                </a:cubicBezTo>
                <a:cubicBezTo>
                  <a:pt x="139" y="517"/>
                  <a:pt x="214" y="405"/>
                  <a:pt x="311" y="310"/>
                </a:cubicBezTo>
                <a:cubicBezTo>
                  <a:pt x="407" y="214"/>
                  <a:pt x="519" y="139"/>
                  <a:pt x="648" y="83"/>
                </a:cubicBezTo>
                <a:cubicBezTo>
                  <a:pt x="777" y="28"/>
                  <a:pt x="913" y="0"/>
                  <a:pt x="1058" y="0"/>
                </a:cubicBezTo>
                <a:cubicBezTo>
                  <a:pt x="1204" y="0"/>
                  <a:pt x="1342" y="28"/>
                  <a:pt x="1472" y="83"/>
                </a:cubicBezTo>
                <a:cubicBezTo>
                  <a:pt x="1601" y="139"/>
                  <a:pt x="1713" y="214"/>
                  <a:pt x="1808" y="310"/>
                </a:cubicBezTo>
                <a:cubicBezTo>
                  <a:pt x="1903" y="405"/>
                  <a:pt x="1978" y="517"/>
                  <a:pt x="2034" y="646"/>
                </a:cubicBezTo>
                <a:cubicBezTo>
                  <a:pt x="2090" y="774"/>
                  <a:pt x="2117" y="912"/>
                  <a:pt x="2117" y="1058"/>
                </a:cubicBezTo>
                <a:cubicBezTo>
                  <a:pt x="2117" y="1203"/>
                  <a:pt x="2090" y="1340"/>
                  <a:pt x="2034" y="1469"/>
                </a:cubicBezTo>
                <a:cubicBezTo>
                  <a:pt x="1978" y="1598"/>
                  <a:pt x="1903" y="1711"/>
                  <a:pt x="1808" y="1807"/>
                </a:cubicBezTo>
                <a:cubicBezTo>
                  <a:pt x="1713" y="1903"/>
                  <a:pt x="1601" y="1979"/>
                  <a:pt x="1472" y="2034"/>
                </a:cubicBezTo>
                <a:cubicBezTo>
                  <a:pt x="1342" y="2090"/>
                  <a:pt x="1204" y="2118"/>
                  <a:pt x="1058" y="2118"/>
                </a:cubicBezTo>
                <a:moveTo>
                  <a:pt x="1058" y="1959"/>
                </a:moveTo>
                <a:cubicBezTo>
                  <a:pt x="1308" y="1959"/>
                  <a:pt x="1522" y="1871"/>
                  <a:pt x="1697" y="1696"/>
                </a:cubicBezTo>
                <a:cubicBezTo>
                  <a:pt x="1871" y="1520"/>
                  <a:pt x="1959" y="1307"/>
                  <a:pt x="1959" y="1058"/>
                </a:cubicBezTo>
                <a:cubicBezTo>
                  <a:pt x="1959" y="808"/>
                  <a:pt x="1871" y="595"/>
                  <a:pt x="1697" y="421"/>
                </a:cubicBezTo>
                <a:cubicBezTo>
                  <a:pt x="1522" y="246"/>
                  <a:pt x="1308" y="159"/>
                  <a:pt x="1058" y="159"/>
                </a:cubicBezTo>
                <a:cubicBezTo>
                  <a:pt x="809" y="159"/>
                  <a:pt x="597" y="246"/>
                  <a:pt x="422" y="421"/>
                </a:cubicBezTo>
                <a:cubicBezTo>
                  <a:pt x="246" y="595"/>
                  <a:pt x="158" y="808"/>
                  <a:pt x="158" y="1058"/>
                </a:cubicBezTo>
                <a:cubicBezTo>
                  <a:pt x="158" y="1307"/>
                  <a:pt x="246" y="1520"/>
                  <a:pt x="422" y="1696"/>
                </a:cubicBezTo>
                <a:cubicBezTo>
                  <a:pt x="597" y="1871"/>
                  <a:pt x="809" y="1959"/>
                  <a:pt x="1058" y="1959"/>
                </a:cubicBez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563" name=""/>
          <p:cNvSpPr txBox="1"/>
          <p:nvPr/>
        </p:nvSpPr>
        <p:spPr>
          <a:xfrm>
            <a:off x="1612080" y="3319560"/>
            <a:ext cx="8913600" cy="619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4350" b="1" u="none" strike="noStrike">
                <a:solidFill>
                  <a:srgbClr val="7060A0"/>
                </a:solidFill>
                <a:effectLst/>
                <a:uFillTx/>
                <a:latin typeface="NotoSansJP-Thin_"/>
                <a:ea typeface="NotoSansJP-Thin_"/>
              </a:rPr>
              <a:t>実践！</a:t>
            </a:r>
            <a:r>
              <a:rPr lang="en-US" sz="4350" b="1" u="none" strike="noStrike">
                <a:solidFill>
                  <a:srgbClr val="7060A0"/>
                </a:solidFill>
                <a:effectLst/>
                <a:uFillTx/>
                <a:latin typeface="NotoSansJP-Thin_"/>
                <a:ea typeface="NotoSansJP-Thin_"/>
              </a:rPr>
              <a:t>Vibe Coding </a:t>
            </a:r>
            <a:r>
              <a:rPr lang="ja-JP" sz="4350" b="1" u="none" strike="noStrike">
                <a:solidFill>
                  <a:srgbClr val="7060A0"/>
                </a:solidFill>
                <a:effectLst/>
                <a:uFillTx/>
                <a:latin typeface="NotoSansJP-Thin_"/>
                <a:ea typeface="NotoSansJP-Thin_"/>
              </a:rPr>
              <a:t>デモ（発展編）</a:t>
            </a:r>
            <a:endParaRPr lang="en-US" sz="4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64" name=""/>
          <p:cNvSpPr txBox="1"/>
          <p:nvPr/>
        </p:nvSpPr>
        <p:spPr>
          <a:xfrm>
            <a:off x="3535920" y="4389480"/>
            <a:ext cx="51742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7A6D90"/>
                </a:solidFill>
                <a:effectLst/>
                <a:uFillTx/>
                <a:latin typeface="NotoSansJP-Thin_"/>
                <a:ea typeface="NotoSansJP-Thin_"/>
              </a:rPr>
              <a:t>Step 6: </a:t>
            </a:r>
            <a:r>
              <a:rPr lang="ja-JP" sz="2250" b="1" u="none" strike="noStrike">
                <a:solidFill>
                  <a:srgbClr val="7A6D90"/>
                </a:solidFill>
                <a:effectLst/>
                <a:uFillTx/>
                <a:latin typeface="NotoSansJP-Thin_"/>
                <a:ea typeface="NotoSansJP-Thin_"/>
              </a:rPr>
              <a:t>「</a:t>
            </a:r>
            <a:r>
              <a:rPr lang="en-US" sz="2250" b="1" u="none" strike="noStrike">
                <a:solidFill>
                  <a:srgbClr val="7A6D90"/>
                </a:solidFill>
                <a:effectLst/>
                <a:uFillTx/>
                <a:latin typeface="NotoSansJP-Thin_"/>
                <a:ea typeface="NotoSansJP-Thin_"/>
              </a:rPr>
              <a:t>AI Coffee Shop</a:t>
            </a:r>
            <a:r>
              <a:rPr lang="ja-JP" sz="2250" b="1" u="none" strike="noStrike">
                <a:solidFill>
                  <a:srgbClr val="7A6D90"/>
                </a:solidFill>
                <a:effectLst/>
                <a:uFillTx/>
                <a:latin typeface="NotoSansJP-Thin_"/>
                <a:ea typeface="NotoSansJP-Thin_"/>
              </a:rPr>
              <a:t>」</a:t>
            </a:r>
            <a:r>
              <a:rPr lang="en-US" sz="2250" b="1" u="none" strike="noStrike">
                <a:solidFill>
                  <a:srgbClr val="7A6D90"/>
                </a:solidFill>
                <a:effectLst/>
                <a:uFillTx/>
                <a:latin typeface="NotoSansJP-Thin_"/>
                <a:ea typeface="NotoSansJP-Thin_"/>
              </a:rPr>
              <a:t>LP</a:t>
            </a:r>
            <a:r>
              <a:rPr lang="ja-JP" sz="2250" b="1" u="none" strike="noStrike">
                <a:solidFill>
                  <a:srgbClr val="7A6D90"/>
                </a:solidFill>
                <a:effectLst/>
                <a:uFillTx/>
                <a:latin typeface="NotoSansJP-Thin_"/>
                <a:ea typeface="NotoSansJP-Thin_"/>
              </a:rPr>
              <a:t>構築デモ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65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30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69" name=""/>
          <p:cNvSpPr/>
          <p:nvPr/>
        </p:nvSpPr>
        <p:spPr>
          <a:xfrm>
            <a:off x="571320" y="235260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70" name=""/>
          <p:cNvSpPr/>
          <p:nvPr/>
        </p:nvSpPr>
        <p:spPr>
          <a:xfrm>
            <a:off x="359640" y="2928960"/>
            <a:ext cx="11472840" cy="1390320"/>
          </a:xfrm>
          <a:custGeom>
            <a:avLst/>
            <a:gdLst/>
            <a:ahLst/>
            <a:rect l="0" t="0" r="r" b="b"/>
            <a:pathLst>
              <a:path w="31869" h="3862">
                <a:moveTo>
                  <a:pt x="614" y="806"/>
                </a:moveTo>
                <a:lnTo>
                  <a:pt x="614" y="2845"/>
                </a:lnTo>
                <a:cubicBezTo>
                  <a:pt x="614" y="2883"/>
                  <a:pt x="622" y="2920"/>
                  <a:pt x="637" y="2956"/>
                </a:cubicBezTo>
                <a:cubicBezTo>
                  <a:pt x="651" y="2992"/>
                  <a:pt x="672" y="3023"/>
                  <a:pt x="700" y="3051"/>
                </a:cubicBezTo>
                <a:cubicBezTo>
                  <a:pt x="727" y="3078"/>
                  <a:pt x="758" y="3099"/>
                  <a:pt x="794" y="3114"/>
                </a:cubicBezTo>
                <a:cubicBezTo>
                  <a:pt x="830" y="3128"/>
                  <a:pt x="867" y="3136"/>
                  <a:pt x="905" y="3136"/>
                </a:cubicBezTo>
                <a:lnTo>
                  <a:pt x="30963" y="3136"/>
                </a:lnTo>
                <a:cubicBezTo>
                  <a:pt x="31002" y="3136"/>
                  <a:pt x="31039" y="3128"/>
                  <a:pt x="31075" y="3114"/>
                </a:cubicBezTo>
                <a:cubicBezTo>
                  <a:pt x="31110" y="3099"/>
                  <a:pt x="31142" y="3078"/>
                  <a:pt x="31169" y="3051"/>
                </a:cubicBezTo>
                <a:cubicBezTo>
                  <a:pt x="31196" y="3023"/>
                  <a:pt x="31217" y="2992"/>
                  <a:pt x="31232" y="2956"/>
                </a:cubicBezTo>
                <a:cubicBezTo>
                  <a:pt x="31247" y="2920"/>
                  <a:pt x="31254" y="2883"/>
                  <a:pt x="31254" y="2845"/>
                </a:cubicBezTo>
                <a:lnTo>
                  <a:pt x="31254" y="806"/>
                </a:lnTo>
                <a:cubicBezTo>
                  <a:pt x="31254" y="768"/>
                  <a:pt x="31247" y="731"/>
                  <a:pt x="31232" y="695"/>
                </a:cubicBezTo>
                <a:cubicBezTo>
                  <a:pt x="31217" y="659"/>
                  <a:pt x="31196" y="628"/>
                  <a:pt x="31169" y="601"/>
                </a:cubicBezTo>
                <a:cubicBezTo>
                  <a:pt x="31142" y="573"/>
                  <a:pt x="31110" y="552"/>
                  <a:pt x="31075" y="538"/>
                </a:cubicBezTo>
                <a:cubicBezTo>
                  <a:pt x="31039" y="523"/>
                  <a:pt x="31002" y="515"/>
                  <a:pt x="30963" y="515"/>
                </a:cubicBezTo>
                <a:lnTo>
                  <a:pt x="905" y="515"/>
                </a:lnTo>
                <a:cubicBezTo>
                  <a:pt x="867" y="515"/>
                  <a:pt x="830" y="523"/>
                  <a:pt x="794" y="538"/>
                </a:cubicBezTo>
                <a:cubicBezTo>
                  <a:pt x="758" y="552"/>
                  <a:pt x="727" y="573"/>
                  <a:pt x="700" y="601"/>
                </a:cubicBezTo>
                <a:cubicBezTo>
                  <a:pt x="672" y="628"/>
                  <a:pt x="651" y="659"/>
                  <a:pt x="637" y="695"/>
                </a:cubicBezTo>
                <a:cubicBezTo>
                  <a:pt x="622" y="731"/>
                  <a:pt x="614" y="768"/>
                  <a:pt x="614" y="806"/>
                </a:cubicBezTo>
                <a:moveTo>
                  <a:pt x="0" y="0"/>
                </a:moveTo>
                <a:lnTo>
                  <a:pt x="31869" y="0"/>
                </a:lnTo>
                <a:lnTo>
                  <a:pt x="31869" y="3862"/>
                </a:lnTo>
                <a:lnTo>
                  <a:pt x="0" y="3862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571" name=""/>
          <p:cNvSpPr/>
          <p:nvPr/>
        </p:nvSpPr>
        <p:spPr>
          <a:xfrm>
            <a:off x="576000" y="3109680"/>
            <a:ext cx="11039760" cy="952920"/>
          </a:xfrm>
          <a:custGeom>
            <a:avLst/>
            <a:gdLst/>
            <a:ahLst/>
            <a:rect l="0" t="0" r="r" b="b"/>
            <a:pathLst>
              <a:path w="30666" h="2647">
                <a:moveTo>
                  <a:pt x="0" y="2343"/>
                </a:moveTo>
                <a:lnTo>
                  <a:pt x="0" y="304"/>
                </a:lnTo>
                <a:cubicBezTo>
                  <a:pt x="0" y="284"/>
                  <a:pt x="2" y="265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70"/>
                  <a:pt x="40" y="152"/>
                  <a:pt x="52" y="135"/>
                </a:cubicBezTo>
                <a:cubicBezTo>
                  <a:pt x="63" y="119"/>
                  <a:pt x="75" y="103"/>
                  <a:pt x="89" y="89"/>
                </a:cubicBezTo>
                <a:cubicBezTo>
                  <a:pt x="103" y="75"/>
                  <a:pt x="119" y="63"/>
                  <a:pt x="135" y="51"/>
                </a:cubicBezTo>
                <a:cubicBezTo>
                  <a:pt x="152" y="40"/>
                  <a:pt x="170" y="31"/>
                  <a:pt x="188" y="23"/>
                </a:cubicBezTo>
                <a:cubicBezTo>
                  <a:pt x="207" y="16"/>
                  <a:pt x="226" y="10"/>
                  <a:pt x="245" y="6"/>
                </a:cubicBezTo>
                <a:cubicBezTo>
                  <a:pt x="265" y="2"/>
                  <a:pt x="285" y="0"/>
                  <a:pt x="304" y="0"/>
                </a:cubicBezTo>
                <a:lnTo>
                  <a:pt x="30362" y="0"/>
                </a:lnTo>
                <a:cubicBezTo>
                  <a:pt x="30382" y="0"/>
                  <a:pt x="30402" y="2"/>
                  <a:pt x="30422" y="6"/>
                </a:cubicBezTo>
                <a:cubicBezTo>
                  <a:pt x="30441" y="10"/>
                  <a:pt x="30460" y="16"/>
                  <a:pt x="30479" y="23"/>
                </a:cubicBezTo>
                <a:cubicBezTo>
                  <a:pt x="30497" y="31"/>
                  <a:pt x="30515" y="40"/>
                  <a:pt x="30531" y="51"/>
                </a:cubicBezTo>
                <a:cubicBezTo>
                  <a:pt x="30548" y="63"/>
                  <a:pt x="30563" y="75"/>
                  <a:pt x="30577" y="89"/>
                </a:cubicBezTo>
                <a:cubicBezTo>
                  <a:pt x="30591" y="103"/>
                  <a:pt x="30604" y="119"/>
                  <a:pt x="30615" y="135"/>
                </a:cubicBezTo>
                <a:cubicBezTo>
                  <a:pt x="30626" y="152"/>
                  <a:pt x="30636" y="170"/>
                  <a:pt x="30643" y="188"/>
                </a:cubicBezTo>
                <a:cubicBezTo>
                  <a:pt x="30651" y="206"/>
                  <a:pt x="30657" y="225"/>
                  <a:pt x="30661" y="245"/>
                </a:cubicBezTo>
                <a:cubicBezTo>
                  <a:pt x="30664" y="265"/>
                  <a:pt x="30666" y="284"/>
                  <a:pt x="30666" y="304"/>
                </a:cubicBezTo>
                <a:lnTo>
                  <a:pt x="30666" y="2343"/>
                </a:lnTo>
                <a:cubicBezTo>
                  <a:pt x="30666" y="2363"/>
                  <a:pt x="30664" y="2382"/>
                  <a:pt x="30661" y="2402"/>
                </a:cubicBezTo>
                <a:cubicBezTo>
                  <a:pt x="30657" y="2422"/>
                  <a:pt x="30651" y="2441"/>
                  <a:pt x="30643" y="2459"/>
                </a:cubicBezTo>
                <a:cubicBezTo>
                  <a:pt x="30636" y="2478"/>
                  <a:pt x="30626" y="2495"/>
                  <a:pt x="30615" y="2512"/>
                </a:cubicBezTo>
                <a:cubicBezTo>
                  <a:pt x="30604" y="2528"/>
                  <a:pt x="30591" y="2544"/>
                  <a:pt x="30577" y="2558"/>
                </a:cubicBezTo>
                <a:cubicBezTo>
                  <a:pt x="30563" y="2572"/>
                  <a:pt x="30548" y="2585"/>
                  <a:pt x="30531" y="2596"/>
                </a:cubicBezTo>
                <a:cubicBezTo>
                  <a:pt x="30515" y="2607"/>
                  <a:pt x="30497" y="2616"/>
                  <a:pt x="30479" y="2624"/>
                </a:cubicBezTo>
                <a:cubicBezTo>
                  <a:pt x="30460" y="2631"/>
                  <a:pt x="30441" y="2637"/>
                  <a:pt x="30422" y="2641"/>
                </a:cubicBezTo>
                <a:cubicBezTo>
                  <a:pt x="30402" y="2645"/>
                  <a:pt x="30382" y="2647"/>
                  <a:pt x="30362" y="2647"/>
                </a:cubicBezTo>
                <a:lnTo>
                  <a:pt x="304" y="2647"/>
                </a:lnTo>
                <a:cubicBezTo>
                  <a:pt x="285" y="2647"/>
                  <a:pt x="265" y="2645"/>
                  <a:pt x="245" y="2641"/>
                </a:cubicBezTo>
                <a:cubicBezTo>
                  <a:pt x="226" y="2637"/>
                  <a:pt x="207" y="2631"/>
                  <a:pt x="188" y="2624"/>
                </a:cubicBezTo>
                <a:cubicBezTo>
                  <a:pt x="170" y="2616"/>
                  <a:pt x="152" y="2607"/>
                  <a:pt x="135" y="2596"/>
                </a:cubicBezTo>
                <a:cubicBezTo>
                  <a:pt x="119" y="2585"/>
                  <a:pt x="103" y="2572"/>
                  <a:pt x="89" y="2558"/>
                </a:cubicBezTo>
                <a:cubicBezTo>
                  <a:pt x="75" y="2544"/>
                  <a:pt x="63" y="2528"/>
                  <a:pt x="52" y="2512"/>
                </a:cubicBezTo>
                <a:cubicBezTo>
                  <a:pt x="40" y="2495"/>
                  <a:pt x="31" y="2478"/>
                  <a:pt x="23" y="2459"/>
                </a:cubicBezTo>
                <a:cubicBezTo>
                  <a:pt x="16" y="2441"/>
                  <a:pt x="10" y="2422"/>
                  <a:pt x="6" y="2402"/>
                </a:cubicBezTo>
                <a:cubicBezTo>
                  <a:pt x="2" y="2382"/>
                  <a:pt x="0" y="2363"/>
                  <a:pt x="0" y="2343"/>
                </a:cubicBezTo>
                <a:close/>
              </a:path>
            </a:pathLst>
          </a:custGeom>
          <a:solidFill>
            <a:srgbClr val="2D2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572" name=""/>
          <p:cNvSpPr/>
          <p:nvPr/>
        </p:nvSpPr>
        <p:spPr>
          <a:xfrm>
            <a:off x="576000" y="3109680"/>
            <a:ext cx="11039760" cy="952920"/>
          </a:xfrm>
          <a:custGeom>
            <a:avLst/>
            <a:gdLst/>
            <a:ahLst/>
            <a:rect l="0" t="0" r="r" b="b"/>
            <a:pathLst>
              <a:path w="30666" h="2647">
                <a:moveTo>
                  <a:pt x="0" y="2343"/>
                </a:moveTo>
                <a:lnTo>
                  <a:pt x="0" y="304"/>
                </a:lnTo>
                <a:cubicBezTo>
                  <a:pt x="0" y="284"/>
                  <a:pt x="2" y="265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70"/>
                  <a:pt x="40" y="152"/>
                  <a:pt x="52" y="135"/>
                </a:cubicBezTo>
                <a:cubicBezTo>
                  <a:pt x="63" y="119"/>
                  <a:pt x="75" y="103"/>
                  <a:pt x="89" y="89"/>
                </a:cubicBezTo>
                <a:cubicBezTo>
                  <a:pt x="103" y="75"/>
                  <a:pt x="119" y="63"/>
                  <a:pt x="135" y="51"/>
                </a:cubicBezTo>
                <a:cubicBezTo>
                  <a:pt x="152" y="40"/>
                  <a:pt x="170" y="31"/>
                  <a:pt x="188" y="23"/>
                </a:cubicBezTo>
                <a:cubicBezTo>
                  <a:pt x="207" y="16"/>
                  <a:pt x="226" y="10"/>
                  <a:pt x="245" y="6"/>
                </a:cubicBezTo>
                <a:cubicBezTo>
                  <a:pt x="265" y="2"/>
                  <a:pt x="285" y="0"/>
                  <a:pt x="304" y="0"/>
                </a:cubicBezTo>
                <a:lnTo>
                  <a:pt x="30362" y="0"/>
                </a:lnTo>
                <a:cubicBezTo>
                  <a:pt x="30382" y="0"/>
                  <a:pt x="30402" y="2"/>
                  <a:pt x="30422" y="6"/>
                </a:cubicBezTo>
                <a:cubicBezTo>
                  <a:pt x="30441" y="10"/>
                  <a:pt x="30460" y="16"/>
                  <a:pt x="30479" y="23"/>
                </a:cubicBezTo>
                <a:cubicBezTo>
                  <a:pt x="30497" y="31"/>
                  <a:pt x="30515" y="40"/>
                  <a:pt x="30531" y="51"/>
                </a:cubicBezTo>
                <a:cubicBezTo>
                  <a:pt x="30548" y="63"/>
                  <a:pt x="30563" y="75"/>
                  <a:pt x="30577" y="89"/>
                </a:cubicBezTo>
                <a:cubicBezTo>
                  <a:pt x="30591" y="103"/>
                  <a:pt x="30604" y="119"/>
                  <a:pt x="30615" y="135"/>
                </a:cubicBezTo>
                <a:cubicBezTo>
                  <a:pt x="30626" y="152"/>
                  <a:pt x="30636" y="170"/>
                  <a:pt x="30643" y="188"/>
                </a:cubicBezTo>
                <a:cubicBezTo>
                  <a:pt x="30651" y="206"/>
                  <a:pt x="30657" y="225"/>
                  <a:pt x="30661" y="245"/>
                </a:cubicBezTo>
                <a:cubicBezTo>
                  <a:pt x="30664" y="265"/>
                  <a:pt x="30666" y="284"/>
                  <a:pt x="30666" y="304"/>
                </a:cubicBezTo>
                <a:lnTo>
                  <a:pt x="30666" y="2343"/>
                </a:lnTo>
                <a:cubicBezTo>
                  <a:pt x="30666" y="2363"/>
                  <a:pt x="30664" y="2382"/>
                  <a:pt x="30661" y="2402"/>
                </a:cubicBezTo>
                <a:cubicBezTo>
                  <a:pt x="30657" y="2422"/>
                  <a:pt x="30651" y="2441"/>
                  <a:pt x="30643" y="2459"/>
                </a:cubicBezTo>
                <a:cubicBezTo>
                  <a:pt x="30636" y="2478"/>
                  <a:pt x="30626" y="2495"/>
                  <a:pt x="30615" y="2512"/>
                </a:cubicBezTo>
                <a:cubicBezTo>
                  <a:pt x="30604" y="2528"/>
                  <a:pt x="30591" y="2544"/>
                  <a:pt x="30577" y="2558"/>
                </a:cubicBezTo>
                <a:cubicBezTo>
                  <a:pt x="30563" y="2572"/>
                  <a:pt x="30548" y="2585"/>
                  <a:pt x="30531" y="2596"/>
                </a:cubicBezTo>
                <a:cubicBezTo>
                  <a:pt x="30515" y="2607"/>
                  <a:pt x="30497" y="2616"/>
                  <a:pt x="30479" y="2624"/>
                </a:cubicBezTo>
                <a:cubicBezTo>
                  <a:pt x="30460" y="2631"/>
                  <a:pt x="30441" y="2637"/>
                  <a:pt x="30422" y="2641"/>
                </a:cubicBezTo>
                <a:cubicBezTo>
                  <a:pt x="30402" y="2645"/>
                  <a:pt x="30382" y="2647"/>
                  <a:pt x="30362" y="2647"/>
                </a:cubicBezTo>
                <a:lnTo>
                  <a:pt x="304" y="2647"/>
                </a:lnTo>
                <a:cubicBezTo>
                  <a:pt x="285" y="2647"/>
                  <a:pt x="265" y="2645"/>
                  <a:pt x="245" y="2641"/>
                </a:cubicBezTo>
                <a:cubicBezTo>
                  <a:pt x="226" y="2637"/>
                  <a:pt x="207" y="2631"/>
                  <a:pt x="188" y="2624"/>
                </a:cubicBezTo>
                <a:cubicBezTo>
                  <a:pt x="170" y="2616"/>
                  <a:pt x="152" y="2607"/>
                  <a:pt x="135" y="2596"/>
                </a:cubicBezTo>
                <a:cubicBezTo>
                  <a:pt x="119" y="2585"/>
                  <a:pt x="103" y="2572"/>
                  <a:pt x="89" y="2558"/>
                </a:cubicBezTo>
                <a:cubicBezTo>
                  <a:pt x="75" y="2544"/>
                  <a:pt x="63" y="2528"/>
                  <a:pt x="52" y="2512"/>
                </a:cubicBezTo>
                <a:cubicBezTo>
                  <a:pt x="40" y="2495"/>
                  <a:pt x="31" y="2478"/>
                  <a:pt x="23" y="2459"/>
                </a:cubicBezTo>
                <a:cubicBezTo>
                  <a:pt x="16" y="2441"/>
                  <a:pt x="10" y="2422"/>
                  <a:pt x="6" y="2402"/>
                </a:cubicBezTo>
                <a:cubicBezTo>
                  <a:pt x="2" y="2382"/>
                  <a:pt x="0" y="2363"/>
                  <a:pt x="0" y="234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73" name=""/>
          <p:cNvSpPr/>
          <p:nvPr/>
        </p:nvSpPr>
        <p:spPr>
          <a:xfrm>
            <a:off x="595080" y="4571640"/>
            <a:ext cx="11025720" cy="562680"/>
          </a:xfrm>
          <a:custGeom>
            <a:avLst/>
            <a:gdLst/>
            <a:ahLst/>
            <a:rect l="0" t="0" r="r" b="b"/>
            <a:pathLst>
              <a:path w="30627" h="1563">
                <a:moveTo>
                  <a:pt x="0" y="1351"/>
                </a:moveTo>
                <a:lnTo>
                  <a:pt x="0" y="212"/>
                </a:lnTo>
                <a:cubicBezTo>
                  <a:pt x="0" y="198"/>
                  <a:pt x="1" y="185"/>
                  <a:pt x="3" y="171"/>
                </a:cubicBezTo>
                <a:cubicBezTo>
                  <a:pt x="5" y="157"/>
                  <a:pt x="8" y="144"/>
                  <a:pt x="11" y="131"/>
                </a:cubicBezTo>
                <a:cubicBezTo>
                  <a:pt x="15" y="118"/>
                  <a:pt x="19" y="106"/>
                  <a:pt x="25" y="95"/>
                </a:cubicBezTo>
                <a:cubicBezTo>
                  <a:pt x="30" y="83"/>
                  <a:pt x="36" y="72"/>
                  <a:pt x="43" y="62"/>
                </a:cubicBezTo>
                <a:cubicBezTo>
                  <a:pt x="50" y="53"/>
                  <a:pt x="57" y="44"/>
                  <a:pt x="65" y="36"/>
                </a:cubicBezTo>
                <a:cubicBezTo>
                  <a:pt x="73" y="28"/>
                  <a:pt x="81" y="22"/>
                  <a:pt x="90" y="17"/>
                </a:cubicBezTo>
                <a:cubicBezTo>
                  <a:pt x="99" y="11"/>
                  <a:pt x="108" y="7"/>
                  <a:pt x="117" y="5"/>
                </a:cubicBezTo>
                <a:cubicBezTo>
                  <a:pt x="127" y="2"/>
                  <a:pt x="136" y="0"/>
                  <a:pt x="146" y="0"/>
                </a:cubicBezTo>
                <a:lnTo>
                  <a:pt x="30415" y="0"/>
                </a:lnTo>
                <a:cubicBezTo>
                  <a:pt x="30429" y="0"/>
                  <a:pt x="30443" y="2"/>
                  <a:pt x="30456" y="5"/>
                </a:cubicBezTo>
                <a:cubicBezTo>
                  <a:pt x="30470" y="7"/>
                  <a:pt x="30483" y="11"/>
                  <a:pt x="30496" y="17"/>
                </a:cubicBezTo>
                <a:cubicBezTo>
                  <a:pt x="30509" y="22"/>
                  <a:pt x="30521" y="28"/>
                  <a:pt x="30533" y="36"/>
                </a:cubicBezTo>
                <a:cubicBezTo>
                  <a:pt x="30544" y="44"/>
                  <a:pt x="30555" y="53"/>
                  <a:pt x="30565" y="62"/>
                </a:cubicBezTo>
                <a:cubicBezTo>
                  <a:pt x="30574" y="72"/>
                  <a:pt x="30583" y="83"/>
                  <a:pt x="30591" y="95"/>
                </a:cubicBezTo>
                <a:cubicBezTo>
                  <a:pt x="30599" y="106"/>
                  <a:pt x="30605" y="118"/>
                  <a:pt x="30611" y="131"/>
                </a:cubicBezTo>
                <a:cubicBezTo>
                  <a:pt x="30616" y="144"/>
                  <a:pt x="30620" y="157"/>
                  <a:pt x="30623" y="171"/>
                </a:cubicBezTo>
                <a:cubicBezTo>
                  <a:pt x="30625" y="185"/>
                  <a:pt x="30627" y="198"/>
                  <a:pt x="30627" y="212"/>
                </a:cubicBezTo>
                <a:lnTo>
                  <a:pt x="30627" y="1351"/>
                </a:lnTo>
                <a:cubicBezTo>
                  <a:pt x="30627" y="1365"/>
                  <a:pt x="30625" y="1379"/>
                  <a:pt x="30623" y="1392"/>
                </a:cubicBezTo>
                <a:cubicBezTo>
                  <a:pt x="30620" y="1406"/>
                  <a:pt x="30616" y="1419"/>
                  <a:pt x="30611" y="1432"/>
                </a:cubicBezTo>
                <a:cubicBezTo>
                  <a:pt x="30605" y="1445"/>
                  <a:pt x="30599" y="1457"/>
                  <a:pt x="30591" y="1468"/>
                </a:cubicBezTo>
                <a:cubicBezTo>
                  <a:pt x="30583" y="1480"/>
                  <a:pt x="30574" y="1491"/>
                  <a:pt x="30565" y="1501"/>
                </a:cubicBezTo>
                <a:cubicBezTo>
                  <a:pt x="30555" y="1510"/>
                  <a:pt x="30544" y="1519"/>
                  <a:pt x="30533" y="1527"/>
                </a:cubicBezTo>
                <a:cubicBezTo>
                  <a:pt x="30521" y="1535"/>
                  <a:pt x="30509" y="1541"/>
                  <a:pt x="30496" y="1546"/>
                </a:cubicBezTo>
                <a:cubicBezTo>
                  <a:pt x="30483" y="1552"/>
                  <a:pt x="30470" y="1556"/>
                  <a:pt x="30456" y="1558"/>
                </a:cubicBezTo>
                <a:cubicBezTo>
                  <a:pt x="30443" y="1561"/>
                  <a:pt x="30429" y="1563"/>
                  <a:pt x="30415" y="1563"/>
                </a:cubicBezTo>
                <a:lnTo>
                  <a:pt x="146" y="1563"/>
                </a:lnTo>
                <a:cubicBezTo>
                  <a:pt x="136" y="1563"/>
                  <a:pt x="127" y="1561"/>
                  <a:pt x="117" y="1558"/>
                </a:cubicBezTo>
                <a:cubicBezTo>
                  <a:pt x="108" y="1556"/>
                  <a:pt x="99" y="1552"/>
                  <a:pt x="90" y="1546"/>
                </a:cubicBezTo>
                <a:cubicBezTo>
                  <a:pt x="81" y="1541"/>
                  <a:pt x="73" y="1535"/>
                  <a:pt x="65" y="1527"/>
                </a:cubicBezTo>
                <a:cubicBezTo>
                  <a:pt x="57" y="1519"/>
                  <a:pt x="50" y="1510"/>
                  <a:pt x="43" y="1501"/>
                </a:cubicBezTo>
                <a:cubicBezTo>
                  <a:pt x="36" y="1491"/>
                  <a:pt x="30" y="1480"/>
                  <a:pt x="25" y="1468"/>
                </a:cubicBezTo>
                <a:cubicBezTo>
                  <a:pt x="19" y="1457"/>
                  <a:pt x="15" y="1445"/>
                  <a:pt x="11" y="1432"/>
                </a:cubicBezTo>
                <a:cubicBezTo>
                  <a:pt x="8" y="1419"/>
                  <a:pt x="5" y="1406"/>
                  <a:pt x="3" y="1392"/>
                </a:cubicBezTo>
                <a:cubicBezTo>
                  <a:pt x="1" y="1379"/>
                  <a:pt x="0" y="1365"/>
                  <a:pt x="0" y="1351"/>
                </a:cubicBezTo>
                <a:close/>
              </a:path>
            </a:pathLst>
          </a:custGeom>
          <a:solidFill>
            <a:srgbClr val="C1E6C0">
              <a:alpha val="3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74" name=""/>
          <p:cNvSpPr/>
          <p:nvPr/>
        </p:nvSpPr>
        <p:spPr>
          <a:xfrm>
            <a:off x="571320" y="4571640"/>
            <a:ext cx="76680" cy="562680"/>
          </a:xfrm>
          <a:custGeom>
            <a:avLst/>
            <a:gdLst/>
            <a:ahLst/>
            <a:rect l="0" t="0" r="r" b="b"/>
            <a:pathLst>
              <a:path w="213" h="1563">
                <a:moveTo>
                  <a:pt x="0" y="0"/>
                </a:moveTo>
                <a:lnTo>
                  <a:pt x="213" y="0"/>
                </a:lnTo>
                <a:lnTo>
                  <a:pt x="213" y="1563"/>
                </a:lnTo>
                <a:lnTo>
                  <a:pt x="0" y="1563"/>
                </a:lnTo>
                <a:lnTo>
                  <a:pt x="0" y="0"/>
                </a:lnTo>
                <a:close/>
              </a:path>
            </a:pathLst>
          </a:custGeom>
          <a:solidFill>
            <a:srgbClr val="80C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75" name=""/>
          <p:cNvSpPr/>
          <p:nvPr/>
        </p:nvSpPr>
        <p:spPr>
          <a:xfrm>
            <a:off x="610920" y="1803240"/>
            <a:ext cx="397440" cy="317880"/>
          </a:xfrm>
          <a:custGeom>
            <a:avLst/>
            <a:gdLst/>
            <a:ahLst/>
            <a:rect l="0" t="0" r="r" b="b"/>
            <a:pathLst>
              <a:path w="1104" h="883">
                <a:moveTo>
                  <a:pt x="83" y="0"/>
                </a:moveTo>
                <a:lnTo>
                  <a:pt x="185" y="209"/>
                </a:lnTo>
                <a:lnTo>
                  <a:pt x="364" y="209"/>
                </a:lnTo>
                <a:lnTo>
                  <a:pt x="262" y="0"/>
                </a:lnTo>
                <a:lnTo>
                  <a:pt x="385" y="0"/>
                </a:lnTo>
                <a:lnTo>
                  <a:pt x="487" y="209"/>
                </a:lnTo>
                <a:lnTo>
                  <a:pt x="666" y="209"/>
                </a:lnTo>
                <a:lnTo>
                  <a:pt x="564" y="0"/>
                </a:lnTo>
                <a:lnTo>
                  <a:pt x="687" y="0"/>
                </a:lnTo>
                <a:lnTo>
                  <a:pt x="788" y="209"/>
                </a:lnTo>
                <a:lnTo>
                  <a:pt x="968" y="209"/>
                </a:lnTo>
                <a:lnTo>
                  <a:pt x="866" y="0"/>
                </a:lnTo>
                <a:lnTo>
                  <a:pt x="1020" y="0"/>
                </a:lnTo>
                <a:cubicBezTo>
                  <a:pt x="1042" y="0"/>
                  <a:pt x="1062" y="8"/>
                  <a:pt x="1079" y="25"/>
                </a:cubicBezTo>
                <a:cubicBezTo>
                  <a:pt x="1095" y="41"/>
                  <a:pt x="1104" y="61"/>
                  <a:pt x="1104" y="83"/>
                </a:cubicBezTo>
                <a:lnTo>
                  <a:pt x="1104" y="800"/>
                </a:lnTo>
                <a:cubicBezTo>
                  <a:pt x="1104" y="822"/>
                  <a:pt x="1095" y="842"/>
                  <a:pt x="1079" y="858"/>
                </a:cubicBezTo>
                <a:cubicBezTo>
                  <a:pt x="1062" y="875"/>
                  <a:pt x="1042" y="883"/>
                  <a:pt x="1020" y="883"/>
                </a:cubicBezTo>
                <a:lnTo>
                  <a:pt x="83" y="883"/>
                </a:lnTo>
                <a:cubicBezTo>
                  <a:pt x="61" y="883"/>
                  <a:pt x="42" y="875"/>
                  <a:pt x="25" y="858"/>
                </a:cubicBezTo>
                <a:cubicBezTo>
                  <a:pt x="9" y="842"/>
                  <a:pt x="0" y="822"/>
                  <a:pt x="0" y="800"/>
                </a:cubicBezTo>
                <a:lnTo>
                  <a:pt x="0" y="83"/>
                </a:lnTo>
                <a:cubicBezTo>
                  <a:pt x="0" y="61"/>
                  <a:pt x="9" y="41"/>
                  <a:pt x="25" y="25"/>
                </a:cubicBezTo>
                <a:cubicBezTo>
                  <a:pt x="42" y="8"/>
                  <a:pt x="61" y="0"/>
                  <a:pt x="83" y="0"/>
                </a:cubicBezTo>
                <a:moveTo>
                  <a:pt x="83" y="292"/>
                </a:moveTo>
                <a:lnTo>
                  <a:pt x="83" y="800"/>
                </a:lnTo>
                <a:lnTo>
                  <a:pt x="1020" y="800"/>
                </a:lnTo>
                <a:lnTo>
                  <a:pt x="1020" y="292"/>
                </a:lnTo>
                <a:lnTo>
                  <a:pt x="83" y="292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76" name=""/>
          <p:cNvSpPr/>
          <p:nvPr/>
        </p:nvSpPr>
        <p:spPr>
          <a:xfrm>
            <a:off x="601560" y="2670120"/>
            <a:ext cx="302040" cy="241560"/>
          </a:xfrm>
          <a:custGeom>
            <a:avLst/>
            <a:gdLst/>
            <a:ahLst/>
            <a:rect l="0" t="0" r="r" b="b"/>
            <a:pathLst>
              <a:path w="839" h="671">
                <a:moveTo>
                  <a:pt x="493" y="503"/>
                </a:moveTo>
                <a:lnTo>
                  <a:pt x="556" y="503"/>
                </a:lnTo>
                <a:lnTo>
                  <a:pt x="556" y="409"/>
                </a:lnTo>
                <a:lnTo>
                  <a:pt x="650" y="409"/>
                </a:lnTo>
                <a:lnTo>
                  <a:pt x="650" y="346"/>
                </a:lnTo>
                <a:lnTo>
                  <a:pt x="556" y="346"/>
                </a:lnTo>
                <a:lnTo>
                  <a:pt x="556" y="251"/>
                </a:lnTo>
                <a:lnTo>
                  <a:pt x="493" y="251"/>
                </a:lnTo>
                <a:lnTo>
                  <a:pt x="493" y="346"/>
                </a:lnTo>
                <a:lnTo>
                  <a:pt x="398" y="346"/>
                </a:lnTo>
                <a:lnTo>
                  <a:pt x="398" y="409"/>
                </a:lnTo>
                <a:lnTo>
                  <a:pt x="493" y="409"/>
                </a:lnTo>
                <a:lnTo>
                  <a:pt x="493" y="503"/>
                </a:lnTo>
                <a:moveTo>
                  <a:pt x="63" y="671"/>
                </a:moveTo>
                <a:cubicBezTo>
                  <a:pt x="46" y="671"/>
                  <a:pt x="31" y="664"/>
                  <a:pt x="19" y="652"/>
                </a:cubicBezTo>
                <a:cubicBezTo>
                  <a:pt x="6" y="639"/>
                  <a:pt x="0" y="624"/>
                  <a:pt x="0" y="608"/>
                </a:cubicBezTo>
                <a:lnTo>
                  <a:pt x="0" y="62"/>
                </a:lnTo>
                <a:cubicBezTo>
                  <a:pt x="0" y="46"/>
                  <a:pt x="6" y="32"/>
                  <a:pt x="19" y="19"/>
                </a:cubicBezTo>
                <a:cubicBezTo>
                  <a:pt x="31" y="6"/>
                  <a:pt x="46" y="0"/>
                  <a:pt x="63" y="0"/>
                </a:cubicBezTo>
                <a:lnTo>
                  <a:pt x="357" y="0"/>
                </a:lnTo>
                <a:lnTo>
                  <a:pt x="420" y="62"/>
                </a:lnTo>
                <a:lnTo>
                  <a:pt x="776" y="62"/>
                </a:lnTo>
                <a:cubicBezTo>
                  <a:pt x="792" y="62"/>
                  <a:pt x="806" y="69"/>
                  <a:pt x="819" y="82"/>
                </a:cubicBezTo>
                <a:cubicBezTo>
                  <a:pt x="832" y="95"/>
                  <a:pt x="839" y="109"/>
                  <a:pt x="839" y="125"/>
                </a:cubicBezTo>
                <a:lnTo>
                  <a:pt x="839" y="608"/>
                </a:lnTo>
                <a:cubicBezTo>
                  <a:pt x="839" y="624"/>
                  <a:pt x="832" y="639"/>
                  <a:pt x="819" y="652"/>
                </a:cubicBezTo>
                <a:cubicBezTo>
                  <a:pt x="806" y="664"/>
                  <a:pt x="792" y="671"/>
                  <a:pt x="776" y="671"/>
                </a:cubicBezTo>
                <a:lnTo>
                  <a:pt x="63" y="671"/>
                </a:lnTo>
                <a:moveTo>
                  <a:pt x="63" y="608"/>
                </a:moveTo>
                <a:lnTo>
                  <a:pt x="776" y="608"/>
                </a:lnTo>
                <a:lnTo>
                  <a:pt x="776" y="125"/>
                </a:lnTo>
                <a:lnTo>
                  <a:pt x="394" y="125"/>
                </a:lnTo>
                <a:lnTo>
                  <a:pt x="331" y="62"/>
                </a:lnTo>
                <a:lnTo>
                  <a:pt x="63" y="62"/>
                </a:lnTo>
                <a:lnTo>
                  <a:pt x="63" y="608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77" name=""/>
          <p:cNvSpPr txBox="1"/>
          <p:nvPr/>
        </p:nvSpPr>
        <p:spPr>
          <a:xfrm>
            <a:off x="1047600" y="1872720"/>
            <a:ext cx="540432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デモ 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Phase 1: 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プロジェクト作成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78" name=""/>
          <p:cNvSpPr txBox="1"/>
          <p:nvPr/>
        </p:nvSpPr>
        <p:spPr>
          <a:xfrm>
            <a:off x="933480" y="2799360"/>
            <a:ext cx="15789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プロジェクト作成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79" name=""/>
          <p:cNvSpPr txBox="1"/>
          <p:nvPr/>
        </p:nvSpPr>
        <p:spPr>
          <a:xfrm>
            <a:off x="752400" y="3289320"/>
            <a:ext cx="15300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80" name=""/>
          <p:cNvSpPr txBox="1"/>
          <p:nvPr/>
        </p:nvSpPr>
        <p:spPr>
          <a:xfrm>
            <a:off x="905040" y="3292560"/>
            <a:ext cx="10980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Vite + React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81" name=""/>
          <p:cNvSpPr txBox="1"/>
          <p:nvPr/>
        </p:nvSpPr>
        <p:spPr>
          <a:xfrm>
            <a:off x="2002320" y="3289320"/>
            <a:ext cx="13723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で、モダンで美しい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82" name=""/>
          <p:cNvSpPr txBox="1"/>
          <p:nvPr/>
        </p:nvSpPr>
        <p:spPr>
          <a:xfrm>
            <a:off x="752400" y="3508200"/>
            <a:ext cx="15300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『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83" name=""/>
          <p:cNvSpPr txBox="1"/>
          <p:nvPr/>
        </p:nvSpPr>
        <p:spPr>
          <a:xfrm>
            <a:off x="905040" y="3511440"/>
            <a:ext cx="12812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AI Coffee Shop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84" name=""/>
          <p:cNvSpPr txBox="1"/>
          <p:nvPr/>
        </p:nvSpPr>
        <p:spPr>
          <a:xfrm>
            <a:off x="2185200" y="3508200"/>
            <a:ext cx="243900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』のランディングページを作って。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85" name=""/>
          <p:cNvSpPr txBox="1"/>
          <p:nvPr/>
        </p:nvSpPr>
        <p:spPr>
          <a:xfrm>
            <a:off x="752400" y="3740040"/>
            <a:ext cx="100656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TailwindCSS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86" name=""/>
          <p:cNvSpPr txBox="1"/>
          <p:nvPr/>
        </p:nvSpPr>
        <p:spPr>
          <a:xfrm>
            <a:off x="1758240" y="3736800"/>
            <a:ext cx="9151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を使って。」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87" name=""/>
          <p:cNvSpPr txBox="1"/>
          <p:nvPr/>
        </p:nvSpPr>
        <p:spPr>
          <a:xfrm>
            <a:off x="5991120" y="4230000"/>
            <a:ext cx="2095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88" name=""/>
          <p:cNvSpPr/>
          <p:nvPr/>
        </p:nvSpPr>
        <p:spPr>
          <a:xfrm>
            <a:off x="3105000" y="4752720"/>
            <a:ext cx="1657800" cy="257760"/>
          </a:xfrm>
          <a:custGeom>
            <a:avLst/>
            <a:gdLst/>
            <a:ahLst/>
            <a:rect l="0" t="0" r="r" b="b"/>
            <a:pathLst>
              <a:path w="4605" h="716">
                <a:moveTo>
                  <a:pt x="0" y="557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0"/>
                  <a:pt x="27" y="72"/>
                </a:cubicBezTo>
                <a:cubicBezTo>
                  <a:pt x="32" y="63"/>
                  <a:pt x="39" y="55"/>
                  <a:pt x="46" y="48"/>
                </a:cubicBezTo>
                <a:cubicBezTo>
                  <a:pt x="54" y="40"/>
                  <a:pt x="62" y="34"/>
                  <a:pt x="70" y="28"/>
                </a:cubicBezTo>
                <a:cubicBezTo>
                  <a:pt x="79" y="22"/>
                  <a:pt x="88" y="17"/>
                  <a:pt x="98" y="13"/>
                </a:cubicBezTo>
                <a:cubicBezTo>
                  <a:pt x="108" y="9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446" y="0"/>
                </a:lnTo>
                <a:cubicBezTo>
                  <a:pt x="4456" y="0"/>
                  <a:pt x="4467" y="1"/>
                  <a:pt x="4477" y="3"/>
                </a:cubicBezTo>
                <a:cubicBezTo>
                  <a:pt x="4487" y="5"/>
                  <a:pt x="4497" y="9"/>
                  <a:pt x="4507" y="13"/>
                </a:cubicBezTo>
                <a:cubicBezTo>
                  <a:pt x="4516" y="17"/>
                  <a:pt x="4525" y="22"/>
                  <a:pt x="4534" y="28"/>
                </a:cubicBezTo>
                <a:cubicBezTo>
                  <a:pt x="4543" y="34"/>
                  <a:pt x="4551" y="40"/>
                  <a:pt x="4558" y="48"/>
                </a:cubicBezTo>
                <a:cubicBezTo>
                  <a:pt x="4566" y="55"/>
                  <a:pt x="4572" y="63"/>
                  <a:pt x="4578" y="72"/>
                </a:cubicBezTo>
                <a:cubicBezTo>
                  <a:pt x="4584" y="80"/>
                  <a:pt x="4589" y="90"/>
                  <a:pt x="4593" y="99"/>
                </a:cubicBezTo>
                <a:cubicBezTo>
                  <a:pt x="4597" y="109"/>
                  <a:pt x="4600" y="119"/>
                  <a:pt x="4602" y="129"/>
                </a:cubicBezTo>
                <a:cubicBezTo>
                  <a:pt x="4604" y="139"/>
                  <a:pt x="4605" y="150"/>
                  <a:pt x="4605" y="160"/>
                </a:cubicBezTo>
                <a:lnTo>
                  <a:pt x="4605" y="557"/>
                </a:lnTo>
                <a:cubicBezTo>
                  <a:pt x="4605" y="567"/>
                  <a:pt x="4604" y="578"/>
                  <a:pt x="4602" y="588"/>
                </a:cubicBezTo>
                <a:cubicBezTo>
                  <a:pt x="4600" y="598"/>
                  <a:pt x="4597" y="608"/>
                  <a:pt x="4593" y="618"/>
                </a:cubicBezTo>
                <a:cubicBezTo>
                  <a:pt x="4589" y="627"/>
                  <a:pt x="4584" y="636"/>
                  <a:pt x="4578" y="645"/>
                </a:cubicBezTo>
                <a:cubicBezTo>
                  <a:pt x="4572" y="654"/>
                  <a:pt x="4566" y="662"/>
                  <a:pt x="4558" y="669"/>
                </a:cubicBezTo>
                <a:cubicBezTo>
                  <a:pt x="4551" y="676"/>
                  <a:pt x="4543" y="683"/>
                  <a:pt x="4534" y="689"/>
                </a:cubicBezTo>
                <a:cubicBezTo>
                  <a:pt x="4525" y="695"/>
                  <a:pt x="4516" y="700"/>
                  <a:pt x="4507" y="703"/>
                </a:cubicBezTo>
                <a:cubicBezTo>
                  <a:pt x="4497" y="707"/>
                  <a:pt x="4487" y="710"/>
                  <a:pt x="4477" y="713"/>
                </a:cubicBezTo>
                <a:cubicBezTo>
                  <a:pt x="4467" y="715"/>
                  <a:pt x="4456" y="716"/>
                  <a:pt x="4446" y="716"/>
                </a:cubicBezTo>
                <a:lnTo>
                  <a:pt x="159" y="716"/>
                </a:lnTo>
                <a:cubicBezTo>
                  <a:pt x="148" y="716"/>
                  <a:pt x="138" y="715"/>
                  <a:pt x="128" y="713"/>
                </a:cubicBezTo>
                <a:cubicBezTo>
                  <a:pt x="117" y="710"/>
                  <a:pt x="108" y="707"/>
                  <a:pt x="98" y="703"/>
                </a:cubicBezTo>
                <a:cubicBezTo>
                  <a:pt x="88" y="700"/>
                  <a:pt x="79" y="695"/>
                  <a:pt x="70" y="689"/>
                </a:cubicBezTo>
                <a:cubicBezTo>
                  <a:pt x="62" y="683"/>
                  <a:pt x="54" y="676"/>
                  <a:pt x="46" y="669"/>
                </a:cubicBezTo>
                <a:cubicBezTo>
                  <a:pt x="39" y="662"/>
                  <a:pt x="32" y="654"/>
                  <a:pt x="27" y="645"/>
                </a:cubicBezTo>
                <a:cubicBezTo>
                  <a:pt x="21" y="636"/>
                  <a:pt x="16" y="627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7"/>
                  <a:pt x="0" y="557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89" name=""/>
          <p:cNvSpPr txBox="1"/>
          <p:nvPr/>
        </p:nvSpPr>
        <p:spPr>
          <a:xfrm>
            <a:off x="752400" y="4736520"/>
            <a:ext cx="2286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Antigravity</a:t>
            </a:r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が自動的に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90" name=""/>
          <p:cNvSpPr txBox="1"/>
          <p:nvPr/>
        </p:nvSpPr>
        <p:spPr>
          <a:xfrm>
            <a:off x="3158280" y="4800600"/>
            <a:ext cx="15372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npx create-vite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91" name=""/>
          <p:cNvSpPr txBox="1"/>
          <p:nvPr/>
        </p:nvSpPr>
        <p:spPr>
          <a:xfrm>
            <a:off x="4758480" y="4736520"/>
            <a:ext cx="66430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 を実行し、</a:t>
            </a:r>
            <a:r>
              <a:rPr lang="en-US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TailwindCSS</a:t>
            </a:r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の設定や基本構造を一気に生成します。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92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31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96" name=""/>
          <p:cNvSpPr/>
          <p:nvPr/>
        </p:nvSpPr>
        <p:spPr>
          <a:xfrm>
            <a:off x="571320" y="2009520"/>
            <a:ext cx="11049480" cy="29160"/>
          </a:xfrm>
          <a:custGeom>
            <a:avLst/>
            <a:gdLst/>
            <a:ahLst/>
            <a:rect l="0" t="0" r="r" b="b"/>
            <a:pathLst>
              <a:path w="30693" h="81">
                <a:moveTo>
                  <a:pt x="0" y="0"/>
                </a:moveTo>
                <a:lnTo>
                  <a:pt x="30693" y="0"/>
                </a:lnTo>
                <a:lnTo>
                  <a:pt x="3069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97" name=""/>
          <p:cNvSpPr/>
          <p:nvPr/>
        </p:nvSpPr>
        <p:spPr>
          <a:xfrm>
            <a:off x="359640" y="2587680"/>
            <a:ext cx="11472840" cy="1158480"/>
          </a:xfrm>
          <a:custGeom>
            <a:avLst/>
            <a:gdLst/>
            <a:ahLst/>
            <a:rect l="0" t="0" r="r" b="b"/>
            <a:pathLst>
              <a:path w="31869" h="3218">
                <a:moveTo>
                  <a:pt x="614" y="802"/>
                </a:moveTo>
                <a:lnTo>
                  <a:pt x="614" y="2205"/>
                </a:lnTo>
                <a:cubicBezTo>
                  <a:pt x="614" y="2244"/>
                  <a:pt x="622" y="2281"/>
                  <a:pt x="637" y="2317"/>
                </a:cubicBezTo>
                <a:cubicBezTo>
                  <a:pt x="651" y="2352"/>
                  <a:pt x="672" y="2384"/>
                  <a:pt x="700" y="2411"/>
                </a:cubicBezTo>
                <a:cubicBezTo>
                  <a:pt x="727" y="2438"/>
                  <a:pt x="758" y="2459"/>
                  <a:pt x="794" y="2474"/>
                </a:cubicBezTo>
                <a:cubicBezTo>
                  <a:pt x="830" y="2489"/>
                  <a:pt x="867" y="2496"/>
                  <a:pt x="905" y="2496"/>
                </a:cubicBezTo>
                <a:lnTo>
                  <a:pt x="30963" y="2496"/>
                </a:lnTo>
                <a:cubicBezTo>
                  <a:pt x="31002" y="2496"/>
                  <a:pt x="31039" y="2489"/>
                  <a:pt x="31075" y="2474"/>
                </a:cubicBezTo>
                <a:cubicBezTo>
                  <a:pt x="31110" y="2459"/>
                  <a:pt x="31142" y="2438"/>
                  <a:pt x="31169" y="2411"/>
                </a:cubicBezTo>
                <a:cubicBezTo>
                  <a:pt x="31196" y="2384"/>
                  <a:pt x="31217" y="2352"/>
                  <a:pt x="31232" y="2317"/>
                </a:cubicBezTo>
                <a:cubicBezTo>
                  <a:pt x="31247" y="2281"/>
                  <a:pt x="31254" y="2244"/>
                  <a:pt x="31254" y="2205"/>
                </a:cubicBezTo>
                <a:lnTo>
                  <a:pt x="31254" y="802"/>
                </a:lnTo>
                <a:cubicBezTo>
                  <a:pt x="31254" y="763"/>
                  <a:pt x="31247" y="726"/>
                  <a:pt x="31232" y="691"/>
                </a:cubicBezTo>
                <a:cubicBezTo>
                  <a:pt x="31217" y="655"/>
                  <a:pt x="31196" y="623"/>
                  <a:pt x="31169" y="596"/>
                </a:cubicBezTo>
                <a:cubicBezTo>
                  <a:pt x="31142" y="569"/>
                  <a:pt x="31110" y="548"/>
                  <a:pt x="31075" y="533"/>
                </a:cubicBezTo>
                <a:cubicBezTo>
                  <a:pt x="31039" y="518"/>
                  <a:pt x="31002" y="511"/>
                  <a:pt x="30963" y="511"/>
                </a:cubicBezTo>
                <a:lnTo>
                  <a:pt x="905" y="511"/>
                </a:lnTo>
                <a:cubicBezTo>
                  <a:pt x="867" y="511"/>
                  <a:pt x="830" y="518"/>
                  <a:pt x="794" y="533"/>
                </a:cubicBezTo>
                <a:cubicBezTo>
                  <a:pt x="758" y="548"/>
                  <a:pt x="727" y="569"/>
                  <a:pt x="700" y="596"/>
                </a:cubicBezTo>
                <a:cubicBezTo>
                  <a:pt x="672" y="623"/>
                  <a:pt x="651" y="655"/>
                  <a:pt x="637" y="691"/>
                </a:cubicBezTo>
                <a:cubicBezTo>
                  <a:pt x="622" y="726"/>
                  <a:pt x="614" y="763"/>
                  <a:pt x="614" y="802"/>
                </a:cubicBezTo>
                <a:moveTo>
                  <a:pt x="0" y="0"/>
                </a:moveTo>
                <a:lnTo>
                  <a:pt x="31869" y="0"/>
                </a:lnTo>
                <a:lnTo>
                  <a:pt x="31869" y="3218"/>
                </a:lnTo>
                <a:lnTo>
                  <a:pt x="0" y="3218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598" name=""/>
          <p:cNvSpPr/>
          <p:nvPr/>
        </p:nvSpPr>
        <p:spPr>
          <a:xfrm>
            <a:off x="576000" y="2766960"/>
            <a:ext cx="11039760" cy="723960"/>
          </a:xfrm>
          <a:custGeom>
            <a:avLst/>
            <a:gdLst/>
            <a:ahLst/>
            <a:rect l="0" t="0" r="r" b="b"/>
            <a:pathLst>
              <a:path w="30666" h="2011">
                <a:moveTo>
                  <a:pt x="0" y="1707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7"/>
                </a:cubicBezTo>
                <a:cubicBezTo>
                  <a:pt x="31" y="169"/>
                  <a:pt x="40" y="151"/>
                  <a:pt x="52" y="135"/>
                </a:cubicBezTo>
                <a:cubicBezTo>
                  <a:pt x="63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70" y="30"/>
                  <a:pt x="188" y="23"/>
                </a:cubicBezTo>
                <a:cubicBezTo>
                  <a:pt x="207" y="15"/>
                  <a:pt x="226" y="9"/>
                  <a:pt x="245" y="5"/>
                </a:cubicBezTo>
                <a:cubicBezTo>
                  <a:pt x="265" y="2"/>
                  <a:pt x="285" y="0"/>
                  <a:pt x="304" y="0"/>
                </a:cubicBezTo>
                <a:lnTo>
                  <a:pt x="30362" y="0"/>
                </a:lnTo>
                <a:cubicBezTo>
                  <a:pt x="30382" y="0"/>
                  <a:pt x="30402" y="2"/>
                  <a:pt x="30422" y="5"/>
                </a:cubicBezTo>
                <a:cubicBezTo>
                  <a:pt x="30441" y="9"/>
                  <a:pt x="30460" y="15"/>
                  <a:pt x="30479" y="23"/>
                </a:cubicBezTo>
                <a:cubicBezTo>
                  <a:pt x="30497" y="30"/>
                  <a:pt x="30515" y="40"/>
                  <a:pt x="30531" y="51"/>
                </a:cubicBezTo>
                <a:cubicBezTo>
                  <a:pt x="30548" y="62"/>
                  <a:pt x="30563" y="75"/>
                  <a:pt x="30577" y="89"/>
                </a:cubicBezTo>
                <a:cubicBezTo>
                  <a:pt x="30591" y="103"/>
                  <a:pt x="30604" y="118"/>
                  <a:pt x="30615" y="135"/>
                </a:cubicBezTo>
                <a:cubicBezTo>
                  <a:pt x="30626" y="151"/>
                  <a:pt x="30636" y="169"/>
                  <a:pt x="30643" y="187"/>
                </a:cubicBezTo>
                <a:cubicBezTo>
                  <a:pt x="30651" y="206"/>
                  <a:pt x="30657" y="225"/>
                  <a:pt x="30661" y="245"/>
                </a:cubicBezTo>
                <a:cubicBezTo>
                  <a:pt x="30664" y="264"/>
                  <a:pt x="30666" y="284"/>
                  <a:pt x="30666" y="304"/>
                </a:cubicBezTo>
                <a:lnTo>
                  <a:pt x="30666" y="1707"/>
                </a:lnTo>
                <a:cubicBezTo>
                  <a:pt x="30666" y="1727"/>
                  <a:pt x="30664" y="1747"/>
                  <a:pt x="30661" y="1767"/>
                </a:cubicBezTo>
                <a:cubicBezTo>
                  <a:pt x="30657" y="1786"/>
                  <a:pt x="30651" y="1805"/>
                  <a:pt x="30643" y="1824"/>
                </a:cubicBezTo>
                <a:cubicBezTo>
                  <a:pt x="30636" y="1842"/>
                  <a:pt x="30626" y="1860"/>
                  <a:pt x="30615" y="1876"/>
                </a:cubicBezTo>
                <a:cubicBezTo>
                  <a:pt x="30604" y="1893"/>
                  <a:pt x="30591" y="1908"/>
                  <a:pt x="30577" y="1922"/>
                </a:cubicBezTo>
                <a:cubicBezTo>
                  <a:pt x="30563" y="1936"/>
                  <a:pt x="30548" y="1949"/>
                  <a:pt x="30531" y="1960"/>
                </a:cubicBezTo>
                <a:cubicBezTo>
                  <a:pt x="30515" y="1971"/>
                  <a:pt x="30497" y="1981"/>
                  <a:pt x="30479" y="1988"/>
                </a:cubicBezTo>
                <a:cubicBezTo>
                  <a:pt x="30460" y="1996"/>
                  <a:pt x="30441" y="2002"/>
                  <a:pt x="30422" y="2006"/>
                </a:cubicBezTo>
                <a:cubicBezTo>
                  <a:pt x="30402" y="2010"/>
                  <a:pt x="30382" y="2011"/>
                  <a:pt x="30362" y="2011"/>
                </a:cubicBezTo>
                <a:lnTo>
                  <a:pt x="304" y="2011"/>
                </a:lnTo>
                <a:cubicBezTo>
                  <a:pt x="285" y="2011"/>
                  <a:pt x="265" y="2010"/>
                  <a:pt x="245" y="2006"/>
                </a:cubicBezTo>
                <a:cubicBezTo>
                  <a:pt x="226" y="2002"/>
                  <a:pt x="207" y="1996"/>
                  <a:pt x="188" y="1988"/>
                </a:cubicBezTo>
                <a:cubicBezTo>
                  <a:pt x="170" y="1981"/>
                  <a:pt x="152" y="1971"/>
                  <a:pt x="135" y="1960"/>
                </a:cubicBezTo>
                <a:cubicBezTo>
                  <a:pt x="119" y="1949"/>
                  <a:pt x="103" y="1936"/>
                  <a:pt x="89" y="1922"/>
                </a:cubicBezTo>
                <a:cubicBezTo>
                  <a:pt x="75" y="1908"/>
                  <a:pt x="63" y="1893"/>
                  <a:pt x="52" y="1876"/>
                </a:cubicBezTo>
                <a:cubicBezTo>
                  <a:pt x="40" y="1860"/>
                  <a:pt x="31" y="1842"/>
                  <a:pt x="23" y="1824"/>
                </a:cubicBezTo>
                <a:cubicBezTo>
                  <a:pt x="16" y="1805"/>
                  <a:pt x="10" y="1786"/>
                  <a:pt x="6" y="1767"/>
                </a:cubicBezTo>
                <a:cubicBezTo>
                  <a:pt x="2" y="1747"/>
                  <a:pt x="0" y="1727"/>
                  <a:pt x="0" y="1707"/>
                </a:cubicBezTo>
                <a:close/>
              </a:path>
            </a:pathLst>
          </a:custGeom>
          <a:solidFill>
            <a:srgbClr val="2D2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599" name=""/>
          <p:cNvSpPr/>
          <p:nvPr/>
        </p:nvSpPr>
        <p:spPr>
          <a:xfrm>
            <a:off x="576000" y="2766960"/>
            <a:ext cx="11039760" cy="723960"/>
          </a:xfrm>
          <a:custGeom>
            <a:avLst/>
            <a:gdLst/>
            <a:ahLst/>
            <a:rect l="0" t="0" r="r" b="b"/>
            <a:pathLst>
              <a:path w="30666" h="2011">
                <a:moveTo>
                  <a:pt x="0" y="1707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7"/>
                </a:cubicBezTo>
                <a:cubicBezTo>
                  <a:pt x="31" y="169"/>
                  <a:pt x="40" y="151"/>
                  <a:pt x="52" y="135"/>
                </a:cubicBezTo>
                <a:cubicBezTo>
                  <a:pt x="63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70" y="30"/>
                  <a:pt x="188" y="23"/>
                </a:cubicBezTo>
                <a:cubicBezTo>
                  <a:pt x="207" y="15"/>
                  <a:pt x="226" y="9"/>
                  <a:pt x="245" y="5"/>
                </a:cubicBezTo>
                <a:cubicBezTo>
                  <a:pt x="265" y="2"/>
                  <a:pt x="285" y="0"/>
                  <a:pt x="304" y="0"/>
                </a:cubicBezTo>
                <a:lnTo>
                  <a:pt x="30362" y="0"/>
                </a:lnTo>
                <a:cubicBezTo>
                  <a:pt x="30382" y="0"/>
                  <a:pt x="30402" y="2"/>
                  <a:pt x="30422" y="5"/>
                </a:cubicBezTo>
                <a:cubicBezTo>
                  <a:pt x="30441" y="9"/>
                  <a:pt x="30460" y="15"/>
                  <a:pt x="30479" y="23"/>
                </a:cubicBezTo>
                <a:cubicBezTo>
                  <a:pt x="30497" y="30"/>
                  <a:pt x="30515" y="40"/>
                  <a:pt x="30531" y="51"/>
                </a:cubicBezTo>
                <a:cubicBezTo>
                  <a:pt x="30548" y="62"/>
                  <a:pt x="30563" y="75"/>
                  <a:pt x="30577" y="89"/>
                </a:cubicBezTo>
                <a:cubicBezTo>
                  <a:pt x="30591" y="103"/>
                  <a:pt x="30604" y="118"/>
                  <a:pt x="30615" y="135"/>
                </a:cubicBezTo>
                <a:cubicBezTo>
                  <a:pt x="30626" y="151"/>
                  <a:pt x="30636" y="169"/>
                  <a:pt x="30643" y="187"/>
                </a:cubicBezTo>
                <a:cubicBezTo>
                  <a:pt x="30651" y="206"/>
                  <a:pt x="30657" y="225"/>
                  <a:pt x="30661" y="245"/>
                </a:cubicBezTo>
                <a:cubicBezTo>
                  <a:pt x="30664" y="264"/>
                  <a:pt x="30666" y="284"/>
                  <a:pt x="30666" y="304"/>
                </a:cubicBezTo>
                <a:lnTo>
                  <a:pt x="30666" y="1707"/>
                </a:lnTo>
                <a:cubicBezTo>
                  <a:pt x="30666" y="1727"/>
                  <a:pt x="30664" y="1747"/>
                  <a:pt x="30661" y="1767"/>
                </a:cubicBezTo>
                <a:cubicBezTo>
                  <a:pt x="30657" y="1786"/>
                  <a:pt x="30651" y="1805"/>
                  <a:pt x="30643" y="1824"/>
                </a:cubicBezTo>
                <a:cubicBezTo>
                  <a:pt x="30636" y="1842"/>
                  <a:pt x="30626" y="1860"/>
                  <a:pt x="30615" y="1876"/>
                </a:cubicBezTo>
                <a:cubicBezTo>
                  <a:pt x="30604" y="1893"/>
                  <a:pt x="30591" y="1908"/>
                  <a:pt x="30577" y="1922"/>
                </a:cubicBezTo>
                <a:cubicBezTo>
                  <a:pt x="30563" y="1936"/>
                  <a:pt x="30548" y="1949"/>
                  <a:pt x="30531" y="1960"/>
                </a:cubicBezTo>
                <a:cubicBezTo>
                  <a:pt x="30515" y="1971"/>
                  <a:pt x="30497" y="1981"/>
                  <a:pt x="30479" y="1988"/>
                </a:cubicBezTo>
                <a:cubicBezTo>
                  <a:pt x="30460" y="1996"/>
                  <a:pt x="30441" y="2002"/>
                  <a:pt x="30422" y="2006"/>
                </a:cubicBezTo>
                <a:cubicBezTo>
                  <a:pt x="30402" y="2010"/>
                  <a:pt x="30382" y="2011"/>
                  <a:pt x="30362" y="2011"/>
                </a:cubicBezTo>
                <a:lnTo>
                  <a:pt x="304" y="2011"/>
                </a:lnTo>
                <a:cubicBezTo>
                  <a:pt x="285" y="2011"/>
                  <a:pt x="265" y="2010"/>
                  <a:pt x="245" y="2006"/>
                </a:cubicBezTo>
                <a:cubicBezTo>
                  <a:pt x="226" y="2002"/>
                  <a:pt x="207" y="1996"/>
                  <a:pt x="188" y="1988"/>
                </a:cubicBezTo>
                <a:cubicBezTo>
                  <a:pt x="170" y="1981"/>
                  <a:pt x="152" y="1971"/>
                  <a:pt x="135" y="1960"/>
                </a:cubicBezTo>
                <a:cubicBezTo>
                  <a:pt x="119" y="1949"/>
                  <a:pt x="103" y="1936"/>
                  <a:pt x="89" y="1922"/>
                </a:cubicBezTo>
                <a:cubicBezTo>
                  <a:pt x="75" y="1908"/>
                  <a:pt x="63" y="1893"/>
                  <a:pt x="52" y="1876"/>
                </a:cubicBezTo>
                <a:cubicBezTo>
                  <a:pt x="40" y="1860"/>
                  <a:pt x="31" y="1842"/>
                  <a:pt x="23" y="1824"/>
                </a:cubicBezTo>
                <a:cubicBezTo>
                  <a:pt x="16" y="1805"/>
                  <a:pt x="10" y="1786"/>
                  <a:pt x="6" y="1767"/>
                </a:cubicBezTo>
                <a:cubicBezTo>
                  <a:pt x="2" y="1747"/>
                  <a:pt x="0" y="1727"/>
                  <a:pt x="0" y="170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00" name=""/>
          <p:cNvSpPr/>
          <p:nvPr/>
        </p:nvSpPr>
        <p:spPr>
          <a:xfrm>
            <a:off x="414360" y="3831120"/>
            <a:ext cx="11363400" cy="1832400"/>
          </a:xfrm>
          <a:custGeom>
            <a:avLst/>
            <a:gdLst/>
            <a:ahLst/>
            <a:rect l="0" t="0" r="r" b="b"/>
            <a:pathLst>
              <a:path w="31565" h="5090">
                <a:moveTo>
                  <a:pt x="436" y="682"/>
                </a:moveTo>
                <a:lnTo>
                  <a:pt x="436" y="4255"/>
                </a:lnTo>
                <a:cubicBezTo>
                  <a:pt x="436" y="4297"/>
                  <a:pt x="444" y="4337"/>
                  <a:pt x="460" y="4376"/>
                </a:cubicBezTo>
                <a:cubicBezTo>
                  <a:pt x="476" y="4415"/>
                  <a:pt x="499" y="4449"/>
                  <a:pt x="529" y="4479"/>
                </a:cubicBezTo>
                <a:cubicBezTo>
                  <a:pt x="559" y="4509"/>
                  <a:pt x="593" y="4532"/>
                  <a:pt x="632" y="4548"/>
                </a:cubicBezTo>
                <a:cubicBezTo>
                  <a:pt x="671" y="4564"/>
                  <a:pt x="711" y="4572"/>
                  <a:pt x="753" y="4572"/>
                </a:cubicBezTo>
                <a:lnTo>
                  <a:pt x="30811" y="4572"/>
                </a:lnTo>
                <a:cubicBezTo>
                  <a:pt x="30853" y="4572"/>
                  <a:pt x="30894" y="4564"/>
                  <a:pt x="30933" y="4548"/>
                </a:cubicBezTo>
                <a:cubicBezTo>
                  <a:pt x="30972" y="4532"/>
                  <a:pt x="31006" y="4509"/>
                  <a:pt x="31036" y="4479"/>
                </a:cubicBezTo>
                <a:cubicBezTo>
                  <a:pt x="31065" y="4449"/>
                  <a:pt x="31088" y="4415"/>
                  <a:pt x="31104" y="4376"/>
                </a:cubicBezTo>
                <a:cubicBezTo>
                  <a:pt x="31121" y="4337"/>
                  <a:pt x="31129" y="4297"/>
                  <a:pt x="31129" y="4255"/>
                </a:cubicBezTo>
                <a:lnTo>
                  <a:pt x="31129" y="682"/>
                </a:lnTo>
                <a:cubicBezTo>
                  <a:pt x="31129" y="640"/>
                  <a:pt x="31121" y="599"/>
                  <a:pt x="31104" y="560"/>
                </a:cubicBezTo>
                <a:cubicBezTo>
                  <a:pt x="31088" y="521"/>
                  <a:pt x="31065" y="487"/>
                  <a:pt x="31036" y="457"/>
                </a:cubicBezTo>
                <a:cubicBezTo>
                  <a:pt x="31006" y="427"/>
                  <a:pt x="30972" y="404"/>
                  <a:pt x="30933" y="388"/>
                </a:cubicBezTo>
                <a:cubicBezTo>
                  <a:pt x="30894" y="372"/>
                  <a:pt x="30853" y="364"/>
                  <a:pt x="30811" y="364"/>
                </a:cubicBezTo>
                <a:lnTo>
                  <a:pt x="753" y="364"/>
                </a:lnTo>
                <a:cubicBezTo>
                  <a:pt x="711" y="364"/>
                  <a:pt x="671" y="372"/>
                  <a:pt x="632" y="388"/>
                </a:cubicBezTo>
                <a:cubicBezTo>
                  <a:pt x="593" y="404"/>
                  <a:pt x="559" y="427"/>
                  <a:pt x="529" y="457"/>
                </a:cubicBezTo>
                <a:cubicBezTo>
                  <a:pt x="499" y="487"/>
                  <a:pt x="476" y="521"/>
                  <a:pt x="460" y="560"/>
                </a:cubicBezTo>
                <a:cubicBezTo>
                  <a:pt x="444" y="599"/>
                  <a:pt x="436" y="640"/>
                  <a:pt x="436" y="682"/>
                </a:cubicBezTo>
                <a:moveTo>
                  <a:pt x="0" y="0"/>
                </a:moveTo>
                <a:lnTo>
                  <a:pt x="31565" y="0"/>
                </a:lnTo>
                <a:lnTo>
                  <a:pt x="31565" y="5090"/>
                </a:lnTo>
                <a:lnTo>
                  <a:pt x="0" y="5090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601" name=""/>
          <p:cNvSpPr/>
          <p:nvPr/>
        </p:nvSpPr>
        <p:spPr>
          <a:xfrm>
            <a:off x="580680" y="3971880"/>
            <a:ext cx="11030400" cy="1495800"/>
          </a:xfrm>
          <a:custGeom>
            <a:avLst/>
            <a:gdLst/>
            <a:ahLst/>
            <a:rect l="0" t="0" r="r" b="b"/>
            <a:pathLst>
              <a:path w="30640" h="4155">
                <a:moveTo>
                  <a:pt x="0" y="3864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8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4"/>
                  <a:pt x="216" y="9"/>
                  <a:pt x="235" y="5"/>
                </a:cubicBezTo>
                <a:cubicBezTo>
                  <a:pt x="253" y="1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1"/>
                  <a:pt x="30406" y="5"/>
                </a:cubicBezTo>
                <a:cubicBezTo>
                  <a:pt x="30425" y="9"/>
                  <a:pt x="30443" y="14"/>
                  <a:pt x="30461" y="22"/>
                </a:cubicBezTo>
                <a:cubicBezTo>
                  <a:pt x="30478" y="29"/>
                  <a:pt x="30495" y="38"/>
                  <a:pt x="30511" y="49"/>
                </a:cubicBezTo>
                <a:cubicBezTo>
                  <a:pt x="30527" y="59"/>
                  <a:pt x="30541" y="71"/>
                  <a:pt x="30555" y="85"/>
                </a:cubicBezTo>
                <a:cubicBezTo>
                  <a:pt x="30568" y="98"/>
                  <a:pt x="30581" y="113"/>
                  <a:pt x="30591" y="129"/>
                </a:cubicBezTo>
                <a:cubicBezTo>
                  <a:pt x="30602" y="145"/>
                  <a:pt x="30611" y="162"/>
                  <a:pt x="30618" y="179"/>
                </a:cubicBezTo>
                <a:cubicBezTo>
                  <a:pt x="30625" y="197"/>
                  <a:pt x="30631" y="215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3864"/>
                </a:lnTo>
                <a:cubicBezTo>
                  <a:pt x="30640" y="3883"/>
                  <a:pt x="30638" y="3902"/>
                  <a:pt x="30635" y="3920"/>
                </a:cubicBezTo>
                <a:cubicBezTo>
                  <a:pt x="30631" y="3939"/>
                  <a:pt x="30625" y="3957"/>
                  <a:pt x="30618" y="3975"/>
                </a:cubicBezTo>
                <a:cubicBezTo>
                  <a:pt x="30611" y="3993"/>
                  <a:pt x="30602" y="4009"/>
                  <a:pt x="30591" y="4025"/>
                </a:cubicBezTo>
                <a:cubicBezTo>
                  <a:pt x="30581" y="4041"/>
                  <a:pt x="30568" y="4056"/>
                  <a:pt x="30555" y="4069"/>
                </a:cubicBezTo>
                <a:cubicBezTo>
                  <a:pt x="30541" y="4083"/>
                  <a:pt x="30527" y="4095"/>
                  <a:pt x="30511" y="4106"/>
                </a:cubicBezTo>
                <a:cubicBezTo>
                  <a:pt x="30495" y="4116"/>
                  <a:pt x="30478" y="4125"/>
                  <a:pt x="30461" y="4132"/>
                </a:cubicBezTo>
                <a:cubicBezTo>
                  <a:pt x="30443" y="4140"/>
                  <a:pt x="30425" y="4145"/>
                  <a:pt x="30406" y="4149"/>
                </a:cubicBezTo>
                <a:cubicBezTo>
                  <a:pt x="30387" y="4153"/>
                  <a:pt x="30368" y="4155"/>
                  <a:pt x="30349" y="4155"/>
                </a:cubicBezTo>
                <a:lnTo>
                  <a:pt x="291" y="4155"/>
                </a:lnTo>
                <a:cubicBezTo>
                  <a:pt x="272" y="4155"/>
                  <a:pt x="253" y="4153"/>
                  <a:pt x="235" y="4149"/>
                </a:cubicBezTo>
                <a:cubicBezTo>
                  <a:pt x="216" y="4145"/>
                  <a:pt x="198" y="4140"/>
                  <a:pt x="180" y="4132"/>
                </a:cubicBezTo>
                <a:cubicBezTo>
                  <a:pt x="162" y="4125"/>
                  <a:pt x="146" y="4116"/>
                  <a:pt x="130" y="4106"/>
                </a:cubicBezTo>
                <a:cubicBezTo>
                  <a:pt x="114" y="4095"/>
                  <a:pt x="99" y="4083"/>
                  <a:pt x="86" y="4069"/>
                </a:cubicBezTo>
                <a:cubicBezTo>
                  <a:pt x="72" y="4056"/>
                  <a:pt x="60" y="4041"/>
                  <a:pt x="50" y="4025"/>
                </a:cubicBezTo>
                <a:cubicBezTo>
                  <a:pt x="39" y="4009"/>
                  <a:pt x="30" y="3993"/>
                  <a:pt x="23" y="3975"/>
                </a:cubicBezTo>
                <a:cubicBezTo>
                  <a:pt x="15" y="3957"/>
                  <a:pt x="10" y="3939"/>
                  <a:pt x="6" y="3920"/>
                </a:cubicBezTo>
                <a:cubicBezTo>
                  <a:pt x="2" y="3902"/>
                  <a:pt x="0" y="3883"/>
                  <a:pt x="0" y="3864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02" name=""/>
          <p:cNvSpPr/>
          <p:nvPr/>
        </p:nvSpPr>
        <p:spPr>
          <a:xfrm>
            <a:off x="580680" y="3971880"/>
            <a:ext cx="11030400" cy="1495800"/>
          </a:xfrm>
          <a:custGeom>
            <a:avLst/>
            <a:gdLst/>
            <a:ahLst/>
            <a:rect l="0" t="0" r="r" b="b"/>
            <a:pathLst>
              <a:path w="30640" h="4155">
                <a:moveTo>
                  <a:pt x="0" y="3864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8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4"/>
                  <a:pt x="216" y="9"/>
                  <a:pt x="235" y="5"/>
                </a:cubicBezTo>
                <a:cubicBezTo>
                  <a:pt x="253" y="1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1"/>
                  <a:pt x="30406" y="5"/>
                </a:cubicBezTo>
                <a:cubicBezTo>
                  <a:pt x="30425" y="9"/>
                  <a:pt x="30443" y="14"/>
                  <a:pt x="30461" y="22"/>
                </a:cubicBezTo>
                <a:cubicBezTo>
                  <a:pt x="30478" y="29"/>
                  <a:pt x="30495" y="38"/>
                  <a:pt x="30511" y="49"/>
                </a:cubicBezTo>
                <a:cubicBezTo>
                  <a:pt x="30527" y="59"/>
                  <a:pt x="30541" y="71"/>
                  <a:pt x="30555" y="85"/>
                </a:cubicBezTo>
                <a:cubicBezTo>
                  <a:pt x="30568" y="98"/>
                  <a:pt x="30581" y="113"/>
                  <a:pt x="30591" y="129"/>
                </a:cubicBezTo>
                <a:cubicBezTo>
                  <a:pt x="30602" y="145"/>
                  <a:pt x="30611" y="162"/>
                  <a:pt x="30618" y="179"/>
                </a:cubicBezTo>
                <a:cubicBezTo>
                  <a:pt x="30625" y="197"/>
                  <a:pt x="30631" y="215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3864"/>
                </a:lnTo>
                <a:cubicBezTo>
                  <a:pt x="30640" y="3883"/>
                  <a:pt x="30638" y="3902"/>
                  <a:pt x="30635" y="3920"/>
                </a:cubicBezTo>
                <a:cubicBezTo>
                  <a:pt x="30631" y="3939"/>
                  <a:pt x="30625" y="3957"/>
                  <a:pt x="30618" y="3975"/>
                </a:cubicBezTo>
                <a:cubicBezTo>
                  <a:pt x="30611" y="3993"/>
                  <a:pt x="30602" y="4009"/>
                  <a:pt x="30591" y="4025"/>
                </a:cubicBezTo>
                <a:cubicBezTo>
                  <a:pt x="30581" y="4041"/>
                  <a:pt x="30568" y="4056"/>
                  <a:pt x="30555" y="4069"/>
                </a:cubicBezTo>
                <a:cubicBezTo>
                  <a:pt x="30541" y="4083"/>
                  <a:pt x="30527" y="4095"/>
                  <a:pt x="30511" y="4106"/>
                </a:cubicBezTo>
                <a:cubicBezTo>
                  <a:pt x="30495" y="4116"/>
                  <a:pt x="30478" y="4125"/>
                  <a:pt x="30461" y="4132"/>
                </a:cubicBezTo>
                <a:cubicBezTo>
                  <a:pt x="30443" y="4140"/>
                  <a:pt x="30425" y="4145"/>
                  <a:pt x="30406" y="4149"/>
                </a:cubicBezTo>
                <a:cubicBezTo>
                  <a:pt x="30387" y="4153"/>
                  <a:pt x="30368" y="4155"/>
                  <a:pt x="30349" y="4155"/>
                </a:cubicBezTo>
                <a:lnTo>
                  <a:pt x="291" y="4155"/>
                </a:lnTo>
                <a:cubicBezTo>
                  <a:pt x="272" y="4155"/>
                  <a:pt x="253" y="4153"/>
                  <a:pt x="235" y="4149"/>
                </a:cubicBezTo>
                <a:cubicBezTo>
                  <a:pt x="216" y="4145"/>
                  <a:pt x="198" y="4140"/>
                  <a:pt x="180" y="4132"/>
                </a:cubicBezTo>
                <a:cubicBezTo>
                  <a:pt x="162" y="4125"/>
                  <a:pt x="146" y="4116"/>
                  <a:pt x="130" y="4106"/>
                </a:cubicBezTo>
                <a:cubicBezTo>
                  <a:pt x="114" y="4095"/>
                  <a:pt x="99" y="4083"/>
                  <a:pt x="86" y="4069"/>
                </a:cubicBezTo>
                <a:cubicBezTo>
                  <a:pt x="72" y="4056"/>
                  <a:pt x="60" y="4041"/>
                  <a:pt x="50" y="4025"/>
                </a:cubicBezTo>
                <a:cubicBezTo>
                  <a:pt x="39" y="4009"/>
                  <a:pt x="30" y="3993"/>
                  <a:pt x="23" y="3975"/>
                </a:cubicBezTo>
                <a:cubicBezTo>
                  <a:pt x="15" y="3957"/>
                  <a:pt x="10" y="3939"/>
                  <a:pt x="6" y="3920"/>
                </a:cubicBezTo>
                <a:cubicBezTo>
                  <a:pt x="2" y="3902"/>
                  <a:pt x="0" y="3883"/>
                  <a:pt x="0" y="3864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03" name=""/>
          <p:cNvSpPr/>
          <p:nvPr/>
        </p:nvSpPr>
        <p:spPr>
          <a:xfrm>
            <a:off x="610920" y="1460160"/>
            <a:ext cx="397440" cy="317880"/>
          </a:xfrm>
          <a:custGeom>
            <a:avLst/>
            <a:gdLst/>
            <a:ahLst/>
            <a:rect l="0" t="0" r="r" b="b"/>
            <a:pathLst>
              <a:path w="1104" h="883">
                <a:moveTo>
                  <a:pt x="83" y="0"/>
                </a:moveTo>
                <a:lnTo>
                  <a:pt x="185" y="210"/>
                </a:lnTo>
                <a:lnTo>
                  <a:pt x="364" y="210"/>
                </a:lnTo>
                <a:lnTo>
                  <a:pt x="262" y="0"/>
                </a:lnTo>
                <a:lnTo>
                  <a:pt x="385" y="0"/>
                </a:lnTo>
                <a:lnTo>
                  <a:pt x="487" y="210"/>
                </a:lnTo>
                <a:lnTo>
                  <a:pt x="666" y="210"/>
                </a:lnTo>
                <a:lnTo>
                  <a:pt x="564" y="0"/>
                </a:lnTo>
                <a:lnTo>
                  <a:pt x="687" y="0"/>
                </a:lnTo>
                <a:lnTo>
                  <a:pt x="788" y="210"/>
                </a:lnTo>
                <a:lnTo>
                  <a:pt x="968" y="210"/>
                </a:lnTo>
                <a:lnTo>
                  <a:pt x="866" y="0"/>
                </a:lnTo>
                <a:lnTo>
                  <a:pt x="1020" y="0"/>
                </a:lnTo>
                <a:cubicBezTo>
                  <a:pt x="1042" y="0"/>
                  <a:pt x="1062" y="9"/>
                  <a:pt x="1079" y="25"/>
                </a:cubicBezTo>
                <a:cubicBezTo>
                  <a:pt x="1095" y="42"/>
                  <a:pt x="1104" y="61"/>
                  <a:pt x="1104" y="83"/>
                </a:cubicBezTo>
                <a:lnTo>
                  <a:pt x="1104" y="801"/>
                </a:lnTo>
                <a:cubicBezTo>
                  <a:pt x="1104" y="823"/>
                  <a:pt x="1095" y="842"/>
                  <a:pt x="1079" y="859"/>
                </a:cubicBezTo>
                <a:cubicBezTo>
                  <a:pt x="1062" y="875"/>
                  <a:pt x="1042" y="883"/>
                  <a:pt x="1020" y="883"/>
                </a:cubicBezTo>
                <a:lnTo>
                  <a:pt x="83" y="883"/>
                </a:lnTo>
                <a:cubicBezTo>
                  <a:pt x="61" y="883"/>
                  <a:pt x="42" y="875"/>
                  <a:pt x="25" y="859"/>
                </a:cubicBezTo>
                <a:cubicBezTo>
                  <a:pt x="9" y="842"/>
                  <a:pt x="0" y="823"/>
                  <a:pt x="0" y="801"/>
                </a:cubicBezTo>
                <a:lnTo>
                  <a:pt x="0" y="83"/>
                </a:lnTo>
                <a:cubicBezTo>
                  <a:pt x="0" y="61"/>
                  <a:pt x="9" y="42"/>
                  <a:pt x="25" y="25"/>
                </a:cubicBezTo>
                <a:cubicBezTo>
                  <a:pt x="42" y="9"/>
                  <a:pt x="61" y="0"/>
                  <a:pt x="83" y="0"/>
                </a:cubicBezTo>
                <a:moveTo>
                  <a:pt x="83" y="293"/>
                </a:moveTo>
                <a:lnTo>
                  <a:pt x="83" y="801"/>
                </a:lnTo>
                <a:lnTo>
                  <a:pt x="1020" y="801"/>
                </a:lnTo>
                <a:lnTo>
                  <a:pt x="1020" y="293"/>
                </a:lnTo>
                <a:lnTo>
                  <a:pt x="83" y="293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04" name=""/>
          <p:cNvSpPr/>
          <p:nvPr/>
        </p:nvSpPr>
        <p:spPr>
          <a:xfrm>
            <a:off x="631800" y="2327040"/>
            <a:ext cx="271800" cy="241560"/>
          </a:xfrm>
          <a:custGeom>
            <a:avLst/>
            <a:gdLst/>
            <a:ahLst/>
            <a:rect l="0" t="0" r="r" b="b"/>
            <a:pathLst>
              <a:path w="755" h="671">
                <a:moveTo>
                  <a:pt x="0" y="409"/>
                </a:moveTo>
                <a:lnTo>
                  <a:pt x="0" y="346"/>
                </a:lnTo>
                <a:lnTo>
                  <a:pt x="315" y="346"/>
                </a:lnTo>
                <a:lnTo>
                  <a:pt x="315" y="409"/>
                </a:lnTo>
                <a:lnTo>
                  <a:pt x="0" y="409"/>
                </a:lnTo>
                <a:moveTo>
                  <a:pt x="0" y="236"/>
                </a:moveTo>
                <a:lnTo>
                  <a:pt x="0" y="173"/>
                </a:lnTo>
                <a:lnTo>
                  <a:pt x="493" y="173"/>
                </a:lnTo>
                <a:lnTo>
                  <a:pt x="493" y="236"/>
                </a:lnTo>
                <a:lnTo>
                  <a:pt x="0" y="236"/>
                </a:lnTo>
                <a:moveTo>
                  <a:pt x="0" y="63"/>
                </a:moveTo>
                <a:lnTo>
                  <a:pt x="0" y="0"/>
                </a:lnTo>
                <a:lnTo>
                  <a:pt x="493" y="0"/>
                </a:lnTo>
                <a:lnTo>
                  <a:pt x="493" y="63"/>
                </a:lnTo>
                <a:lnTo>
                  <a:pt x="0" y="63"/>
                </a:lnTo>
                <a:moveTo>
                  <a:pt x="378" y="671"/>
                </a:moveTo>
                <a:lnTo>
                  <a:pt x="378" y="542"/>
                </a:lnTo>
                <a:lnTo>
                  <a:pt x="609" y="311"/>
                </a:lnTo>
                <a:cubicBezTo>
                  <a:pt x="615" y="305"/>
                  <a:pt x="622" y="300"/>
                  <a:pt x="630" y="298"/>
                </a:cubicBezTo>
                <a:cubicBezTo>
                  <a:pt x="638" y="295"/>
                  <a:pt x="645" y="293"/>
                  <a:pt x="653" y="293"/>
                </a:cubicBezTo>
                <a:cubicBezTo>
                  <a:pt x="661" y="293"/>
                  <a:pt x="669" y="295"/>
                  <a:pt x="677" y="298"/>
                </a:cubicBezTo>
                <a:cubicBezTo>
                  <a:pt x="685" y="301"/>
                  <a:pt x="692" y="306"/>
                  <a:pt x="698" y="312"/>
                </a:cubicBezTo>
                <a:lnTo>
                  <a:pt x="737" y="351"/>
                </a:lnTo>
                <a:cubicBezTo>
                  <a:pt x="743" y="357"/>
                  <a:pt x="748" y="364"/>
                  <a:pt x="750" y="372"/>
                </a:cubicBezTo>
                <a:cubicBezTo>
                  <a:pt x="753" y="380"/>
                  <a:pt x="755" y="387"/>
                  <a:pt x="755" y="395"/>
                </a:cubicBezTo>
                <a:cubicBezTo>
                  <a:pt x="755" y="403"/>
                  <a:pt x="753" y="411"/>
                  <a:pt x="750" y="419"/>
                </a:cubicBezTo>
                <a:cubicBezTo>
                  <a:pt x="747" y="427"/>
                  <a:pt x="742" y="434"/>
                  <a:pt x="736" y="440"/>
                </a:cubicBezTo>
                <a:lnTo>
                  <a:pt x="506" y="671"/>
                </a:lnTo>
                <a:lnTo>
                  <a:pt x="378" y="671"/>
                </a:lnTo>
                <a:moveTo>
                  <a:pt x="440" y="609"/>
                </a:moveTo>
                <a:lnTo>
                  <a:pt x="480" y="609"/>
                </a:lnTo>
                <a:lnTo>
                  <a:pt x="607" y="480"/>
                </a:lnTo>
                <a:lnTo>
                  <a:pt x="588" y="460"/>
                </a:lnTo>
                <a:lnTo>
                  <a:pt x="568" y="441"/>
                </a:lnTo>
                <a:lnTo>
                  <a:pt x="440" y="568"/>
                </a:lnTo>
                <a:lnTo>
                  <a:pt x="440" y="609"/>
                </a:lnTo>
                <a:moveTo>
                  <a:pt x="588" y="460"/>
                </a:moveTo>
                <a:lnTo>
                  <a:pt x="568" y="441"/>
                </a:lnTo>
                <a:lnTo>
                  <a:pt x="607" y="480"/>
                </a:lnTo>
                <a:lnTo>
                  <a:pt x="588" y="460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05" name=""/>
          <p:cNvSpPr txBox="1"/>
          <p:nvPr/>
        </p:nvSpPr>
        <p:spPr>
          <a:xfrm>
            <a:off x="1047600" y="1529640"/>
            <a:ext cx="550764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デモ 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Phase 2: 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構成 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&amp; 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コピー生成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06" name=""/>
          <p:cNvSpPr txBox="1"/>
          <p:nvPr/>
        </p:nvSpPr>
        <p:spPr>
          <a:xfrm>
            <a:off x="933480" y="2456640"/>
            <a:ext cx="35161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キャッチコピーと構成（</a:t>
            </a:r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Gemini 3 Pro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07" name=""/>
          <p:cNvSpPr txBox="1"/>
          <p:nvPr/>
        </p:nvSpPr>
        <p:spPr>
          <a:xfrm>
            <a:off x="752400" y="2946240"/>
            <a:ext cx="41155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「未来的で落ち着くコーヒーショップのキャッチコピーと、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08" name=""/>
          <p:cNvSpPr txBox="1"/>
          <p:nvPr/>
        </p:nvSpPr>
        <p:spPr>
          <a:xfrm>
            <a:off x="752400" y="3168720"/>
            <a:ext cx="1836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LP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09" name=""/>
          <p:cNvSpPr txBox="1"/>
          <p:nvPr/>
        </p:nvSpPr>
        <p:spPr>
          <a:xfrm>
            <a:off x="935280" y="3165480"/>
            <a:ext cx="198180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のセクション構成を考えて（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10" name=""/>
          <p:cNvSpPr txBox="1"/>
          <p:nvPr/>
        </p:nvSpPr>
        <p:spPr>
          <a:xfrm>
            <a:off x="2916720" y="3168720"/>
            <a:ext cx="10980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Gemini 3 Pro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11" name=""/>
          <p:cNvSpPr txBox="1"/>
          <p:nvPr/>
        </p:nvSpPr>
        <p:spPr>
          <a:xfrm>
            <a:off x="4014000" y="3165480"/>
            <a:ext cx="30564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）」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12" name=""/>
          <p:cNvSpPr/>
          <p:nvPr/>
        </p:nvSpPr>
        <p:spPr>
          <a:xfrm>
            <a:off x="822240" y="4205160"/>
            <a:ext cx="256680" cy="181440"/>
          </a:xfrm>
          <a:custGeom>
            <a:avLst/>
            <a:gdLst/>
            <a:ahLst/>
            <a:rect l="0" t="0" r="r" b="b"/>
            <a:pathLst>
              <a:path w="713" h="504">
                <a:moveTo>
                  <a:pt x="92" y="504"/>
                </a:moveTo>
                <a:lnTo>
                  <a:pt x="190" y="334"/>
                </a:lnTo>
                <a:cubicBezTo>
                  <a:pt x="187" y="335"/>
                  <a:pt x="183" y="335"/>
                  <a:pt x="179" y="335"/>
                </a:cubicBezTo>
                <a:cubicBezTo>
                  <a:pt x="175" y="336"/>
                  <a:pt x="171" y="336"/>
                  <a:pt x="167" y="336"/>
                </a:cubicBezTo>
                <a:cubicBezTo>
                  <a:pt x="121" y="336"/>
                  <a:pt x="82" y="320"/>
                  <a:pt x="49" y="287"/>
                </a:cubicBezTo>
                <a:cubicBezTo>
                  <a:pt x="16" y="254"/>
                  <a:pt x="0" y="215"/>
                  <a:pt x="0" y="168"/>
                </a:cubicBezTo>
                <a:cubicBezTo>
                  <a:pt x="0" y="122"/>
                  <a:pt x="16" y="82"/>
                  <a:pt x="49" y="49"/>
                </a:cubicBezTo>
                <a:cubicBezTo>
                  <a:pt x="82" y="16"/>
                  <a:pt x="121" y="0"/>
                  <a:pt x="167" y="0"/>
                </a:cubicBezTo>
                <a:cubicBezTo>
                  <a:pt x="214" y="0"/>
                  <a:pt x="254" y="16"/>
                  <a:pt x="287" y="49"/>
                </a:cubicBezTo>
                <a:cubicBezTo>
                  <a:pt x="319" y="82"/>
                  <a:pt x="336" y="122"/>
                  <a:pt x="336" y="168"/>
                </a:cubicBezTo>
                <a:cubicBezTo>
                  <a:pt x="336" y="183"/>
                  <a:pt x="334" y="197"/>
                  <a:pt x="330" y="211"/>
                </a:cubicBezTo>
                <a:cubicBezTo>
                  <a:pt x="326" y="225"/>
                  <a:pt x="321" y="239"/>
                  <a:pt x="313" y="252"/>
                </a:cubicBezTo>
                <a:lnTo>
                  <a:pt x="167" y="504"/>
                </a:lnTo>
                <a:lnTo>
                  <a:pt x="92" y="504"/>
                </a:lnTo>
                <a:moveTo>
                  <a:pt x="470" y="504"/>
                </a:moveTo>
                <a:lnTo>
                  <a:pt x="568" y="334"/>
                </a:lnTo>
                <a:cubicBezTo>
                  <a:pt x="565" y="335"/>
                  <a:pt x="561" y="335"/>
                  <a:pt x="557" y="335"/>
                </a:cubicBezTo>
                <a:cubicBezTo>
                  <a:pt x="553" y="336"/>
                  <a:pt x="549" y="336"/>
                  <a:pt x="545" y="336"/>
                </a:cubicBezTo>
                <a:cubicBezTo>
                  <a:pt x="499" y="336"/>
                  <a:pt x="460" y="320"/>
                  <a:pt x="427" y="287"/>
                </a:cubicBezTo>
                <a:cubicBezTo>
                  <a:pt x="394" y="254"/>
                  <a:pt x="378" y="215"/>
                  <a:pt x="378" y="168"/>
                </a:cubicBezTo>
                <a:cubicBezTo>
                  <a:pt x="378" y="122"/>
                  <a:pt x="394" y="82"/>
                  <a:pt x="427" y="49"/>
                </a:cubicBezTo>
                <a:cubicBezTo>
                  <a:pt x="460" y="16"/>
                  <a:pt x="499" y="0"/>
                  <a:pt x="545" y="0"/>
                </a:cubicBezTo>
                <a:cubicBezTo>
                  <a:pt x="591" y="0"/>
                  <a:pt x="631" y="16"/>
                  <a:pt x="664" y="49"/>
                </a:cubicBezTo>
                <a:cubicBezTo>
                  <a:pt x="696" y="82"/>
                  <a:pt x="713" y="122"/>
                  <a:pt x="713" y="168"/>
                </a:cubicBezTo>
                <a:cubicBezTo>
                  <a:pt x="713" y="183"/>
                  <a:pt x="711" y="197"/>
                  <a:pt x="707" y="211"/>
                </a:cubicBezTo>
                <a:cubicBezTo>
                  <a:pt x="703" y="225"/>
                  <a:pt x="698" y="239"/>
                  <a:pt x="690" y="252"/>
                </a:cubicBezTo>
                <a:lnTo>
                  <a:pt x="545" y="504"/>
                </a:lnTo>
                <a:lnTo>
                  <a:pt x="470" y="504"/>
                </a:lnTo>
                <a:moveTo>
                  <a:pt x="227" y="228"/>
                </a:moveTo>
                <a:cubicBezTo>
                  <a:pt x="244" y="211"/>
                  <a:pt x="252" y="191"/>
                  <a:pt x="252" y="168"/>
                </a:cubicBezTo>
                <a:cubicBezTo>
                  <a:pt x="252" y="145"/>
                  <a:pt x="244" y="126"/>
                  <a:pt x="227" y="108"/>
                </a:cubicBezTo>
                <a:cubicBezTo>
                  <a:pt x="211" y="92"/>
                  <a:pt x="190" y="84"/>
                  <a:pt x="167" y="84"/>
                </a:cubicBezTo>
                <a:cubicBezTo>
                  <a:pt x="144" y="84"/>
                  <a:pt x="125" y="92"/>
                  <a:pt x="108" y="108"/>
                </a:cubicBezTo>
                <a:cubicBezTo>
                  <a:pt x="92" y="126"/>
                  <a:pt x="84" y="145"/>
                  <a:pt x="84" y="168"/>
                </a:cubicBezTo>
                <a:cubicBezTo>
                  <a:pt x="84" y="191"/>
                  <a:pt x="92" y="211"/>
                  <a:pt x="108" y="228"/>
                </a:cubicBezTo>
                <a:cubicBezTo>
                  <a:pt x="125" y="244"/>
                  <a:pt x="144" y="252"/>
                  <a:pt x="167" y="252"/>
                </a:cubicBezTo>
                <a:cubicBezTo>
                  <a:pt x="190" y="252"/>
                  <a:pt x="211" y="244"/>
                  <a:pt x="227" y="228"/>
                </a:cubicBezTo>
                <a:moveTo>
                  <a:pt x="605" y="228"/>
                </a:moveTo>
                <a:cubicBezTo>
                  <a:pt x="621" y="211"/>
                  <a:pt x="629" y="191"/>
                  <a:pt x="629" y="168"/>
                </a:cubicBezTo>
                <a:cubicBezTo>
                  <a:pt x="629" y="145"/>
                  <a:pt x="621" y="126"/>
                  <a:pt x="605" y="108"/>
                </a:cubicBezTo>
                <a:cubicBezTo>
                  <a:pt x="588" y="92"/>
                  <a:pt x="568" y="84"/>
                  <a:pt x="545" y="84"/>
                </a:cubicBezTo>
                <a:cubicBezTo>
                  <a:pt x="522" y="84"/>
                  <a:pt x="503" y="92"/>
                  <a:pt x="486" y="108"/>
                </a:cubicBezTo>
                <a:cubicBezTo>
                  <a:pt x="470" y="126"/>
                  <a:pt x="462" y="145"/>
                  <a:pt x="462" y="168"/>
                </a:cubicBezTo>
                <a:cubicBezTo>
                  <a:pt x="462" y="191"/>
                  <a:pt x="470" y="211"/>
                  <a:pt x="486" y="228"/>
                </a:cubicBezTo>
                <a:cubicBezTo>
                  <a:pt x="503" y="244"/>
                  <a:pt x="522" y="252"/>
                  <a:pt x="545" y="252"/>
                </a:cubicBezTo>
                <a:cubicBezTo>
                  <a:pt x="568" y="252"/>
                  <a:pt x="588" y="244"/>
                  <a:pt x="605" y="228"/>
                </a:cubicBez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13" name=""/>
          <p:cNvSpPr txBox="1"/>
          <p:nvPr/>
        </p:nvSpPr>
        <p:spPr>
          <a:xfrm>
            <a:off x="5991120" y="3658320"/>
            <a:ext cx="2095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14" name=""/>
          <p:cNvSpPr/>
          <p:nvPr/>
        </p:nvSpPr>
        <p:spPr>
          <a:xfrm>
            <a:off x="792000" y="4775040"/>
            <a:ext cx="302040" cy="241560"/>
          </a:xfrm>
          <a:custGeom>
            <a:avLst/>
            <a:gdLst/>
            <a:ahLst/>
            <a:rect l="0" t="0" r="r" b="b"/>
            <a:pathLst>
              <a:path w="839" h="671">
                <a:moveTo>
                  <a:pt x="283" y="608"/>
                </a:moveTo>
                <a:lnTo>
                  <a:pt x="776" y="608"/>
                </a:lnTo>
                <a:lnTo>
                  <a:pt x="776" y="464"/>
                </a:lnTo>
                <a:lnTo>
                  <a:pt x="283" y="464"/>
                </a:lnTo>
                <a:lnTo>
                  <a:pt x="283" y="608"/>
                </a:lnTo>
                <a:moveTo>
                  <a:pt x="63" y="206"/>
                </a:moveTo>
                <a:lnTo>
                  <a:pt x="220" y="206"/>
                </a:lnTo>
                <a:lnTo>
                  <a:pt x="220" y="63"/>
                </a:lnTo>
                <a:lnTo>
                  <a:pt x="63" y="63"/>
                </a:lnTo>
                <a:lnTo>
                  <a:pt x="63" y="206"/>
                </a:lnTo>
                <a:moveTo>
                  <a:pt x="63" y="402"/>
                </a:moveTo>
                <a:lnTo>
                  <a:pt x="220" y="402"/>
                </a:lnTo>
                <a:lnTo>
                  <a:pt x="220" y="269"/>
                </a:lnTo>
                <a:lnTo>
                  <a:pt x="63" y="269"/>
                </a:lnTo>
                <a:lnTo>
                  <a:pt x="63" y="402"/>
                </a:lnTo>
                <a:moveTo>
                  <a:pt x="63" y="608"/>
                </a:moveTo>
                <a:lnTo>
                  <a:pt x="220" y="608"/>
                </a:lnTo>
                <a:lnTo>
                  <a:pt x="220" y="464"/>
                </a:lnTo>
                <a:lnTo>
                  <a:pt x="63" y="464"/>
                </a:lnTo>
                <a:lnTo>
                  <a:pt x="63" y="608"/>
                </a:lnTo>
                <a:moveTo>
                  <a:pt x="283" y="402"/>
                </a:moveTo>
                <a:lnTo>
                  <a:pt x="776" y="402"/>
                </a:lnTo>
                <a:lnTo>
                  <a:pt x="776" y="269"/>
                </a:lnTo>
                <a:lnTo>
                  <a:pt x="283" y="269"/>
                </a:lnTo>
                <a:lnTo>
                  <a:pt x="283" y="402"/>
                </a:lnTo>
                <a:moveTo>
                  <a:pt x="283" y="206"/>
                </a:moveTo>
                <a:lnTo>
                  <a:pt x="776" y="206"/>
                </a:lnTo>
                <a:lnTo>
                  <a:pt x="776" y="63"/>
                </a:lnTo>
                <a:lnTo>
                  <a:pt x="283" y="63"/>
                </a:lnTo>
                <a:lnTo>
                  <a:pt x="283" y="206"/>
                </a:lnTo>
                <a:moveTo>
                  <a:pt x="63" y="671"/>
                </a:moveTo>
                <a:cubicBezTo>
                  <a:pt x="46" y="671"/>
                  <a:pt x="31" y="665"/>
                  <a:pt x="19" y="652"/>
                </a:cubicBezTo>
                <a:cubicBezTo>
                  <a:pt x="6" y="640"/>
                  <a:pt x="0" y="625"/>
                  <a:pt x="0" y="608"/>
                </a:cubicBezTo>
                <a:lnTo>
                  <a:pt x="0" y="63"/>
                </a:lnTo>
                <a:cubicBezTo>
                  <a:pt x="0" y="46"/>
                  <a:pt x="6" y="31"/>
                  <a:pt x="19" y="19"/>
                </a:cubicBezTo>
                <a:cubicBezTo>
                  <a:pt x="31" y="6"/>
                  <a:pt x="46" y="0"/>
                  <a:pt x="63" y="0"/>
                </a:cubicBezTo>
                <a:lnTo>
                  <a:pt x="776" y="0"/>
                </a:lnTo>
                <a:cubicBezTo>
                  <a:pt x="793" y="0"/>
                  <a:pt x="807" y="6"/>
                  <a:pt x="820" y="19"/>
                </a:cubicBezTo>
                <a:cubicBezTo>
                  <a:pt x="833" y="31"/>
                  <a:pt x="839" y="46"/>
                  <a:pt x="839" y="63"/>
                </a:cubicBezTo>
                <a:lnTo>
                  <a:pt x="839" y="608"/>
                </a:lnTo>
                <a:cubicBezTo>
                  <a:pt x="839" y="625"/>
                  <a:pt x="833" y="640"/>
                  <a:pt x="820" y="652"/>
                </a:cubicBezTo>
                <a:cubicBezTo>
                  <a:pt x="807" y="665"/>
                  <a:pt x="793" y="671"/>
                  <a:pt x="776" y="671"/>
                </a:cubicBezTo>
                <a:lnTo>
                  <a:pt x="63" y="671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15" name=""/>
          <p:cNvSpPr txBox="1"/>
          <p:nvPr/>
        </p:nvSpPr>
        <p:spPr>
          <a:xfrm>
            <a:off x="1123920" y="4269960"/>
            <a:ext cx="6020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キャッチコピー：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「未来と伝統が溶け合う、至福の一杯」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16" name=""/>
          <p:cNvSpPr txBox="1"/>
          <p:nvPr/>
        </p:nvSpPr>
        <p:spPr>
          <a:xfrm>
            <a:off x="1123920" y="4870080"/>
            <a:ext cx="6771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セクション構成：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Hero → Concept → Menu → Access → Contact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17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32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21" name=""/>
          <p:cNvSpPr/>
          <p:nvPr/>
        </p:nvSpPr>
        <p:spPr>
          <a:xfrm>
            <a:off x="571320" y="2238120"/>
            <a:ext cx="11049480" cy="29160"/>
          </a:xfrm>
          <a:custGeom>
            <a:avLst/>
            <a:gdLst/>
            <a:ahLst/>
            <a:rect l="0" t="0" r="r" b="b"/>
            <a:pathLst>
              <a:path w="30693" h="81">
                <a:moveTo>
                  <a:pt x="0" y="0"/>
                </a:moveTo>
                <a:lnTo>
                  <a:pt x="30693" y="0"/>
                </a:lnTo>
                <a:lnTo>
                  <a:pt x="3069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22" name=""/>
          <p:cNvSpPr/>
          <p:nvPr/>
        </p:nvSpPr>
        <p:spPr>
          <a:xfrm>
            <a:off x="359640" y="2816280"/>
            <a:ext cx="11472840" cy="1606680"/>
          </a:xfrm>
          <a:custGeom>
            <a:avLst/>
            <a:gdLst/>
            <a:ahLst/>
            <a:rect l="0" t="0" r="r" b="b"/>
            <a:pathLst>
              <a:path w="31869" h="4463">
                <a:moveTo>
                  <a:pt x="614" y="802"/>
                </a:moveTo>
                <a:lnTo>
                  <a:pt x="614" y="3449"/>
                </a:lnTo>
                <a:cubicBezTo>
                  <a:pt x="614" y="3487"/>
                  <a:pt x="622" y="3524"/>
                  <a:pt x="637" y="3560"/>
                </a:cubicBezTo>
                <a:cubicBezTo>
                  <a:pt x="651" y="3596"/>
                  <a:pt x="672" y="3627"/>
                  <a:pt x="700" y="3655"/>
                </a:cubicBezTo>
                <a:cubicBezTo>
                  <a:pt x="727" y="3682"/>
                  <a:pt x="758" y="3703"/>
                  <a:pt x="794" y="3718"/>
                </a:cubicBezTo>
                <a:cubicBezTo>
                  <a:pt x="830" y="3732"/>
                  <a:pt x="867" y="3740"/>
                  <a:pt x="905" y="3740"/>
                </a:cubicBezTo>
                <a:lnTo>
                  <a:pt x="30963" y="3740"/>
                </a:lnTo>
                <a:cubicBezTo>
                  <a:pt x="31002" y="3740"/>
                  <a:pt x="31039" y="3732"/>
                  <a:pt x="31075" y="3718"/>
                </a:cubicBezTo>
                <a:cubicBezTo>
                  <a:pt x="31110" y="3703"/>
                  <a:pt x="31142" y="3682"/>
                  <a:pt x="31169" y="3655"/>
                </a:cubicBezTo>
                <a:cubicBezTo>
                  <a:pt x="31196" y="3627"/>
                  <a:pt x="31217" y="3596"/>
                  <a:pt x="31232" y="3560"/>
                </a:cubicBezTo>
                <a:cubicBezTo>
                  <a:pt x="31247" y="3524"/>
                  <a:pt x="31254" y="3487"/>
                  <a:pt x="31254" y="3449"/>
                </a:cubicBezTo>
                <a:lnTo>
                  <a:pt x="31254" y="802"/>
                </a:lnTo>
                <a:cubicBezTo>
                  <a:pt x="31254" y="763"/>
                  <a:pt x="31247" y="726"/>
                  <a:pt x="31232" y="691"/>
                </a:cubicBezTo>
                <a:cubicBezTo>
                  <a:pt x="31217" y="655"/>
                  <a:pt x="31196" y="623"/>
                  <a:pt x="31169" y="596"/>
                </a:cubicBezTo>
                <a:cubicBezTo>
                  <a:pt x="31142" y="569"/>
                  <a:pt x="31110" y="548"/>
                  <a:pt x="31075" y="533"/>
                </a:cubicBezTo>
                <a:cubicBezTo>
                  <a:pt x="31039" y="518"/>
                  <a:pt x="31002" y="511"/>
                  <a:pt x="30963" y="511"/>
                </a:cubicBezTo>
                <a:lnTo>
                  <a:pt x="905" y="511"/>
                </a:lnTo>
                <a:cubicBezTo>
                  <a:pt x="867" y="511"/>
                  <a:pt x="830" y="518"/>
                  <a:pt x="794" y="533"/>
                </a:cubicBezTo>
                <a:cubicBezTo>
                  <a:pt x="758" y="548"/>
                  <a:pt x="727" y="569"/>
                  <a:pt x="700" y="596"/>
                </a:cubicBezTo>
                <a:cubicBezTo>
                  <a:pt x="672" y="623"/>
                  <a:pt x="651" y="655"/>
                  <a:pt x="637" y="691"/>
                </a:cubicBezTo>
                <a:cubicBezTo>
                  <a:pt x="622" y="726"/>
                  <a:pt x="614" y="763"/>
                  <a:pt x="614" y="802"/>
                </a:cubicBezTo>
                <a:moveTo>
                  <a:pt x="0" y="0"/>
                </a:moveTo>
                <a:lnTo>
                  <a:pt x="31869" y="0"/>
                </a:lnTo>
                <a:lnTo>
                  <a:pt x="31869" y="4463"/>
                </a:lnTo>
                <a:lnTo>
                  <a:pt x="0" y="4463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623" name=""/>
          <p:cNvSpPr/>
          <p:nvPr/>
        </p:nvSpPr>
        <p:spPr>
          <a:xfrm>
            <a:off x="576000" y="2995560"/>
            <a:ext cx="11039760" cy="1171800"/>
          </a:xfrm>
          <a:custGeom>
            <a:avLst/>
            <a:gdLst/>
            <a:ahLst/>
            <a:rect l="0" t="0" r="r" b="b"/>
            <a:pathLst>
              <a:path w="30666" h="3255">
                <a:moveTo>
                  <a:pt x="0" y="2950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7"/>
                </a:cubicBezTo>
                <a:cubicBezTo>
                  <a:pt x="31" y="169"/>
                  <a:pt x="40" y="151"/>
                  <a:pt x="52" y="135"/>
                </a:cubicBezTo>
                <a:cubicBezTo>
                  <a:pt x="63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70" y="30"/>
                  <a:pt x="188" y="23"/>
                </a:cubicBezTo>
                <a:cubicBezTo>
                  <a:pt x="207" y="15"/>
                  <a:pt x="226" y="9"/>
                  <a:pt x="245" y="5"/>
                </a:cubicBezTo>
                <a:cubicBezTo>
                  <a:pt x="265" y="2"/>
                  <a:pt x="285" y="0"/>
                  <a:pt x="304" y="0"/>
                </a:cubicBezTo>
                <a:lnTo>
                  <a:pt x="30362" y="0"/>
                </a:lnTo>
                <a:cubicBezTo>
                  <a:pt x="30382" y="0"/>
                  <a:pt x="30402" y="2"/>
                  <a:pt x="30422" y="5"/>
                </a:cubicBezTo>
                <a:cubicBezTo>
                  <a:pt x="30441" y="9"/>
                  <a:pt x="30460" y="15"/>
                  <a:pt x="30479" y="23"/>
                </a:cubicBezTo>
                <a:cubicBezTo>
                  <a:pt x="30497" y="30"/>
                  <a:pt x="30515" y="40"/>
                  <a:pt x="30531" y="51"/>
                </a:cubicBezTo>
                <a:cubicBezTo>
                  <a:pt x="30548" y="62"/>
                  <a:pt x="30563" y="75"/>
                  <a:pt x="30577" y="89"/>
                </a:cubicBezTo>
                <a:cubicBezTo>
                  <a:pt x="30591" y="103"/>
                  <a:pt x="30604" y="118"/>
                  <a:pt x="30615" y="135"/>
                </a:cubicBezTo>
                <a:cubicBezTo>
                  <a:pt x="30626" y="151"/>
                  <a:pt x="30636" y="169"/>
                  <a:pt x="30643" y="187"/>
                </a:cubicBezTo>
                <a:cubicBezTo>
                  <a:pt x="30651" y="206"/>
                  <a:pt x="30657" y="225"/>
                  <a:pt x="30661" y="245"/>
                </a:cubicBezTo>
                <a:cubicBezTo>
                  <a:pt x="30664" y="264"/>
                  <a:pt x="30666" y="284"/>
                  <a:pt x="30666" y="304"/>
                </a:cubicBezTo>
                <a:lnTo>
                  <a:pt x="30666" y="2950"/>
                </a:lnTo>
                <a:cubicBezTo>
                  <a:pt x="30666" y="2970"/>
                  <a:pt x="30664" y="2990"/>
                  <a:pt x="30661" y="3009"/>
                </a:cubicBezTo>
                <a:cubicBezTo>
                  <a:pt x="30657" y="3029"/>
                  <a:pt x="30651" y="3048"/>
                  <a:pt x="30643" y="3066"/>
                </a:cubicBezTo>
                <a:cubicBezTo>
                  <a:pt x="30636" y="3086"/>
                  <a:pt x="30626" y="3103"/>
                  <a:pt x="30615" y="3120"/>
                </a:cubicBezTo>
                <a:cubicBezTo>
                  <a:pt x="30604" y="3136"/>
                  <a:pt x="30591" y="3152"/>
                  <a:pt x="30577" y="3166"/>
                </a:cubicBezTo>
                <a:cubicBezTo>
                  <a:pt x="30563" y="3180"/>
                  <a:pt x="30548" y="3193"/>
                  <a:pt x="30531" y="3204"/>
                </a:cubicBezTo>
                <a:cubicBezTo>
                  <a:pt x="30515" y="3215"/>
                  <a:pt x="30497" y="3224"/>
                  <a:pt x="30479" y="3232"/>
                </a:cubicBezTo>
                <a:cubicBezTo>
                  <a:pt x="30460" y="3240"/>
                  <a:pt x="30441" y="3245"/>
                  <a:pt x="30422" y="3249"/>
                </a:cubicBezTo>
                <a:cubicBezTo>
                  <a:pt x="30402" y="3253"/>
                  <a:pt x="30382" y="3255"/>
                  <a:pt x="30362" y="3255"/>
                </a:cubicBezTo>
                <a:lnTo>
                  <a:pt x="304" y="3255"/>
                </a:lnTo>
                <a:cubicBezTo>
                  <a:pt x="285" y="3255"/>
                  <a:pt x="265" y="3253"/>
                  <a:pt x="245" y="3249"/>
                </a:cubicBezTo>
                <a:cubicBezTo>
                  <a:pt x="226" y="3245"/>
                  <a:pt x="207" y="3240"/>
                  <a:pt x="188" y="3232"/>
                </a:cubicBezTo>
                <a:cubicBezTo>
                  <a:pt x="170" y="3224"/>
                  <a:pt x="152" y="3215"/>
                  <a:pt x="135" y="3204"/>
                </a:cubicBezTo>
                <a:cubicBezTo>
                  <a:pt x="119" y="3193"/>
                  <a:pt x="103" y="3180"/>
                  <a:pt x="89" y="3166"/>
                </a:cubicBezTo>
                <a:cubicBezTo>
                  <a:pt x="75" y="3152"/>
                  <a:pt x="63" y="3136"/>
                  <a:pt x="52" y="3120"/>
                </a:cubicBezTo>
                <a:cubicBezTo>
                  <a:pt x="40" y="3103"/>
                  <a:pt x="31" y="3086"/>
                  <a:pt x="23" y="3066"/>
                </a:cubicBezTo>
                <a:cubicBezTo>
                  <a:pt x="16" y="3048"/>
                  <a:pt x="10" y="3029"/>
                  <a:pt x="6" y="3009"/>
                </a:cubicBezTo>
                <a:cubicBezTo>
                  <a:pt x="2" y="2990"/>
                  <a:pt x="0" y="2970"/>
                  <a:pt x="0" y="2950"/>
                </a:cubicBezTo>
                <a:close/>
              </a:path>
            </a:pathLst>
          </a:custGeom>
          <a:solidFill>
            <a:srgbClr val="2D2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624" name=""/>
          <p:cNvSpPr/>
          <p:nvPr/>
        </p:nvSpPr>
        <p:spPr>
          <a:xfrm>
            <a:off x="576000" y="2995560"/>
            <a:ext cx="11039760" cy="1171800"/>
          </a:xfrm>
          <a:custGeom>
            <a:avLst/>
            <a:gdLst/>
            <a:ahLst/>
            <a:rect l="0" t="0" r="r" b="b"/>
            <a:pathLst>
              <a:path w="30666" h="3255">
                <a:moveTo>
                  <a:pt x="0" y="2950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7"/>
                </a:cubicBezTo>
                <a:cubicBezTo>
                  <a:pt x="31" y="169"/>
                  <a:pt x="40" y="151"/>
                  <a:pt x="52" y="135"/>
                </a:cubicBezTo>
                <a:cubicBezTo>
                  <a:pt x="63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70" y="30"/>
                  <a:pt x="188" y="23"/>
                </a:cubicBezTo>
                <a:cubicBezTo>
                  <a:pt x="207" y="15"/>
                  <a:pt x="226" y="9"/>
                  <a:pt x="245" y="5"/>
                </a:cubicBezTo>
                <a:cubicBezTo>
                  <a:pt x="265" y="2"/>
                  <a:pt x="285" y="0"/>
                  <a:pt x="304" y="0"/>
                </a:cubicBezTo>
                <a:lnTo>
                  <a:pt x="30362" y="0"/>
                </a:lnTo>
                <a:cubicBezTo>
                  <a:pt x="30382" y="0"/>
                  <a:pt x="30402" y="2"/>
                  <a:pt x="30422" y="5"/>
                </a:cubicBezTo>
                <a:cubicBezTo>
                  <a:pt x="30441" y="9"/>
                  <a:pt x="30460" y="15"/>
                  <a:pt x="30479" y="23"/>
                </a:cubicBezTo>
                <a:cubicBezTo>
                  <a:pt x="30497" y="30"/>
                  <a:pt x="30515" y="40"/>
                  <a:pt x="30531" y="51"/>
                </a:cubicBezTo>
                <a:cubicBezTo>
                  <a:pt x="30548" y="62"/>
                  <a:pt x="30563" y="75"/>
                  <a:pt x="30577" y="89"/>
                </a:cubicBezTo>
                <a:cubicBezTo>
                  <a:pt x="30591" y="103"/>
                  <a:pt x="30604" y="118"/>
                  <a:pt x="30615" y="135"/>
                </a:cubicBezTo>
                <a:cubicBezTo>
                  <a:pt x="30626" y="151"/>
                  <a:pt x="30636" y="169"/>
                  <a:pt x="30643" y="187"/>
                </a:cubicBezTo>
                <a:cubicBezTo>
                  <a:pt x="30651" y="206"/>
                  <a:pt x="30657" y="225"/>
                  <a:pt x="30661" y="245"/>
                </a:cubicBezTo>
                <a:cubicBezTo>
                  <a:pt x="30664" y="264"/>
                  <a:pt x="30666" y="284"/>
                  <a:pt x="30666" y="304"/>
                </a:cubicBezTo>
                <a:lnTo>
                  <a:pt x="30666" y="2950"/>
                </a:lnTo>
                <a:cubicBezTo>
                  <a:pt x="30666" y="2970"/>
                  <a:pt x="30664" y="2990"/>
                  <a:pt x="30661" y="3009"/>
                </a:cubicBezTo>
                <a:cubicBezTo>
                  <a:pt x="30657" y="3029"/>
                  <a:pt x="30651" y="3048"/>
                  <a:pt x="30643" y="3066"/>
                </a:cubicBezTo>
                <a:cubicBezTo>
                  <a:pt x="30636" y="3086"/>
                  <a:pt x="30626" y="3103"/>
                  <a:pt x="30615" y="3120"/>
                </a:cubicBezTo>
                <a:cubicBezTo>
                  <a:pt x="30604" y="3136"/>
                  <a:pt x="30591" y="3152"/>
                  <a:pt x="30577" y="3166"/>
                </a:cubicBezTo>
                <a:cubicBezTo>
                  <a:pt x="30563" y="3180"/>
                  <a:pt x="30548" y="3193"/>
                  <a:pt x="30531" y="3204"/>
                </a:cubicBezTo>
                <a:cubicBezTo>
                  <a:pt x="30515" y="3215"/>
                  <a:pt x="30497" y="3224"/>
                  <a:pt x="30479" y="3232"/>
                </a:cubicBezTo>
                <a:cubicBezTo>
                  <a:pt x="30460" y="3240"/>
                  <a:pt x="30441" y="3245"/>
                  <a:pt x="30422" y="3249"/>
                </a:cubicBezTo>
                <a:cubicBezTo>
                  <a:pt x="30402" y="3253"/>
                  <a:pt x="30382" y="3255"/>
                  <a:pt x="30362" y="3255"/>
                </a:cubicBezTo>
                <a:lnTo>
                  <a:pt x="304" y="3255"/>
                </a:lnTo>
                <a:cubicBezTo>
                  <a:pt x="285" y="3255"/>
                  <a:pt x="265" y="3253"/>
                  <a:pt x="245" y="3249"/>
                </a:cubicBezTo>
                <a:cubicBezTo>
                  <a:pt x="226" y="3245"/>
                  <a:pt x="207" y="3240"/>
                  <a:pt x="188" y="3232"/>
                </a:cubicBezTo>
                <a:cubicBezTo>
                  <a:pt x="170" y="3224"/>
                  <a:pt x="152" y="3215"/>
                  <a:pt x="135" y="3204"/>
                </a:cubicBezTo>
                <a:cubicBezTo>
                  <a:pt x="119" y="3193"/>
                  <a:pt x="103" y="3180"/>
                  <a:pt x="89" y="3166"/>
                </a:cubicBezTo>
                <a:cubicBezTo>
                  <a:pt x="75" y="3152"/>
                  <a:pt x="63" y="3136"/>
                  <a:pt x="52" y="3120"/>
                </a:cubicBezTo>
                <a:cubicBezTo>
                  <a:pt x="40" y="3103"/>
                  <a:pt x="31" y="3086"/>
                  <a:pt x="23" y="3066"/>
                </a:cubicBezTo>
                <a:cubicBezTo>
                  <a:pt x="16" y="3048"/>
                  <a:pt x="10" y="3029"/>
                  <a:pt x="6" y="3009"/>
                </a:cubicBezTo>
                <a:cubicBezTo>
                  <a:pt x="2" y="2990"/>
                  <a:pt x="0" y="2970"/>
                  <a:pt x="0" y="2950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25" name=""/>
          <p:cNvSpPr/>
          <p:nvPr/>
        </p:nvSpPr>
        <p:spPr>
          <a:xfrm>
            <a:off x="595080" y="4686120"/>
            <a:ext cx="11025720" cy="552960"/>
          </a:xfrm>
          <a:custGeom>
            <a:avLst/>
            <a:gdLst/>
            <a:ahLst/>
            <a:rect l="0" t="0" r="r" b="b"/>
            <a:pathLst>
              <a:path w="30627" h="1536">
                <a:moveTo>
                  <a:pt x="0" y="1324"/>
                </a:moveTo>
                <a:lnTo>
                  <a:pt x="0" y="213"/>
                </a:lnTo>
                <a:cubicBezTo>
                  <a:pt x="0" y="199"/>
                  <a:pt x="1" y="185"/>
                  <a:pt x="3" y="171"/>
                </a:cubicBezTo>
                <a:cubicBezTo>
                  <a:pt x="5" y="158"/>
                  <a:pt x="8" y="145"/>
                  <a:pt x="11" y="132"/>
                </a:cubicBezTo>
                <a:cubicBezTo>
                  <a:pt x="15" y="119"/>
                  <a:pt x="19" y="107"/>
                  <a:pt x="25" y="95"/>
                </a:cubicBezTo>
                <a:cubicBezTo>
                  <a:pt x="30" y="84"/>
                  <a:pt x="36" y="73"/>
                  <a:pt x="43" y="63"/>
                </a:cubicBezTo>
                <a:cubicBezTo>
                  <a:pt x="50" y="53"/>
                  <a:pt x="57" y="44"/>
                  <a:pt x="65" y="37"/>
                </a:cubicBezTo>
                <a:cubicBezTo>
                  <a:pt x="73" y="29"/>
                  <a:pt x="81" y="21"/>
                  <a:pt x="90" y="16"/>
                </a:cubicBezTo>
                <a:cubicBezTo>
                  <a:pt x="99" y="11"/>
                  <a:pt x="108" y="7"/>
                  <a:pt x="117" y="4"/>
                </a:cubicBezTo>
                <a:cubicBezTo>
                  <a:pt x="127" y="1"/>
                  <a:pt x="136" y="0"/>
                  <a:pt x="146" y="0"/>
                </a:cubicBezTo>
                <a:lnTo>
                  <a:pt x="30415" y="0"/>
                </a:lnTo>
                <a:cubicBezTo>
                  <a:pt x="30429" y="0"/>
                  <a:pt x="30443" y="1"/>
                  <a:pt x="30456" y="4"/>
                </a:cubicBezTo>
                <a:cubicBezTo>
                  <a:pt x="30470" y="7"/>
                  <a:pt x="30483" y="11"/>
                  <a:pt x="30496" y="16"/>
                </a:cubicBezTo>
                <a:cubicBezTo>
                  <a:pt x="30509" y="21"/>
                  <a:pt x="30521" y="29"/>
                  <a:pt x="30533" y="37"/>
                </a:cubicBezTo>
                <a:cubicBezTo>
                  <a:pt x="30544" y="44"/>
                  <a:pt x="30555" y="53"/>
                  <a:pt x="30565" y="63"/>
                </a:cubicBezTo>
                <a:cubicBezTo>
                  <a:pt x="30574" y="73"/>
                  <a:pt x="30583" y="84"/>
                  <a:pt x="30591" y="95"/>
                </a:cubicBezTo>
                <a:cubicBezTo>
                  <a:pt x="30599" y="107"/>
                  <a:pt x="30605" y="119"/>
                  <a:pt x="30611" y="132"/>
                </a:cubicBezTo>
                <a:cubicBezTo>
                  <a:pt x="30616" y="145"/>
                  <a:pt x="30620" y="158"/>
                  <a:pt x="30623" y="171"/>
                </a:cubicBezTo>
                <a:cubicBezTo>
                  <a:pt x="30625" y="185"/>
                  <a:pt x="30627" y="199"/>
                  <a:pt x="30627" y="213"/>
                </a:cubicBezTo>
                <a:lnTo>
                  <a:pt x="30627" y="1324"/>
                </a:lnTo>
                <a:cubicBezTo>
                  <a:pt x="30627" y="1338"/>
                  <a:pt x="30625" y="1352"/>
                  <a:pt x="30623" y="1365"/>
                </a:cubicBezTo>
                <a:cubicBezTo>
                  <a:pt x="30620" y="1379"/>
                  <a:pt x="30616" y="1392"/>
                  <a:pt x="30611" y="1405"/>
                </a:cubicBezTo>
                <a:cubicBezTo>
                  <a:pt x="30605" y="1418"/>
                  <a:pt x="30599" y="1430"/>
                  <a:pt x="30591" y="1442"/>
                </a:cubicBezTo>
                <a:cubicBezTo>
                  <a:pt x="30583" y="1453"/>
                  <a:pt x="30574" y="1464"/>
                  <a:pt x="30565" y="1474"/>
                </a:cubicBezTo>
                <a:cubicBezTo>
                  <a:pt x="30555" y="1483"/>
                  <a:pt x="30544" y="1492"/>
                  <a:pt x="30533" y="1500"/>
                </a:cubicBezTo>
                <a:cubicBezTo>
                  <a:pt x="30521" y="1508"/>
                  <a:pt x="30509" y="1514"/>
                  <a:pt x="30496" y="1519"/>
                </a:cubicBezTo>
                <a:cubicBezTo>
                  <a:pt x="30483" y="1525"/>
                  <a:pt x="30470" y="1529"/>
                  <a:pt x="30456" y="1532"/>
                </a:cubicBezTo>
                <a:cubicBezTo>
                  <a:pt x="30443" y="1534"/>
                  <a:pt x="30429" y="1536"/>
                  <a:pt x="30415" y="1536"/>
                </a:cubicBezTo>
                <a:lnTo>
                  <a:pt x="146" y="1536"/>
                </a:lnTo>
                <a:cubicBezTo>
                  <a:pt x="136" y="1536"/>
                  <a:pt x="127" y="1534"/>
                  <a:pt x="117" y="1532"/>
                </a:cubicBezTo>
                <a:cubicBezTo>
                  <a:pt x="108" y="1529"/>
                  <a:pt x="99" y="1525"/>
                  <a:pt x="90" y="1519"/>
                </a:cubicBezTo>
                <a:cubicBezTo>
                  <a:pt x="81" y="1514"/>
                  <a:pt x="73" y="1508"/>
                  <a:pt x="65" y="1500"/>
                </a:cubicBezTo>
                <a:cubicBezTo>
                  <a:pt x="57" y="1492"/>
                  <a:pt x="50" y="1483"/>
                  <a:pt x="43" y="1474"/>
                </a:cubicBezTo>
                <a:cubicBezTo>
                  <a:pt x="36" y="1464"/>
                  <a:pt x="30" y="1453"/>
                  <a:pt x="25" y="1442"/>
                </a:cubicBezTo>
                <a:cubicBezTo>
                  <a:pt x="19" y="1430"/>
                  <a:pt x="15" y="1418"/>
                  <a:pt x="11" y="1405"/>
                </a:cubicBezTo>
                <a:cubicBezTo>
                  <a:pt x="8" y="1392"/>
                  <a:pt x="5" y="1379"/>
                  <a:pt x="3" y="1365"/>
                </a:cubicBezTo>
                <a:cubicBezTo>
                  <a:pt x="1" y="1352"/>
                  <a:pt x="0" y="1338"/>
                  <a:pt x="0" y="1324"/>
                </a:cubicBezTo>
                <a:close/>
              </a:path>
            </a:pathLst>
          </a:custGeom>
          <a:solidFill>
            <a:srgbClr val="C1E6C0">
              <a:alpha val="3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26" name=""/>
          <p:cNvSpPr/>
          <p:nvPr/>
        </p:nvSpPr>
        <p:spPr>
          <a:xfrm>
            <a:off x="571320" y="4686120"/>
            <a:ext cx="76680" cy="552960"/>
          </a:xfrm>
          <a:custGeom>
            <a:avLst/>
            <a:gdLst/>
            <a:ahLst/>
            <a:rect l="0" t="0" r="r" b="b"/>
            <a:pathLst>
              <a:path w="213" h="1536">
                <a:moveTo>
                  <a:pt x="0" y="0"/>
                </a:moveTo>
                <a:lnTo>
                  <a:pt x="213" y="0"/>
                </a:lnTo>
                <a:lnTo>
                  <a:pt x="213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80C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27" name=""/>
          <p:cNvSpPr/>
          <p:nvPr/>
        </p:nvSpPr>
        <p:spPr>
          <a:xfrm>
            <a:off x="610920" y="1698480"/>
            <a:ext cx="397440" cy="317880"/>
          </a:xfrm>
          <a:custGeom>
            <a:avLst/>
            <a:gdLst/>
            <a:ahLst/>
            <a:rect l="0" t="0" r="r" b="b"/>
            <a:pathLst>
              <a:path w="1104" h="883">
                <a:moveTo>
                  <a:pt x="83" y="0"/>
                </a:moveTo>
                <a:lnTo>
                  <a:pt x="185" y="210"/>
                </a:lnTo>
                <a:lnTo>
                  <a:pt x="364" y="210"/>
                </a:lnTo>
                <a:lnTo>
                  <a:pt x="262" y="0"/>
                </a:lnTo>
                <a:lnTo>
                  <a:pt x="385" y="0"/>
                </a:lnTo>
                <a:lnTo>
                  <a:pt x="487" y="210"/>
                </a:lnTo>
                <a:lnTo>
                  <a:pt x="666" y="210"/>
                </a:lnTo>
                <a:lnTo>
                  <a:pt x="564" y="0"/>
                </a:lnTo>
                <a:lnTo>
                  <a:pt x="687" y="0"/>
                </a:lnTo>
                <a:lnTo>
                  <a:pt x="788" y="210"/>
                </a:lnTo>
                <a:lnTo>
                  <a:pt x="968" y="210"/>
                </a:lnTo>
                <a:lnTo>
                  <a:pt x="866" y="0"/>
                </a:lnTo>
                <a:lnTo>
                  <a:pt x="1020" y="0"/>
                </a:lnTo>
                <a:cubicBezTo>
                  <a:pt x="1042" y="0"/>
                  <a:pt x="1062" y="8"/>
                  <a:pt x="1079" y="25"/>
                </a:cubicBezTo>
                <a:cubicBezTo>
                  <a:pt x="1095" y="41"/>
                  <a:pt x="1104" y="61"/>
                  <a:pt x="1104" y="83"/>
                </a:cubicBezTo>
                <a:lnTo>
                  <a:pt x="1104" y="800"/>
                </a:lnTo>
                <a:cubicBezTo>
                  <a:pt x="1104" y="822"/>
                  <a:pt x="1095" y="842"/>
                  <a:pt x="1079" y="858"/>
                </a:cubicBezTo>
                <a:cubicBezTo>
                  <a:pt x="1062" y="875"/>
                  <a:pt x="1042" y="883"/>
                  <a:pt x="1020" y="883"/>
                </a:cubicBezTo>
                <a:lnTo>
                  <a:pt x="83" y="883"/>
                </a:lnTo>
                <a:cubicBezTo>
                  <a:pt x="61" y="883"/>
                  <a:pt x="42" y="875"/>
                  <a:pt x="25" y="858"/>
                </a:cubicBezTo>
                <a:cubicBezTo>
                  <a:pt x="9" y="842"/>
                  <a:pt x="0" y="822"/>
                  <a:pt x="0" y="800"/>
                </a:cubicBezTo>
                <a:lnTo>
                  <a:pt x="0" y="83"/>
                </a:lnTo>
                <a:cubicBezTo>
                  <a:pt x="0" y="61"/>
                  <a:pt x="9" y="41"/>
                  <a:pt x="25" y="25"/>
                </a:cubicBezTo>
                <a:cubicBezTo>
                  <a:pt x="42" y="8"/>
                  <a:pt x="61" y="0"/>
                  <a:pt x="83" y="0"/>
                </a:cubicBezTo>
                <a:moveTo>
                  <a:pt x="83" y="293"/>
                </a:moveTo>
                <a:lnTo>
                  <a:pt x="83" y="800"/>
                </a:lnTo>
                <a:lnTo>
                  <a:pt x="1020" y="800"/>
                </a:lnTo>
                <a:lnTo>
                  <a:pt x="1020" y="293"/>
                </a:lnTo>
                <a:lnTo>
                  <a:pt x="83" y="293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28" name=""/>
          <p:cNvSpPr/>
          <p:nvPr/>
        </p:nvSpPr>
        <p:spPr>
          <a:xfrm>
            <a:off x="616680" y="2540520"/>
            <a:ext cx="271800" cy="271800"/>
          </a:xfrm>
          <a:custGeom>
            <a:avLst/>
            <a:gdLst/>
            <a:ahLst/>
            <a:rect l="0" t="0" r="r" b="b"/>
            <a:pathLst>
              <a:path w="755" h="755">
                <a:moveTo>
                  <a:pt x="63" y="755"/>
                </a:moveTo>
                <a:cubicBezTo>
                  <a:pt x="46" y="755"/>
                  <a:pt x="31" y="749"/>
                  <a:pt x="19" y="736"/>
                </a:cubicBezTo>
                <a:cubicBezTo>
                  <a:pt x="6" y="724"/>
                  <a:pt x="0" y="709"/>
                  <a:pt x="0" y="692"/>
                </a:cubicBezTo>
                <a:lnTo>
                  <a:pt x="0" y="63"/>
                </a:lnTo>
                <a:cubicBezTo>
                  <a:pt x="0" y="46"/>
                  <a:pt x="6" y="32"/>
                  <a:pt x="19" y="19"/>
                </a:cubicBezTo>
                <a:cubicBezTo>
                  <a:pt x="31" y="7"/>
                  <a:pt x="46" y="0"/>
                  <a:pt x="63" y="0"/>
                </a:cubicBezTo>
                <a:lnTo>
                  <a:pt x="692" y="0"/>
                </a:lnTo>
                <a:cubicBezTo>
                  <a:pt x="709" y="0"/>
                  <a:pt x="723" y="7"/>
                  <a:pt x="736" y="19"/>
                </a:cubicBezTo>
                <a:cubicBezTo>
                  <a:pt x="748" y="32"/>
                  <a:pt x="755" y="46"/>
                  <a:pt x="755" y="63"/>
                </a:cubicBezTo>
                <a:lnTo>
                  <a:pt x="755" y="692"/>
                </a:lnTo>
                <a:cubicBezTo>
                  <a:pt x="755" y="709"/>
                  <a:pt x="748" y="724"/>
                  <a:pt x="736" y="736"/>
                </a:cubicBezTo>
                <a:cubicBezTo>
                  <a:pt x="723" y="749"/>
                  <a:pt x="709" y="755"/>
                  <a:pt x="692" y="755"/>
                </a:cubicBezTo>
                <a:lnTo>
                  <a:pt x="63" y="755"/>
                </a:lnTo>
                <a:moveTo>
                  <a:pt x="63" y="692"/>
                </a:moveTo>
                <a:lnTo>
                  <a:pt x="692" y="692"/>
                </a:lnTo>
                <a:lnTo>
                  <a:pt x="692" y="63"/>
                </a:lnTo>
                <a:lnTo>
                  <a:pt x="63" y="63"/>
                </a:lnTo>
                <a:lnTo>
                  <a:pt x="63" y="692"/>
                </a:lnTo>
                <a:moveTo>
                  <a:pt x="121" y="591"/>
                </a:moveTo>
                <a:lnTo>
                  <a:pt x="634" y="591"/>
                </a:lnTo>
                <a:lnTo>
                  <a:pt x="480" y="386"/>
                </a:lnTo>
                <a:lnTo>
                  <a:pt x="342" y="565"/>
                </a:lnTo>
                <a:lnTo>
                  <a:pt x="245" y="432"/>
                </a:lnTo>
                <a:lnTo>
                  <a:pt x="121" y="591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29" name=""/>
          <p:cNvSpPr txBox="1"/>
          <p:nvPr/>
        </p:nvSpPr>
        <p:spPr>
          <a:xfrm>
            <a:off x="1047600" y="1767960"/>
            <a:ext cx="504324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デモ 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Phase 3: 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ビジュアル生成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30" name=""/>
          <p:cNvSpPr txBox="1"/>
          <p:nvPr/>
        </p:nvSpPr>
        <p:spPr>
          <a:xfrm>
            <a:off x="933480" y="2685240"/>
            <a:ext cx="29865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ビジュアル生成（</a:t>
            </a:r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Nano Banana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31" name=""/>
          <p:cNvSpPr txBox="1"/>
          <p:nvPr/>
        </p:nvSpPr>
        <p:spPr>
          <a:xfrm>
            <a:off x="752400" y="3174840"/>
            <a:ext cx="472500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「『近未来的なカフェの店内、ネオンライトと植物が調和している、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32" name=""/>
          <p:cNvSpPr txBox="1"/>
          <p:nvPr/>
        </p:nvSpPr>
        <p:spPr>
          <a:xfrm>
            <a:off x="752400" y="3397320"/>
            <a:ext cx="1836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4K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33" name=""/>
          <p:cNvSpPr txBox="1"/>
          <p:nvPr/>
        </p:nvSpPr>
        <p:spPr>
          <a:xfrm>
            <a:off x="935280" y="3394080"/>
            <a:ext cx="213444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、リアル』な画像を生成して。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34" name=""/>
          <p:cNvSpPr txBox="1"/>
          <p:nvPr/>
        </p:nvSpPr>
        <p:spPr>
          <a:xfrm>
            <a:off x="752400" y="3622680"/>
            <a:ext cx="9151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ファイル名は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35" name=""/>
          <p:cNvSpPr txBox="1"/>
          <p:nvPr/>
        </p:nvSpPr>
        <p:spPr>
          <a:xfrm>
            <a:off x="1666800" y="3625920"/>
            <a:ext cx="12812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hero-bg.webp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36" name=""/>
          <p:cNvSpPr txBox="1"/>
          <p:nvPr/>
        </p:nvSpPr>
        <p:spPr>
          <a:xfrm>
            <a:off x="2946960" y="3622680"/>
            <a:ext cx="15300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で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37" name=""/>
          <p:cNvSpPr txBox="1"/>
          <p:nvPr/>
        </p:nvSpPr>
        <p:spPr>
          <a:xfrm>
            <a:off x="3099600" y="3625920"/>
            <a:ext cx="73224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 public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38" name=""/>
          <p:cNvSpPr txBox="1"/>
          <p:nvPr/>
        </p:nvSpPr>
        <p:spPr>
          <a:xfrm>
            <a:off x="3831120" y="3622680"/>
            <a:ext cx="152460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フォルダに保存して。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39" name=""/>
          <p:cNvSpPr txBox="1"/>
          <p:nvPr/>
        </p:nvSpPr>
        <p:spPr>
          <a:xfrm>
            <a:off x="752400" y="3841560"/>
            <a:ext cx="15300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40" name=""/>
          <p:cNvSpPr txBox="1"/>
          <p:nvPr/>
        </p:nvSpPr>
        <p:spPr>
          <a:xfrm>
            <a:off x="905040" y="3844800"/>
            <a:ext cx="100656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Nano Banana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41" name=""/>
          <p:cNvSpPr txBox="1"/>
          <p:nvPr/>
        </p:nvSpPr>
        <p:spPr>
          <a:xfrm>
            <a:off x="1910880" y="3841560"/>
            <a:ext cx="30564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）」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42" name=""/>
          <p:cNvSpPr txBox="1"/>
          <p:nvPr/>
        </p:nvSpPr>
        <p:spPr>
          <a:xfrm>
            <a:off x="5991120" y="4334760"/>
            <a:ext cx="2095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43" name=""/>
          <p:cNvSpPr txBox="1"/>
          <p:nvPr/>
        </p:nvSpPr>
        <p:spPr>
          <a:xfrm>
            <a:off x="752400" y="4851000"/>
            <a:ext cx="7087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数秒で高品質な画像が生成され、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プロジェクトに自動配置</a:t>
            </a:r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されます。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44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33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48" name=""/>
          <p:cNvSpPr/>
          <p:nvPr/>
        </p:nvSpPr>
        <p:spPr>
          <a:xfrm>
            <a:off x="571320" y="224784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49" name=""/>
          <p:cNvSpPr/>
          <p:nvPr/>
        </p:nvSpPr>
        <p:spPr>
          <a:xfrm>
            <a:off x="359640" y="2825280"/>
            <a:ext cx="11472840" cy="1158480"/>
          </a:xfrm>
          <a:custGeom>
            <a:avLst/>
            <a:gdLst/>
            <a:ahLst/>
            <a:rect l="0" t="0" r="r" b="b"/>
            <a:pathLst>
              <a:path w="31869" h="3218">
                <a:moveTo>
                  <a:pt x="614" y="804"/>
                </a:moveTo>
                <a:lnTo>
                  <a:pt x="614" y="2207"/>
                </a:lnTo>
                <a:cubicBezTo>
                  <a:pt x="614" y="2245"/>
                  <a:pt x="622" y="2282"/>
                  <a:pt x="637" y="2318"/>
                </a:cubicBezTo>
                <a:cubicBezTo>
                  <a:pt x="651" y="2354"/>
                  <a:pt x="672" y="2385"/>
                  <a:pt x="700" y="2412"/>
                </a:cubicBezTo>
                <a:cubicBezTo>
                  <a:pt x="727" y="2440"/>
                  <a:pt x="758" y="2461"/>
                  <a:pt x="794" y="2476"/>
                </a:cubicBezTo>
                <a:cubicBezTo>
                  <a:pt x="830" y="2490"/>
                  <a:pt x="867" y="2498"/>
                  <a:pt x="905" y="2498"/>
                </a:cubicBezTo>
                <a:lnTo>
                  <a:pt x="30963" y="2498"/>
                </a:lnTo>
                <a:cubicBezTo>
                  <a:pt x="31002" y="2498"/>
                  <a:pt x="31039" y="2490"/>
                  <a:pt x="31075" y="2476"/>
                </a:cubicBezTo>
                <a:cubicBezTo>
                  <a:pt x="31110" y="2461"/>
                  <a:pt x="31142" y="2440"/>
                  <a:pt x="31169" y="2412"/>
                </a:cubicBezTo>
                <a:cubicBezTo>
                  <a:pt x="31196" y="2385"/>
                  <a:pt x="31217" y="2354"/>
                  <a:pt x="31232" y="2318"/>
                </a:cubicBezTo>
                <a:cubicBezTo>
                  <a:pt x="31247" y="2282"/>
                  <a:pt x="31254" y="2245"/>
                  <a:pt x="31254" y="2207"/>
                </a:cubicBezTo>
                <a:lnTo>
                  <a:pt x="31254" y="804"/>
                </a:lnTo>
                <a:cubicBezTo>
                  <a:pt x="31254" y="766"/>
                  <a:pt x="31247" y="729"/>
                  <a:pt x="31232" y="693"/>
                </a:cubicBezTo>
                <a:cubicBezTo>
                  <a:pt x="31217" y="657"/>
                  <a:pt x="31196" y="626"/>
                  <a:pt x="31169" y="599"/>
                </a:cubicBezTo>
                <a:cubicBezTo>
                  <a:pt x="31142" y="571"/>
                  <a:pt x="31110" y="550"/>
                  <a:pt x="31075" y="535"/>
                </a:cubicBezTo>
                <a:cubicBezTo>
                  <a:pt x="31039" y="521"/>
                  <a:pt x="31002" y="513"/>
                  <a:pt x="30963" y="513"/>
                </a:cubicBezTo>
                <a:lnTo>
                  <a:pt x="905" y="513"/>
                </a:lnTo>
                <a:cubicBezTo>
                  <a:pt x="867" y="513"/>
                  <a:pt x="830" y="521"/>
                  <a:pt x="794" y="535"/>
                </a:cubicBezTo>
                <a:cubicBezTo>
                  <a:pt x="758" y="550"/>
                  <a:pt x="727" y="571"/>
                  <a:pt x="700" y="599"/>
                </a:cubicBezTo>
                <a:cubicBezTo>
                  <a:pt x="672" y="626"/>
                  <a:pt x="651" y="657"/>
                  <a:pt x="637" y="693"/>
                </a:cubicBezTo>
                <a:cubicBezTo>
                  <a:pt x="622" y="729"/>
                  <a:pt x="614" y="766"/>
                  <a:pt x="614" y="804"/>
                </a:cubicBezTo>
                <a:moveTo>
                  <a:pt x="0" y="0"/>
                </a:moveTo>
                <a:lnTo>
                  <a:pt x="31869" y="0"/>
                </a:lnTo>
                <a:lnTo>
                  <a:pt x="31869" y="3218"/>
                </a:lnTo>
                <a:lnTo>
                  <a:pt x="0" y="3218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650" name=""/>
          <p:cNvSpPr/>
          <p:nvPr/>
        </p:nvSpPr>
        <p:spPr>
          <a:xfrm>
            <a:off x="576000" y="3004920"/>
            <a:ext cx="11039760" cy="724320"/>
          </a:xfrm>
          <a:custGeom>
            <a:avLst/>
            <a:gdLst/>
            <a:ahLst/>
            <a:rect l="0" t="0" r="r" b="b"/>
            <a:pathLst>
              <a:path w="30666" h="2012">
                <a:moveTo>
                  <a:pt x="0" y="1708"/>
                </a:moveTo>
                <a:lnTo>
                  <a:pt x="0" y="304"/>
                </a:lnTo>
                <a:cubicBezTo>
                  <a:pt x="0" y="284"/>
                  <a:pt x="2" y="265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69"/>
                  <a:pt x="40" y="152"/>
                  <a:pt x="52" y="135"/>
                </a:cubicBezTo>
                <a:cubicBezTo>
                  <a:pt x="63" y="119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70" y="31"/>
                  <a:pt x="188" y="23"/>
                </a:cubicBezTo>
                <a:cubicBezTo>
                  <a:pt x="207" y="16"/>
                  <a:pt x="226" y="10"/>
                  <a:pt x="245" y="6"/>
                </a:cubicBezTo>
                <a:cubicBezTo>
                  <a:pt x="265" y="2"/>
                  <a:pt x="285" y="0"/>
                  <a:pt x="304" y="0"/>
                </a:cubicBezTo>
                <a:lnTo>
                  <a:pt x="30362" y="0"/>
                </a:lnTo>
                <a:cubicBezTo>
                  <a:pt x="30382" y="0"/>
                  <a:pt x="30402" y="2"/>
                  <a:pt x="30422" y="6"/>
                </a:cubicBezTo>
                <a:cubicBezTo>
                  <a:pt x="30441" y="10"/>
                  <a:pt x="30460" y="16"/>
                  <a:pt x="30479" y="23"/>
                </a:cubicBezTo>
                <a:cubicBezTo>
                  <a:pt x="30497" y="31"/>
                  <a:pt x="30515" y="40"/>
                  <a:pt x="30531" y="51"/>
                </a:cubicBezTo>
                <a:cubicBezTo>
                  <a:pt x="30548" y="62"/>
                  <a:pt x="30563" y="75"/>
                  <a:pt x="30577" y="89"/>
                </a:cubicBezTo>
                <a:cubicBezTo>
                  <a:pt x="30591" y="103"/>
                  <a:pt x="30604" y="119"/>
                  <a:pt x="30615" y="135"/>
                </a:cubicBezTo>
                <a:cubicBezTo>
                  <a:pt x="30626" y="152"/>
                  <a:pt x="30636" y="169"/>
                  <a:pt x="30643" y="188"/>
                </a:cubicBezTo>
                <a:cubicBezTo>
                  <a:pt x="30651" y="206"/>
                  <a:pt x="30657" y="225"/>
                  <a:pt x="30661" y="245"/>
                </a:cubicBezTo>
                <a:cubicBezTo>
                  <a:pt x="30664" y="265"/>
                  <a:pt x="30666" y="284"/>
                  <a:pt x="30666" y="304"/>
                </a:cubicBezTo>
                <a:lnTo>
                  <a:pt x="30666" y="1708"/>
                </a:lnTo>
                <a:cubicBezTo>
                  <a:pt x="30666" y="1728"/>
                  <a:pt x="30664" y="1747"/>
                  <a:pt x="30661" y="1767"/>
                </a:cubicBezTo>
                <a:cubicBezTo>
                  <a:pt x="30657" y="1787"/>
                  <a:pt x="30651" y="1806"/>
                  <a:pt x="30643" y="1824"/>
                </a:cubicBezTo>
                <a:cubicBezTo>
                  <a:pt x="30636" y="1843"/>
                  <a:pt x="30626" y="1860"/>
                  <a:pt x="30615" y="1877"/>
                </a:cubicBezTo>
                <a:cubicBezTo>
                  <a:pt x="30604" y="1893"/>
                  <a:pt x="30591" y="1909"/>
                  <a:pt x="30577" y="1923"/>
                </a:cubicBezTo>
                <a:cubicBezTo>
                  <a:pt x="30563" y="1937"/>
                  <a:pt x="30548" y="1950"/>
                  <a:pt x="30531" y="1961"/>
                </a:cubicBezTo>
                <a:cubicBezTo>
                  <a:pt x="30515" y="1972"/>
                  <a:pt x="30497" y="1981"/>
                  <a:pt x="30479" y="1989"/>
                </a:cubicBezTo>
                <a:cubicBezTo>
                  <a:pt x="30460" y="1996"/>
                  <a:pt x="30441" y="2002"/>
                  <a:pt x="30422" y="2006"/>
                </a:cubicBezTo>
                <a:cubicBezTo>
                  <a:pt x="30402" y="2010"/>
                  <a:pt x="30382" y="2012"/>
                  <a:pt x="30362" y="2012"/>
                </a:cubicBezTo>
                <a:lnTo>
                  <a:pt x="304" y="2012"/>
                </a:lnTo>
                <a:cubicBezTo>
                  <a:pt x="285" y="2012"/>
                  <a:pt x="265" y="2010"/>
                  <a:pt x="245" y="2006"/>
                </a:cubicBezTo>
                <a:cubicBezTo>
                  <a:pt x="226" y="2002"/>
                  <a:pt x="207" y="1996"/>
                  <a:pt x="188" y="1989"/>
                </a:cubicBezTo>
                <a:cubicBezTo>
                  <a:pt x="170" y="1981"/>
                  <a:pt x="152" y="1972"/>
                  <a:pt x="135" y="1961"/>
                </a:cubicBezTo>
                <a:cubicBezTo>
                  <a:pt x="119" y="1950"/>
                  <a:pt x="103" y="1937"/>
                  <a:pt x="89" y="1923"/>
                </a:cubicBezTo>
                <a:cubicBezTo>
                  <a:pt x="75" y="1909"/>
                  <a:pt x="63" y="1893"/>
                  <a:pt x="52" y="1877"/>
                </a:cubicBezTo>
                <a:cubicBezTo>
                  <a:pt x="40" y="1860"/>
                  <a:pt x="31" y="1843"/>
                  <a:pt x="23" y="1824"/>
                </a:cubicBezTo>
                <a:cubicBezTo>
                  <a:pt x="16" y="1806"/>
                  <a:pt x="10" y="1787"/>
                  <a:pt x="6" y="1767"/>
                </a:cubicBezTo>
                <a:cubicBezTo>
                  <a:pt x="2" y="1747"/>
                  <a:pt x="0" y="1728"/>
                  <a:pt x="0" y="1708"/>
                </a:cubicBezTo>
                <a:close/>
              </a:path>
            </a:pathLst>
          </a:custGeom>
          <a:solidFill>
            <a:srgbClr val="2D2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651" name=""/>
          <p:cNvSpPr/>
          <p:nvPr/>
        </p:nvSpPr>
        <p:spPr>
          <a:xfrm>
            <a:off x="576000" y="3004920"/>
            <a:ext cx="11039760" cy="724320"/>
          </a:xfrm>
          <a:custGeom>
            <a:avLst/>
            <a:gdLst/>
            <a:ahLst/>
            <a:rect l="0" t="0" r="r" b="b"/>
            <a:pathLst>
              <a:path w="30666" h="2012">
                <a:moveTo>
                  <a:pt x="0" y="1708"/>
                </a:moveTo>
                <a:lnTo>
                  <a:pt x="0" y="304"/>
                </a:lnTo>
                <a:cubicBezTo>
                  <a:pt x="0" y="284"/>
                  <a:pt x="2" y="265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69"/>
                  <a:pt x="40" y="152"/>
                  <a:pt x="52" y="135"/>
                </a:cubicBezTo>
                <a:cubicBezTo>
                  <a:pt x="63" y="119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70" y="31"/>
                  <a:pt x="188" y="23"/>
                </a:cubicBezTo>
                <a:cubicBezTo>
                  <a:pt x="207" y="16"/>
                  <a:pt x="226" y="10"/>
                  <a:pt x="245" y="6"/>
                </a:cubicBezTo>
                <a:cubicBezTo>
                  <a:pt x="265" y="2"/>
                  <a:pt x="285" y="0"/>
                  <a:pt x="304" y="0"/>
                </a:cubicBezTo>
                <a:lnTo>
                  <a:pt x="30362" y="0"/>
                </a:lnTo>
                <a:cubicBezTo>
                  <a:pt x="30382" y="0"/>
                  <a:pt x="30402" y="2"/>
                  <a:pt x="30422" y="6"/>
                </a:cubicBezTo>
                <a:cubicBezTo>
                  <a:pt x="30441" y="10"/>
                  <a:pt x="30460" y="16"/>
                  <a:pt x="30479" y="23"/>
                </a:cubicBezTo>
                <a:cubicBezTo>
                  <a:pt x="30497" y="31"/>
                  <a:pt x="30515" y="40"/>
                  <a:pt x="30531" y="51"/>
                </a:cubicBezTo>
                <a:cubicBezTo>
                  <a:pt x="30548" y="62"/>
                  <a:pt x="30563" y="75"/>
                  <a:pt x="30577" y="89"/>
                </a:cubicBezTo>
                <a:cubicBezTo>
                  <a:pt x="30591" y="103"/>
                  <a:pt x="30604" y="119"/>
                  <a:pt x="30615" y="135"/>
                </a:cubicBezTo>
                <a:cubicBezTo>
                  <a:pt x="30626" y="152"/>
                  <a:pt x="30636" y="169"/>
                  <a:pt x="30643" y="188"/>
                </a:cubicBezTo>
                <a:cubicBezTo>
                  <a:pt x="30651" y="206"/>
                  <a:pt x="30657" y="225"/>
                  <a:pt x="30661" y="245"/>
                </a:cubicBezTo>
                <a:cubicBezTo>
                  <a:pt x="30664" y="265"/>
                  <a:pt x="30666" y="284"/>
                  <a:pt x="30666" y="304"/>
                </a:cubicBezTo>
                <a:lnTo>
                  <a:pt x="30666" y="1708"/>
                </a:lnTo>
                <a:cubicBezTo>
                  <a:pt x="30666" y="1728"/>
                  <a:pt x="30664" y="1747"/>
                  <a:pt x="30661" y="1767"/>
                </a:cubicBezTo>
                <a:cubicBezTo>
                  <a:pt x="30657" y="1787"/>
                  <a:pt x="30651" y="1806"/>
                  <a:pt x="30643" y="1824"/>
                </a:cubicBezTo>
                <a:cubicBezTo>
                  <a:pt x="30636" y="1843"/>
                  <a:pt x="30626" y="1860"/>
                  <a:pt x="30615" y="1877"/>
                </a:cubicBezTo>
                <a:cubicBezTo>
                  <a:pt x="30604" y="1893"/>
                  <a:pt x="30591" y="1909"/>
                  <a:pt x="30577" y="1923"/>
                </a:cubicBezTo>
                <a:cubicBezTo>
                  <a:pt x="30563" y="1937"/>
                  <a:pt x="30548" y="1950"/>
                  <a:pt x="30531" y="1961"/>
                </a:cubicBezTo>
                <a:cubicBezTo>
                  <a:pt x="30515" y="1972"/>
                  <a:pt x="30497" y="1981"/>
                  <a:pt x="30479" y="1989"/>
                </a:cubicBezTo>
                <a:cubicBezTo>
                  <a:pt x="30460" y="1996"/>
                  <a:pt x="30441" y="2002"/>
                  <a:pt x="30422" y="2006"/>
                </a:cubicBezTo>
                <a:cubicBezTo>
                  <a:pt x="30402" y="2010"/>
                  <a:pt x="30382" y="2012"/>
                  <a:pt x="30362" y="2012"/>
                </a:cubicBezTo>
                <a:lnTo>
                  <a:pt x="304" y="2012"/>
                </a:lnTo>
                <a:cubicBezTo>
                  <a:pt x="285" y="2012"/>
                  <a:pt x="265" y="2010"/>
                  <a:pt x="245" y="2006"/>
                </a:cubicBezTo>
                <a:cubicBezTo>
                  <a:pt x="226" y="2002"/>
                  <a:pt x="207" y="1996"/>
                  <a:pt x="188" y="1989"/>
                </a:cubicBezTo>
                <a:cubicBezTo>
                  <a:pt x="170" y="1981"/>
                  <a:pt x="152" y="1972"/>
                  <a:pt x="135" y="1961"/>
                </a:cubicBezTo>
                <a:cubicBezTo>
                  <a:pt x="119" y="1950"/>
                  <a:pt x="103" y="1937"/>
                  <a:pt x="89" y="1923"/>
                </a:cubicBezTo>
                <a:cubicBezTo>
                  <a:pt x="75" y="1909"/>
                  <a:pt x="63" y="1893"/>
                  <a:pt x="52" y="1877"/>
                </a:cubicBezTo>
                <a:cubicBezTo>
                  <a:pt x="40" y="1860"/>
                  <a:pt x="31" y="1843"/>
                  <a:pt x="23" y="1824"/>
                </a:cubicBezTo>
                <a:cubicBezTo>
                  <a:pt x="16" y="1806"/>
                  <a:pt x="10" y="1787"/>
                  <a:pt x="6" y="1767"/>
                </a:cubicBezTo>
                <a:cubicBezTo>
                  <a:pt x="2" y="1747"/>
                  <a:pt x="0" y="1728"/>
                  <a:pt x="0" y="170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52" name=""/>
          <p:cNvSpPr/>
          <p:nvPr/>
        </p:nvSpPr>
        <p:spPr>
          <a:xfrm>
            <a:off x="414360" y="4071960"/>
            <a:ext cx="11363400" cy="1353600"/>
          </a:xfrm>
          <a:custGeom>
            <a:avLst/>
            <a:gdLst/>
            <a:ahLst/>
            <a:rect l="0" t="0" r="r" b="b"/>
            <a:pathLst>
              <a:path w="31565" h="3760">
                <a:moveTo>
                  <a:pt x="436" y="674"/>
                </a:moveTo>
                <a:lnTo>
                  <a:pt x="436" y="2924"/>
                </a:lnTo>
                <a:cubicBezTo>
                  <a:pt x="436" y="2966"/>
                  <a:pt x="444" y="3007"/>
                  <a:pt x="460" y="3046"/>
                </a:cubicBezTo>
                <a:cubicBezTo>
                  <a:pt x="476" y="3084"/>
                  <a:pt x="499" y="3119"/>
                  <a:pt x="529" y="3149"/>
                </a:cubicBezTo>
                <a:cubicBezTo>
                  <a:pt x="559" y="3178"/>
                  <a:pt x="593" y="3201"/>
                  <a:pt x="632" y="3217"/>
                </a:cubicBezTo>
                <a:cubicBezTo>
                  <a:pt x="671" y="3234"/>
                  <a:pt x="711" y="3242"/>
                  <a:pt x="753" y="3242"/>
                </a:cubicBezTo>
                <a:lnTo>
                  <a:pt x="30811" y="3242"/>
                </a:lnTo>
                <a:cubicBezTo>
                  <a:pt x="30853" y="3242"/>
                  <a:pt x="30894" y="3234"/>
                  <a:pt x="30933" y="3217"/>
                </a:cubicBezTo>
                <a:cubicBezTo>
                  <a:pt x="30972" y="3201"/>
                  <a:pt x="31006" y="3178"/>
                  <a:pt x="31036" y="3149"/>
                </a:cubicBezTo>
                <a:cubicBezTo>
                  <a:pt x="31065" y="3119"/>
                  <a:pt x="31088" y="3084"/>
                  <a:pt x="31104" y="3046"/>
                </a:cubicBezTo>
                <a:cubicBezTo>
                  <a:pt x="31121" y="3007"/>
                  <a:pt x="31129" y="2966"/>
                  <a:pt x="31129" y="2924"/>
                </a:cubicBezTo>
                <a:lnTo>
                  <a:pt x="31129" y="674"/>
                </a:lnTo>
                <a:cubicBezTo>
                  <a:pt x="31129" y="632"/>
                  <a:pt x="31121" y="592"/>
                  <a:pt x="31104" y="553"/>
                </a:cubicBezTo>
                <a:cubicBezTo>
                  <a:pt x="31088" y="514"/>
                  <a:pt x="31065" y="479"/>
                  <a:pt x="31036" y="450"/>
                </a:cubicBezTo>
                <a:cubicBezTo>
                  <a:pt x="31006" y="420"/>
                  <a:pt x="30972" y="397"/>
                  <a:pt x="30933" y="381"/>
                </a:cubicBezTo>
                <a:cubicBezTo>
                  <a:pt x="30894" y="365"/>
                  <a:pt x="30853" y="357"/>
                  <a:pt x="30811" y="357"/>
                </a:cubicBezTo>
                <a:lnTo>
                  <a:pt x="753" y="357"/>
                </a:lnTo>
                <a:cubicBezTo>
                  <a:pt x="711" y="357"/>
                  <a:pt x="671" y="365"/>
                  <a:pt x="632" y="381"/>
                </a:cubicBezTo>
                <a:cubicBezTo>
                  <a:pt x="593" y="397"/>
                  <a:pt x="559" y="420"/>
                  <a:pt x="529" y="450"/>
                </a:cubicBezTo>
                <a:cubicBezTo>
                  <a:pt x="499" y="479"/>
                  <a:pt x="476" y="514"/>
                  <a:pt x="460" y="553"/>
                </a:cubicBezTo>
                <a:cubicBezTo>
                  <a:pt x="444" y="592"/>
                  <a:pt x="436" y="632"/>
                  <a:pt x="436" y="674"/>
                </a:cubicBezTo>
                <a:moveTo>
                  <a:pt x="0" y="0"/>
                </a:moveTo>
                <a:lnTo>
                  <a:pt x="31565" y="0"/>
                </a:lnTo>
                <a:lnTo>
                  <a:pt x="31565" y="3760"/>
                </a:lnTo>
                <a:lnTo>
                  <a:pt x="0" y="3760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653" name=""/>
          <p:cNvSpPr/>
          <p:nvPr/>
        </p:nvSpPr>
        <p:spPr>
          <a:xfrm>
            <a:off x="580680" y="4209840"/>
            <a:ext cx="11030400" cy="1019520"/>
          </a:xfrm>
          <a:custGeom>
            <a:avLst/>
            <a:gdLst/>
            <a:ahLst/>
            <a:rect l="0" t="0" r="r" b="b"/>
            <a:pathLst>
              <a:path w="30640" h="2832">
                <a:moveTo>
                  <a:pt x="0" y="2541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30"/>
                  <a:pt x="30495" y="39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4"/>
                  <a:pt x="30591" y="129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7"/>
                  <a:pt x="30631" y="216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2541"/>
                </a:lnTo>
                <a:cubicBezTo>
                  <a:pt x="30640" y="2560"/>
                  <a:pt x="30638" y="2579"/>
                  <a:pt x="30635" y="2598"/>
                </a:cubicBezTo>
                <a:cubicBezTo>
                  <a:pt x="30631" y="2617"/>
                  <a:pt x="30625" y="2635"/>
                  <a:pt x="30618" y="2652"/>
                </a:cubicBezTo>
                <a:cubicBezTo>
                  <a:pt x="30611" y="2670"/>
                  <a:pt x="30602" y="2687"/>
                  <a:pt x="30591" y="2703"/>
                </a:cubicBezTo>
                <a:cubicBezTo>
                  <a:pt x="30581" y="2719"/>
                  <a:pt x="30568" y="2733"/>
                  <a:pt x="30555" y="2747"/>
                </a:cubicBezTo>
                <a:cubicBezTo>
                  <a:pt x="30541" y="2760"/>
                  <a:pt x="30527" y="2772"/>
                  <a:pt x="30511" y="2783"/>
                </a:cubicBezTo>
                <a:cubicBezTo>
                  <a:pt x="30495" y="2794"/>
                  <a:pt x="30478" y="2803"/>
                  <a:pt x="30461" y="2810"/>
                </a:cubicBezTo>
                <a:cubicBezTo>
                  <a:pt x="30443" y="2817"/>
                  <a:pt x="30425" y="2823"/>
                  <a:pt x="30406" y="2827"/>
                </a:cubicBezTo>
                <a:cubicBezTo>
                  <a:pt x="30387" y="2830"/>
                  <a:pt x="30368" y="2832"/>
                  <a:pt x="30349" y="2832"/>
                </a:cubicBezTo>
                <a:lnTo>
                  <a:pt x="291" y="2832"/>
                </a:lnTo>
                <a:cubicBezTo>
                  <a:pt x="272" y="2832"/>
                  <a:pt x="253" y="2830"/>
                  <a:pt x="235" y="2827"/>
                </a:cubicBezTo>
                <a:cubicBezTo>
                  <a:pt x="216" y="2823"/>
                  <a:pt x="198" y="2817"/>
                  <a:pt x="180" y="2810"/>
                </a:cubicBezTo>
                <a:cubicBezTo>
                  <a:pt x="162" y="2803"/>
                  <a:pt x="146" y="2794"/>
                  <a:pt x="130" y="2783"/>
                </a:cubicBezTo>
                <a:cubicBezTo>
                  <a:pt x="114" y="2772"/>
                  <a:pt x="99" y="2760"/>
                  <a:pt x="86" y="2747"/>
                </a:cubicBezTo>
                <a:cubicBezTo>
                  <a:pt x="72" y="2733"/>
                  <a:pt x="60" y="2719"/>
                  <a:pt x="50" y="2703"/>
                </a:cubicBezTo>
                <a:cubicBezTo>
                  <a:pt x="39" y="2687"/>
                  <a:pt x="30" y="2670"/>
                  <a:pt x="23" y="2652"/>
                </a:cubicBezTo>
                <a:cubicBezTo>
                  <a:pt x="15" y="2635"/>
                  <a:pt x="10" y="2617"/>
                  <a:pt x="6" y="2598"/>
                </a:cubicBezTo>
                <a:cubicBezTo>
                  <a:pt x="2" y="2579"/>
                  <a:pt x="0" y="2560"/>
                  <a:pt x="0" y="2541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54" name=""/>
          <p:cNvSpPr/>
          <p:nvPr/>
        </p:nvSpPr>
        <p:spPr>
          <a:xfrm>
            <a:off x="580680" y="4209840"/>
            <a:ext cx="11030400" cy="1019520"/>
          </a:xfrm>
          <a:custGeom>
            <a:avLst/>
            <a:gdLst/>
            <a:ahLst/>
            <a:rect l="0" t="0" r="r" b="b"/>
            <a:pathLst>
              <a:path w="30640" h="2832">
                <a:moveTo>
                  <a:pt x="0" y="2541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6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6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30"/>
                  <a:pt x="30495" y="39"/>
                  <a:pt x="30511" y="49"/>
                </a:cubicBezTo>
                <a:cubicBezTo>
                  <a:pt x="30527" y="60"/>
                  <a:pt x="30541" y="72"/>
                  <a:pt x="30555" y="85"/>
                </a:cubicBezTo>
                <a:cubicBezTo>
                  <a:pt x="30568" y="99"/>
                  <a:pt x="30581" y="114"/>
                  <a:pt x="30591" y="129"/>
                </a:cubicBezTo>
                <a:cubicBezTo>
                  <a:pt x="30602" y="145"/>
                  <a:pt x="30611" y="162"/>
                  <a:pt x="30618" y="180"/>
                </a:cubicBezTo>
                <a:cubicBezTo>
                  <a:pt x="30625" y="197"/>
                  <a:pt x="30631" y="216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2541"/>
                </a:lnTo>
                <a:cubicBezTo>
                  <a:pt x="30640" y="2560"/>
                  <a:pt x="30638" y="2579"/>
                  <a:pt x="30635" y="2598"/>
                </a:cubicBezTo>
                <a:cubicBezTo>
                  <a:pt x="30631" y="2617"/>
                  <a:pt x="30625" y="2635"/>
                  <a:pt x="30618" y="2652"/>
                </a:cubicBezTo>
                <a:cubicBezTo>
                  <a:pt x="30611" y="2670"/>
                  <a:pt x="30602" y="2687"/>
                  <a:pt x="30591" y="2703"/>
                </a:cubicBezTo>
                <a:cubicBezTo>
                  <a:pt x="30581" y="2719"/>
                  <a:pt x="30568" y="2733"/>
                  <a:pt x="30555" y="2747"/>
                </a:cubicBezTo>
                <a:cubicBezTo>
                  <a:pt x="30541" y="2760"/>
                  <a:pt x="30527" y="2772"/>
                  <a:pt x="30511" y="2783"/>
                </a:cubicBezTo>
                <a:cubicBezTo>
                  <a:pt x="30495" y="2794"/>
                  <a:pt x="30478" y="2803"/>
                  <a:pt x="30461" y="2810"/>
                </a:cubicBezTo>
                <a:cubicBezTo>
                  <a:pt x="30443" y="2817"/>
                  <a:pt x="30425" y="2823"/>
                  <a:pt x="30406" y="2827"/>
                </a:cubicBezTo>
                <a:cubicBezTo>
                  <a:pt x="30387" y="2830"/>
                  <a:pt x="30368" y="2832"/>
                  <a:pt x="30349" y="2832"/>
                </a:cubicBezTo>
                <a:lnTo>
                  <a:pt x="291" y="2832"/>
                </a:lnTo>
                <a:cubicBezTo>
                  <a:pt x="272" y="2832"/>
                  <a:pt x="253" y="2830"/>
                  <a:pt x="235" y="2827"/>
                </a:cubicBezTo>
                <a:cubicBezTo>
                  <a:pt x="216" y="2823"/>
                  <a:pt x="198" y="2817"/>
                  <a:pt x="180" y="2810"/>
                </a:cubicBezTo>
                <a:cubicBezTo>
                  <a:pt x="162" y="2803"/>
                  <a:pt x="146" y="2794"/>
                  <a:pt x="130" y="2783"/>
                </a:cubicBezTo>
                <a:cubicBezTo>
                  <a:pt x="114" y="2772"/>
                  <a:pt x="99" y="2760"/>
                  <a:pt x="86" y="2747"/>
                </a:cubicBezTo>
                <a:cubicBezTo>
                  <a:pt x="72" y="2733"/>
                  <a:pt x="60" y="2719"/>
                  <a:pt x="50" y="2703"/>
                </a:cubicBezTo>
                <a:cubicBezTo>
                  <a:pt x="39" y="2687"/>
                  <a:pt x="30" y="2670"/>
                  <a:pt x="23" y="2652"/>
                </a:cubicBezTo>
                <a:cubicBezTo>
                  <a:pt x="15" y="2635"/>
                  <a:pt x="10" y="2617"/>
                  <a:pt x="6" y="2598"/>
                </a:cubicBezTo>
                <a:cubicBezTo>
                  <a:pt x="2" y="2579"/>
                  <a:pt x="0" y="2560"/>
                  <a:pt x="0" y="2541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55" name=""/>
          <p:cNvSpPr/>
          <p:nvPr/>
        </p:nvSpPr>
        <p:spPr>
          <a:xfrm>
            <a:off x="610920" y="1698480"/>
            <a:ext cx="397440" cy="317880"/>
          </a:xfrm>
          <a:custGeom>
            <a:avLst/>
            <a:gdLst/>
            <a:ahLst/>
            <a:rect l="0" t="0" r="r" b="b"/>
            <a:pathLst>
              <a:path w="1104" h="883">
                <a:moveTo>
                  <a:pt x="83" y="0"/>
                </a:moveTo>
                <a:lnTo>
                  <a:pt x="185" y="210"/>
                </a:lnTo>
                <a:lnTo>
                  <a:pt x="364" y="210"/>
                </a:lnTo>
                <a:lnTo>
                  <a:pt x="262" y="0"/>
                </a:lnTo>
                <a:lnTo>
                  <a:pt x="385" y="0"/>
                </a:lnTo>
                <a:lnTo>
                  <a:pt x="487" y="210"/>
                </a:lnTo>
                <a:lnTo>
                  <a:pt x="666" y="210"/>
                </a:lnTo>
                <a:lnTo>
                  <a:pt x="564" y="0"/>
                </a:lnTo>
                <a:lnTo>
                  <a:pt x="687" y="0"/>
                </a:lnTo>
                <a:lnTo>
                  <a:pt x="788" y="210"/>
                </a:lnTo>
                <a:lnTo>
                  <a:pt x="968" y="210"/>
                </a:lnTo>
                <a:lnTo>
                  <a:pt x="866" y="0"/>
                </a:lnTo>
                <a:lnTo>
                  <a:pt x="1020" y="0"/>
                </a:lnTo>
                <a:cubicBezTo>
                  <a:pt x="1042" y="0"/>
                  <a:pt x="1062" y="8"/>
                  <a:pt x="1079" y="25"/>
                </a:cubicBezTo>
                <a:cubicBezTo>
                  <a:pt x="1095" y="41"/>
                  <a:pt x="1104" y="61"/>
                  <a:pt x="1104" y="83"/>
                </a:cubicBezTo>
                <a:lnTo>
                  <a:pt x="1104" y="800"/>
                </a:lnTo>
                <a:cubicBezTo>
                  <a:pt x="1104" y="822"/>
                  <a:pt x="1095" y="842"/>
                  <a:pt x="1079" y="858"/>
                </a:cubicBezTo>
                <a:cubicBezTo>
                  <a:pt x="1062" y="875"/>
                  <a:pt x="1042" y="883"/>
                  <a:pt x="1020" y="883"/>
                </a:cubicBezTo>
                <a:lnTo>
                  <a:pt x="83" y="883"/>
                </a:lnTo>
                <a:cubicBezTo>
                  <a:pt x="61" y="883"/>
                  <a:pt x="42" y="875"/>
                  <a:pt x="25" y="858"/>
                </a:cubicBezTo>
                <a:cubicBezTo>
                  <a:pt x="9" y="842"/>
                  <a:pt x="0" y="822"/>
                  <a:pt x="0" y="800"/>
                </a:cubicBezTo>
                <a:lnTo>
                  <a:pt x="0" y="83"/>
                </a:lnTo>
                <a:cubicBezTo>
                  <a:pt x="0" y="61"/>
                  <a:pt x="9" y="41"/>
                  <a:pt x="25" y="25"/>
                </a:cubicBezTo>
                <a:cubicBezTo>
                  <a:pt x="42" y="8"/>
                  <a:pt x="61" y="0"/>
                  <a:pt x="83" y="0"/>
                </a:cubicBezTo>
                <a:moveTo>
                  <a:pt x="83" y="293"/>
                </a:moveTo>
                <a:lnTo>
                  <a:pt x="83" y="800"/>
                </a:lnTo>
                <a:lnTo>
                  <a:pt x="1020" y="800"/>
                </a:lnTo>
                <a:lnTo>
                  <a:pt x="1020" y="293"/>
                </a:lnTo>
                <a:lnTo>
                  <a:pt x="83" y="293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656" name=""/>
          <p:cNvSpPr/>
          <p:nvPr/>
        </p:nvSpPr>
        <p:spPr>
          <a:xfrm>
            <a:off x="601560" y="2593800"/>
            <a:ext cx="302040" cy="182880"/>
          </a:xfrm>
          <a:custGeom>
            <a:avLst/>
            <a:gdLst/>
            <a:ahLst/>
            <a:rect l="0" t="0" r="r" b="b"/>
            <a:pathLst>
              <a:path w="839" h="508">
                <a:moveTo>
                  <a:pt x="251" y="506"/>
                </a:moveTo>
                <a:lnTo>
                  <a:pt x="0" y="255"/>
                </a:lnTo>
                <a:lnTo>
                  <a:pt x="253" y="0"/>
                </a:lnTo>
                <a:lnTo>
                  <a:pt x="298" y="45"/>
                </a:lnTo>
                <a:lnTo>
                  <a:pt x="90" y="255"/>
                </a:lnTo>
                <a:lnTo>
                  <a:pt x="296" y="461"/>
                </a:lnTo>
                <a:lnTo>
                  <a:pt x="251" y="506"/>
                </a:lnTo>
                <a:moveTo>
                  <a:pt x="585" y="508"/>
                </a:moveTo>
                <a:lnTo>
                  <a:pt x="540" y="463"/>
                </a:lnTo>
                <a:lnTo>
                  <a:pt x="749" y="255"/>
                </a:lnTo>
                <a:lnTo>
                  <a:pt x="542" y="47"/>
                </a:lnTo>
                <a:lnTo>
                  <a:pt x="587" y="2"/>
                </a:lnTo>
                <a:lnTo>
                  <a:pt x="839" y="255"/>
                </a:lnTo>
                <a:lnTo>
                  <a:pt x="585" y="508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657" name=""/>
          <p:cNvSpPr txBox="1"/>
          <p:nvPr/>
        </p:nvSpPr>
        <p:spPr>
          <a:xfrm>
            <a:off x="1047600" y="1767960"/>
            <a:ext cx="550764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デモ 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Phase 4: 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実装 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&amp; 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プレビュー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58" name=""/>
          <p:cNvSpPr txBox="1"/>
          <p:nvPr/>
        </p:nvSpPr>
        <p:spPr>
          <a:xfrm>
            <a:off x="933480" y="2694600"/>
            <a:ext cx="16333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実装 </a:t>
            </a:r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&amp; 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プレビュー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59" name=""/>
          <p:cNvSpPr txBox="1"/>
          <p:nvPr/>
        </p:nvSpPr>
        <p:spPr>
          <a:xfrm>
            <a:off x="752400" y="3184560"/>
            <a:ext cx="22867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「生成した画像を背景に使って、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60" name=""/>
          <p:cNvSpPr txBox="1"/>
          <p:nvPr/>
        </p:nvSpPr>
        <p:spPr>
          <a:xfrm>
            <a:off x="3038400" y="3187800"/>
            <a:ext cx="36648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E8E0F0"/>
                </a:solidFill>
                <a:effectLst/>
                <a:uFillTx/>
                <a:latin typeface="JetBrainsMono"/>
                <a:ea typeface="JetBrainsMono"/>
              </a:rPr>
              <a:t>Hero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61" name=""/>
          <p:cNvSpPr txBox="1"/>
          <p:nvPr/>
        </p:nvSpPr>
        <p:spPr>
          <a:xfrm>
            <a:off x="3404160" y="3184560"/>
            <a:ext cx="167724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セクションを実装して。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62" name=""/>
          <p:cNvSpPr txBox="1"/>
          <p:nvPr/>
        </p:nvSpPr>
        <p:spPr>
          <a:xfrm>
            <a:off x="752400" y="3403440"/>
            <a:ext cx="426780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文字は白で読みやすく、グラスモーフィズムなデザインで。」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63" name=""/>
          <p:cNvSpPr txBox="1"/>
          <p:nvPr/>
        </p:nvSpPr>
        <p:spPr>
          <a:xfrm>
            <a:off x="5991120" y="3896640"/>
            <a:ext cx="2095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64" name=""/>
          <p:cNvSpPr txBox="1"/>
          <p:nvPr/>
        </p:nvSpPr>
        <p:spPr>
          <a:xfrm>
            <a:off x="762120" y="4422240"/>
            <a:ext cx="10503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が背景画像の配置、グラスモーフィズム効果、レスポンシブ対応、アニメーション追加まで一括で実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65" name=""/>
          <p:cNvSpPr txBox="1"/>
          <p:nvPr/>
        </p:nvSpPr>
        <p:spPr>
          <a:xfrm>
            <a:off x="762120" y="4784040"/>
            <a:ext cx="1143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装します。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66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34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70" name=""/>
          <p:cNvSpPr/>
          <p:nvPr/>
        </p:nvSpPr>
        <p:spPr>
          <a:xfrm>
            <a:off x="571320" y="2133360"/>
            <a:ext cx="11049480" cy="29160"/>
          </a:xfrm>
          <a:custGeom>
            <a:avLst/>
            <a:gdLst/>
            <a:ahLst/>
            <a:rect l="0" t="0" r="r" b="b"/>
            <a:pathLst>
              <a:path w="30693" h="81">
                <a:moveTo>
                  <a:pt x="0" y="0"/>
                </a:moveTo>
                <a:lnTo>
                  <a:pt x="30693" y="0"/>
                </a:lnTo>
                <a:lnTo>
                  <a:pt x="3069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71" name=""/>
          <p:cNvSpPr/>
          <p:nvPr/>
        </p:nvSpPr>
        <p:spPr>
          <a:xfrm>
            <a:off x="359640" y="2709360"/>
            <a:ext cx="11472840" cy="942480"/>
          </a:xfrm>
          <a:custGeom>
            <a:avLst/>
            <a:gdLst/>
            <a:ahLst/>
            <a:rect l="0" t="0" r="r" b="b"/>
            <a:pathLst>
              <a:path w="31869" h="2618">
                <a:moveTo>
                  <a:pt x="614" y="808"/>
                </a:moveTo>
                <a:lnTo>
                  <a:pt x="614" y="1602"/>
                </a:lnTo>
                <a:cubicBezTo>
                  <a:pt x="614" y="1641"/>
                  <a:pt x="622" y="1678"/>
                  <a:pt x="637" y="1714"/>
                </a:cubicBezTo>
                <a:cubicBezTo>
                  <a:pt x="651" y="1750"/>
                  <a:pt x="672" y="1781"/>
                  <a:pt x="700" y="1808"/>
                </a:cubicBezTo>
                <a:cubicBezTo>
                  <a:pt x="727" y="1836"/>
                  <a:pt x="758" y="1857"/>
                  <a:pt x="794" y="1872"/>
                </a:cubicBezTo>
                <a:cubicBezTo>
                  <a:pt x="830" y="1886"/>
                  <a:pt x="867" y="1894"/>
                  <a:pt x="905" y="1894"/>
                </a:cubicBezTo>
                <a:lnTo>
                  <a:pt x="30963" y="1894"/>
                </a:lnTo>
                <a:cubicBezTo>
                  <a:pt x="31002" y="1894"/>
                  <a:pt x="31039" y="1886"/>
                  <a:pt x="31075" y="1872"/>
                </a:cubicBezTo>
                <a:cubicBezTo>
                  <a:pt x="31110" y="1857"/>
                  <a:pt x="31142" y="1836"/>
                  <a:pt x="31169" y="1808"/>
                </a:cubicBezTo>
                <a:cubicBezTo>
                  <a:pt x="31196" y="1781"/>
                  <a:pt x="31217" y="1750"/>
                  <a:pt x="31232" y="1714"/>
                </a:cubicBezTo>
                <a:cubicBezTo>
                  <a:pt x="31247" y="1678"/>
                  <a:pt x="31254" y="1641"/>
                  <a:pt x="31254" y="1602"/>
                </a:cubicBezTo>
                <a:lnTo>
                  <a:pt x="31254" y="808"/>
                </a:lnTo>
                <a:cubicBezTo>
                  <a:pt x="31254" y="769"/>
                  <a:pt x="31247" y="732"/>
                  <a:pt x="31232" y="696"/>
                </a:cubicBezTo>
                <a:cubicBezTo>
                  <a:pt x="31217" y="661"/>
                  <a:pt x="31196" y="629"/>
                  <a:pt x="31169" y="602"/>
                </a:cubicBezTo>
                <a:cubicBezTo>
                  <a:pt x="31142" y="575"/>
                  <a:pt x="31110" y="554"/>
                  <a:pt x="31075" y="539"/>
                </a:cubicBezTo>
                <a:cubicBezTo>
                  <a:pt x="31039" y="524"/>
                  <a:pt x="31002" y="517"/>
                  <a:pt x="30963" y="517"/>
                </a:cubicBezTo>
                <a:lnTo>
                  <a:pt x="905" y="517"/>
                </a:lnTo>
                <a:cubicBezTo>
                  <a:pt x="867" y="517"/>
                  <a:pt x="830" y="524"/>
                  <a:pt x="794" y="539"/>
                </a:cubicBezTo>
                <a:cubicBezTo>
                  <a:pt x="758" y="554"/>
                  <a:pt x="727" y="575"/>
                  <a:pt x="700" y="602"/>
                </a:cubicBezTo>
                <a:cubicBezTo>
                  <a:pt x="672" y="629"/>
                  <a:pt x="651" y="661"/>
                  <a:pt x="637" y="696"/>
                </a:cubicBezTo>
                <a:cubicBezTo>
                  <a:pt x="622" y="732"/>
                  <a:pt x="614" y="769"/>
                  <a:pt x="614" y="808"/>
                </a:cubicBezTo>
                <a:moveTo>
                  <a:pt x="0" y="0"/>
                </a:moveTo>
                <a:lnTo>
                  <a:pt x="31869" y="0"/>
                </a:lnTo>
                <a:lnTo>
                  <a:pt x="31869" y="2618"/>
                </a:lnTo>
                <a:lnTo>
                  <a:pt x="0" y="2618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672" name=""/>
          <p:cNvSpPr/>
          <p:nvPr/>
        </p:nvSpPr>
        <p:spPr>
          <a:xfrm>
            <a:off x="576000" y="2890800"/>
            <a:ext cx="11039760" cy="505080"/>
          </a:xfrm>
          <a:custGeom>
            <a:avLst/>
            <a:gdLst/>
            <a:ahLst/>
            <a:rect l="0" t="0" r="r" b="b"/>
            <a:pathLst>
              <a:path w="30666" h="1403">
                <a:moveTo>
                  <a:pt x="0" y="1099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7"/>
                </a:cubicBezTo>
                <a:cubicBezTo>
                  <a:pt x="31" y="169"/>
                  <a:pt x="40" y="151"/>
                  <a:pt x="52" y="135"/>
                </a:cubicBezTo>
                <a:cubicBezTo>
                  <a:pt x="63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70" y="30"/>
                  <a:pt x="188" y="23"/>
                </a:cubicBezTo>
                <a:cubicBezTo>
                  <a:pt x="207" y="15"/>
                  <a:pt x="226" y="9"/>
                  <a:pt x="245" y="5"/>
                </a:cubicBezTo>
                <a:cubicBezTo>
                  <a:pt x="265" y="2"/>
                  <a:pt x="285" y="0"/>
                  <a:pt x="304" y="0"/>
                </a:cubicBezTo>
                <a:lnTo>
                  <a:pt x="30362" y="0"/>
                </a:lnTo>
                <a:cubicBezTo>
                  <a:pt x="30382" y="0"/>
                  <a:pt x="30402" y="2"/>
                  <a:pt x="30422" y="5"/>
                </a:cubicBezTo>
                <a:cubicBezTo>
                  <a:pt x="30441" y="9"/>
                  <a:pt x="30460" y="15"/>
                  <a:pt x="30479" y="23"/>
                </a:cubicBezTo>
                <a:cubicBezTo>
                  <a:pt x="30497" y="30"/>
                  <a:pt x="30515" y="40"/>
                  <a:pt x="30531" y="51"/>
                </a:cubicBezTo>
                <a:cubicBezTo>
                  <a:pt x="30548" y="62"/>
                  <a:pt x="30563" y="75"/>
                  <a:pt x="30577" y="89"/>
                </a:cubicBezTo>
                <a:cubicBezTo>
                  <a:pt x="30591" y="103"/>
                  <a:pt x="30604" y="118"/>
                  <a:pt x="30615" y="135"/>
                </a:cubicBezTo>
                <a:cubicBezTo>
                  <a:pt x="30626" y="151"/>
                  <a:pt x="30636" y="169"/>
                  <a:pt x="30643" y="187"/>
                </a:cubicBezTo>
                <a:cubicBezTo>
                  <a:pt x="30651" y="206"/>
                  <a:pt x="30657" y="225"/>
                  <a:pt x="30661" y="245"/>
                </a:cubicBezTo>
                <a:cubicBezTo>
                  <a:pt x="30664" y="264"/>
                  <a:pt x="30666" y="284"/>
                  <a:pt x="30666" y="304"/>
                </a:cubicBezTo>
                <a:lnTo>
                  <a:pt x="30666" y="1099"/>
                </a:lnTo>
                <a:cubicBezTo>
                  <a:pt x="30666" y="1119"/>
                  <a:pt x="30664" y="1138"/>
                  <a:pt x="30661" y="1158"/>
                </a:cubicBezTo>
                <a:cubicBezTo>
                  <a:pt x="30657" y="1178"/>
                  <a:pt x="30651" y="1197"/>
                  <a:pt x="30643" y="1215"/>
                </a:cubicBezTo>
                <a:cubicBezTo>
                  <a:pt x="30636" y="1234"/>
                  <a:pt x="30626" y="1251"/>
                  <a:pt x="30615" y="1268"/>
                </a:cubicBezTo>
                <a:cubicBezTo>
                  <a:pt x="30604" y="1284"/>
                  <a:pt x="30591" y="1300"/>
                  <a:pt x="30577" y="1314"/>
                </a:cubicBezTo>
                <a:cubicBezTo>
                  <a:pt x="30563" y="1328"/>
                  <a:pt x="30548" y="1341"/>
                  <a:pt x="30531" y="1352"/>
                </a:cubicBezTo>
                <a:cubicBezTo>
                  <a:pt x="30515" y="1363"/>
                  <a:pt x="30497" y="1372"/>
                  <a:pt x="30479" y="1380"/>
                </a:cubicBezTo>
                <a:cubicBezTo>
                  <a:pt x="30460" y="1387"/>
                  <a:pt x="30441" y="1393"/>
                  <a:pt x="30422" y="1397"/>
                </a:cubicBezTo>
                <a:cubicBezTo>
                  <a:pt x="30402" y="1401"/>
                  <a:pt x="30382" y="1403"/>
                  <a:pt x="30362" y="1403"/>
                </a:cubicBezTo>
                <a:lnTo>
                  <a:pt x="304" y="1403"/>
                </a:lnTo>
                <a:cubicBezTo>
                  <a:pt x="285" y="1403"/>
                  <a:pt x="265" y="1401"/>
                  <a:pt x="245" y="1397"/>
                </a:cubicBezTo>
                <a:cubicBezTo>
                  <a:pt x="226" y="1393"/>
                  <a:pt x="207" y="1387"/>
                  <a:pt x="188" y="1380"/>
                </a:cubicBezTo>
                <a:cubicBezTo>
                  <a:pt x="170" y="1372"/>
                  <a:pt x="152" y="1363"/>
                  <a:pt x="135" y="1352"/>
                </a:cubicBezTo>
                <a:cubicBezTo>
                  <a:pt x="119" y="1341"/>
                  <a:pt x="103" y="1328"/>
                  <a:pt x="89" y="1314"/>
                </a:cubicBezTo>
                <a:cubicBezTo>
                  <a:pt x="75" y="1300"/>
                  <a:pt x="63" y="1284"/>
                  <a:pt x="52" y="1268"/>
                </a:cubicBezTo>
                <a:cubicBezTo>
                  <a:pt x="40" y="1251"/>
                  <a:pt x="31" y="1234"/>
                  <a:pt x="23" y="1215"/>
                </a:cubicBezTo>
                <a:cubicBezTo>
                  <a:pt x="16" y="1197"/>
                  <a:pt x="10" y="1178"/>
                  <a:pt x="6" y="1158"/>
                </a:cubicBezTo>
                <a:cubicBezTo>
                  <a:pt x="2" y="1138"/>
                  <a:pt x="0" y="1119"/>
                  <a:pt x="0" y="1099"/>
                </a:cubicBezTo>
                <a:close/>
              </a:path>
            </a:pathLst>
          </a:custGeom>
          <a:solidFill>
            <a:srgbClr val="2D26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673" name=""/>
          <p:cNvSpPr/>
          <p:nvPr/>
        </p:nvSpPr>
        <p:spPr>
          <a:xfrm>
            <a:off x="576000" y="2890800"/>
            <a:ext cx="11039760" cy="505080"/>
          </a:xfrm>
          <a:custGeom>
            <a:avLst/>
            <a:gdLst/>
            <a:ahLst/>
            <a:rect l="0" t="0" r="r" b="b"/>
            <a:pathLst>
              <a:path w="30666" h="1403">
                <a:moveTo>
                  <a:pt x="0" y="1099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7"/>
                </a:cubicBezTo>
                <a:cubicBezTo>
                  <a:pt x="31" y="169"/>
                  <a:pt x="40" y="151"/>
                  <a:pt x="52" y="135"/>
                </a:cubicBezTo>
                <a:cubicBezTo>
                  <a:pt x="63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70" y="30"/>
                  <a:pt x="188" y="23"/>
                </a:cubicBezTo>
                <a:cubicBezTo>
                  <a:pt x="207" y="15"/>
                  <a:pt x="226" y="9"/>
                  <a:pt x="245" y="5"/>
                </a:cubicBezTo>
                <a:cubicBezTo>
                  <a:pt x="265" y="2"/>
                  <a:pt x="285" y="0"/>
                  <a:pt x="304" y="0"/>
                </a:cubicBezTo>
                <a:lnTo>
                  <a:pt x="30362" y="0"/>
                </a:lnTo>
                <a:cubicBezTo>
                  <a:pt x="30382" y="0"/>
                  <a:pt x="30402" y="2"/>
                  <a:pt x="30422" y="5"/>
                </a:cubicBezTo>
                <a:cubicBezTo>
                  <a:pt x="30441" y="9"/>
                  <a:pt x="30460" y="15"/>
                  <a:pt x="30479" y="23"/>
                </a:cubicBezTo>
                <a:cubicBezTo>
                  <a:pt x="30497" y="30"/>
                  <a:pt x="30515" y="40"/>
                  <a:pt x="30531" y="51"/>
                </a:cubicBezTo>
                <a:cubicBezTo>
                  <a:pt x="30548" y="62"/>
                  <a:pt x="30563" y="75"/>
                  <a:pt x="30577" y="89"/>
                </a:cubicBezTo>
                <a:cubicBezTo>
                  <a:pt x="30591" y="103"/>
                  <a:pt x="30604" y="118"/>
                  <a:pt x="30615" y="135"/>
                </a:cubicBezTo>
                <a:cubicBezTo>
                  <a:pt x="30626" y="151"/>
                  <a:pt x="30636" y="169"/>
                  <a:pt x="30643" y="187"/>
                </a:cubicBezTo>
                <a:cubicBezTo>
                  <a:pt x="30651" y="206"/>
                  <a:pt x="30657" y="225"/>
                  <a:pt x="30661" y="245"/>
                </a:cubicBezTo>
                <a:cubicBezTo>
                  <a:pt x="30664" y="264"/>
                  <a:pt x="30666" y="284"/>
                  <a:pt x="30666" y="304"/>
                </a:cubicBezTo>
                <a:lnTo>
                  <a:pt x="30666" y="1099"/>
                </a:lnTo>
                <a:cubicBezTo>
                  <a:pt x="30666" y="1119"/>
                  <a:pt x="30664" y="1138"/>
                  <a:pt x="30661" y="1158"/>
                </a:cubicBezTo>
                <a:cubicBezTo>
                  <a:pt x="30657" y="1178"/>
                  <a:pt x="30651" y="1197"/>
                  <a:pt x="30643" y="1215"/>
                </a:cubicBezTo>
                <a:cubicBezTo>
                  <a:pt x="30636" y="1234"/>
                  <a:pt x="30626" y="1251"/>
                  <a:pt x="30615" y="1268"/>
                </a:cubicBezTo>
                <a:cubicBezTo>
                  <a:pt x="30604" y="1284"/>
                  <a:pt x="30591" y="1300"/>
                  <a:pt x="30577" y="1314"/>
                </a:cubicBezTo>
                <a:cubicBezTo>
                  <a:pt x="30563" y="1328"/>
                  <a:pt x="30548" y="1341"/>
                  <a:pt x="30531" y="1352"/>
                </a:cubicBezTo>
                <a:cubicBezTo>
                  <a:pt x="30515" y="1363"/>
                  <a:pt x="30497" y="1372"/>
                  <a:pt x="30479" y="1380"/>
                </a:cubicBezTo>
                <a:cubicBezTo>
                  <a:pt x="30460" y="1387"/>
                  <a:pt x="30441" y="1393"/>
                  <a:pt x="30422" y="1397"/>
                </a:cubicBezTo>
                <a:cubicBezTo>
                  <a:pt x="30402" y="1401"/>
                  <a:pt x="30382" y="1403"/>
                  <a:pt x="30362" y="1403"/>
                </a:cubicBezTo>
                <a:lnTo>
                  <a:pt x="304" y="1403"/>
                </a:lnTo>
                <a:cubicBezTo>
                  <a:pt x="285" y="1403"/>
                  <a:pt x="265" y="1401"/>
                  <a:pt x="245" y="1397"/>
                </a:cubicBezTo>
                <a:cubicBezTo>
                  <a:pt x="226" y="1393"/>
                  <a:pt x="207" y="1387"/>
                  <a:pt x="188" y="1380"/>
                </a:cubicBezTo>
                <a:cubicBezTo>
                  <a:pt x="170" y="1372"/>
                  <a:pt x="152" y="1363"/>
                  <a:pt x="135" y="1352"/>
                </a:cubicBezTo>
                <a:cubicBezTo>
                  <a:pt x="119" y="1341"/>
                  <a:pt x="103" y="1328"/>
                  <a:pt x="89" y="1314"/>
                </a:cubicBezTo>
                <a:cubicBezTo>
                  <a:pt x="75" y="1300"/>
                  <a:pt x="63" y="1284"/>
                  <a:pt x="52" y="1268"/>
                </a:cubicBezTo>
                <a:cubicBezTo>
                  <a:pt x="40" y="1251"/>
                  <a:pt x="31" y="1234"/>
                  <a:pt x="23" y="1215"/>
                </a:cubicBezTo>
                <a:cubicBezTo>
                  <a:pt x="16" y="1197"/>
                  <a:pt x="10" y="1178"/>
                  <a:pt x="6" y="1158"/>
                </a:cubicBezTo>
                <a:cubicBezTo>
                  <a:pt x="2" y="1138"/>
                  <a:pt x="0" y="1119"/>
                  <a:pt x="0" y="109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74" name=""/>
          <p:cNvSpPr/>
          <p:nvPr/>
        </p:nvSpPr>
        <p:spPr>
          <a:xfrm>
            <a:off x="595080" y="3904920"/>
            <a:ext cx="11025720" cy="924480"/>
          </a:xfrm>
          <a:custGeom>
            <a:avLst/>
            <a:gdLst/>
            <a:ahLst/>
            <a:rect l="0" t="0" r="r" b="b"/>
            <a:pathLst>
              <a:path w="30627" h="2568">
                <a:moveTo>
                  <a:pt x="0" y="2356"/>
                </a:moveTo>
                <a:lnTo>
                  <a:pt x="0" y="212"/>
                </a:lnTo>
                <a:cubicBezTo>
                  <a:pt x="0" y="198"/>
                  <a:pt x="1" y="184"/>
                  <a:pt x="3" y="171"/>
                </a:cubicBezTo>
                <a:cubicBezTo>
                  <a:pt x="5" y="157"/>
                  <a:pt x="8" y="144"/>
                  <a:pt x="11" y="131"/>
                </a:cubicBezTo>
                <a:cubicBezTo>
                  <a:pt x="15" y="118"/>
                  <a:pt x="19" y="106"/>
                  <a:pt x="25" y="94"/>
                </a:cubicBezTo>
                <a:cubicBezTo>
                  <a:pt x="30" y="83"/>
                  <a:pt x="36" y="72"/>
                  <a:pt x="43" y="62"/>
                </a:cubicBezTo>
                <a:cubicBezTo>
                  <a:pt x="50" y="53"/>
                  <a:pt x="57" y="44"/>
                  <a:pt x="65" y="36"/>
                </a:cubicBezTo>
                <a:cubicBezTo>
                  <a:pt x="73" y="28"/>
                  <a:pt x="81" y="22"/>
                  <a:pt x="90" y="17"/>
                </a:cubicBezTo>
                <a:cubicBezTo>
                  <a:pt x="99" y="11"/>
                  <a:pt x="108" y="7"/>
                  <a:pt x="117" y="4"/>
                </a:cubicBezTo>
                <a:cubicBezTo>
                  <a:pt x="127" y="2"/>
                  <a:pt x="136" y="0"/>
                  <a:pt x="146" y="0"/>
                </a:cubicBezTo>
                <a:lnTo>
                  <a:pt x="30415" y="0"/>
                </a:lnTo>
                <a:cubicBezTo>
                  <a:pt x="30429" y="0"/>
                  <a:pt x="30443" y="2"/>
                  <a:pt x="30456" y="4"/>
                </a:cubicBezTo>
                <a:cubicBezTo>
                  <a:pt x="30470" y="7"/>
                  <a:pt x="30483" y="11"/>
                  <a:pt x="30496" y="17"/>
                </a:cubicBezTo>
                <a:cubicBezTo>
                  <a:pt x="30509" y="22"/>
                  <a:pt x="30521" y="28"/>
                  <a:pt x="30533" y="36"/>
                </a:cubicBezTo>
                <a:cubicBezTo>
                  <a:pt x="30544" y="44"/>
                  <a:pt x="30555" y="53"/>
                  <a:pt x="30565" y="62"/>
                </a:cubicBezTo>
                <a:cubicBezTo>
                  <a:pt x="30574" y="72"/>
                  <a:pt x="30583" y="83"/>
                  <a:pt x="30591" y="94"/>
                </a:cubicBezTo>
                <a:cubicBezTo>
                  <a:pt x="30599" y="106"/>
                  <a:pt x="30605" y="118"/>
                  <a:pt x="30611" y="131"/>
                </a:cubicBezTo>
                <a:cubicBezTo>
                  <a:pt x="30616" y="144"/>
                  <a:pt x="30620" y="157"/>
                  <a:pt x="30623" y="171"/>
                </a:cubicBezTo>
                <a:cubicBezTo>
                  <a:pt x="30625" y="184"/>
                  <a:pt x="30627" y="198"/>
                  <a:pt x="30627" y="212"/>
                </a:cubicBezTo>
                <a:lnTo>
                  <a:pt x="30627" y="2356"/>
                </a:lnTo>
                <a:cubicBezTo>
                  <a:pt x="30627" y="2370"/>
                  <a:pt x="30625" y="2384"/>
                  <a:pt x="30623" y="2398"/>
                </a:cubicBezTo>
                <a:cubicBezTo>
                  <a:pt x="30620" y="2411"/>
                  <a:pt x="30616" y="2424"/>
                  <a:pt x="30611" y="2437"/>
                </a:cubicBezTo>
                <a:cubicBezTo>
                  <a:pt x="30605" y="2450"/>
                  <a:pt x="30599" y="2462"/>
                  <a:pt x="30591" y="2474"/>
                </a:cubicBezTo>
                <a:cubicBezTo>
                  <a:pt x="30583" y="2485"/>
                  <a:pt x="30574" y="2496"/>
                  <a:pt x="30565" y="2506"/>
                </a:cubicBezTo>
                <a:cubicBezTo>
                  <a:pt x="30555" y="2516"/>
                  <a:pt x="30544" y="2524"/>
                  <a:pt x="30533" y="2532"/>
                </a:cubicBezTo>
                <a:cubicBezTo>
                  <a:pt x="30521" y="2540"/>
                  <a:pt x="30509" y="2546"/>
                  <a:pt x="30496" y="2552"/>
                </a:cubicBezTo>
                <a:cubicBezTo>
                  <a:pt x="30483" y="2557"/>
                  <a:pt x="30470" y="2561"/>
                  <a:pt x="30456" y="2564"/>
                </a:cubicBezTo>
                <a:cubicBezTo>
                  <a:pt x="30443" y="2567"/>
                  <a:pt x="30429" y="2568"/>
                  <a:pt x="30415" y="2568"/>
                </a:cubicBezTo>
                <a:lnTo>
                  <a:pt x="146" y="2568"/>
                </a:lnTo>
                <a:cubicBezTo>
                  <a:pt x="136" y="2568"/>
                  <a:pt x="127" y="2567"/>
                  <a:pt x="117" y="2564"/>
                </a:cubicBezTo>
                <a:cubicBezTo>
                  <a:pt x="108" y="2561"/>
                  <a:pt x="99" y="2557"/>
                  <a:pt x="90" y="2552"/>
                </a:cubicBezTo>
                <a:cubicBezTo>
                  <a:pt x="81" y="2546"/>
                  <a:pt x="73" y="2540"/>
                  <a:pt x="65" y="2532"/>
                </a:cubicBezTo>
                <a:cubicBezTo>
                  <a:pt x="57" y="2524"/>
                  <a:pt x="50" y="2516"/>
                  <a:pt x="43" y="2506"/>
                </a:cubicBezTo>
                <a:cubicBezTo>
                  <a:pt x="36" y="2496"/>
                  <a:pt x="30" y="2485"/>
                  <a:pt x="25" y="2474"/>
                </a:cubicBezTo>
                <a:cubicBezTo>
                  <a:pt x="19" y="2462"/>
                  <a:pt x="15" y="2450"/>
                  <a:pt x="11" y="2437"/>
                </a:cubicBezTo>
                <a:cubicBezTo>
                  <a:pt x="8" y="2424"/>
                  <a:pt x="5" y="2411"/>
                  <a:pt x="3" y="2398"/>
                </a:cubicBezTo>
                <a:cubicBezTo>
                  <a:pt x="1" y="2384"/>
                  <a:pt x="0" y="2370"/>
                  <a:pt x="0" y="2356"/>
                </a:cubicBezTo>
                <a:close/>
              </a:path>
            </a:pathLst>
          </a:custGeom>
          <a:solidFill>
            <a:srgbClr val="C1E6C0">
              <a:alpha val="3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75" name=""/>
          <p:cNvSpPr/>
          <p:nvPr/>
        </p:nvSpPr>
        <p:spPr>
          <a:xfrm>
            <a:off x="571320" y="3904920"/>
            <a:ext cx="76680" cy="924480"/>
          </a:xfrm>
          <a:custGeom>
            <a:avLst/>
            <a:gdLst/>
            <a:ahLst/>
            <a:rect l="0" t="0" r="r" b="b"/>
            <a:pathLst>
              <a:path w="213" h="2568">
                <a:moveTo>
                  <a:pt x="0" y="0"/>
                </a:moveTo>
                <a:lnTo>
                  <a:pt x="213" y="0"/>
                </a:lnTo>
                <a:lnTo>
                  <a:pt x="213" y="2568"/>
                </a:lnTo>
                <a:lnTo>
                  <a:pt x="0" y="2568"/>
                </a:lnTo>
                <a:lnTo>
                  <a:pt x="0" y="0"/>
                </a:lnTo>
                <a:close/>
              </a:path>
            </a:pathLst>
          </a:custGeom>
          <a:solidFill>
            <a:srgbClr val="80C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76" name=""/>
          <p:cNvSpPr/>
          <p:nvPr/>
        </p:nvSpPr>
        <p:spPr>
          <a:xfrm>
            <a:off x="610920" y="1584000"/>
            <a:ext cx="397440" cy="317880"/>
          </a:xfrm>
          <a:custGeom>
            <a:avLst/>
            <a:gdLst/>
            <a:ahLst/>
            <a:rect l="0" t="0" r="r" b="b"/>
            <a:pathLst>
              <a:path w="1104" h="883">
                <a:moveTo>
                  <a:pt x="83" y="0"/>
                </a:moveTo>
                <a:lnTo>
                  <a:pt x="185" y="210"/>
                </a:lnTo>
                <a:lnTo>
                  <a:pt x="364" y="210"/>
                </a:lnTo>
                <a:lnTo>
                  <a:pt x="262" y="0"/>
                </a:lnTo>
                <a:lnTo>
                  <a:pt x="385" y="0"/>
                </a:lnTo>
                <a:lnTo>
                  <a:pt x="487" y="210"/>
                </a:lnTo>
                <a:lnTo>
                  <a:pt x="666" y="210"/>
                </a:lnTo>
                <a:lnTo>
                  <a:pt x="564" y="0"/>
                </a:lnTo>
                <a:lnTo>
                  <a:pt x="687" y="0"/>
                </a:lnTo>
                <a:lnTo>
                  <a:pt x="788" y="210"/>
                </a:lnTo>
                <a:lnTo>
                  <a:pt x="968" y="210"/>
                </a:lnTo>
                <a:lnTo>
                  <a:pt x="866" y="0"/>
                </a:lnTo>
                <a:lnTo>
                  <a:pt x="1020" y="0"/>
                </a:lnTo>
                <a:cubicBezTo>
                  <a:pt x="1042" y="0"/>
                  <a:pt x="1062" y="9"/>
                  <a:pt x="1079" y="25"/>
                </a:cubicBezTo>
                <a:cubicBezTo>
                  <a:pt x="1095" y="42"/>
                  <a:pt x="1104" y="61"/>
                  <a:pt x="1104" y="83"/>
                </a:cubicBezTo>
                <a:lnTo>
                  <a:pt x="1104" y="801"/>
                </a:lnTo>
                <a:cubicBezTo>
                  <a:pt x="1104" y="823"/>
                  <a:pt x="1095" y="842"/>
                  <a:pt x="1079" y="859"/>
                </a:cubicBezTo>
                <a:cubicBezTo>
                  <a:pt x="1062" y="875"/>
                  <a:pt x="1042" y="883"/>
                  <a:pt x="1020" y="883"/>
                </a:cubicBezTo>
                <a:lnTo>
                  <a:pt x="83" y="883"/>
                </a:lnTo>
                <a:cubicBezTo>
                  <a:pt x="61" y="883"/>
                  <a:pt x="42" y="875"/>
                  <a:pt x="25" y="859"/>
                </a:cubicBezTo>
                <a:cubicBezTo>
                  <a:pt x="9" y="842"/>
                  <a:pt x="0" y="823"/>
                  <a:pt x="0" y="801"/>
                </a:cubicBezTo>
                <a:lnTo>
                  <a:pt x="0" y="83"/>
                </a:lnTo>
                <a:cubicBezTo>
                  <a:pt x="0" y="61"/>
                  <a:pt x="9" y="42"/>
                  <a:pt x="25" y="25"/>
                </a:cubicBezTo>
                <a:cubicBezTo>
                  <a:pt x="42" y="9"/>
                  <a:pt x="61" y="0"/>
                  <a:pt x="83" y="0"/>
                </a:cubicBezTo>
                <a:moveTo>
                  <a:pt x="83" y="293"/>
                </a:moveTo>
                <a:lnTo>
                  <a:pt x="83" y="801"/>
                </a:lnTo>
                <a:lnTo>
                  <a:pt x="1020" y="801"/>
                </a:lnTo>
                <a:lnTo>
                  <a:pt x="1020" y="293"/>
                </a:lnTo>
                <a:lnTo>
                  <a:pt x="83" y="293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77" name=""/>
          <p:cNvSpPr/>
          <p:nvPr/>
        </p:nvSpPr>
        <p:spPr>
          <a:xfrm>
            <a:off x="586440" y="2451240"/>
            <a:ext cx="332280" cy="241200"/>
          </a:xfrm>
          <a:custGeom>
            <a:avLst/>
            <a:gdLst/>
            <a:ahLst/>
            <a:rect l="0" t="0" r="r" b="b"/>
            <a:pathLst>
              <a:path w="923" h="670">
                <a:moveTo>
                  <a:pt x="220" y="670"/>
                </a:moveTo>
                <a:cubicBezTo>
                  <a:pt x="160" y="670"/>
                  <a:pt x="108" y="649"/>
                  <a:pt x="65" y="605"/>
                </a:cubicBezTo>
                <a:cubicBezTo>
                  <a:pt x="22" y="562"/>
                  <a:pt x="0" y="510"/>
                  <a:pt x="0" y="450"/>
                </a:cubicBezTo>
                <a:cubicBezTo>
                  <a:pt x="0" y="396"/>
                  <a:pt x="17" y="348"/>
                  <a:pt x="52" y="306"/>
                </a:cubicBezTo>
                <a:cubicBezTo>
                  <a:pt x="86" y="265"/>
                  <a:pt x="131" y="240"/>
                  <a:pt x="185" y="232"/>
                </a:cubicBezTo>
                <a:cubicBezTo>
                  <a:pt x="199" y="163"/>
                  <a:pt x="232" y="108"/>
                  <a:pt x="284" y="65"/>
                </a:cubicBezTo>
                <a:cubicBezTo>
                  <a:pt x="335" y="22"/>
                  <a:pt x="395" y="0"/>
                  <a:pt x="463" y="0"/>
                </a:cubicBezTo>
                <a:cubicBezTo>
                  <a:pt x="542" y="0"/>
                  <a:pt x="608" y="29"/>
                  <a:pt x="661" y="86"/>
                </a:cubicBezTo>
                <a:cubicBezTo>
                  <a:pt x="716" y="142"/>
                  <a:pt x="742" y="211"/>
                  <a:pt x="742" y="291"/>
                </a:cubicBezTo>
                <a:lnTo>
                  <a:pt x="742" y="316"/>
                </a:lnTo>
                <a:cubicBezTo>
                  <a:pt x="793" y="315"/>
                  <a:pt x="835" y="331"/>
                  <a:pt x="870" y="365"/>
                </a:cubicBezTo>
                <a:cubicBezTo>
                  <a:pt x="905" y="399"/>
                  <a:pt x="923" y="442"/>
                  <a:pt x="923" y="493"/>
                </a:cubicBezTo>
                <a:cubicBezTo>
                  <a:pt x="923" y="542"/>
                  <a:pt x="905" y="583"/>
                  <a:pt x="870" y="618"/>
                </a:cubicBezTo>
                <a:cubicBezTo>
                  <a:pt x="835" y="653"/>
                  <a:pt x="794" y="670"/>
                  <a:pt x="746" y="670"/>
                </a:cubicBezTo>
                <a:lnTo>
                  <a:pt x="492" y="670"/>
                </a:lnTo>
                <a:cubicBezTo>
                  <a:pt x="475" y="670"/>
                  <a:pt x="461" y="664"/>
                  <a:pt x="448" y="652"/>
                </a:cubicBezTo>
                <a:cubicBezTo>
                  <a:pt x="436" y="639"/>
                  <a:pt x="429" y="624"/>
                  <a:pt x="429" y="608"/>
                </a:cubicBezTo>
                <a:lnTo>
                  <a:pt x="429" y="337"/>
                </a:lnTo>
                <a:lnTo>
                  <a:pt x="342" y="424"/>
                </a:lnTo>
                <a:lnTo>
                  <a:pt x="297" y="379"/>
                </a:lnTo>
                <a:lnTo>
                  <a:pt x="461" y="215"/>
                </a:lnTo>
                <a:lnTo>
                  <a:pt x="624" y="379"/>
                </a:lnTo>
                <a:lnTo>
                  <a:pt x="579" y="424"/>
                </a:lnTo>
                <a:lnTo>
                  <a:pt x="492" y="337"/>
                </a:lnTo>
                <a:lnTo>
                  <a:pt x="492" y="608"/>
                </a:lnTo>
                <a:lnTo>
                  <a:pt x="746" y="608"/>
                </a:lnTo>
                <a:cubicBezTo>
                  <a:pt x="777" y="608"/>
                  <a:pt x="804" y="596"/>
                  <a:pt x="826" y="574"/>
                </a:cubicBezTo>
                <a:cubicBezTo>
                  <a:pt x="849" y="552"/>
                  <a:pt x="860" y="525"/>
                  <a:pt x="860" y="493"/>
                </a:cubicBezTo>
                <a:cubicBezTo>
                  <a:pt x="860" y="462"/>
                  <a:pt x="849" y="435"/>
                  <a:pt x="826" y="413"/>
                </a:cubicBezTo>
                <a:cubicBezTo>
                  <a:pt x="804" y="390"/>
                  <a:pt x="777" y="379"/>
                  <a:pt x="746" y="379"/>
                </a:cubicBezTo>
                <a:lnTo>
                  <a:pt x="680" y="379"/>
                </a:lnTo>
                <a:lnTo>
                  <a:pt x="680" y="291"/>
                </a:lnTo>
                <a:cubicBezTo>
                  <a:pt x="680" y="229"/>
                  <a:pt x="657" y="175"/>
                  <a:pt x="615" y="130"/>
                </a:cubicBezTo>
                <a:cubicBezTo>
                  <a:pt x="573" y="85"/>
                  <a:pt x="521" y="63"/>
                  <a:pt x="459" y="63"/>
                </a:cubicBezTo>
                <a:cubicBezTo>
                  <a:pt x="396" y="63"/>
                  <a:pt x="344" y="85"/>
                  <a:pt x="302" y="130"/>
                </a:cubicBezTo>
                <a:cubicBezTo>
                  <a:pt x="259" y="175"/>
                  <a:pt x="238" y="229"/>
                  <a:pt x="238" y="291"/>
                </a:cubicBezTo>
                <a:lnTo>
                  <a:pt x="218" y="291"/>
                </a:lnTo>
                <a:cubicBezTo>
                  <a:pt x="174" y="291"/>
                  <a:pt x="138" y="306"/>
                  <a:pt x="108" y="337"/>
                </a:cubicBezTo>
                <a:cubicBezTo>
                  <a:pt x="78" y="367"/>
                  <a:pt x="63" y="405"/>
                  <a:pt x="63" y="449"/>
                </a:cubicBezTo>
                <a:cubicBezTo>
                  <a:pt x="63" y="493"/>
                  <a:pt x="78" y="530"/>
                  <a:pt x="109" y="561"/>
                </a:cubicBezTo>
                <a:cubicBezTo>
                  <a:pt x="139" y="592"/>
                  <a:pt x="176" y="608"/>
                  <a:pt x="220" y="608"/>
                </a:cubicBezTo>
                <a:lnTo>
                  <a:pt x="366" y="608"/>
                </a:lnTo>
                <a:lnTo>
                  <a:pt x="366" y="670"/>
                </a:lnTo>
                <a:lnTo>
                  <a:pt x="220" y="670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78" name=""/>
          <p:cNvSpPr txBox="1"/>
          <p:nvPr/>
        </p:nvSpPr>
        <p:spPr>
          <a:xfrm>
            <a:off x="1047600" y="1653480"/>
            <a:ext cx="468216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デモ 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Phase 5: 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デプロイ準備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79" name=""/>
          <p:cNvSpPr txBox="1"/>
          <p:nvPr/>
        </p:nvSpPr>
        <p:spPr>
          <a:xfrm>
            <a:off x="933480" y="2580480"/>
            <a:ext cx="11980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デプロイ準備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80" name=""/>
          <p:cNvSpPr txBox="1"/>
          <p:nvPr/>
        </p:nvSpPr>
        <p:spPr>
          <a:xfrm>
            <a:off x="752400" y="3070080"/>
            <a:ext cx="36583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00" b="0" u="none" strike="noStrike">
                <a:solidFill>
                  <a:srgbClr val="E8E0F0"/>
                </a:solidFill>
                <a:effectLst/>
                <a:uFillTx/>
                <a:latin typeface="Osaka-Mono"/>
                <a:ea typeface="Osaka-Mono"/>
              </a:rPr>
              <a:t>「これで完成。ビルドしてデプロイの準備をして。」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81" name=""/>
          <p:cNvSpPr txBox="1"/>
          <p:nvPr/>
        </p:nvSpPr>
        <p:spPr>
          <a:xfrm>
            <a:off x="5991120" y="3563280"/>
            <a:ext cx="2095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82" name=""/>
          <p:cNvSpPr/>
          <p:nvPr/>
        </p:nvSpPr>
        <p:spPr>
          <a:xfrm>
            <a:off x="1238040" y="4086000"/>
            <a:ext cx="1448280" cy="257400"/>
          </a:xfrm>
          <a:custGeom>
            <a:avLst/>
            <a:gdLst/>
            <a:ahLst/>
            <a:rect l="0" t="0" r="r" b="b"/>
            <a:pathLst>
              <a:path w="4023" h="715">
                <a:moveTo>
                  <a:pt x="0" y="557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864" y="0"/>
                </a:lnTo>
                <a:cubicBezTo>
                  <a:pt x="3874" y="0"/>
                  <a:pt x="3885" y="1"/>
                  <a:pt x="3895" y="3"/>
                </a:cubicBezTo>
                <a:cubicBezTo>
                  <a:pt x="3905" y="5"/>
                  <a:pt x="3915" y="8"/>
                  <a:pt x="3925" y="12"/>
                </a:cubicBezTo>
                <a:cubicBezTo>
                  <a:pt x="3934" y="16"/>
                  <a:pt x="3944" y="21"/>
                  <a:pt x="3952" y="27"/>
                </a:cubicBezTo>
                <a:cubicBezTo>
                  <a:pt x="3961" y="33"/>
                  <a:pt x="3969" y="39"/>
                  <a:pt x="3976" y="47"/>
                </a:cubicBezTo>
                <a:cubicBezTo>
                  <a:pt x="3984" y="54"/>
                  <a:pt x="3990" y="62"/>
                  <a:pt x="3996" y="71"/>
                </a:cubicBezTo>
                <a:cubicBezTo>
                  <a:pt x="4002" y="79"/>
                  <a:pt x="4007" y="88"/>
                  <a:pt x="4011" y="98"/>
                </a:cubicBezTo>
                <a:cubicBezTo>
                  <a:pt x="4015" y="108"/>
                  <a:pt x="4018" y="118"/>
                  <a:pt x="4020" y="128"/>
                </a:cubicBezTo>
                <a:cubicBezTo>
                  <a:pt x="4022" y="138"/>
                  <a:pt x="4023" y="148"/>
                  <a:pt x="4023" y="159"/>
                </a:cubicBezTo>
                <a:lnTo>
                  <a:pt x="4023" y="557"/>
                </a:lnTo>
                <a:cubicBezTo>
                  <a:pt x="4023" y="567"/>
                  <a:pt x="4022" y="577"/>
                  <a:pt x="4020" y="588"/>
                </a:cubicBezTo>
                <a:cubicBezTo>
                  <a:pt x="4018" y="598"/>
                  <a:pt x="4015" y="608"/>
                  <a:pt x="4011" y="617"/>
                </a:cubicBezTo>
                <a:cubicBezTo>
                  <a:pt x="4007" y="627"/>
                  <a:pt x="4002" y="636"/>
                  <a:pt x="3996" y="645"/>
                </a:cubicBezTo>
                <a:cubicBezTo>
                  <a:pt x="3990" y="654"/>
                  <a:pt x="3984" y="662"/>
                  <a:pt x="3976" y="669"/>
                </a:cubicBezTo>
                <a:cubicBezTo>
                  <a:pt x="3969" y="676"/>
                  <a:pt x="3961" y="683"/>
                  <a:pt x="3952" y="689"/>
                </a:cubicBezTo>
                <a:cubicBezTo>
                  <a:pt x="3944" y="695"/>
                  <a:pt x="3934" y="699"/>
                  <a:pt x="3925" y="703"/>
                </a:cubicBezTo>
                <a:cubicBezTo>
                  <a:pt x="3915" y="707"/>
                  <a:pt x="3905" y="710"/>
                  <a:pt x="3895" y="712"/>
                </a:cubicBezTo>
                <a:cubicBezTo>
                  <a:pt x="3885" y="714"/>
                  <a:pt x="3874" y="715"/>
                  <a:pt x="3864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8" y="699"/>
                  <a:pt x="79" y="695"/>
                  <a:pt x="71" y="689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39" y="662"/>
                  <a:pt x="33" y="654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7"/>
                  <a:pt x="0" y="567"/>
                  <a:pt x="0" y="557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83" name=""/>
          <p:cNvSpPr txBox="1"/>
          <p:nvPr/>
        </p:nvSpPr>
        <p:spPr>
          <a:xfrm>
            <a:off x="752400" y="4069800"/>
            <a:ext cx="521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が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84" name=""/>
          <p:cNvSpPr txBox="1"/>
          <p:nvPr/>
        </p:nvSpPr>
        <p:spPr>
          <a:xfrm>
            <a:off x="1295280" y="4133880"/>
            <a:ext cx="13323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npm run build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85" name=""/>
          <p:cNvSpPr txBox="1"/>
          <p:nvPr/>
        </p:nvSpPr>
        <p:spPr>
          <a:xfrm>
            <a:off x="2689920" y="4069800"/>
            <a:ext cx="8700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 を実行し、最適化チェック後、</a:t>
            </a:r>
            <a:r>
              <a:rPr lang="en-US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Vercel / Netlify </a:t>
            </a:r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向けのデプロイコマンドも提示してく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86" name=""/>
          <p:cNvSpPr/>
          <p:nvPr/>
        </p:nvSpPr>
        <p:spPr>
          <a:xfrm>
            <a:off x="4188600" y="4920120"/>
            <a:ext cx="271800" cy="316800"/>
          </a:xfrm>
          <a:custGeom>
            <a:avLst/>
            <a:gdLst/>
            <a:ahLst/>
            <a:rect l="0" t="0" r="r" b="b"/>
            <a:pathLst>
              <a:path w="755" h="880">
                <a:moveTo>
                  <a:pt x="252" y="63"/>
                </a:moveTo>
                <a:lnTo>
                  <a:pt x="252" y="0"/>
                </a:lnTo>
                <a:lnTo>
                  <a:pt x="503" y="0"/>
                </a:lnTo>
                <a:lnTo>
                  <a:pt x="503" y="63"/>
                </a:lnTo>
                <a:lnTo>
                  <a:pt x="252" y="63"/>
                </a:lnTo>
                <a:moveTo>
                  <a:pt x="346" y="531"/>
                </a:moveTo>
                <a:lnTo>
                  <a:pt x="409" y="531"/>
                </a:lnTo>
                <a:lnTo>
                  <a:pt x="409" y="291"/>
                </a:lnTo>
                <a:lnTo>
                  <a:pt x="346" y="291"/>
                </a:lnTo>
                <a:lnTo>
                  <a:pt x="346" y="531"/>
                </a:lnTo>
                <a:moveTo>
                  <a:pt x="231" y="850"/>
                </a:moveTo>
                <a:cubicBezTo>
                  <a:pt x="186" y="830"/>
                  <a:pt x="146" y="802"/>
                  <a:pt x="112" y="768"/>
                </a:cubicBezTo>
                <a:cubicBezTo>
                  <a:pt x="77" y="734"/>
                  <a:pt x="49" y="694"/>
                  <a:pt x="29" y="648"/>
                </a:cubicBezTo>
                <a:cubicBezTo>
                  <a:pt x="10" y="602"/>
                  <a:pt x="0" y="554"/>
                  <a:pt x="0" y="502"/>
                </a:cubicBezTo>
                <a:cubicBezTo>
                  <a:pt x="0" y="450"/>
                  <a:pt x="10" y="402"/>
                  <a:pt x="29" y="356"/>
                </a:cubicBezTo>
                <a:cubicBezTo>
                  <a:pt x="49" y="310"/>
                  <a:pt x="77" y="270"/>
                  <a:pt x="112" y="236"/>
                </a:cubicBezTo>
                <a:cubicBezTo>
                  <a:pt x="146" y="202"/>
                  <a:pt x="186" y="175"/>
                  <a:pt x="231" y="155"/>
                </a:cubicBezTo>
                <a:cubicBezTo>
                  <a:pt x="277" y="135"/>
                  <a:pt x="326" y="125"/>
                  <a:pt x="378" y="125"/>
                </a:cubicBezTo>
                <a:cubicBezTo>
                  <a:pt x="424" y="125"/>
                  <a:pt x="468" y="133"/>
                  <a:pt x="510" y="149"/>
                </a:cubicBezTo>
                <a:cubicBezTo>
                  <a:pt x="551" y="164"/>
                  <a:pt x="587" y="186"/>
                  <a:pt x="620" y="214"/>
                </a:cubicBezTo>
                <a:lnTo>
                  <a:pt x="673" y="161"/>
                </a:lnTo>
                <a:lnTo>
                  <a:pt x="717" y="205"/>
                </a:lnTo>
                <a:lnTo>
                  <a:pt x="663" y="258"/>
                </a:lnTo>
                <a:cubicBezTo>
                  <a:pt x="689" y="286"/>
                  <a:pt x="710" y="320"/>
                  <a:pt x="728" y="360"/>
                </a:cubicBezTo>
                <a:cubicBezTo>
                  <a:pt x="746" y="399"/>
                  <a:pt x="755" y="447"/>
                  <a:pt x="755" y="502"/>
                </a:cubicBezTo>
                <a:cubicBezTo>
                  <a:pt x="755" y="554"/>
                  <a:pt x="745" y="602"/>
                  <a:pt x="725" y="648"/>
                </a:cubicBezTo>
                <a:cubicBezTo>
                  <a:pt x="705" y="694"/>
                  <a:pt x="678" y="734"/>
                  <a:pt x="644" y="768"/>
                </a:cubicBezTo>
                <a:cubicBezTo>
                  <a:pt x="609" y="802"/>
                  <a:pt x="569" y="830"/>
                  <a:pt x="524" y="850"/>
                </a:cubicBezTo>
                <a:cubicBezTo>
                  <a:pt x="478" y="870"/>
                  <a:pt x="429" y="880"/>
                  <a:pt x="378" y="880"/>
                </a:cubicBezTo>
                <a:cubicBezTo>
                  <a:pt x="326" y="880"/>
                  <a:pt x="277" y="870"/>
                  <a:pt x="231" y="850"/>
                </a:cubicBezTo>
                <a:moveTo>
                  <a:pt x="600" y="725"/>
                </a:moveTo>
                <a:cubicBezTo>
                  <a:pt x="661" y="664"/>
                  <a:pt x="692" y="589"/>
                  <a:pt x="692" y="502"/>
                </a:cubicBezTo>
                <a:cubicBezTo>
                  <a:pt x="692" y="415"/>
                  <a:pt x="661" y="341"/>
                  <a:pt x="600" y="280"/>
                </a:cubicBezTo>
                <a:cubicBezTo>
                  <a:pt x="539" y="218"/>
                  <a:pt x="465" y="188"/>
                  <a:pt x="378" y="188"/>
                </a:cubicBezTo>
                <a:cubicBezTo>
                  <a:pt x="290" y="188"/>
                  <a:pt x="216" y="218"/>
                  <a:pt x="155" y="280"/>
                </a:cubicBezTo>
                <a:cubicBezTo>
                  <a:pt x="94" y="341"/>
                  <a:pt x="63" y="415"/>
                  <a:pt x="63" y="502"/>
                </a:cubicBezTo>
                <a:cubicBezTo>
                  <a:pt x="63" y="589"/>
                  <a:pt x="94" y="664"/>
                  <a:pt x="155" y="725"/>
                </a:cubicBezTo>
                <a:cubicBezTo>
                  <a:pt x="216" y="786"/>
                  <a:pt x="290" y="816"/>
                  <a:pt x="378" y="816"/>
                </a:cubicBezTo>
                <a:cubicBezTo>
                  <a:pt x="465" y="816"/>
                  <a:pt x="539" y="786"/>
                  <a:pt x="600" y="725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87" name=""/>
          <p:cNvSpPr txBox="1"/>
          <p:nvPr/>
        </p:nvSpPr>
        <p:spPr>
          <a:xfrm>
            <a:off x="752400" y="4431960"/>
            <a:ext cx="9151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6A3A"/>
                </a:solidFill>
                <a:effectLst/>
                <a:uFillTx/>
                <a:latin typeface="NotoSansJP-Thin_"/>
                <a:ea typeface="NotoSansJP-Thin_"/>
              </a:rPr>
              <a:t>れます。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88" name=""/>
          <p:cNvSpPr txBox="1"/>
          <p:nvPr/>
        </p:nvSpPr>
        <p:spPr>
          <a:xfrm>
            <a:off x="4503960" y="5060520"/>
            <a:ext cx="35823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わずか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10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分で本格的な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LP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が完成！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89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35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93" name=""/>
          <p:cNvSpPr/>
          <p:nvPr/>
        </p:nvSpPr>
        <p:spPr>
          <a:xfrm>
            <a:off x="571320" y="203832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94" name=""/>
          <p:cNvSpPr/>
          <p:nvPr/>
        </p:nvSpPr>
        <p:spPr>
          <a:xfrm>
            <a:off x="580680" y="2228760"/>
            <a:ext cx="11030400" cy="3210120"/>
          </a:xfrm>
          <a:custGeom>
            <a:avLst/>
            <a:gdLst/>
            <a:ahLst/>
            <a:rect l="0" t="0" r="r" b="b"/>
            <a:pathLst>
              <a:path w="30640" h="8917">
                <a:moveTo>
                  <a:pt x="0" y="862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5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29"/>
                  <a:pt x="30495" y="38"/>
                  <a:pt x="30511" y="49"/>
                </a:cubicBezTo>
                <a:cubicBezTo>
                  <a:pt x="30527" y="59"/>
                  <a:pt x="30541" y="71"/>
                  <a:pt x="30555" y="85"/>
                </a:cubicBezTo>
                <a:cubicBezTo>
                  <a:pt x="30568" y="99"/>
                  <a:pt x="30581" y="113"/>
                  <a:pt x="30591" y="129"/>
                </a:cubicBezTo>
                <a:cubicBezTo>
                  <a:pt x="30602" y="145"/>
                  <a:pt x="30611" y="162"/>
                  <a:pt x="30618" y="179"/>
                </a:cubicBezTo>
                <a:cubicBezTo>
                  <a:pt x="30625" y="197"/>
                  <a:pt x="30631" y="215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8626"/>
                </a:lnTo>
                <a:cubicBezTo>
                  <a:pt x="30640" y="8645"/>
                  <a:pt x="30638" y="8664"/>
                  <a:pt x="30635" y="8683"/>
                </a:cubicBezTo>
                <a:cubicBezTo>
                  <a:pt x="30631" y="8702"/>
                  <a:pt x="30625" y="8720"/>
                  <a:pt x="30618" y="8738"/>
                </a:cubicBezTo>
                <a:cubicBezTo>
                  <a:pt x="30611" y="8755"/>
                  <a:pt x="30602" y="8772"/>
                  <a:pt x="30591" y="8788"/>
                </a:cubicBezTo>
                <a:cubicBezTo>
                  <a:pt x="30581" y="8804"/>
                  <a:pt x="30568" y="8818"/>
                  <a:pt x="30555" y="8832"/>
                </a:cubicBezTo>
                <a:cubicBezTo>
                  <a:pt x="30541" y="8845"/>
                  <a:pt x="30527" y="8858"/>
                  <a:pt x="30511" y="8868"/>
                </a:cubicBezTo>
                <a:cubicBezTo>
                  <a:pt x="30495" y="8879"/>
                  <a:pt x="30478" y="8888"/>
                  <a:pt x="30461" y="8895"/>
                </a:cubicBezTo>
                <a:cubicBezTo>
                  <a:pt x="30443" y="8902"/>
                  <a:pt x="30425" y="8908"/>
                  <a:pt x="30406" y="8912"/>
                </a:cubicBezTo>
                <a:cubicBezTo>
                  <a:pt x="30387" y="8915"/>
                  <a:pt x="30368" y="8917"/>
                  <a:pt x="30349" y="8917"/>
                </a:cubicBezTo>
                <a:lnTo>
                  <a:pt x="291" y="8917"/>
                </a:lnTo>
                <a:cubicBezTo>
                  <a:pt x="272" y="8917"/>
                  <a:pt x="253" y="8915"/>
                  <a:pt x="235" y="8912"/>
                </a:cubicBezTo>
                <a:cubicBezTo>
                  <a:pt x="216" y="8908"/>
                  <a:pt x="198" y="8902"/>
                  <a:pt x="180" y="8895"/>
                </a:cubicBezTo>
                <a:cubicBezTo>
                  <a:pt x="162" y="8888"/>
                  <a:pt x="146" y="8879"/>
                  <a:pt x="130" y="8868"/>
                </a:cubicBezTo>
                <a:cubicBezTo>
                  <a:pt x="114" y="8858"/>
                  <a:pt x="99" y="8845"/>
                  <a:pt x="86" y="8832"/>
                </a:cubicBezTo>
                <a:cubicBezTo>
                  <a:pt x="72" y="8818"/>
                  <a:pt x="60" y="8804"/>
                  <a:pt x="50" y="8788"/>
                </a:cubicBezTo>
                <a:cubicBezTo>
                  <a:pt x="39" y="8772"/>
                  <a:pt x="30" y="8755"/>
                  <a:pt x="23" y="8738"/>
                </a:cubicBezTo>
                <a:cubicBezTo>
                  <a:pt x="15" y="8720"/>
                  <a:pt x="10" y="8702"/>
                  <a:pt x="6" y="8683"/>
                </a:cubicBezTo>
                <a:cubicBezTo>
                  <a:pt x="2" y="8664"/>
                  <a:pt x="0" y="8645"/>
                  <a:pt x="0" y="8626"/>
                </a:cubicBezTo>
                <a:close/>
              </a:path>
            </a:pathLst>
          </a:custGeom>
          <a:solidFill>
            <a:srgbClr val="D5C6E0">
              <a:alpha val="1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95" name=""/>
          <p:cNvSpPr/>
          <p:nvPr/>
        </p:nvSpPr>
        <p:spPr>
          <a:xfrm>
            <a:off x="580680" y="2228760"/>
            <a:ext cx="11030400" cy="3210120"/>
          </a:xfrm>
          <a:custGeom>
            <a:avLst/>
            <a:gdLst/>
            <a:ahLst/>
            <a:rect l="0" t="0" r="r" b="b"/>
            <a:pathLst>
              <a:path w="30640" h="8917">
                <a:moveTo>
                  <a:pt x="0" y="862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5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29"/>
                  <a:pt x="30495" y="38"/>
                  <a:pt x="30511" y="49"/>
                </a:cubicBezTo>
                <a:cubicBezTo>
                  <a:pt x="30527" y="59"/>
                  <a:pt x="30541" y="71"/>
                  <a:pt x="30555" y="85"/>
                </a:cubicBezTo>
                <a:cubicBezTo>
                  <a:pt x="30568" y="99"/>
                  <a:pt x="30581" y="113"/>
                  <a:pt x="30591" y="129"/>
                </a:cubicBezTo>
                <a:cubicBezTo>
                  <a:pt x="30602" y="145"/>
                  <a:pt x="30611" y="162"/>
                  <a:pt x="30618" y="179"/>
                </a:cubicBezTo>
                <a:cubicBezTo>
                  <a:pt x="30625" y="197"/>
                  <a:pt x="30631" y="215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8626"/>
                </a:lnTo>
                <a:cubicBezTo>
                  <a:pt x="30640" y="8645"/>
                  <a:pt x="30638" y="8664"/>
                  <a:pt x="30635" y="8683"/>
                </a:cubicBezTo>
                <a:cubicBezTo>
                  <a:pt x="30631" y="8702"/>
                  <a:pt x="30625" y="8720"/>
                  <a:pt x="30618" y="8738"/>
                </a:cubicBezTo>
                <a:cubicBezTo>
                  <a:pt x="30611" y="8755"/>
                  <a:pt x="30602" y="8772"/>
                  <a:pt x="30591" y="8788"/>
                </a:cubicBezTo>
                <a:cubicBezTo>
                  <a:pt x="30581" y="8804"/>
                  <a:pt x="30568" y="8818"/>
                  <a:pt x="30555" y="8832"/>
                </a:cubicBezTo>
                <a:cubicBezTo>
                  <a:pt x="30541" y="8845"/>
                  <a:pt x="30527" y="8858"/>
                  <a:pt x="30511" y="8868"/>
                </a:cubicBezTo>
                <a:cubicBezTo>
                  <a:pt x="30495" y="8879"/>
                  <a:pt x="30478" y="8888"/>
                  <a:pt x="30461" y="8895"/>
                </a:cubicBezTo>
                <a:cubicBezTo>
                  <a:pt x="30443" y="8902"/>
                  <a:pt x="30425" y="8908"/>
                  <a:pt x="30406" y="8912"/>
                </a:cubicBezTo>
                <a:cubicBezTo>
                  <a:pt x="30387" y="8915"/>
                  <a:pt x="30368" y="8917"/>
                  <a:pt x="30349" y="8917"/>
                </a:cubicBezTo>
                <a:lnTo>
                  <a:pt x="291" y="8917"/>
                </a:lnTo>
                <a:cubicBezTo>
                  <a:pt x="272" y="8917"/>
                  <a:pt x="253" y="8915"/>
                  <a:pt x="235" y="8912"/>
                </a:cubicBezTo>
                <a:cubicBezTo>
                  <a:pt x="216" y="8908"/>
                  <a:pt x="198" y="8902"/>
                  <a:pt x="180" y="8895"/>
                </a:cubicBezTo>
                <a:cubicBezTo>
                  <a:pt x="162" y="8888"/>
                  <a:pt x="146" y="8879"/>
                  <a:pt x="130" y="8868"/>
                </a:cubicBezTo>
                <a:cubicBezTo>
                  <a:pt x="114" y="8858"/>
                  <a:pt x="99" y="8845"/>
                  <a:pt x="86" y="8832"/>
                </a:cubicBezTo>
                <a:cubicBezTo>
                  <a:pt x="72" y="8818"/>
                  <a:pt x="60" y="8804"/>
                  <a:pt x="50" y="8788"/>
                </a:cubicBezTo>
                <a:cubicBezTo>
                  <a:pt x="39" y="8772"/>
                  <a:pt x="30" y="8755"/>
                  <a:pt x="23" y="8738"/>
                </a:cubicBezTo>
                <a:cubicBezTo>
                  <a:pt x="15" y="8720"/>
                  <a:pt x="10" y="8702"/>
                  <a:pt x="6" y="8683"/>
                </a:cubicBezTo>
                <a:cubicBezTo>
                  <a:pt x="2" y="8664"/>
                  <a:pt x="0" y="8645"/>
                  <a:pt x="0" y="8626"/>
                </a:cubicBezTo>
                <a:close/>
              </a:path>
            </a:pathLst>
          </a:custGeom>
          <a:noFill/>
          <a:ln w="18720">
            <a:solidFill>
              <a:srgbClr val="D0C0E4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96" name=""/>
          <p:cNvSpPr/>
          <p:nvPr/>
        </p:nvSpPr>
        <p:spPr>
          <a:xfrm>
            <a:off x="591120" y="1428840"/>
            <a:ext cx="436320" cy="437400"/>
          </a:xfrm>
          <a:custGeom>
            <a:avLst/>
            <a:gdLst/>
            <a:ahLst/>
            <a:rect l="0" t="0" r="r" b="b"/>
            <a:pathLst>
              <a:path w="1212" h="1215">
                <a:moveTo>
                  <a:pt x="1010" y="395"/>
                </a:moveTo>
                <a:lnTo>
                  <a:pt x="951" y="256"/>
                </a:lnTo>
                <a:lnTo>
                  <a:pt x="807" y="193"/>
                </a:lnTo>
                <a:lnTo>
                  <a:pt x="951" y="131"/>
                </a:lnTo>
                <a:lnTo>
                  <a:pt x="1010" y="0"/>
                </a:lnTo>
                <a:lnTo>
                  <a:pt x="1069" y="131"/>
                </a:lnTo>
                <a:lnTo>
                  <a:pt x="1212" y="193"/>
                </a:lnTo>
                <a:lnTo>
                  <a:pt x="1069" y="256"/>
                </a:lnTo>
                <a:lnTo>
                  <a:pt x="1010" y="395"/>
                </a:lnTo>
                <a:moveTo>
                  <a:pt x="1010" y="1215"/>
                </a:moveTo>
                <a:lnTo>
                  <a:pt x="951" y="1083"/>
                </a:lnTo>
                <a:lnTo>
                  <a:pt x="807" y="1021"/>
                </a:lnTo>
                <a:lnTo>
                  <a:pt x="951" y="959"/>
                </a:lnTo>
                <a:lnTo>
                  <a:pt x="1010" y="820"/>
                </a:lnTo>
                <a:lnTo>
                  <a:pt x="1069" y="959"/>
                </a:lnTo>
                <a:lnTo>
                  <a:pt x="1212" y="1021"/>
                </a:lnTo>
                <a:lnTo>
                  <a:pt x="1069" y="1083"/>
                </a:lnTo>
                <a:lnTo>
                  <a:pt x="1010" y="1215"/>
                </a:lnTo>
                <a:moveTo>
                  <a:pt x="405" y="1003"/>
                </a:moveTo>
                <a:lnTo>
                  <a:pt x="278" y="731"/>
                </a:lnTo>
                <a:lnTo>
                  <a:pt x="0" y="607"/>
                </a:lnTo>
                <a:lnTo>
                  <a:pt x="278" y="483"/>
                </a:lnTo>
                <a:lnTo>
                  <a:pt x="405" y="212"/>
                </a:lnTo>
                <a:lnTo>
                  <a:pt x="533" y="483"/>
                </a:lnTo>
                <a:lnTo>
                  <a:pt x="809" y="607"/>
                </a:lnTo>
                <a:lnTo>
                  <a:pt x="533" y="731"/>
                </a:lnTo>
                <a:lnTo>
                  <a:pt x="405" y="1003"/>
                </a:lnTo>
                <a:moveTo>
                  <a:pt x="405" y="799"/>
                </a:moveTo>
                <a:lnTo>
                  <a:pt x="471" y="667"/>
                </a:lnTo>
                <a:lnTo>
                  <a:pt x="606" y="607"/>
                </a:lnTo>
                <a:lnTo>
                  <a:pt x="471" y="548"/>
                </a:lnTo>
                <a:lnTo>
                  <a:pt x="405" y="416"/>
                </a:lnTo>
                <a:lnTo>
                  <a:pt x="340" y="548"/>
                </a:lnTo>
                <a:lnTo>
                  <a:pt x="204" y="607"/>
                </a:lnTo>
                <a:lnTo>
                  <a:pt x="340" y="667"/>
                </a:lnTo>
                <a:lnTo>
                  <a:pt x="405" y="799"/>
                </a:ln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97" name=""/>
          <p:cNvSpPr/>
          <p:nvPr/>
        </p:nvSpPr>
        <p:spPr>
          <a:xfrm>
            <a:off x="811080" y="2725560"/>
            <a:ext cx="302040" cy="302040"/>
          </a:xfrm>
          <a:custGeom>
            <a:avLst/>
            <a:gdLst/>
            <a:ahLst/>
            <a:rect l="0" t="0" r="r" b="b"/>
            <a:pathLst>
              <a:path w="839" h="839">
                <a:moveTo>
                  <a:pt x="255" y="806"/>
                </a:moveTo>
                <a:cubicBezTo>
                  <a:pt x="204" y="784"/>
                  <a:pt x="160" y="754"/>
                  <a:pt x="122" y="716"/>
                </a:cubicBezTo>
                <a:cubicBezTo>
                  <a:pt x="85" y="679"/>
                  <a:pt x="55" y="634"/>
                  <a:pt x="33" y="583"/>
                </a:cubicBezTo>
                <a:cubicBezTo>
                  <a:pt x="11" y="532"/>
                  <a:pt x="0" y="478"/>
                  <a:pt x="0" y="420"/>
                </a:cubicBezTo>
                <a:cubicBezTo>
                  <a:pt x="0" y="361"/>
                  <a:pt x="11" y="307"/>
                  <a:pt x="33" y="256"/>
                </a:cubicBezTo>
                <a:cubicBezTo>
                  <a:pt x="55" y="205"/>
                  <a:pt x="85" y="160"/>
                  <a:pt x="122" y="123"/>
                </a:cubicBezTo>
                <a:cubicBezTo>
                  <a:pt x="160" y="85"/>
                  <a:pt x="204" y="55"/>
                  <a:pt x="255" y="33"/>
                </a:cubicBezTo>
                <a:cubicBezTo>
                  <a:pt x="306" y="11"/>
                  <a:pt x="361" y="0"/>
                  <a:pt x="419" y="0"/>
                </a:cubicBezTo>
                <a:cubicBezTo>
                  <a:pt x="477" y="0"/>
                  <a:pt x="531" y="11"/>
                  <a:pt x="582" y="33"/>
                </a:cubicBezTo>
                <a:cubicBezTo>
                  <a:pt x="633" y="55"/>
                  <a:pt x="678" y="85"/>
                  <a:pt x="716" y="123"/>
                </a:cubicBezTo>
                <a:cubicBezTo>
                  <a:pt x="754" y="160"/>
                  <a:pt x="784" y="205"/>
                  <a:pt x="806" y="256"/>
                </a:cubicBezTo>
                <a:cubicBezTo>
                  <a:pt x="828" y="307"/>
                  <a:pt x="839" y="361"/>
                  <a:pt x="839" y="420"/>
                </a:cubicBezTo>
                <a:cubicBezTo>
                  <a:pt x="839" y="478"/>
                  <a:pt x="828" y="532"/>
                  <a:pt x="806" y="583"/>
                </a:cubicBezTo>
                <a:cubicBezTo>
                  <a:pt x="784" y="634"/>
                  <a:pt x="754" y="679"/>
                  <a:pt x="716" y="716"/>
                </a:cubicBezTo>
                <a:cubicBezTo>
                  <a:pt x="678" y="754"/>
                  <a:pt x="633" y="784"/>
                  <a:pt x="582" y="806"/>
                </a:cubicBezTo>
                <a:cubicBezTo>
                  <a:pt x="531" y="828"/>
                  <a:pt x="477" y="839"/>
                  <a:pt x="419" y="839"/>
                </a:cubicBezTo>
                <a:cubicBezTo>
                  <a:pt x="361" y="839"/>
                  <a:pt x="306" y="828"/>
                  <a:pt x="255" y="806"/>
                </a:cubicBezTo>
                <a:moveTo>
                  <a:pt x="671" y="672"/>
                </a:moveTo>
                <a:cubicBezTo>
                  <a:pt x="741" y="603"/>
                  <a:pt x="776" y="519"/>
                  <a:pt x="776" y="420"/>
                </a:cubicBezTo>
                <a:cubicBezTo>
                  <a:pt x="776" y="320"/>
                  <a:pt x="741" y="236"/>
                  <a:pt x="671" y="167"/>
                </a:cubicBezTo>
                <a:cubicBezTo>
                  <a:pt x="602" y="97"/>
                  <a:pt x="518" y="63"/>
                  <a:pt x="419" y="63"/>
                </a:cubicBezTo>
                <a:cubicBezTo>
                  <a:pt x="320" y="63"/>
                  <a:pt x="236" y="97"/>
                  <a:pt x="166" y="167"/>
                </a:cubicBezTo>
                <a:cubicBezTo>
                  <a:pt x="97" y="236"/>
                  <a:pt x="63" y="320"/>
                  <a:pt x="63" y="420"/>
                </a:cubicBezTo>
                <a:cubicBezTo>
                  <a:pt x="63" y="519"/>
                  <a:pt x="97" y="603"/>
                  <a:pt x="166" y="672"/>
                </a:cubicBezTo>
                <a:cubicBezTo>
                  <a:pt x="236" y="741"/>
                  <a:pt x="320" y="776"/>
                  <a:pt x="419" y="776"/>
                </a:cubicBezTo>
                <a:cubicBezTo>
                  <a:pt x="518" y="776"/>
                  <a:pt x="602" y="741"/>
                  <a:pt x="671" y="672"/>
                </a:cubicBezTo>
                <a:moveTo>
                  <a:pt x="241" y="598"/>
                </a:moveTo>
                <a:cubicBezTo>
                  <a:pt x="192" y="549"/>
                  <a:pt x="167" y="490"/>
                  <a:pt x="167" y="420"/>
                </a:cubicBezTo>
                <a:cubicBezTo>
                  <a:pt x="167" y="349"/>
                  <a:pt x="192" y="290"/>
                  <a:pt x="241" y="241"/>
                </a:cubicBezTo>
                <a:cubicBezTo>
                  <a:pt x="290" y="192"/>
                  <a:pt x="349" y="168"/>
                  <a:pt x="419" y="168"/>
                </a:cubicBezTo>
                <a:cubicBezTo>
                  <a:pt x="489" y="168"/>
                  <a:pt x="548" y="192"/>
                  <a:pt x="597" y="241"/>
                </a:cubicBezTo>
                <a:cubicBezTo>
                  <a:pt x="646" y="290"/>
                  <a:pt x="670" y="349"/>
                  <a:pt x="670" y="420"/>
                </a:cubicBezTo>
                <a:cubicBezTo>
                  <a:pt x="670" y="490"/>
                  <a:pt x="646" y="549"/>
                  <a:pt x="597" y="598"/>
                </a:cubicBezTo>
                <a:cubicBezTo>
                  <a:pt x="548" y="647"/>
                  <a:pt x="489" y="671"/>
                  <a:pt x="419" y="671"/>
                </a:cubicBezTo>
                <a:cubicBezTo>
                  <a:pt x="349" y="671"/>
                  <a:pt x="290" y="647"/>
                  <a:pt x="241" y="598"/>
                </a:cubicBezTo>
                <a:moveTo>
                  <a:pt x="552" y="553"/>
                </a:moveTo>
                <a:cubicBezTo>
                  <a:pt x="589" y="517"/>
                  <a:pt x="607" y="472"/>
                  <a:pt x="607" y="420"/>
                </a:cubicBezTo>
                <a:cubicBezTo>
                  <a:pt x="607" y="367"/>
                  <a:pt x="589" y="322"/>
                  <a:pt x="552" y="285"/>
                </a:cubicBezTo>
                <a:cubicBezTo>
                  <a:pt x="516" y="249"/>
                  <a:pt x="471" y="230"/>
                  <a:pt x="419" y="230"/>
                </a:cubicBezTo>
                <a:cubicBezTo>
                  <a:pt x="366" y="230"/>
                  <a:pt x="322" y="249"/>
                  <a:pt x="285" y="285"/>
                </a:cubicBezTo>
                <a:cubicBezTo>
                  <a:pt x="249" y="322"/>
                  <a:pt x="230" y="367"/>
                  <a:pt x="230" y="420"/>
                </a:cubicBezTo>
                <a:cubicBezTo>
                  <a:pt x="230" y="472"/>
                  <a:pt x="249" y="517"/>
                  <a:pt x="285" y="553"/>
                </a:cubicBezTo>
                <a:cubicBezTo>
                  <a:pt x="322" y="590"/>
                  <a:pt x="366" y="608"/>
                  <a:pt x="419" y="608"/>
                </a:cubicBezTo>
                <a:cubicBezTo>
                  <a:pt x="471" y="608"/>
                  <a:pt x="516" y="590"/>
                  <a:pt x="552" y="553"/>
                </a:cubicBezTo>
                <a:moveTo>
                  <a:pt x="360" y="479"/>
                </a:moveTo>
                <a:cubicBezTo>
                  <a:pt x="343" y="463"/>
                  <a:pt x="335" y="443"/>
                  <a:pt x="335" y="420"/>
                </a:cubicBezTo>
                <a:cubicBezTo>
                  <a:pt x="335" y="397"/>
                  <a:pt x="343" y="376"/>
                  <a:pt x="360" y="360"/>
                </a:cubicBezTo>
                <a:cubicBezTo>
                  <a:pt x="376" y="343"/>
                  <a:pt x="396" y="335"/>
                  <a:pt x="419" y="335"/>
                </a:cubicBezTo>
                <a:cubicBezTo>
                  <a:pt x="442" y="335"/>
                  <a:pt x="462" y="343"/>
                  <a:pt x="478" y="360"/>
                </a:cubicBezTo>
                <a:cubicBezTo>
                  <a:pt x="494" y="376"/>
                  <a:pt x="503" y="397"/>
                  <a:pt x="503" y="420"/>
                </a:cubicBezTo>
                <a:cubicBezTo>
                  <a:pt x="503" y="443"/>
                  <a:pt x="494" y="463"/>
                  <a:pt x="478" y="479"/>
                </a:cubicBezTo>
                <a:cubicBezTo>
                  <a:pt x="462" y="495"/>
                  <a:pt x="442" y="504"/>
                  <a:pt x="419" y="504"/>
                </a:cubicBezTo>
                <a:cubicBezTo>
                  <a:pt x="396" y="504"/>
                  <a:pt x="376" y="495"/>
                  <a:pt x="360" y="479"/>
                </a:cubicBez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98" name=""/>
          <p:cNvSpPr txBox="1"/>
          <p:nvPr/>
        </p:nvSpPr>
        <p:spPr>
          <a:xfrm>
            <a:off x="1047600" y="1558440"/>
            <a:ext cx="329148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Vibe Coding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の魅力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99" name=""/>
          <p:cNvSpPr txBox="1"/>
          <p:nvPr/>
        </p:nvSpPr>
        <p:spPr>
          <a:xfrm>
            <a:off x="1143000" y="2885040"/>
            <a:ext cx="20444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「</a:t>
            </a:r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What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」に集中できる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00" name=""/>
          <p:cNvSpPr txBox="1"/>
          <p:nvPr/>
        </p:nvSpPr>
        <p:spPr>
          <a:xfrm>
            <a:off x="781200" y="3241080"/>
            <a:ext cx="5029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「どうやって実装するか」ではなく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「何を創りた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01" name=""/>
          <p:cNvSpPr/>
          <p:nvPr/>
        </p:nvSpPr>
        <p:spPr>
          <a:xfrm>
            <a:off x="6202080" y="2756160"/>
            <a:ext cx="300240" cy="241200"/>
          </a:xfrm>
          <a:custGeom>
            <a:avLst/>
            <a:gdLst/>
            <a:ahLst/>
            <a:rect l="0" t="0" r="r" b="b"/>
            <a:pathLst>
              <a:path w="834" h="670">
                <a:moveTo>
                  <a:pt x="412" y="520"/>
                </a:moveTo>
                <a:cubicBezTo>
                  <a:pt x="443" y="519"/>
                  <a:pt x="465" y="507"/>
                  <a:pt x="479" y="486"/>
                </a:cubicBezTo>
                <a:lnTo>
                  <a:pt x="706" y="131"/>
                </a:lnTo>
                <a:lnTo>
                  <a:pt x="354" y="360"/>
                </a:lnTo>
                <a:cubicBezTo>
                  <a:pt x="333" y="374"/>
                  <a:pt x="322" y="396"/>
                  <a:pt x="321" y="427"/>
                </a:cubicBezTo>
                <a:cubicBezTo>
                  <a:pt x="319" y="458"/>
                  <a:pt x="327" y="481"/>
                  <a:pt x="343" y="497"/>
                </a:cubicBezTo>
                <a:cubicBezTo>
                  <a:pt x="359" y="513"/>
                  <a:pt x="382" y="521"/>
                  <a:pt x="412" y="520"/>
                </a:cubicBezTo>
                <a:moveTo>
                  <a:pt x="417" y="0"/>
                </a:moveTo>
                <a:cubicBezTo>
                  <a:pt x="457" y="0"/>
                  <a:pt x="498" y="6"/>
                  <a:pt x="542" y="19"/>
                </a:cubicBezTo>
                <a:cubicBezTo>
                  <a:pt x="585" y="32"/>
                  <a:pt x="627" y="55"/>
                  <a:pt x="667" y="87"/>
                </a:cubicBezTo>
                <a:lnTo>
                  <a:pt x="612" y="125"/>
                </a:lnTo>
                <a:cubicBezTo>
                  <a:pt x="580" y="105"/>
                  <a:pt x="547" y="89"/>
                  <a:pt x="511" y="79"/>
                </a:cubicBezTo>
                <a:cubicBezTo>
                  <a:pt x="475" y="69"/>
                  <a:pt x="444" y="64"/>
                  <a:pt x="417" y="64"/>
                </a:cubicBezTo>
                <a:cubicBezTo>
                  <a:pt x="319" y="64"/>
                  <a:pt x="235" y="99"/>
                  <a:pt x="167" y="169"/>
                </a:cubicBezTo>
                <a:cubicBezTo>
                  <a:pt x="98" y="239"/>
                  <a:pt x="63" y="323"/>
                  <a:pt x="63" y="423"/>
                </a:cubicBezTo>
                <a:cubicBezTo>
                  <a:pt x="63" y="454"/>
                  <a:pt x="67" y="486"/>
                  <a:pt x="76" y="518"/>
                </a:cubicBezTo>
                <a:cubicBezTo>
                  <a:pt x="85" y="550"/>
                  <a:pt x="97" y="580"/>
                  <a:pt x="113" y="607"/>
                </a:cubicBezTo>
                <a:lnTo>
                  <a:pt x="721" y="607"/>
                </a:lnTo>
                <a:cubicBezTo>
                  <a:pt x="736" y="582"/>
                  <a:pt x="748" y="553"/>
                  <a:pt x="757" y="519"/>
                </a:cubicBezTo>
                <a:cubicBezTo>
                  <a:pt x="767" y="486"/>
                  <a:pt x="771" y="453"/>
                  <a:pt x="771" y="421"/>
                </a:cubicBezTo>
                <a:cubicBezTo>
                  <a:pt x="771" y="391"/>
                  <a:pt x="767" y="360"/>
                  <a:pt x="758" y="326"/>
                </a:cubicBezTo>
                <a:cubicBezTo>
                  <a:pt x="749" y="292"/>
                  <a:pt x="734" y="261"/>
                  <a:pt x="711" y="232"/>
                </a:cubicBezTo>
                <a:lnTo>
                  <a:pt x="752" y="178"/>
                </a:lnTo>
                <a:cubicBezTo>
                  <a:pt x="779" y="217"/>
                  <a:pt x="799" y="256"/>
                  <a:pt x="812" y="296"/>
                </a:cubicBezTo>
                <a:cubicBezTo>
                  <a:pt x="825" y="335"/>
                  <a:pt x="832" y="375"/>
                  <a:pt x="834" y="415"/>
                </a:cubicBezTo>
                <a:cubicBezTo>
                  <a:pt x="835" y="456"/>
                  <a:pt x="831" y="496"/>
                  <a:pt x="821" y="533"/>
                </a:cubicBezTo>
                <a:cubicBezTo>
                  <a:pt x="812" y="570"/>
                  <a:pt x="797" y="604"/>
                  <a:pt x="778" y="635"/>
                </a:cubicBezTo>
                <a:cubicBezTo>
                  <a:pt x="770" y="652"/>
                  <a:pt x="761" y="661"/>
                  <a:pt x="752" y="665"/>
                </a:cubicBezTo>
                <a:cubicBezTo>
                  <a:pt x="742" y="668"/>
                  <a:pt x="731" y="670"/>
                  <a:pt x="717" y="670"/>
                </a:cubicBezTo>
                <a:lnTo>
                  <a:pt x="118" y="670"/>
                </a:lnTo>
                <a:cubicBezTo>
                  <a:pt x="106" y="670"/>
                  <a:pt x="94" y="667"/>
                  <a:pt x="82" y="661"/>
                </a:cubicBezTo>
                <a:cubicBezTo>
                  <a:pt x="71" y="655"/>
                  <a:pt x="62" y="647"/>
                  <a:pt x="57" y="635"/>
                </a:cubicBezTo>
                <a:cubicBezTo>
                  <a:pt x="39" y="602"/>
                  <a:pt x="25" y="568"/>
                  <a:pt x="15" y="533"/>
                </a:cubicBezTo>
                <a:cubicBezTo>
                  <a:pt x="5" y="499"/>
                  <a:pt x="0" y="462"/>
                  <a:pt x="0" y="423"/>
                </a:cubicBezTo>
                <a:cubicBezTo>
                  <a:pt x="0" y="365"/>
                  <a:pt x="11" y="310"/>
                  <a:pt x="33" y="259"/>
                </a:cubicBezTo>
                <a:cubicBezTo>
                  <a:pt x="55" y="208"/>
                  <a:pt x="85" y="163"/>
                  <a:pt x="123" y="125"/>
                </a:cubicBezTo>
                <a:cubicBezTo>
                  <a:pt x="161" y="87"/>
                  <a:pt x="205" y="57"/>
                  <a:pt x="255" y="33"/>
                </a:cubicBezTo>
                <a:cubicBezTo>
                  <a:pt x="306" y="11"/>
                  <a:pt x="360" y="0"/>
                  <a:pt x="417" y="0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02" name=""/>
          <p:cNvSpPr txBox="1"/>
          <p:nvPr/>
        </p:nvSpPr>
        <p:spPr>
          <a:xfrm>
            <a:off x="781200" y="3603240"/>
            <a:ext cx="3429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いか」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を考える時間が増えます。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03" name=""/>
          <p:cNvSpPr txBox="1"/>
          <p:nvPr/>
        </p:nvSpPr>
        <p:spPr>
          <a:xfrm>
            <a:off x="6534000" y="2885040"/>
            <a:ext cx="15789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圧倒的な開発速度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04" name=""/>
          <p:cNvSpPr txBox="1"/>
          <p:nvPr/>
        </p:nvSpPr>
        <p:spPr>
          <a:xfrm>
            <a:off x="6172200" y="3241080"/>
            <a:ext cx="5055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従来 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3.5 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時間かかっていた作業が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わずか</a:t>
            </a:r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10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分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に短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05" name=""/>
          <p:cNvSpPr/>
          <p:nvPr/>
        </p:nvSpPr>
        <p:spPr>
          <a:xfrm>
            <a:off x="811080" y="4306680"/>
            <a:ext cx="302040" cy="302040"/>
          </a:xfrm>
          <a:custGeom>
            <a:avLst/>
            <a:gdLst/>
            <a:ahLst/>
            <a:rect l="0" t="0" r="r" b="b"/>
            <a:pathLst>
              <a:path w="839" h="839">
                <a:moveTo>
                  <a:pt x="419" y="839"/>
                </a:moveTo>
                <a:cubicBezTo>
                  <a:pt x="362" y="839"/>
                  <a:pt x="307" y="828"/>
                  <a:pt x="256" y="806"/>
                </a:cubicBezTo>
                <a:cubicBezTo>
                  <a:pt x="205" y="784"/>
                  <a:pt x="161" y="754"/>
                  <a:pt x="123" y="716"/>
                </a:cubicBezTo>
                <a:cubicBezTo>
                  <a:pt x="85" y="678"/>
                  <a:pt x="55" y="633"/>
                  <a:pt x="33" y="582"/>
                </a:cubicBezTo>
                <a:cubicBezTo>
                  <a:pt x="11" y="531"/>
                  <a:pt x="0" y="477"/>
                  <a:pt x="0" y="420"/>
                </a:cubicBezTo>
                <a:cubicBezTo>
                  <a:pt x="0" y="361"/>
                  <a:pt x="11" y="305"/>
                  <a:pt x="33" y="255"/>
                </a:cubicBezTo>
                <a:cubicBezTo>
                  <a:pt x="56" y="204"/>
                  <a:pt x="86" y="158"/>
                  <a:pt x="125" y="121"/>
                </a:cubicBezTo>
                <a:cubicBezTo>
                  <a:pt x="164" y="83"/>
                  <a:pt x="209" y="53"/>
                  <a:pt x="261" y="32"/>
                </a:cubicBezTo>
                <a:cubicBezTo>
                  <a:pt x="313" y="11"/>
                  <a:pt x="369" y="0"/>
                  <a:pt x="428" y="0"/>
                </a:cubicBezTo>
                <a:cubicBezTo>
                  <a:pt x="483" y="0"/>
                  <a:pt x="536" y="9"/>
                  <a:pt x="585" y="28"/>
                </a:cubicBezTo>
                <a:cubicBezTo>
                  <a:pt x="635" y="46"/>
                  <a:pt x="679" y="72"/>
                  <a:pt x="717" y="105"/>
                </a:cubicBezTo>
                <a:cubicBezTo>
                  <a:pt x="754" y="138"/>
                  <a:pt x="784" y="178"/>
                  <a:pt x="806" y="223"/>
                </a:cubicBezTo>
                <a:cubicBezTo>
                  <a:pt x="828" y="268"/>
                  <a:pt x="839" y="317"/>
                  <a:pt x="839" y="371"/>
                </a:cubicBezTo>
                <a:cubicBezTo>
                  <a:pt x="839" y="446"/>
                  <a:pt x="817" y="506"/>
                  <a:pt x="773" y="549"/>
                </a:cubicBezTo>
                <a:cubicBezTo>
                  <a:pt x="729" y="593"/>
                  <a:pt x="669" y="615"/>
                  <a:pt x="597" y="615"/>
                </a:cubicBezTo>
                <a:lnTo>
                  <a:pt x="518" y="615"/>
                </a:lnTo>
                <a:cubicBezTo>
                  <a:pt x="506" y="615"/>
                  <a:pt x="495" y="620"/>
                  <a:pt x="486" y="629"/>
                </a:cubicBezTo>
                <a:cubicBezTo>
                  <a:pt x="477" y="639"/>
                  <a:pt x="472" y="650"/>
                  <a:pt x="472" y="662"/>
                </a:cubicBezTo>
                <a:cubicBezTo>
                  <a:pt x="472" y="681"/>
                  <a:pt x="477" y="697"/>
                  <a:pt x="487" y="710"/>
                </a:cubicBezTo>
                <a:cubicBezTo>
                  <a:pt x="498" y="723"/>
                  <a:pt x="503" y="739"/>
                  <a:pt x="503" y="756"/>
                </a:cubicBezTo>
                <a:cubicBezTo>
                  <a:pt x="503" y="783"/>
                  <a:pt x="495" y="803"/>
                  <a:pt x="481" y="817"/>
                </a:cubicBezTo>
                <a:cubicBezTo>
                  <a:pt x="466" y="832"/>
                  <a:pt x="445" y="839"/>
                  <a:pt x="419" y="839"/>
                </a:cubicBezTo>
                <a:moveTo>
                  <a:pt x="211" y="432"/>
                </a:moveTo>
                <a:cubicBezTo>
                  <a:pt x="222" y="421"/>
                  <a:pt x="227" y="409"/>
                  <a:pt x="227" y="395"/>
                </a:cubicBezTo>
                <a:cubicBezTo>
                  <a:pt x="227" y="381"/>
                  <a:pt x="222" y="369"/>
                  <a:pt x="211" y="358"/>
                </a:cubicBezTo>
                <a:cubicBezTo>
                  <a:pt x="201" y="348"/>
                  <a:pt x="189" y="342"/>
                  <a:pt x="175" y="342"/>
                </a:cubicBezTo>
                <a:cubicBezTo>
                  <a:pt x="161" y="342"/>
                  <a:pt x="149" y="348"/>
                  <a:pt x="138" y="358"/>
                </a:cubicBezTo>
                <a:cubicBezTo>
                  <a:pt x="128" y="369"/>
                  <a:pt x="122" y="381"/>
                  <a:pt x="122" y="395"/>
                </a:cubicBezTo>
                <a:cubicBezTo>
                  <a:pt x="122" y="409"/>
                  <a:pt x="128" y="421"/>
                  <a:pt x="138" y="432"/>
                </a:cubicBezTo>
                <a:cubicBezTo>
                  <a:pt x="149" y="442"/>
                  <a:pt x="161" y="447"/>
                  <a:pt x="175" y="447"/>
                </a:cubicBezTo>
                <a:cubicBezTo>
                  <a:pt x="189" y="447"/>
                  <a:pt x="201" y="442"/>
                  <a:pt x="211" y="432"/>
                </a:cubicBezTo>
                <a:moveTo>
                  <a:pt x="343" y="253"/>
                </a:moveTo>
                <a:cubicBezTo>
                  <a:pt x="354" y="243"/>
                  <a:pt x="359" y="231"/>
                  <a:pt x="359" y="217"/>
                </a:cubicBezTo>
                <a:cubicBezTo>
                  <a:pt x="359" y="203"/>
                  <a:pt x="354" y="191"/>
                  <a:pt x="343" y="180"/>
                </a:cubicBezTo>
                <a:cubicBezTo>
                  <a:pt x="333" y="169"/>
                  <a:pt x="321" y="163"/>
                  <a:pt x="307" y="163"/>
                </a:cubicBezTo>
                <a:cubicBezTo>
                  <a:pt x="293" y="163"/>
                  <a:pt x="281" y="169"/>
                  <a:pt x="270" y="180"/>
                </a:cubicBezTo>
                <a:cubicBezTo>
                  <a:pt x="260" y="191"/>
                  <a:pt x="254" y="203"/>
                  <a:pt x="254" y="217"/>
                </a:cubicBezTo>
                <a:cubicBezTo>
                  <a:pt x="254" y="231"/>
                  <a:pt x="260" y="243"/>
                  <a:pt x="270" y="253"/>
                </a:cubicBezTo>
                <a:cubicBezTo>
                  <a:pt x="281" y="264"/>
                  <a:pt x="293" y="269"/>
                  <a:pt x="307" y="269"/>
                </a:cubicBezTo>
                <a:cubicBezTo>
                  <a:pt x="321" y="269"/>
                  <a:pt x="333" y="264"/>
                  <a:pt x="343" y="253"/>
                </a:cubicBezTo>
                <a:moveTo>
                  <a:pt x="568" y="253"/>
                </a:moveTo>
                <a:cubicBezTo>
                  <a:pt x="578" y="243"/>
                  <a:pt x="583" y="231"/>
                  <a:pt x="583" y="217"/>
                </a:cubicBezTo>
                <a:cubicBezTo>
                  <a:pt x="583" y="203"/>
                  <a:pt x="578" y="191"/>
                  <a:pt x="568" y="180"/>
                </a:cubicBezTo>
                <a:cubicBezTo>
                  <a:pt x="557" y="169"/>
                  <a:pt x="545" y="163"/>
                  <a:pt x="531" y="163"/>
                </a:cubicBezTo>
                <a:cubicBezTo>
                  <a:pt x="517" y="163"/>
                  <a:pt x="505" y="169"/>
                  <a:pt x="494" y="180"/>
                </a:cubicBezTo>
                <a:cubicBezTo>
                  <a:pt x="484" y="191"/>
                  <a:pt x="478" y="203"/>
                  <a:pt x="478" y="217"/>
                </a:cubicBezTo>
                <a:cubicBezTo>
                  <a:pt x="478" y="231"/>
                  <a:pt x="484" y="243"/>
                  <a:pt x="494" y="253"/>
                </a:cubicBezTo>
                <a:cubicBezTo>
                  <a:pt x="505" y="264"/>
                  <a:pt x="517" y="269"/>
                  <a:pt x="531" y="269"/>
                </a:cubicBezTo>
                <a:cubicBezTo>
                  <a:pt x="545" y="269"/>
                  <a:pt x="557" y="264"/>
                  <a:pt x="568" y="253"/>
                </a:cubicBezTo>
                <a:moveTo>
                  <a:pt x="706" y="432"/>
                </a:moveTo>
                <a:cubicBezTo>
                  <a:pt x="716" y="421"/>
                  <a:pt x="721" y="409"/>
                  <a:pt x="721" y="395"/>
                </a:cubicBezTo>
                <a:cubicBezTo>
                  <a:pt x="721" y="381"/>
                  <a:pt x="716" y="369"/>
                  <a:pt x="706" y="358"/>
                </a:cubicBezTo>
                <a:cubicBezTo>
                  <a:pt x="695" y="348"/>
                  <a:pt x="683" y="342"/>
                  <a:pt x="668" y="342"/>
                </a:cubicBezTo>
                <a:cubicBezTo>
                  <a:pt x="654" y="342"/>
                  <a:pt x="642" y="348"/>
                  <a:pt x="631" y="358"/>
                </a:cubicBezTo>
                <a:cubicBezTo>
                  <a:pt x="621" y="369"/>
                  <a:pt x="616" y="381"/>
                  <a:pt x="616" y="395"/>
                </a:cubicBezTo>
                <a:cubicBezTo>
                  <a:pt x="616" y="409"/>
                  <a:pt x="621" y="421"/>
                  <a:pt x="631" y="432"/>
                </a:cubicBezTo>
                <a:cubicBezTo>
                  <a:pt x="642" y="442"/>
                  <a:pt x="654" y="447"/>
                  <a:pt x="668" y="447"/>
                </a:cubicBezTo>
                <a:cubicBezTo>
                  <a:pt x="683" y="447"/>
                  <a:pt x="695" y="442"/>
                  <a:pt x="706" y="432"/>
                </a:cubicBezTo>
                <a:moveTo>
                  <a:pt x="419" y="776"/>
                </a:moveTo>
                <a:cubicBezTo>
                  <a:pt x="426" y="776"/>
                  <a:pt x="432" y="775"/>
                  <a:pt x="435" y="771"/>
                </a:cubicBezTo>
                <a:cubicBezTo>
                  <a:pt x="438" y="768"/>
                  <a:pt x="440" y="763"/>
                  <a:pt x="440" y="756"/>
                </a:cubicBezTo>
                <a:cubicBezTo>
                  <a:pt x="440" y="746"/>
                  <a:pt x="435" y="737"/>
                  <a:pt x="425" y="729"/>
                </a:cubicBezTo>
                <a:cubicBezTo>
                  <a:pt x="414" y="721"/>
                  <a:pt x="409" y="702"/>
                  <a:pt x="409" y="673"/>
                </a:cubicBezTo>
                <a:cubicBezTo>
                  <a:pt x="409" y="641"/>
                  <a:pt x="420" y="613"/>
                  <a:pt x="441" y="589"/>
                </a:cubicBezTo>
                <a:cubicBezTo>
                  <a:pt x="462" y="564"/>
                  <a:pt x="488" y="552"/>
                  <a:pt x="520" y="552"/>
                </a:cubicBezTo>
                <a:lnTo>
                  <a:pt x="597" y="552"/>
                </a:lnTo>
                <a:cubicBezTo>
                  <a:pt x="650" y="552"/>
                  <a:pt x="694" y="536"/>
                  <a:pt x="727" y="505"/>
                </a:cubicBezTo>
                <a:cubicBezTo>
                  <a:pt x="759" y="474"/>
                  <a:pt x="776" y="429"/>
                  <a:pt x="776" y="371"/>
                </a:cubicBezTo>
                <a:cubicBezTo>
                  <a:pt x="776" y="279"/>
                  <a:pt x="741" y="204"/>
                  <a:pt x="670" y="147"/>
                </a:cubicBezTo>
                <a:cubicBezTo>
                  <a:pt x="600" y="91"/>
                  <a:pt x="520" y="63"/>
                  <a:pt x="428" y="63"/>
                </a:cubicBezTo>
                <a:cubicBezTo>
                  <a:pt x="326" y="63"/>
                  <a:pt x="240" y="97"/>
                  <a:pt x="169" y="166"/>
                </a:cubicBezTo>
                <a:cubicBezTo>
                  <a:pt x="98" y="236"/>
                  <a:pt x="63" y="320"/>
                  <a:pt x="63" y="420"/>
                </a:cubicBezTo>
                <a:cubicBezTo>
                  <a:pt x="63" y="518"/>
                  <a:pt x="97" y="602"/>
                  <a:pt x="167" y="672"/>
                </a:cubicBezTo>
                <a:cubicBezTo>
                  <a:pt x="236" y="741"/>
                  <a:pt x="320" y="776"/>
                  <a:pt x="419" y="776"/>
                </a:cubicBez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06" name=""/>
          <p:cNvSpPr txBox="1"/>
          <p:nvPr/>
        </p:nvSpPr>
        <p:spPr>
          <a:xfrm>
            <a:off x="6172200" y="3603240"/>
            <a:ext cx="1372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縮されます。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07" name=""/>
          <p:cNvSpPr txBox="1"/>
          <p:nvPr/>
        </p:nvSpPr>
        <p:spPr>
          <a:xfrm>
            <a:off x="1143000" y="4466160"/>
            <a:ext cx="21506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デザインとコードの統合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08" name=""/>
          <p:cNvSpPr txBox="1"/>
          <p:nvPr/>
        </p:nvSpPr>
        <p:spPr>
          <a:xfrm>
            <a:off x="781200" y="4822200"/>
            <a:ext cx="9830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エンジニアが自分でデザイン素材を用意できるため、デザイナーとの待ち時間がなくなります。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09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36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13" name=""/>
          <p:cNvSpPr/>
          <p:nvPr/>
        </p:nvSpPr>
        <p:spPr>
          <a:xfrm>
            <a:off x="571320" y="206676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14" name=""/>
          <p:cNvSpPr/>
          <p:nvPr/>
        </p:nvSpPr>
        <p:spPr>
          <a:xfrm>
            <a:off x="610920" y="1527120"/>
            <a:ext cx="397440" cy="317880"/>
          </a:xfrm>
          <a:custGeom>
            <a:avLst/>
            <a:gdLst/>
            <a:ahLst/>
            <a:rect l="0" t="0" r="r" b="b"/>
            <a:pathLst>
              <a:path w="1104" h="883">
                <a:moveTo>
                  <a:pt x="0" y="883"/>
                </a:moveTo>
                <a:lnTo>
                  <a:pt x="553" y="0"/>
                </a:lnTo>
                <a:lnTo>
                  <a:pt x="1104" y="883"/>
                </a:lnTo>
                <a:lnTo>
                  <a:pt x="0" y="883"/>
                </a:lnTo>
                <a:moveTo>
                  <a:pt x="148" y="800"/>
                </a:moveTo>
                <a:lnTo>
                  <a:pt x="955" y="800"/>
                </a:lnTo>
                <a:lnTo>
                  <a:pt x="553" y="158"/>
                </a:lnTo>
                <a:lnTo>
                  <a:pt x="148" y="800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715" name=""/>
          <p:cNvSpPr/>
          <p:nvPr/>
        </p:nvSpPr>
        <p:spPr>
          <a:xfrm>
            <a:off x="414360" y="2154600"/>
            <a:ext cx="5763960" cy="3405240"/>
          </a:xfrm>
          <a:custGeom>
            <a:avLst/>
            <a:gdLst/>
            <a:ahLst/>
            <a:rect l="0" t="0" r="r" b="b"/>
            <a:pathLst>
              <a:path w="16011" h="9459">
                <a:moveTo>
                  <a:pt x="436" y="682"/>
                </a:moveTo>
                <a:lnTo>
                  <a:pt x="436" y="8620"/>
                </a:lnTo>
                <a:cubicBezTo>
                  <a:pt x="436" y="8663"/>
                  <a:pt x="444" y="8703"/>
                  <a:pt x="460" y="8742"/>
                </a:cubicBezTo>
                <a:cubicBezTo>
                  <a:pt x="476" y="8781"/>
                  <a:pt x="499" y="8815"/>
                  <a:pt x="529" y="8845"/>
                </a:cubicBezTo>
                <a:cubicBezTo>
                  <a:pt x="559" y="8875"/>
                  <a:pt x="593" y="8898"/>
                  <a:pt x="632" y="8914"/>
                </a:cubicBezTo>
                <a:cubicBezTo>
                  <a:pt x="671" y="8930"/>
                  <a:pt x="711" y="8938"/>
                  <a:pt x="753" y="8938"/>
                </a:cubicBezTo>
                <a:lnTo>
                  <a:pt x="15254" y="8938"/>
                </a:lnTo>
                <a:cubicBezTo>
                  <a:pt x="15296" y="8938"/>
                  <a:pt x="15336" y="8930"/>
                  <a:pt x="15375" y="8914"/>
                </a:cubicBezTo>
                <a:cubicBezTo>
                  <a:pt x="15414" y="8898"/>
                  <a:pt x="15448" y="8875"/>
                  <a:pt x="15478" y="8845"/>
                </a:cubicBezTo>
                <a:cubicBezTo>
                  <a:pt x="15508" y="8815"/>
                  <a:pt x="15531" y="8781"/>
                  <a:pt x="15547" y="8742"/>
                </a:cubicBezTo>
                <a:cubicBezTo>
                  <a:pt x="15563" y="8703"/>
                  <a:pt x="15571" y="8663"/>
                  <a:pt x="15571" y="8620"/>
                </a:cubicBezTo>
                <a:lnTo>
                  <a:pt x="15571" y="682"/>
                </a:lnTo>
                <a:cubicBezTo>
                  <a:pt x="15571" y="640"/>
                  <a:pt x="15563" y="599"/>
                  <a:pt x="15547" y="560"/>
                </a:cubicBezTo>
                <a:cubicBezTo>
                  <a:pt x="15531" y="522"/>
                  <a:pt x="15508" y="487"/>
                  <a:pt x="15478" y="457"/>
                </a:cubicBezTo>
                <a:cubicBezTo>
                  <a:pt x="15448" y="428"/>
                  <a:pt x="15414" y="405"/>
                  <a:pt x="15375" y="389"/>
                </a:cubicBezTo>
                <a:cubicBezTo>
                  <a:pt x="15336" y="373"/>
                  <a:pt x="15296" y="364"/>
                  <a:pt x="15254" y="364"/>
                </a:cubicBezTo>
                <a:lnTo>
                  <a:pt x="753" y="364"/>
                </a:lnTo>
                <a:cubicBezTo>
                  <a:pt x="711" y="364"/>
                  <a:pt x="671" y="373"/>
                  <a:pt x="632" y="389"/>
                </a:cubicBezTo>
                <a:cubicBezTo>
                  <a:pt x="593" y="405"/>
                  <a:pt x="559" y="428"/>
                  <a:pt x="529" y="457"/>
                </a:cubicBezTo>
                <a:cubicBezTo>
                  <a:pt x="499" y="487"/>
                  <a:pt x="476" y="522"/>
                  <a:pt x="460" y="560"/>
                </a:cubicBezTo>
                <a:cubicBezTo>
                  <a:pt x="444" y="599"/>
                  <a:pt x="436" y="640"/>
                  <a:pt x="436" y="682"/>
                </a:cubicBezTo>
                <a:moveTo>
                  <a:pt x="0" y="0"/>
                </a:moveTo>
                <a:lnTo>
                  <a:pt x="16011" y="0"/>
                </a:lnTo>
                <a:lnTo>
                  <a:pt x="16011" y="9459"/>
                </a:lnTo>
                <a:lnTo>
                  <a:pt x="0" y="9459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716" name=""/>
          <p:cNvSpPr/>
          <p:nvPr/>
        </p:nvSpPr>
        <p:spPr>
          <a:xfrm>
            <a:off x="580680" y="2295360"/>
            <a:ext cx="5429880" cy="3067560"/>
          </a:xfrm>
          <a:custGeom>
            <a:avLst/>
            <a:gdLst/>
            <a:ahLst/>
            <a:rect l="0" t="0" r="r" b="b"/>
            <a:pathLst>
              <a:path w="15083" h="8521">
                <a:moveTo>
                  <a:pt x="0" y="822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1" y="29"/>
                  <a:pt x="14937" y="38"/>
                  <a:pt x="14953" y="49"/>
                </a:cubicBezTo>
                <a:cubicBezTo>
                  <a:pt x="14969" y="60"/>
                  <a:pt x="14984" y="72"/>
                  <a:pt x="14997" y="85"/>
                </a:cubicBezTo>
                <a:cubicBezTo>
                  <a:pt x="15011" y="99"/>
                  <a:pt x="15023" y="113"/>
                  <a:pt x="15034" y="129"/>
                </a:cubicBezTo>
                <a:cubicBezTo>
                  <a:pt x="15044" y="145"/>
                  <a:pt x="15053" y="162"/>
                  <a:pt x="15061" y="180"/>
                </a:cubicBezTo>
                <a:cubicBezTo>
                  <a:pt x="15068" y="197"/>
                  <a:pt x="15073" y="215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8229"/>
                </a:lnTo>
                <a:cubicBezTo>
                  <a:pt x="15083" y="8249"/>
                  <a:pt x="15081" y="8268"/>
                  <a:pt x="15077" y="8286"/>
                </a:cubicBezTo>
                <a:cubicBezTo>
                  <a:pt x="15073" y="8305"/>
                  <a:pt x="15068" y="8323"/>
                  <a:pt x="15061" y="8341"/>
                </a:cubicBezTo>
                <a:cubicBezTo>
                  <a:pt x="15053" y="8359"/>
                  <a:pt x="15044" y="8375"/>
                  <a:pt x="15034" y="8391"/>
                </a:cubicBezTo>
                <a:cubicBezTo>
                  <a:pt x="15023" y="8407"/>
                  <a:pt x="15011" y="8422"/>
                  <a:pt x="14997" y="8435"/>
                </a:cubicBezTo>
                <a:cubicBezTo>
                  <a:pt x="14984" y="8449"/>
                  <a:pt x="14969" y="8461"/>
                  <a:pt x="14953" y="8471"/>
                </a:cubicBezTo>
                <a:cubicBezTo>
                  <a:pt x="14937" y="8482"/>
                  <a:pt x="14921" y="8491"/>
                  <a:pt x="14903" y="8498"/>
                </a:cubicBezTo>
                <a:cubicBezTo>
                  <a:pt x="14885" y="8506"/>
                  <a:pt x="14867" y="8511"/>
                  <a:pt x="14848" y="8515"/>
                </a:cubicBezTo>
                <a:cubicBezTo>
                  <a:pt x="14830" y="8519"/>
                  <a:pt x="14811" y="8521"/>
                  <a:pt x="14792" y="8521"/>
                </a:cubicBezTo>
                <a:lnTo>
                  <a:pt x="291" y="8521"/>
                </a:lnTo>
                <a:cubicBezTo>
                  <a:pt x="272" y="8521"/>
                  <a:pt x="253" y="8519"/>
                  <a:pt x="235" y="8515"/>
                </a:cubicBezTo>
                <a:cubicBezTo>
                  <a:pt x="216" y="8511"/>
                  <a:pt x="198" y="8506"/>
                  <a:pt x="180" y="8498"/>
                </a:cubicBezTo>
                <a:cubicBezTo>
                  <a:pt x="162" y="8491"/>
                  <a:pt x="146" y="8482"/>
                  <a:pt x="130" y="8471"/>
                </a:cubicBezTo>
                <a:cubicBezTo>
                  <a:pt x="114" y="8461"/>
                  <a:pt x="99" y="8449"/>
                  <a:pt x="86" y="8435"/>
                </a:cubicBezTo>
                <a:cubicBezTo>
                  <a:pt x="72" y="8422"/>
                  <a:pt x="60" y="8407"/>
                  <a:pt x="50" y="8391"/>
                </a:cubicBezTo>
                <a:cubicBezTo>
                  <a:pt x="39" y="8375"/>
                  <a:pt x="30" y="8359"/>
                  <a:pt x="23" y="8341"/>
                </a:cubicBezTo>
                <a:cubicBezTo>
                  <a:pt x="15" y="8323"/>
                  <a:pt x="10" y="8305"/>
                  <a:pt x="6" y="8286"/>
                </a:cubicBezTo>
                <a:cubicBezTo>
                  <a:pt x="2" y="8268"/>
                  <a:pt x="0" y="8249"/>
                  <a:pt x="0" y="8229"/>
                </a:cubicBezTo>
                <a:close/>
              </a:path>
            </a:pathLst>
          </a:custGeom>
          <a:solidFill>
            <a:srgbClr val="F6C6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17" name=""/>
          <p:cNvSpPr/>
          <p:nvPr/>
        </p:nvSpPr>
        <p:spPr>
          <a:xfrm>
            <a:off x="580680" y="2295360"/>
            <a:ext cx="5429880" cy="3067560"/>
          </a:xfrm>
          <a:custGeom>
            <a:avLst/>
            <a:gdLst/>
            <a:ahLst/>
            <a:rect l="0" t="0" r="r" b="b"/>
            <a:pathLst>
              <a:path w="15083" h="8521">
                <a:moveTo>
                  <a:pt x="0" y="822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1" y="29"/>
                  <a:pt x="14937" y="38"/>
                  <a:pt x="14953" y="49"/>
                </a:cubicBezTo>
                <a:cubicBezTo>
                  <a:pt x="14969" y="60"/>
                  <a:pt x="14984" y="72"/>
                  <a:pt x="14997" y="85"/>
                </a:cubicBezTo>
                <a:cubicBezTo>
                  <a:pt x="15011" y="99"/>
                  <a:pt x="15023" y="113"/>
                  <a:pt x="15034" y="129"/>
                </a:cubicBezTo>
                <a:cubicBezTo>
                  <a:pt x="15044" y="145"/>
                  <a:pt x="15053" y="162"/>
                  <a:pt x="15061" y="180"/>
                </a:cubicBezTo>
                <a:cubicBezTo>
                  <a:pt x="15068" y="197"/>
                  <a:pt x="15073" y="215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8229"/>
                </a:lnTo>
                <a:cubicBezTo>
                  <a:pt x="15083" y="8249"/>
                  <a:pt x="15081" y="8268"/>
                  <a:pt x="15077" y="8286"/>
                </a:cubicBezTo>
                <a:cubicBezTo>
                  <a:pt x="15073" y="8305"/>
                  <a:pt x="15068" y="8323"/>
                  <a:pt x="15061" y="8341"/>
                </a:cubicBezTo>
                <a:cubicBezTo>
                  <a:pt x="15053" y="8359"/>
                  <a:pt x="15044" y="8375"/>
                  <a:pt x="15034" y="8391"/>
                </a:cubicBezTo>
                <a:cubicBezTo>
                  <a:pt x="15023" y="8407"/>
                  <a:pt x="15011" y="8422"/>
                  <a:pt x="14997" y="8435"/>
                </a:cubicBezTo>
                <a:cubicBezTo>
                  <a:pt x="14984" y="8449"/>
                  <a:pt x="14969" y="8461"/>
                  <a:pt x="14953" y="8471"/>
                </a:cubicBezTo>
                <a:cubicBezTo>
                  <a:pt x="14937" y="8482"/>
                  <a:pt x="14921" y="8491"/>
                  <a:pt x="14903" y="8498"/>
                </a:cubicBezTo>
                <a:cubicBezTo>
                  <a:pt x="14885" y="8506"/>
                  <a:pt x="14867" y="8511"/>
                  <a:pt x="14848" y="8515"/>
                </a:cubicBezTo>
                <a:cubicBezTo>
                  <a:pt x="14830" y="8519"/>
                  <a:pt x="14811" y="8521"/>
                  <a:pt x="14792" y="8521"/>
                </a:cubicBezTo>
                <a:lnTo>
                  <a:pt x="291" y="8521"/>
                </a:lnTo>
                <a:cubicBezTo>
                  <a:pt x="272" y="8521"/>
                  <a:pt x="253" y="8519"/>
                  <a:pt x="235" y="8515"/>
                </a:cubicBezTo>
                <a:cubicBezTo>
                  <a:pt x="216" y="8511"/>
                  <a:pt x="198" y="8506"/>
                  <a:pt x="180" y="8498"/>
                </a:cubicBezTo>
                <a:cubicBezTo>
                  <a:pt x="162" y="8491"/>
                  <a:pt x="146" y="8482"/>
                  <a:pt x="130" y="8471"/>
                </a:cubicBezTo>
                <a:cubicBezTo>
                  <a:pt x="114" y="8461"/>
                  <a:pt x="99" y="8449"/>
                  <a:pt x="86" y="8435"/>
                </a:cubicBezTo>
                <a:cubicBezTo>
                  <a:pt x="72" y="8422"/>
                  <a:pt x="60" y="8407"/>
                  <a:pt x="50" y="8391"/>
                </a:cubicBezTo>
                <a:cubicBezTo>
                  <a:pt x="39" y="8375"/>
                  <a:pt x="30" y="8359"/>
                  <a:pt x="23" y="8341"/>
                </a:cubicBezTo>
                <a:cubicBezTo>
                  <a:pt x="15" y="8323"/>
                  <a:pt x="10" y="8305"/>
                  <a:pt x="6" y="8286"/>
                </a:cubicBezTo>
                <a:cubicBezTo>
                  <a:pt x="2" y="8268"/>
                  <a:pt x="0" y="8249"/>
                  <a:pt x="0" y="8229"/>
                </a:cubicBezTo>
                <a:close/>
              </a:path>
            </a:pathLst>
          </a:custGeom>
          <a:noFill/>
          <a:ln w="18720">
            <a:solidFill>
              <a:srgbClr val="F6C6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18" name=""/>
          <p:cNvSpPr/>
          <p:nvPr/>
        </p:nvSpPr>
        <p:spPr>
          <a:xfrm>
            <a:off x="822240" y="2697120"/>
            <a:ext cx="241560" cy="301680"/>
          </a:xfrm>
          <a:custGeom>
            <a:avLst/>
            <a:gdLst/>
            <a:ahLst/>
            <a:rect l="0" t="0" r="r" b="b"/>
            <a:pathLst>
              <a:path w="671" h="838">
                <a:moveTo>
                  <a:pt x="156" y="776"/>
                </a:moveTo>
                <a:lnTo>
                  <a:pt x="516" y="776"/>
                </a:lnTo>
                <a:lnTo>
                  <a:pt x="516" y="643"/>
                </a:lnTo>
                <a:cubicBezTo>
                  <a:pt x="516" y="592"/>
                  <a:pt x="499" y="550"/>
                  <a:pt x="464" y="515"/>
                </a:cubicBezTo>
                <a:cubicBezTo>
                  <a:pt x="429" y="481"/>
                  <a:pt x="386" y="464"/>
                  <a:pt x="336" y="464"/>
                </a:cubicBezTo>
                <a:cubicBezTo>
                  <a:pt x="286" y="464"/>
                  <a:pt x="243" y="481"/>
                  <a:pt x="208" y="515"/>
                </a:cubicBezTo>
                <a:cubicBezTo>
                  <a:pt x="173" y="550"/>
                  <a:pt x="156" y="592"/>
                  <a:pt x="156" y="643"/>
                </a:cubicBezTo>
                <a:lnTo>
                  <a:pt x="156" y="776"/>
                </a:lnTo>
                <a:moveTo>
                  <a:pt x="0" y="838"/>
                </a:moveTo>
                <a:lnTo>
                  <a:pt x="0" y="776"/>
                </a:lnTo>
                <a:lnTo>
                  <a:pt x="93" y="776"/>
                </a:lnTo>
                <a:lnTo>
                  <a:pt x="93" y="643"/>
                </a:lnTo>
                <a:cubicBezTo>
                  <a:pt x="93" y="593"/>
                  <a:pt x="107" y="548"/>
                  <a:pt x="135" y="508"/>
                </a:cubicBezTo>
                <a:cubicBezTo>
                  <a:pt x="163" y="467"/>
                  <a:pt x="200" y="437"/>
                  <a:pt x="246" y="419"/>
                </a:cubicBezTo>
                <a:cubicBezTo>
                  <a:pt x="200" y="400"/>
                  <a:pt x="163" y="370"/>
                  <a:pt x="135" y="330"/>
                </a:cubicBezTo>
                <a:cubicBezTo>
                  <a:pt x="107" y="289"/>
                  <a:pt x="93" y="244"/>
                  <a:pt x="93" y="194"/>
                </a:cubicBezTo>
                <a:lnTo>
                  <a:pt x="93" y="62"/>
                </a:lnTo>
                <a:lnTo>
                  <a:pt x="0" y="62"/>
                </a:lnTo>
                <a:lnTo>
                  <a:pt x="0" y="0"/>
                </a:lnTo>
                <a:lnTo>
                  <a:pt x="671" y="0"/>
                </a:lnTo>
                <a:lnTo>
                  <a:pt x="671" y="62"/>
                </a:lnTo>
                <a:lnTo>
                  <a:pt x="579" y="62"/>
                </a:lnTo>
                <a:lnTo>
                  <a:pt x="579" y="194"/>
                </a:lnTo>
                <a:cubicBezTo>
                  <a:pt x="579" y="244"/>
                  <a:pt x="565" y="289"/>
                  <a:pt x="537" y="330"/>
                </a:cubicBezTo>
                <a:cubicBezTo>
                  <a:pt x="509" y="370"/>
                  <a:pt x="472" y="400"/>
                  <a:pt x="426" y="419"/>
                </a:cubicBezTo>
                <a:cubicBezTo>
                  <a:pt x="472" y="437"/>
                  <a:pt x="509" y="467"/>
                  <a:pt x="537" y="508"/>
                </a:cubicBezTo>
                <a:cubicBezTo>
                  <a:pt x="565" y="548"/>
                  <a:pt x="579" y="593"/>
                  <a:pt x="579" y="643"/>
                </a:cubicBezTo>
                <a:lnTo>
                  <a:pt x="579" y="776"/>
                </a:lnTo>
                <a:lnTo>
                  <a:pt x="671" y="776"/>
                </a:lnTo>
                <a:lnTo>
                  <a:pt x="671" y="838"/>
                </a:lnTo>
                <a:lnTo>
                  <a:pt x="0" y="838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19" name=""/>
          <p:cNvSpPr txBox="1"/>
          <p:nvPr/>
        </p:nvSpPr>
        <p:spPr>
          <a:xfrm>
            <a:off x="1047600" y="1596600"/>
            <a:ext cx="299304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開発フローの変化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20" name=""/>
          <p:cNvSpPr txBox="1"/>
          <p:nvPr/>
        </p:nvSpPr>
        <p:spPr>
          <a:xfrm>
            <a:off x="1123920" y="2856600"/>
            <a:ext cx="15789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従来の開発フロー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21" name=""/>
          <p:cNvSpPr txBox="1"/>
          <p:nvPr/>
        </p:nvSpPr>
        <p:spPr>
          <a:xfrm>
            <a:off x="762120" y="3212640"/>
            <a:ext cx="52578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要件定義 → 設計 → 環境構築 → 実装 → テスト 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22" name=""/>
          <p:cNvSpPr txBox="1"/>
          <p:nvPr/>
        </p:nvSpPr>
        <p:spPr>
          <a:xfrm>
            <a:off x="762120" y="3584160"/>
            <a:ext cx="39628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デバッグ → ドキュメント → デプロイ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23" name=""/>
          <p:cNvSpPr/>
          <p:nvPr/>
        </p:nvSpPr>
        <p:spPr>
          <a:xfrm>
            <a:off x="6013440" y="2154600"/>
            <a:ext cx="5764320" cy="3405240"/>
          </a:xfrm>
          <a:custGeom>
            <a:avLst/>
            <a:gdLst/>
            <a:ahLst/>
            <a:rect l="0" t="0" r="r" b="b"/>
            <a:pathLst>
              <a:path w="16012" h="9459">
                <a:moveTo>
                  <a:pt x="440" y="682"/>
                </a:moveTo>
                <a:lnTo>
                  <a:pt x="440" y="8620"/>
                </a:lnTo>
                <a:cubicBezTo>
                  <a:pt x="440" y="8663"/>
                  <a:pt x="449" y="8703"/>
                  <a:pt x="465" y="8742"/>
                </a:cubicBezTo>
                <a:cubicBezTo>
                  <a:pt x="481" y="8781"/>
                  <a:pt x="504" y="8815"/>
                  <a:pt x="533" y="8845"/>
                </a:cubicBezTo>
                <a:cubicBezTo>
                  <a:pt x="563" y="8875"/>
                  <a:pt x="598" y="8898"/>
                  <a:pt x="636" y="8914"/>
                </a:cubicBezTo>
                <a:cubicBezTo>
                  <a:pt x="675" y="8930"/>
                  <a:pt x="716" y="8938"/>
                  <a:pt x="758" y="8938"/>
                </a:cubicBezTo>
                <a:lnTo>
                  <a:pt x="15258" y="8938"/>
                </a:lnTo>
                <a:cubicBezTo>
                  <a:pt x="15300" y="8938"/>
                  <a:pt x="15341" y="8930"/>
                  <a:pt x="15380" y="8914"/>
                </a:cubicBezTo>
                <a:cubicBezTo>
                  <a:pt x="15419" y="8898"/>
                  <a:pt x="15453" y="8875"/>
                  <a:pt x="15483" y="8845"/>
                </a:cubicBezTo>
                <a:cubicBezTo>
                  <a:pt x="15512" y="8815"/>
                  <a:pt x="15535" y="8781"/>
                  <a:pt x="15551" y="8742"/>
                </a:cubicBezTo>
                <a:cubicBezTo>
                  <a:pt x="15568" y="8703"/>
                  <a:pt x="15576" y="8663"/>
                  <a:pt x="15576" y="8620"/>
                </a:cubicBezTo>
                <a:lnTo>
                  <a:pt x="15576" y="682"/>
                </a:lnTo>
                <a:cubicBezTo>
                  <a:pt x="15576" y="640"/>
                  <a:pt x="15568" y="599"/>
                  <a:pt x="15551" y="560"/>
                </a:cubicBezTo>
                <a:cubicBezTo>
                  <a:pt x="15535" y="522"/>
                  <a:pt x="15512" y="487"/>
                  <a:pt x="15483" y="457"/>
                </a:cubicBezTo>
                <a:cubicBezTo>
                  <a:pt x="15453" y="428"/>
                  <a:pt x="15419" y="405"/>
                  <a:pt x="15380" y="389"/>
                </a:cubicBezTo>
                <a:cubicBezTo>
                  <a:pt x="15341" y="373"/>
                  <a:pt x="15300" y="364"/>
                  <a:pt x="15258" y="364"/>
                </a:cubicBezTo>
                <a:lnTo>
                  <a:pt x="758" y="364"/>
                </a:lnTo>
                <a:cubicBezTo>
                  <a:pt x="716" y="364"/>
                  <a:pt x="675" y="373"/>
                  <a:pt x="636" y="389"/>
                </a:cubicBezTo>
                <a:cubicBezTo>
                  <a:pt x="598" y="405"/>
                  <a:pt x="563" y="428"/>
                  <a:pt x="533" y="457"/>
                </a:cubicBezTo>
                <a:cubicBezTo>
                  <a:pt x="504" y="487"/>
                  <a:pt x="481" y="522"/>
                  <a:pt x="465" y="560"/>
                </a:cubicBezTo>
                <a:cubicBezTo>
                  <a:pt x="449" y="599"/>
                  <a:pt x="440" y="640"/>
                  <a:pt x="440" y="682"/>
                </a:cubicBezTo>
                <a:moveTo>
                  <a:pt x="0" y="0"/>
                </a:moveTo>
                <a:lnTo>
                  <a:pt x="16012" y="0"/>
                </a:lnTo>
                <a:lnTo>
                  <a:pt x="16012" y="9459"/>
                </a:lnTo>
                <a:lnTo>
                  <a:pt x="0" y="9459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724" name=""/>
          <p:cNvSpPr/>
          <p:nvPr/>
        </p:nvSpPr>
        <p:spPr>
          <a:xfrm>
            <a:off x="6181560" y="2295360"/>
            <a:ext cx="5429520" cy="3067560"/>
          </a:xfrm>
          <a:custGeom>
            <a:avLst/>
            <a:gdLst/>
            <a:ahLst/>
            <a:rect l="0" t="0" r="r" b="b"/>
            <a:pathLst>
              <a:path w="15082" h="8521">
                <a:moveTo>
                  <a:pt x="0" y="822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8229"/>
                </a:lnTo>
                <a:cubicBezTo>
                  <a:pt x="15082" y="8249"/>
                  <a:pt x="15080" y="8268"/>
                  <a:pt x="15077" y="8286"/>
                </a:cubicBezTo>
                <a:cubicBezTo>
                  <a:pt x="15073" y="8305"/>
                  <a:pt x="15067" y="8323"/>
                  <a:pt x="15060" y="8341"/>
                </a:cubicBezTo>
                <a:cubicBezTo>
                  <a:pt x="15053" y="8359"/>
                  <a:pt x="15044" y="8375"/>
                  <a:pt x="15033" y="8391"/>
                </a:cubicBezTo>
                <a:cubicBezTo>
                  <a:pt x="15023" y="8407"/>
                  <a:pt x="15010" y="8422"/>
                  <a:pt x="14997" y="8435"/>
                </a:cubicBezTo>
                <a:cubicBezTo>
                  <a:pt x="14983" y="8449"/>
                  <a:pt x="14969" y="8461"/>
                  <a:pt x="14953" y="8471"/>
                </a:cubicBezTo>
                <a:cubicBezTo>
                  <a:pt x="14937" y="8482"/>
                  <a:pt x="14920" y="8491"/>
                  <a:pt x="14903" y="8498"/>
                </a:cubicBezTo>
                <a:cubicBezTo>
                  <a:pt x="14885" y="8506"/>
                  <a:pt x="14867" y="8511"/>
                  <a:pt x="14848" y="8515"/>
                </a:cubicBezTo>
                <a:cubicBezTo>
                  <a:pt x="14829" y="8519"/>
                  <a:pt x="14810" y="8521"/>
                  <a:pt x="14791" y="8521"/>
                </a:cubicBezTo>
                <a:lnTo>
                  <a:pt x="291" y="8521"/>
                </a:lnTo>
                <a:cubicBezTo>
                  <a:pt x="272" y="8521"/>
                  <a:pt x="253" y="8519"/>
                  <a:pt x="234" y="8515"/>
                </a:cubicBezTo>
                <a:cubicBezTo>
                  <a:pt x="215" y="8511"/>
                  <a:pt x="197" y="8506"/>
                  <a:pt x="180" y="8498"/>
                </a:cubicBezTo>
                <a:cubicBezTo>
                  <a:pt x="162" y="8491"/>
                  <a:pt x="145" y="8482"/>
                  <a:pt x="129" y="8471"/>
                </a:cubicBezTo>
                <a:cubicBezTo>
                  <a:pt x="113" y="8461"/>
                  <a:pt x="99" y="8449"/>
                  <a:pt x="85" y="8435"/>
                </a:cubicBezTo>
                <a:cubicBezTo>
                  <a:pt x="72" y="8422"/>
                  <a:pt x="60" y="8407"/>
                  <a:pt x="49" y="8391"/>
                </a:cubicBezTo>
                <a:cubicBezTo>
                  <a:pt x="38" y="8375"/>
                  <a:pt x="29" y="8359"/>
                  <a:pt x="22" y="8341"/>
                </a:cubicBezTo>
                <a:cubicBezTo>
                  <a:pt x="15" y="8323"/>
                  <a:pt x="9" y="8305"/>
                  <a:pt x="6" y="8286"/>
                </a:cubicBezTo>
                <a:cubicBezTo>
                  <a:pt x="2" y="8268"/>
                  <a:pt x="0" y="8249"/>
                  <a:pt x="0" y="8229"/>
                </a:cubicBezTo>
                <a:close/>
              </a:path>
            </a:pathLst>
          </a:custGeom>
          <a:solidFill>
            <a:srgbClr val="C1E6C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25" name=""/>
          <p:cNvSpPr/>
          <p:nvPr/>
        </p:nvSpPr>
        <p:spPr>
          <a:xfrm>
            <a:off x="6181560" y="2295360"/>
            <a:ext cx="5429520" cy="3067560"/>
          </a:xfrm>
          <a:custGeom>
            <a:avLst/>
            <a:gdLst/>
            <a:ahLst/>
            <a:rect l="0" t="0" r="r" b="b"/>
            <a:pathLst>
              <a:path w="15082" h="8521">
                <a:moveTo>
                  <a:pt x="0" y="822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8229"/>
                </a:lnTo>
                <a:cubicBezTo>
                  <a:pt x="15082" y="8249"/>
                  <a:pt x="15080" y="8268"/>
                  <a:pt x="15077" y="8286"/>
                </a:cubicBezTo>
                <a:cubicBezTo>
                  <a:pt x="15073" y="8305"/>
                  <a:pt x="15067" y="8323"/>
                  <a:pt x="15060" y="8341"/>
                </a:cubicBezTo>
                <a:cubicBezTo>
                  <a:pt x="15053" y="8359"/>
                  <a:pt x="15044" y="8375"/>
                  <a:pt x="15033" y="8391"/>
                </a:cubicBezTo>
                <a:cubicBezTo>
                  <a:pt x="15023" y="8407"/>
                  <a:pt x="15010" y="8422"/>
                  <a:pt x="14997" y="8435"/>
                </a:cubicBezTo>
                <a:cubicBezTo>
                  <a:pt x="14983" y="8449"/>
                  <a:pt x="14969" y="8461"/>
                  <a:pt x="14953" y="8471"/>
                </a:cubicBezTo>
                <a:cubicBezTo>
                  <a:pt x="14937" y="8482"/>
                  <a:pt x="14920" y="8491"/>
                  <a:pt x="14903" y="8498"/>
                </a:cubicBezTo>
                <a:cubicBezTo>
                  <a:pt x="14885" y="8506"/>
                  <a:pt x="14867" y="8511"/>
                  <a:pt x="14848" y="8515"/>
                </a:cubicBezTo>
                <a:cubicBezTo>
                  <a:pt x="14829" y="8519"/>
                  <a:pt x="14810" y="8521"/>
                  <a:pt x="14791" y="8521"/>
                </a:cubicBezTo>
                <a:lnTo>
                  <a:pt x="291" y="8521"/>
                </a:lnTo>
                <a:cubicBezTo>
                  <a:pt x="272" y="8521"/>
                  <a:pt x="253" y="8519"/>
                  <a:pt x="234" y="8515"/>
                </a:cubicBezTo>
                <a:cubicBezTo>
                  <a:pt x="215" y="8511"/>
                  <a:pt x="197" y="8506"/>
                  <a:pt x="180" y="8498"/>
                </a:cubicBezTo>
                <a:cubicBezTo>
                  <a:pt x="162" y="8491"/>
                  <a:pt x="145" y="8482"/>
                  <a:pt x="129" y="8471"/>
                </a:cubicBezTo>
                <a:cubicBezTo>
                  <a:pt x="113" y="8461"/>
                  <a:pt x="99" y="8449"/>
                  <a:pt x="85" y="8435"/>
                </a:cubicBezTo>
                <a:cubicBezTo>
                  <a:pt x="72" y="8422"/>
                  <a:pt x="60" y="8407"/>
                  <a:pt x="49" y="8391"/>
                </a:cubicBezTo>
                <a:cubicBezTo>
                  <a:pt x="38" y="8375"/>
                  <a:pt x="29" y="8359"/>
                  <a:pt x="22" y="8341"/>
                </a:cubicBezTo>
                <a:cubicBezTo>
                  <a:pt x="15" y="8323"/>
                  <a:pt x="9" y="8305"/>
                  <a:pt x="6" y="8286"/>
                </a:cubicBezTo>
                <a:cubicBezTo>
                  <a:pt x="2" y="8268"/>
                  <a:pt x="0" y="8249"/>
                  <a:pt x="0" y="8229"/>
                </a:cubicBezTo>
                <a:close/>
              </a:path>
            </a:pathLst>
          </a:custGeom>
          <a:noFill/>
          <a:ln w="18720">
            <a:solidFill>
              <a:srgbClr val="C1E6C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26" name=""/>
          <p:cNvSpPr/>
          <p:nvPr/>
        </p:nvSpPr>
        <p:spPr>
          <a:xfrm>
            <a:off x="6422760" y="2697120"/>
            <a:ext cx="241920" cy="301680"/>
          </a:xfrm>
          <a:custGeom>
            <a:avLst/>
            <a:gdLst/>
            <a:ahLst/>
            <a:rect l="0" t="0" r="r" b="b"/>
            <a:pathLst>
              <a:path w="672" h="838">
                <a:moveTo>
                  <a:pt x="244" y="749"/>
                </a:moveTo>
                <a:lnTo>
                  <a:pt x="536" y="398"/>
                </a:lnTo>
                <a:lnTo>
                  <a:pt x="348" y="398"/>
                </a:lnTo>
                <a:lnTo>
                  <a:pt x="386" y="98"/>
                </a:lnTo>
                <a:lnTo>
                  <a:pt x="121" y="482"/>
                </a:lnTo>
                <a:lnTo>
                  <a:pt x="282" y="482"/>
                </a:lnTo>
                <a:lnTo>
                  <a:pt x="244" y="749"/>
                </a:lnTo>
                <a:moveTo>
                  <a:pt x="168" y="838"/>
                </a:moveTo>
                <a:lnTo>
                  <a:pt x="210" y="545"/>
                </a:lnTo>
                <a:lnTo>
                  <a:pt x="0" y="545"/>
                </a:lnTo>
                <a:lnTo>
                  <a:pt x="377" y="0"/>
                </a:lnTo>
                <a:lnTo>
                  <a:pt x="461" y="0"/>
                </a:lnTo>
                <a:lnTo>
                  <a:pt x="419" y="335"/>
                </a:lnTo>
                <a:lnTo>
                  <a:pt x="672" y="335"/>
                </a:lnTo>
                <a:lnTo>
                  <a:pt x="252" y="838"/>
                </a:lnTo>
                <a:lnTo>
                  <a:pt x="168" y="838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27" name=""/>
          <p:cNvSpPr txBox="1"/>
          <p:nvPr/>
        </p:nvSpPr>
        <p:spPr>
          <a:xfrm>
            <a:off x="762120" y="4070160"/>
            <a:ext cx="185688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多くのステップに時間がかかる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28" name=""/>
          <p:cNvSpPr/>
          <p:nvPr/>
        </p:nvSpPr>
        <p:spPr>
          <a:xfrm>
            <a:off x="6362640" y="3190680"/>
            <a:ext cx="324000" cy="324360"/>
          </a:xfrm>
          <a:custGeom>
            <a:avLst/>
            <a:gdLst/>
            <a:ahLst/>
            <a:rect l="0" t="0" r="r" b="b"/>
            <a:pathLst>
              <a:path w="900" h="901">
                <a:moveTo>
                  <a:pt x="900" y="450"/>
                </a:moveTo>
                <a:cubicBezTo>
                  <a:pt x="900" y="479"/>
                  <a:pt x="897" y="509"/>
                  <a:pt x="892" y="538"/>
                </a:cubicBezTo>
                <a:cubicBezTo>
                  <a:pt x="886" y="567"/>
                  <a:pt x="877" y="596"/>
                  <a:pt x="866" y="623"/>
                </a:cubicBezTo>
                <a:cubicBezTo>
                  <a:pt x="855" y="650"/>
                  <a:pt x="841" y="676"/>
                  <a:pt x="824" y="701"/>
                </a:cubicBezTo>
                <a:cubicBezTo>
                  <a:pt x="808" y="725"/>
                  <a:pt x="789" y="748"/>
                  <a:pt x="769" y="769"/>
                </a:cubicBezTo>
                <a:cubicBezTo>
                  <a:pt x="747" y="790"/>
                  <a:pt x="724" y="808"/>
                  <a:pt x="699" y="825"/>
                </a:cubicBezTo>
                <a:cubicBezTo>
                  <a:pt x="675" y="841"/>
                  <a:pt x="649" y="855"/>
                  <a:pt x="622" y="866"/>
                </a:cubicBezTo>
                <a:cubicBezTo>
                  <a:pt x="594" y="878"/>
                  <a:pt x="566" y="886"/>
                  <a:pt x="537" y="892"/>
                </a:cubicBezTo>
                <a:cubicBezTo>
                  <a:pt x="508" y="898"/>
                  <a:pt x="479" y="901"/>
                  <a:pt x="449" y="901"/>
                </a:cubicBezTo>
                <a:cubicBezTo>
                  <a:pt x="420" y="901"/>
                  <a:pt x="391" y="898"/>
                  <a:pt x="362" y="892"/>
                </a:cubicBezTo>
                <a:cubicBezTo>
                  <a:pt x="333" y="886"/>
                  <a:pt x="305" y="878"/>
                  <a:pt x="277" y="866"/>
                </a:cubicBezTo>
                <a:cubicBezTo>
                  <a:pt x="250" y="855"/>
                  <a:pt x="224" y="841"/>
                  <a:pt x="200" y="825"/>
                </a:cubicBezTo>
                <a:cubicBezTo>
                  <a:pt x="175" y="808"/>
                  <a:pt x="152" y="790"/>
                  <a:pt x="131" y="769"/>
                </a:cubicBezTo>
                <a:cubicBezTo>
                  <a:pt x="111" y="748"/>
                  <a:pt x="92" y="725"/>
                  <a:pt x="75" y="701"/>
                </a:cubicBezTo>
                <a:cubicBezTo>
                  <a:pt x="59" y="676"/>
                  <a:pt x="45" y="650"/>
                  <a:pt x="34" y="623"/>
                </a:cubicBezTo>
                <a:cubicBezTo>
                  <a:pt x="23" y="596"/>
                  <a:pt x="14" y="567"/>
                  <a:pt x="8" y="538"/>
                </a:cubicBezTo>
                <a:cubicBezTo>
                  <a:pt x="3" y="509"/>
                  <a:pt x="0" y="479"/>
                  <a:pt x="0" y="450"/>
                </a:cubicBezTo>
                <a:cubicBezTo>
                  <a:pt x="0" y="420"/>
                  <a:pt x="3" y="391"/>
                  <a:pt x="8" y="362"/>
                </a:cubicBezTo>
                <a:cubicBezTo>
                  <a:pt x="14" y="333"/>
                  <a:pt x="23" y="305"/>
                  <a:pt x="34" y="278"/>
                </a:cubicBezTo>
                <a:cubicBezTo>
                  <a:pt x="45" y="250"/>
                  <a:pt x="59" y="224"/>
                  <a:pt x="75" y="200"/>
                </a:cubicBezTo>
                <a:cubicBezTo>
                  <a:pt x="92" y="175"/>
                  <a:pt x="111" y="153"/>
                  <a:pt x="131" y="132"/>
                </a:cubicBezTo>
                <a:cubicBezTo>
                  <a:pt x="152" y="111"/>
                  <a:pt x="175" y="92"/>
                  <a:pt x="200" y="76"/>
                </a:cubicBezTo>
                <a:cubicBezTo>
                  <a:pt x="224" y="59"/>
                  <a:pt x="250" y="46"/>
                  <a:pt x="277" y="34"/>
                </a:cubicBezTo>
                <a:cubicBezTo>
                  <a:pt x="305" y="23"/>
                  <a:pt x="333" y="14"/>
                  <a:pt x="362" y="9"/>
                </a:cubicBezTo>
                <a:cubicBezTo>
                  <a:pt x="391" y="3"/>
                  <a:pt x="420" y="0"/>
                  <a:pt x="449" y="0"/>
                </a:cubicBezTo>
                <a:cubicBezTo>
                  <a:pt x="479" y="0"/>
                  <a:pt x="508" y="3"/>
                  <a:pt x="537" y="9"/>
                </a:cubicBezTo>
                <a:cubicBezTo>
                  <a:pt x="566" y="14"/>
                  <a:pt x="594" y="23"/>
                  <a:pt x="622" y="34"/>
                </a:cubicBezTo>
                <a:cubicBezTo>
                  <a:pt x="649" y="46"/>
                  <a:pt x="675" y="59"/>
                  <a:pt x="699" y="76"/>
                </a:cubicBezTo>
                <a:cubicBezTo>
                  <a:pt x="724" y="92"/>
                  <a:pt x="747" y="111"/>
                  <a:pt x="769" y="132"/>
                </a:cubicBezTo>
                <a:cubicBezTo>
                  <a:pt x="789" y="153"/>
                  <a:pt x="808" y="175"/>
                  <a:pt x="824" y="200"/>
                </a:cubicBezTo>
                <a:cubicBezTo>
                  <a:pt x="841" y="224"/>
                  <a:pt x="855" y="250"/>
                  <a:pt x="866" y="278"/>
                </a:cubicBezTo>
                <a:cubicBezTo>
                  <a:pt x="877" y="305"/>
                  <a:pt x="886" y="333"/>
                  <a:pt x="892" y="362"/>
                </a:cubicBezTo>
                <a:cubicBezTo>
                  <a:pt x="897" y="391"/>
                  <a:pt x="900" y="420"/>
                  <a:pt x="900" y="450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29" name=""/>
          <p:cNvSpPr txBox="1"/>
          <p:nvPr/>
        </p:nvSpPr>
        <p:spPr>
          <a:xfrm>
            <a:off x="6724800" y="2856600"/>
            <a:ext cx="21916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Antigravity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の開発フロー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30" name=""/>
          <p:cNvSpPr txBox="1"/>
          <p:nvPr/>
        </p:nvSpPr>
        <p:spPr>
          <a:xfrm>
            <a:off x="6472440" y="326448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31" name=""/>
          <p:cNvSpPr/>
          <p:nvPr/>
        </p:nvSpPr>
        <p:spPr>
          <a:xfrm>
            <a:off x="6362640" y="3705120"/>
            <a:ext cx="324000" cy="324000"/>
          </a:xfrm>
          <a:custGeom>
            <a:avLst/>
            <a:gdLst/>
            <a:ahLst/>
            <a:rect l="0" t="0" r="r" b="b"/>
            <a:pathLst>
              <a:path w="900" h="900">
                <a:moveTo>
                  <a:pt x="900" y="451"/>
                </a:moveTo>
                <a:cubicBezTo>
                  <a:pt x="900" y="480"/>
                  <a:pt x="897" y="509"/>
                  <a:pt x="892" y="538"/>
                </a:cubicBezTo>
                <a:cubicBezTo>
                  <a:pt x="886" y="567"/>
                  <a:pt x="877" y="595"/>
                  <a:pt x="866" y="623"/>
                </a:cubicBezTo>
                <a:cubicBezTo>
                  <a:pt x="855" y="650"/>
                  <a:pt x="841" y="676"/>
                  <a:pt x="824" y="700"/>
                </a:cubicBezTo>
                <a:cubicBezTo>
                  <a:pt x="808" y="725"/>
                  <a:pt x="789" y="748"/>
                  <a:pt x="769" y="769"/>
                </a:cubicBezTo>
                <a:cubicBezTo>
                  <a:pt x="747" y="790"/>
                  <a:pt x="724" y="808"/>
                  <a:pt x="699" y="825"/>
                </a:cubicBezTo>
                <a:cubicBezTo>
                  <a:pt x="675" y="841"/>
                  <a:pt x="649" y="855"/>
                  <a:pt x="622" y="866"/>
                </a:cubicBezTo>
                <a:cubicBezTo>
                  <a:pt x="594" y="877"/>
                  <a:pt x="566" y="886"/>
                  <a:pt x="537" y="892"/>
                </a:cubicBezTo>
                <a:cubicBezTo>
                  <a:pt x="508" y="897"/>
                  <a:pt x="479" y="900"/>
                  <a:pt x="449" y="900"/>
                </a:cubicBezTo>
                <a:cubicBezTo>
                  <a:pt x="420" y="900"/>
                  <a:pt x="391" y="897"/>
                  <a:pt x="362" y="892"/>
                </a:cubicBezTo>
                <a:cubicBezTo>
                  <a:pt x="333" y="886"/>
                  <a:pt x="305" y="877"/>
                  <a:pt x="277" y="866"/>
                </a:cubicBezTo>
                <a:cubicBezTo>
                  <a:pt x="250" y="855"/>
                  <a:pt x="224" y="841"/>
                  <a:pt x="200" y="825"/>
                </a:cubicBezTo>
                <a:cubicBezTo>
                  <a:pt x="175" y="808"/>
                  <a:pt x="152" y="790"/>
                  <a:pt x="131" y="769"/>
                </a:cubicBezTo>
                <a:cubicBezTo>
                  <a:pt x="111" y="748"/>
                  <a:pt x="92" y="725"/>
                  <a:pt x="75" y="700"/>
                </a:cubicBezTo>
                <a:cubicBezTo>
                  <a:pt x="59" y="676"/>
                  <a:pt x="45" y="650"/>
                  <a:pt x="34" y="623"/>
                </a:cubicBezTo>
                <a:cubicBezTo>
                  <a:pt x="23" y="595"/>
                  <a:pt x="14" y="567"/>
                  <a:pt x="8" y="538"/>
                </a:cubicBezTo>
                <a:cubicBezTo>
                  <a:pt x="3" y="509"/>
                  <a:pt x="0" y="480"/>
                  <a:pt x="0" y="451"/>
                </a:cubicBezTo>
                <a:cubicBezTo>
                  <a:pt x="0" y="421"/>
                  <a:pt x="3" y="392"/>
                  <a:pt x="8" y="363"/>
                </a:cubicBezTo>
                <a:cubicBezTo>
                  <a:pt x="14" y="334"/>
                  <a:pt x="23" y="306"/>
                  <a:pt x="34" y="278"/>
                </a:cubicBezTo>
                <a:cubicBezTo>
                  <a:pt x="45" y="251"/>
                  <a:pt x="59" y="225"/>
                  <a:pt x="75" y="201"/>
                </a:cubicBezTo>
                <a:cubicBezTo>
                  <a:pt x="92" y="176"/>
                  <a:pt x="111" y="153"/>
                  <a:pt x="131" y="133"/>
                </a:cubicBezTo>
                <a:cubicBezTo>
                  <a:pt x="152" y="112"/>
                  <a:pt x="175" y="93"/>
                  <a:pt x="200" y="77"/>
                </a:cubicBezTo>
                <a:cubicBezTo>
                  <a:pt x="224" y="60"/>
                  <a:pt x="250" y="45"/>
                  <a:pt x="277" y="34"/>
                </a:cubicBezTo>
                <a:cubicBezTo>
                  <a:pt x="305" y="23"/>
                  <a:pt x="333" y="14"/>
                  <a:pt x="362" y="8"/>
                </a:cubicBezTo>
                <a:cubicBezTo>
                  <a:pt x="391" y="3"/>
                  <a:pt x="420" y="0"/>
                  <a:pt x="449" y="0"/>
                </a:cubicBezTo>
                <a:cubicBezTo>
                  <a:pt x="479" y="0"/>
                  <a:pt x="508" y="3"/>
                  <a:pt x="537" y="8"/>
                </a:cubicBezTo>
                <a:cubicBezTo>
                  <a:pt x="566" y="14"/>
                  <a:pt x="594" y="23"/>
                  <a:pt x="622" y="34"/>
                </a:cubicBezTo>
                <a:cubicBezTo>
                  <a:pt x="649" y="45"/>
                  <a:pt x="675" y="60"/>
                  <a:pt x="699" y="77"/>
                </a:cubicBezTo>
                <a:cubicBezTo>
                  <a:pt x="724" y="93"/>
                  <a:pt x="747" y="112"/>
                  <a:pt x="769" y="133"/>
                </a:cubicBezTo>
                <a:cubicBezTo>
                  <a:pt x="789" y="153"/>
                  <a:pt x="808" y="176"/>
                  <a:pt x="824" y="201"/>
                </a:cubicBezTo>
                <a:cubicBezTo>
                  <a:pt x="841" y="225"/>
                  <a:pt x="855" y="251"/>
                  <a:pt x="866" y="278"/>
                </a:cubicBezTo>
                <a:cubicBezTo>
                  <a:pt x="877" y="306"/>
                  <a:pt x="886" y="334"/>
                  <a:pt x="892" y="363"/>
                </a:cubicBezTo>
                <a:cubicBezTo>
                  <a:pt x="897" y="392"/>
                  <a:pt x="900" y="421"/>
                  <a:pt x="900" y="4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32" name=""/>
          <p:cNvSpPr txBox="1"/>
          <p:nvPr/>
        </p:nvSpPr>
        <p:spPr>
          <a:xfrm>
            <a:off x="6762600" y="3212640"/>
            <a:ext cx="9910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要件定義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33" name=""/>
          <p:cNvSpPr txBox="1"/>
          <p:nvPr/>
        </p:nvSpPr>
        <p:spPr>
          <a:xfrm>
            <a:off x="6472440" y="378828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34" name=""/>
          <p:cNvSpPr/>
          <p:nvPr/>
        </p:nvSpPr>
        <p:spPr>
          <a:xfrm>
            <a:off x="6362640" y="4228920"/>
            <a:ext cx="324000" cy="324360"/>
          </a:xfrm>
          <a:custGeom>
            <a:avLst/>
            <a:gdLst/>
            <a:ahLst/>
            <a:rect l="0" t="0" r="r" b="b"/>
            <a:pathLst>
              <a:path w="900" h="901">
                <a:moveTo>
                  <a:pt x="900" y="451"/>
                </a:moveTo>
                <a:cubicBezTo>
                  <a:pt x="900" y="480"/>
                  <a:pt x="897" y="510"/>
                  <a:pt x="892" y="539"/>
                </a:cubicBezTo>
                <a:cubicBezTo>
                  <a:pt x="886" y="568"/>
                  <a:pt x="877" y="596"/>
                  <a:pt x="866" y="623"/>
                </a:cubicBezTo>
                <a:cubicBezTo>
                  <a:pt x="855" y="650"/>
                  <a:pt x="841" y="676"/>
                  <a:pt x="824" y="701"/>
                </a:cubicBezTo>
                <a:cubicBezTo>
                  <a:pt x="808" y="725"/>
                  <a:pt x="789" y="748"/>
                  <a:pt x="769" y="769"/>
                </a:cubicBezTo>
                <a:cubicBezTo>
                  <a:pt x="747" y="790"/>
                  <a:pt x="724" y="808"/>
                  <a:pt x="699" y="825"/>
                </a:cubicBezTo>
                <a:cubicBezTo>
                  <a:pt x="675" y="841"/>
                  <a:pt x="649" y="855"/>
                  <a:pt x="622" y="866"/>
                </a:cubicBezTo>
                <a:cubicBezTo>
                  <a:pt x="594" y="878"/>
                  <a:pt x="566" y="886"/>
                  <a:pt x="537" y="892"/>
                </a:cubicBezTo>
                <a:cubicBezTo>
                  <a:pt x="508" y="898"/>
                  <a:pt x="479" y="901"/>
                  <a:pt x="449" y="901"/>
                </a:cubicBezTo>
                <a:cubicBezTo>
                  <a:pt x="420" y="901"/>
                  <a:pt x="391" y="898"/>
                  <a:pt x="362" y="892"/>
                </a:cubicBezTo>
                <a:cubicBezTo>
                  <a:pt x="333" y="886"/>
                  <a:pt x="305" y="878"/>
                  <a:pt x="277" y="866"/>
                </a:cubicBezTo>
                <a:cubicBezTo>
                  <a:pt x="250" y="855"/>
                  <a:pt x="224" y="841"/>
                  <a:pt x="200" y="825"/>
                </a:cubicBezTo>
                <a:cubicBezTo>
                  <a:pt x="175" y="808"/>
                  <a:pt x="152" y="790"/>
                  <a:pt x="131" y="769"/>
                </a:cubicBezTo>
                <a:cubicBezTo>
                  <a:pt x="111" y="748"/>
                  <a:pt x="92" y="725"/>
                  <a:pt x="75" y="701"/>
                </a:cubicBezTo>
                <a:cubicBezTo>
                  <a:pt x="59" y="676"/>
                  <a:pt x="45" y="650"/>
                  <a:pt x="34" y="623"/>
                </a:cubicBezTo>
                <a:cubicBezTo>
                  <a:pt x="23" y="596"/>
                  <a:pt x="14" y="568"/>
                  <a:pt x="8" y="539"/>
                </a:cubicBezTo>
                <a:cubicBezTo>
                  <a:pt x="3" y="510"/>
                  <a:pt x="0" y="480"/>
                  <a:pt x="0" y="451"/>
                </a:cubicBezTo>
                <a:cubicBezTo>
                  <a:pt x="0" y="421"/>
                  <a:pt x="3" y="392"/>
                  <a:pt x="8" y="362"/>
                </a:cubicBezTo>
                <a:cubicBezTo>
                  <a:pt x="14" y="333"/>
                  <a:pt x="23" y="305"/>
                  <a:pt x="34" y="278"/>
                </a:cubicBezTo>
                <a:cubicBezTo>
                  <a:pt x="45" y="250"/>
                  <a:pt x="59" y="224"/>
                  <a:pt x="75" y="200"/>
                </a:cubicBezTo>
                <a:cubicBezTo>
                  <a:pt x="92" y="175"/>
                  <a:pt x="111" y="153"/>
                  <a:pt x="131" y="132"/>
                </a:cubicBezTo>
                <a:cubicBezTo>
                  <a:pt x="152" y="111"/>
                  <a:pt x="175" y="92"/>
                  <a:pt x="200" y="76"/>
                </a:cubicBezTo>
                <a:cubicBezTo>
                  <a:pt x="224" y="59"/>
                  <a:pt x="250" y="46"/>
                  <a:pt x="277" y="34"/>
                </a:cubicBezTo>
                <a:cubicBezTo>
                  <a:pt x="305" y="23"/>
                  <a:pt x="333" y="14"/>
                  <a:pt x="362" y="9"/>
                </a:cubicBezTo>
                <a:cubicBezTo>
                  <a:pt x="391" y="3"/>
                  <a:pt x="420" y="0"/>
                  <a:pt x="449" y="0"/>
                </a:cubicBezTo>
                <a:cubicBezTo>
                  <a:pt x="479" y="0"/>
                  <a:pt x="508" y="3"/>
                  <a:pt x="537" y="9"/>
                </a:cubicBezTo>
                <a:cubicBezTo>
                  <a:pt x="566" y="14"/>
                  <a:pt x="594" y="23"/>
                  <a:pt x="622" y="34"/>
                </a:cubicBezTo>
                <a:cubicBezTo>
                  <a:pt x="649" y="46"/>
                  <a:pt x="675" y="59"/>
                  <a:pt x="699" y="76"/>
                </a:cubicBezTo>
                <a:cubicBezTo>
                  <a:pt x="724" y="92"/>
                  <a:pt x="747" y="111"/>
                  <a:pt x="769" y="132"/>
                </a:cubicBezTo>
                <a:cubicBezTo>
                  <a:pt x="789" y="153"/>
                  <a:pt x="808" y="175"/>
                  <a:pt x="824" y="200"/>
                </a:cubicBezTo>
                <a:cubicBezTo>
                  <a:pt x="841" y="224"/>
                  <a:pt x="855" y="250"/>
                  <a:pt x="866" y="278"/>
                </a:cubicBezTo>
                <a:cubicBezTo>
                  <a:pt x="877" y="305"/>
                  <a:pt x="886" y="333"/>
                  <a:pt x="892" y="362"/>
                </a:cubicBezTo>
                <a:cubicBezTo>
                  <a:pt x="897" y="392"/>
                  <a:pt x="900" y="421"/>
                  <a:pt x="900" y="4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35" name=""/>
          <p:cNvSpPr txBox="1"/>
          <p:nvPr/>
        </p:nvSpPr>
        <p:spPr>
          <a:xfrm>
            <a:off x="6762600" y="3736440"/>
            <a:ext cx="965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に指示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36" name=""/>
          <p:cNvSpPr txBox="1"/>
          <p:nvPr/>
        </p:nvSpPr>
        <p:spPr>
          <a:xfrm>
            <a:off x="6472440" y="430236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37" name=""/>
          <p:cNvSpPr txBox="1"/>
          <p:nvPr/>
        </p:nvSpPr>
        <p:spPr>
          <a:xfrm>
            <a:off x="6762600" y="4250880"/>
            <a:ext cx="7624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完成！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38" name=""/>
          <p:cNvSpPr txBox="1"/>
          <p:nvPr/>
        </p:nvSpPr>
        <p:spPr>
          <a:xfrm>
            <a:off x="6362640" y="4774680"/>
            <a:ext cx="3874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時間のかかる作業を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が自律的に処理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39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37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43" name=""/>
          <p:cNvSpPr/>
          <p:nvPr/>
        </p:nvSpPr>
        <p:spPr>
          <a:xfrm>
            <a:off x="571320" y="100944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44" name=""/>
          <p:cNvSpPr/>
          <p:nvPr/>
        </p:nvSpPr>
        <p:spPr>
          <a:xfrm>
            <a:off x="608400" y="421200"/>
            <a:ext cx="401040" cy="397440"/>
          </a:xfrm>
          <a:custGeom>
            <a:avLst/>
            <a:gdLst/>
            <a:ahLst/>
            <a:rect l="0" t="0" r="r" b="b"/>
            <a:pathLst>
              <a:path w="1114" h="1104">
                <a:moveTo>
                  <a:pt x="155" y="451"/>
                </a:moveTo>
                <a:lnTo>
                  <a:pt x="301" y="514"/>
                </a:lnTo>
                <a:cubicBezTo>
                  <a:pt x="317" y="480"/>
                  <a:pt x="335" y="448"/>
                  <a:pt x="354" y="416"/>
                </a:cubicBezTo>
                <a:cubicBezTo>
                  <a:pt x="373" y="383"/>
                  <a:pt x="393" y="353"/>
                  <a:pt x="414" y="323"/>
                </a:cubicBezTo>
                <a:lnTo>
                  <a:pt x="305" y="301"/>
                </a:lnTo>
                <a:lnTo>
                  <a:pt x="155" y="451"/>
                </a:lnTo>
                <a:moveTo>
                  <a:pt x="367" y="564"/>
                </a:moveTo>
                <a:lnTo>
                  <a:pt x="550" y="747"/>
                </a:lnTo>
                <a:cubicBezTo>
                  <a:pt x="603" y="723"/>
                  <a:pt x="652" y="696"/>
                  <a:pt x="698" y="666"/>
                </a:cubicBezTo>
                <a:cubicBezTo>
                  <a:pt x="744" y="636"/>
                  <a:pt x="781" y="606"/>
                  <a:pt x="809" y="578"/>
                </a:cubicBezTo>
                <a:cubicBezTo>
                  <a:pt x="884" y="503"/>
                  <a:pt x="938" y="426"/>
                  <a:pt x="973" y="348"/>
                </a:cubicBezTo>
                <a:cubicBezTo>
                  <a:pt x="1008" y="270"/>
                  <a:pt x="1027" y="182"/>
                  <a:pt x="1030" y="84"/>
                </a:cubicBezTo>
                <a:cubicBezTo>
                  <a:pt x="931" y="86"/>
                  <a:pt x="843" y="105"/>
                  <a:pt x="765" y="140"/>
                </a:cubicBezTo>
                <a:cubicBezTo>
                  <a:pt x="687" y="175"/>
                  <a:pt x="611" y="230"/>
                  <a:pt x="536" y="304"/>
                </a:cubicBezTo>
                <a:cubicBezTo>
                  <a:pt x="508" y="332"/>
                  <a:pt x="479" y="370"/>
                  <a:pt x="448" y="416"/>
                </a:cubicBezTo>
                <a:cubicBezTo>
                  <a:pt x="418" y="462"/>
                  <a:pt x="391" y="512"/>
                  <a:pt x="367" y="564"/>
                </a:cubicBezTo>
                <a:moveTo>
                  <a:pt x="655" y="363"/>
                </a:moveTo>
                <a:cubicBezTo>
                  <a:pt x="655" y="335"/>
                  <a:pt x="664" y="313"/>
                  <a:pt x="682" y="294"/>
                </a:cubicBezTo>
                <a:cubicBezTo>
                  <a:pt x="701" y="276"/>
                  <a:pt x="724" y="267"/>
                  <a:pt x="751" y="267"/>
                </a:cubicBezTo>
                <a:cubicBezTo>
                  <a:pt x="778" y="267"/>
                  <a:pt x="801" y="276"/>
                  <a:pt x="819" y="294"/>
                </a:cubicBezTo>
                <a:cubicBezTo>
                  <a:pt x="837" y="313"/>
                  <a:pt x="846" y="335"/>
                  <a:pt x="846" y="363"/>
                </a:cubicBezTo>
                <a:cubicBezTo>
                  <a:pt x="846" y="390"/>
                  <a:pt x="837" y="412"/>
                  <a:pt x="819" y="431"/>
                </a:cubicBezTo>
                <a:cubicBezTo>
                  <a:pt x="801" y="449"/>
                  <a:pt x="778" y="458"/>
                  <a:pt x="751" y="458"/>
                </a:cubicBezTo>
                <a:cubicBezTo>
                  <a:pt x="724" y="458"/>
                  <a:pt x="701" y="449"/>
                  <a:pt x="682" y="431"/>
                </a:cubicBezTo>
                <a:cubicBezTo>
                  <a:pt x="664" y="412"/>
                  <a:pt x="655" y="390"/>
                  <a:pt x="655" y="363"/>
                </a:cubicBezTo>
                <a:moveTo>
                  <a:pt x="662" y="960"/>
                </a:moveTo>
                <a:lnTo>
                  <a:pt x="812" y="809"/>
                </a:lnTo>
                <a:lnTo>
                  <a:pt x="790" y="700"/>
                </a:lnTo>
                <a:cubicBezTo>
                  <a:pt x="761" y="722"/>
                  <a:pt x="730" y="742"/>
                  <a:pt x="698" y="760"/>
                </a:cubicBezTo>
                <a:cubicBezTo>
                  <a:pt x="665" y="779"/>
                  <a:pt x="633" y="797"/>
                  <a:pt x="600" y="813"/>
                </a:cubicBezTo>
                <a:lnTo>
                  <a:pt x="662" y="960"/>
                </a:lnTo>
                <a:moveTo>
                  <a:pt x="1112" y="2"/>
                </a:moveTo>
                <a:cubicBezTo>
                  <a:pt x="1120" y="127"/>
                  <a:pt x="1105" y="241"/>
                  <a:pt x="1064" y="344"/>
                </a:cubicBezTo>
                <a:cubicBezTo>
                  <a:pt x="1025" y="447"/>
                  <a:pt x="959" y="545"/>
                  <a:pt x="869" y="636"/>
                </a:cubicBezTo>
                <a:lnTo>
                  <a:pt x="866" y="638"/>
                </a:lnTo>
                <a:lnTo>
                  <a:pt x="863" y="641"/>
                </a:lnTo>
                <a:lnTo>
                  <a:pt x="893" y="793"/>
                </a:lnTo>
                <a:cubicBezTo>
                  <a:pt x="896" y="807"/>
                  <a:pt x="895" y="820"/>
                  <a:pt x="891" y="833"/>
                </a:cubicBezTo>
                <a:cubicBezTo>
                  <a:pt x="887" y="846"/>
                  <a:pt x="880" y="857"/>
                  <a:pt x="870" y="867"/>
                </a:cubicBezTo>
                <a:lnTo>
                  <a:pt x="634" y="1104"/>
                </a:lnTo>
                <a:lnTo>
                  <a:pt x="517" y="831"/>
                </a:lnTo>
                <a:lnTo>
                  <a:pt x="283" y="597"/>
                </a:lnTo>
                <a:lnTo>
                  <a:pt x="10" y="479"/>
                </a:lnTo>
                <a:lnTo>
                  <a:pt x="247" y="243"/>
                </a:lnTo>
                <a:cubicBezTo>
                  <a:pt x="257" y="233"/>
                  <a:pt x="269" y="226"/>
                  <a:pt x="281" y="222"/>
                </a:cubicBezTo>
                <a:cubicBezTo>
                  <a:pt x="294" y="218"/>
                  <a:pt x="308" y="217"/>
                  <a:pt x="321" y="220"/>
                </a:cubicBezTo>
                <a:lnTo>
                  <a:pt x="473" y="250"/>
                </a:lnTo>
                <a:cubicBezTo>
                  <a:pt x="474" y="249"/>
                  <a:pt x="475" y="249"/>
                  <a:pt x="476" y="248"/>
                </a:cubicBezTo>
                <a:cubicBezTo>
                  <a:pt x="477" y="248"/>
                  <a:pt x="478" y="247"/>
                  <a:pt x="479" y="246"/>
                </a:cubicBezTo>
                <a:cubicBezTo>
                  <a:pt x="569" y="155"/>
                  <a:pt x="666" y="90"/>
                  <a:pt x="769" y="50"/>
                </a:cubicBezTo>
                <a:cubicBezTo>
                  <a:pt x="872" y="10"/>
                  <a:pt x="986" y="-6"/>
                  <a:pt x="1112" y="2"/>
                </a:cubicBezTo>
                <a:moveTo>
                  <a:pt x="102" y="764"/>
                </a:moveTo>
                <a:cubicBezTo>
                  <a:pt x="134" y="732"/>
                  <a:pt x="174" y="715"/>
                  <a:pt x="220" y="715"/>
                </a:cubicBezTo>
                <a:cubicBezTo>
                  <a:pt x="267" y="715"/>
                  <a:pt x="306" y="730"/>
                  <a:pt x="338" y="763"/>
                </a:cubicBezTo>
                <a:cubicBezTo>
                  <a:pt x="370" y="795"/>
                  <a:pt x="386" y="834"/>
                  <a:pt x="386" y="880"/>
                </a:cubicBezTo>
                <a:cubicBezTo>
                  <a:pt x="385" y="927"/>
                  <a:pt x="369" y="966"/>
                  <a:pt x="337" y="998"/>
                </a:cubicBezTo>
                <a:cubicBezTo>
                  <a:pt x="313" y="1022"/>
                  <a:pt x="276" y="1042"/>
                  <a:pt x="226" y="1057"/>
                </a:cubicBezTo>
                <a:cubicBezTo>
                  <a:pt x="176" y="1073"/>
                  <a:pt x="100" y="1088"/>
                  <a:pt x="0" y="1102"/>
                </a:cubicBezTo>
                <a:cubicBezTo>
                  <a:pt x="14" y="1001"/>
                  <a:pt x="29" y="926"/>
                  <a:pt x="44" y="876"/>
                </a:cubicBezTo>
                <a:cubicBezTo>
                  <a:pt x="59" y="825"/>
                  <a:pt x="78" y="788"/>
                  <a:pt x="102" y="764"/>
                </a:cubicBezTo>
                <a:moveTo>
                  <a:pt x="160" y="823"/>
                </a:moveTo>
                <a:cubicBezTo>
                  <a:pt x="147" y="837"/>
                  <a:pt x="136" y="859"/>
                  <a:pt x="126" y="888"/>
                </a:cubicBezTo>
                <a:cubicBezTo>
                  <a:pt x="116" y="917"/>
                  <a:pt x="107" y="955"/>
                  <a:pt x="100" y="1001"/>
                </a:cubicBezTo>
                <a:cubicBezTo>
                  <a:pt x="146" y="994"/>
                  <a:pt x="183" y="985"/>
                  <a:pt x="213" y="975"/>
                </a:cubicBezTo>
                <a:cubicBezTo>
                  <a:pt x="242" y="965"/>
                  <a:pt x="264" y="953"/>
                  <a:pt x="277" y="940"/>
                </a:cubicBezTo>
                <a:cubicBezTo>
                  <a:pt x="295" y="925"/>
                  <a:pt x="304" y="905"/>
                  <a:pt x="304" y="882"/>
                </a:cubicBezTo>
                <a:cubicBezTo>
                  <a:pt x="305" y="858"/>
                  <a:pt x="297" y="838"/>
                  <a:pt x="280" y="820"/>
                </a:cubicBezTo>
                <a:cubicBezTo>
                  <a:pt x="263" y="804"/>
                  <a:pt x="242" y="796"/>
                  <a:pt x="219" y="796"/>
                </a:cubicBezTo>
                <a:cubicBezTo>
                  <a:pt x="195" y="797"/>
                  <a:pt x="176" y="806"/>
                  <a:pt x="160" y="823"/>
                </a:cubicBez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1745" name=""/>
          <p:cNvPicPr/>
          <p:nvPr/>
        </p:nvPicPr>
        <p:blipFill>
          <a:blip r:embed="rId1"/>
          <a:stretch/>
        </p:blipFill>
        <p:spPr>
          <a:xfrm>
            <a:off x="571320" y="1190520"/>
            <a:ext cx="5447880" cy="544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6" name=""/>
          <p:cNvSpPr/>
          <p:nvPr/>
        </p:nvSpPr>
        <p:spPr>
          <a:xfrm>
            <a:off x="6181560" y="1276200"/>
            <a:ext cx="5429520" cy="2276640"/>
          </a:xfrm>
          <a:custGeom>
            <a:avLst/>
            <a:gdLst/>
            <a:ahLst/>
            <a:rect l="0" t="0" r="r" b="b"/>
            <a:pathLst>
              <a:path w="15082" h="6324">
                <a:moveTo>
                  <a:pt x="0" y="6033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6033"/>
                </a:lnTo>
                <a:cubicBezTo>
                  <a:pt x="15082" y="6053"/>
                  <a:pt x="15080" y="6071"/>
                  <a:pt x="15077" y="6090"/>
                </a:cubicBezTo>
                <a:cubicBezTo>
                  <a:pt x="15073" y="6109"/>
                  <a:pt x="15067" y="6127"/>
                  <a:pt x="15060" y="6145"/>
                </a:cubicBezTo>
                <a:cubicBezTo>
                  <a:pt x="15053" y="6162"/>
                  <a:pt x="15044" y="6179"/>
                  <a:pt x="15033" y="6195"/>
                </a:cubicBezTo>
                <a:cubicBezTo>
                  <a:pt x="15023" y="6211"/>
                  <a:pt x="15010" y="6226"/>
                  <a:pt x="14997" y="6239"/>
                </a:cubicBezTo>
                <a:cubicBezTo>
                  <a:pt x="14983" y="6253"/>
                  <a:pt x="14969" y="6265"/>
                  <a:pt x="14953" y="6275"/>
                </a:cubicBezTo>
                <a:cubicBezTo>
                  <a:pt x="14937" y="6286"/>
                  <a:pt x="14920" y="6295"/>
                  <a:pt x="14903" y="6302"/>
                </a:cubicBezTo>
                <a:cubicBezTo>
                  <a:pt x="14885" y="6310"/>
                  <a:pt x="14867" y="6315"/>
                  <a:pt x="14848" y="6319"/>
                </a:cubicBezTo>
                <a:cubicBezTo>
                  <a:pt x="14829" y="6323"/>
                  <a:pt x="14810" y="6324"/>
                  <a:pt x="14791" y="6324"/>
                </a:cubicBezTo>
                <a:lnTo>
                  <a:pt x="291" y="6324"/>
                </a:lnTo>
                <a:cubicBezTo>
                  <a:pt x="272" y="6324"/>
                  <a:pt x="253" y="6323"/>
                  <a:pt x="234" y="6319"/>
                </a:cubicBezTo>
                <a:cubicBezTo>
                  <a:pt x="215" y="6315"/>
                  <a:pt x="197" y="6310"/>
                  <a:pt x="180" y="6302"/>
                </a:cubicBezTo>
                <a:cubicBezTo>
                  <a:pt x="162" y="6295"/>
                  <a:pt x="145" y="6286"/>
                  <a:pt x="129" y="6275"/>
                </a:cubicBezTo>
                <a:cubicBezTo>
                  <a:pt x="113" y="6265"/>
                  <a:pt x="99" y="6253"/>
                  <a:pt x="85" y="6239"/>
                </a:cubicBezTo>
                <a:cubicBezTo>
                  <a:pt x="72" y="6226"/>
                  <a:pt x="60" y="6211"/>
                  <a:pt x="49" y="6195"/>
                </a:cubicBezTo>
                <a:cubicBezTo>
                  <a:pt x="38" y="6179"/>
                  <a:pt x="29" y="6162"/>
                  <a:pt x="22" y="6145"/>
                </a:cubicBezTo>
                <a:cubicBezTo>
                  <a:pt x="15" y="6127"/>
                  <a:pt x="9" y="6109"/>
                  <a:pt x="6" y="6090"/>
                </a:cubicBezTo>
                <a:cubicBezTo>
                  <a:pt x="2" y="6071"/>
                  <a:pt x="0" y="6053"/>
                  <a:pt x="0" y="6033"/>
                </a:cubicBezTo>
                <a:close/>
              </a:path>
            </a:pathLst>
          </a:custGeom>
          <a:solidFill>
            <a:srgbClr val="D5C6E0">
              <a:alpha val="1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47" name=""/>
          <p:cNvSpPr/>
          <p:nvPr/>
        </p:nvSpPr>
        <p:spPr>
          <a:xfrm>
            <a:off x="6181560" y="1276200"/>
            <a:ext cx="5429520" cy="2276640"/>
          </a:xfrm>
          <a:custGeom>
            <a:avLst/>
            <a:gdLst/>
            <a:ahLst/>
            <a:rect l="0" t="0" r="r" b="b"/>
            <a:pathLst>
              <a:path w="15082" h="6324">
                <a:moveTo>
                  <a:pt x="0" y="6033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6033"/>
                </a:lnTo>
                <a:cubicBezTo>
                  <a:pt x="15082" y="6053"/>
                  <a:pt x="15080" y="6071"/>
                  <a:pt x="15077" y="6090"/>
                </a:cubicBezTo>
                <a:cubicBezTo>
                  <a:pt x="15073" y="6109"/>
                  <a:pt x="15067" y="6127"/>
                  <a:pt x="15060" y="6145"/>
                </a:cubicBezTo>
                <a:cubicBezTo>
                  <a:pt x="15053" y="6162"/>
                  <a:pt x="15044" y="6179"/>
                  <a:pt x="15033" y="6195"/>
                </a:cubicBezTo>
                <a:cubicBezTo>
                  <a:pt x="15023" y="6211"/>
                  <a:pt x="15010" y="6226"/>
                  <a:pt x="14997" y="6239"/>
                </a:cubicBezTo>
                <a:cubicBezTo>
                  <a:pt x="14983" y="6253"/>
                  <a:pt x="14969" y="6265"/>
                  <a:pt x="14953" y="6275"/>
                </a:cubicBezTo>
                <a:cubicBezTo>
                  <a:pt x="14937" y="6286"/>
                  <a:pt x="14920" y="6295"/>
                  <a:pt x="14903" y="6302"/>
                </a:cubicBezTo>
                <a:cubicBezTo>
                  <a:pt x="14885" y="6310"/>
                  <a:pt x="14867" y="6315"/>
                  <a:pt x="14848" y="6319"/>
                </a:cubicBezTo>
                <a:cubicBezTo>
                  <a:pt x="14829" y="6323"/>
                  <a:pt x="14810" y="6324"/>
                  <a:pt x="14791" y="6324"/>
                </a:cubicBezTo>
                <a:lnTo>
                  <a:pt x="291" y="6324"/>
                </a:lnTo>
                <a:cubicBezTo>
                  <a:pt x="272" y="6324"/>
                  <a:pt x="253" y="6323"/>
                  <a:pt x="234" y="6319"/>
                </a:cubicBezTo>
                <a:cubicBezTo>
                  <a:pt x="215" y="6315"/>
                  <a:pt x="197" y="6310"/>
                  <a:pt x="180" y="6302"/>
                </a:cubicBezTo>
                <a:cubicBezTo>
                  <a:pt x="162" y="6295"/>
                  <a:pt x="145" y="6286"/>
                  <a:pt x="129" y="6275"/>
                </a:cubicBezTo>
                <a:cubicBezTo>
                  <a:pt x="113" y="6265"/>
                  <a:pt x="99" y="6253"/>
                  <a:pt x="85" y="6239"/>
                </a:cubicBezTo>
                <a:cubicBezTo>
                  <a:pt x="72" y="6226"/>
                  <a:pt x="60" y="6211"/>
                  <a:pt x="49" y="6195"/>
                </a:cubicBezTo>
                <a:cubicBezTo>
                  <a:pt x="38" y="6179"/>
                  <a:pt x="29" y="6162"/>
                  <a:pt x="22" y="6145"/>
                </a:cubicBezTo>
                <a:cubicBezTo>
                  <a:pt x="15" y="6127"/>
                  <a:pt x="9" y="6109"/>
                  <a:pt x="6" y="6090"/>
                </a:cubicBezTo>
                <a:cubicBezTo>
                  <a:pt x="2" y="6071"/>
                  <a:pt x="0" y="6053"/>
                  <a:pt x="0" y="6033"/>
                </a:cubicBezTo>
                <a:close/>
              </a:path>
            </a:pathLst>
          </a:custGeom>
          <a:noFill/>
          <a:ln w="18720">
            <a:solidFill>
              <a:srgbClr val="D0C0E4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48" name=""/>
          <p:cNvSpPr/>
          <p:nvPr/>
        </p:nvSpPr>
        <p:spPr>
          <a:xfrm>
            <a:off x="6013440" y="3508200"/>
            <a:ext cx="5764320" cy="1249920"/>
          </a:xfrm>
          <a:custGeom>
            <a:avLst/>
            <a:gdLst/>
            <a:ahLst/>
            <a:rect l="0" t="0" r="r" b="b"/>
            <a:pathLst>
              <a:path w="16012" h="3472">
                <a:moveTo>
                  <a:pt x="440" y="679"/>
                </a:moveTo>
                <a:lnTo>
                  <a:pt x="440" y="2638"/>
                </a:lnTo>
                <a:cubicBezTo>
                  <a:pt x="440" y="2680"/>
                  <a:pt x="449" y="2721"/>
                  <a:pt x="465" y="2760"/>
                </a:cubicBezTo>
                <a:cubicBezTo>
                  <a:pt x="481" y="2798"/>
                  <a:pt x="504" y="2833"/>
                  <a:pt x="533" y="2863"/>
                </a:cubicBezTo>
                <a:cubicBezTo>
                  <a:pt x="563" y="2892"/>
                  <a:pt x="598" y="2915"/>
                  <a:pt x="636" y="2931"/>
                </a:cubicBezTo>
                <a:cubicBezTo>
                  <a:pt x="675" y="2947"/>
                  <a:pt x="716" y="2955"/>
                  <a:pt x="758" y="2955"/>
                </a:cubicBezTo>
                <a:lnTo>
                  <a:pt x="15258" y="2955"/>
                </a:lnTo>
                <a:cubicBezTo>
                  <a:pt x="15300" y="2955"/>
                  <a:pt x="15341" y="2947"/>
                  <a:pt x="15380" y="2931"/>
                </a:cubicBezTo>
                <a:cubicBezTo>
                  <a:pt x="15419" y="2915"/>
                  <a:pt x="15453" y="2892"/>
                  <a:pt x="15483" y="2863"/>
                </a:cubicBezTo>
                <a:cubicBezTo>
                  <a:pt x="15512" y="2833"/>
                  <a:pt x="15535" y="2798"/>
                  <a:pt x="15551" y="2760"/>
                </a:cubicBezTo>
                <a:cubicBezTo>
                  <a:pt x="15568" y="2721"/>
                  <a:pt x="15576" y="2680"/>
                  <a:pt x="15576" y="2638"/>
                </a:cubicBezTo>
                <a:lnTo>
                  <a:pt x="15576" y="679"/>
                </a:lnTo>
                <a:cubicBezTo>
                  <a:pt x="15576" y="637"/>
                  <a:pt x="15568" y="596"/>
                  <a:pt x="15551" y="558"/>
                </a:cubicBezTo>
                <a:cubicBezTo>
                  <a:pt x="15535" y="519"/>
                  <a:pt x="15512" y="484"/>
                  <a:pt x="15483" y="455"/>
                </a:cubicBezTo>
                <a:cubicBezTo>
                  <a:pt x="15453" y="425"/>
                  <a:pt x="15419" y="402"/>
                  <a:pt x="15380" y="386"/>
                </a:cubicBezTo>
                <a:cubicBezTo>
                  <a:pt x="15341" y="370"/>
                  <a:pt x="15300" y="362"/>
                  <a:pt x="15258" y="362"/>
                </a:cubicBezTo>
                <a:lnTo>
                  <a:pt x="758" y="362"/>
                </a:lnTo>
                <a:cubicBezTo>
                  <a:pt x="716" y="362"/>
                  <a:pt x="675" y="370"/>
                  <a:pt x="636" y="386"/>
                </a:cubicBezTo>
                <a:cubicBezTo>
                  <a:pt x="598" y="402"/>
                  <a:pt x="563" y="425"/>
                  <a:pt x="533" y="455"/>
                </a:cubicBezTo>
                <a:cubicBezTo>
                  <a:pt x="504" y="484"/>
                  <a:pt x="481" y="519"/>
                  <a:pt x="465" y="558"/>
                </a:cubicBezTo>
                <a:cubicBezTo>
                  <a:pt x="449" y="596"/>
                  <a:pt x="440" y="637"/>
                  <a:pt x="440" y="679"/>
                </a:cubicBezTo>
                <a:moveTo>
                  <a:pt x="0" y="0"/>
                </a:moveTo>
                <a:lnTo>
                  <a:pt x="16012" y="0"/>
                </a:lnTo>
                <a:lnTo>
                  <a:pt x="16012" y="3472"/>
                </a:lnTo>
                <a:lnTo>
                  <a:pt x="0" y="3472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749" name=""/>
          <p:cNvSpPr/>
          <p:nvPr/>
        </p:nvSpPr>
        <p:spPr>
          <a:xfrm>
            <a:off x="6181560" y="3647880"/>
            <a:ext cx="5429520" cy="914760"/>
          </a:xfrm>
          <a:custGeom>
            <a:avLst/>
            <a:gdLst/>
            <a:ahLst/>
            <a:rect l="0" t="0" r="r" b="b"/>
            <a:pathLst>
              <a:path w="15082" h="2541">
                <a:moveTo>
                  <a:pt x="0" y="2250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6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8"/>
                  <a:pt x="162" y="30"/>
                  <a:pt x="180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30"/>
                  <a:pt x="14937" y="38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7"/>
                  <a:pt x="15073" y="216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2250"/>
                </a:lnTo>
                <a:cubicBezTo>
                  <a:pt x="15082" y="2269"/>
                  <a:pt x="15080" y="2288"/>
                  <a:pt x="15077" y="2307"/>
                </a:cubicBezTo>
                <a:cubicBezTo>
                  <a:pt x="15073" y="2326"/>
                  <a:pt x="15067" y="2344"/>
                  <a:pt x="15060" y="2361"/>
                </a:cubicBezTo>
                <a:cubicBezTo>
                  <a:pt x="15053" y="2379"/>
                  <a:pt x="15044" y="2396"/>
                  <a:pt x="15033" y="2412"/>
                </a:cubicBezTo>
                <a:cubicBezTo>
                  <a:pt x="15023" y="2428"/>
                  <a:pt x="15010" y="2442"/>
                  <a:pt x="14997" y="2456"/>
                </a:cubicBezTo>
                <a:cubicBezTo>
                  <a:pt x="14983" y="2469"/>
                  <a:pt x="14969" y="2481"/>
                  <a:pt x="14953" y="2492"/>
                </a:cubicBezTo>
                <a:cubicBezTo>
                  <a:pt x="14937" y="2503"/>
                  <a:pt x="14920" y="2512"/>
                  <a:pt x="14903" y="2519"/>
                </a:cubicBezTo>
                <a:cubicBezTo>
                  <a:pt x="14885" y="2526"/>
                  <a:pt x="14867" y="2532"/>
                  <a:pt x="14848" y="2535"/>
                </a:cubicBezTo>
                <a:cubicBezTo>
                  <a:pt x="14829" y="2539"/>
                  <a:pt x="14810" y="2541"/>
                  <a:pt x="14791" y="2541"/>
                </a:cubicBezTo>
                <a:lnTo>
                  <a:pt x="291" y="2541"/>
                </a:lnTo>
                <a:cubicBezTo>
                  <a:pt x="272" y="2541"/>
                  <a:pt x="253" y="2539"/>
                  <a:pt x="234" y="2535"/>
                </a:cubicBezTo>
                <a:cubicBezTo>
                  <a:pt x="215" y="2532"/>
                  <a:pt x="197" y="2526"/>
                  <a:pt x="180" y="2519"/>
                </a:cubicBezTo>
                <a:cubicBezTo>
                  <a:pt x="162" y="2512"/>
                  <a:pt x="145" y="2503"/>
                  <a:pt x="129" y="2492"/>
                </a:cubicBezTo>
                <a:cubicBezTo>
                  <a:pt x="113" y="2481"/>
                  <a:pt x="99" y="2469"/>
                  <a:pt x="85" y="2456"/>
                </a:cubicBezTo>
                <a:cubicBezTo>
                  <a:pt x="72" y="2442"/>
                  <a:pt x="60" y="2428"/>
                  <a:pt x="49" y="2412"/>
                </a:cubicBezTo>
                <a:cubicBezTo>
                  <a:pt x="38" y="2396"/>
                  <a:pt x="29" y="2379"/>
                  <a:pt x="22" y="2361"/>
                </a:cubicBezTo>
                <a:cubicBezTo>
                  <a:pt x="15" y="2344"/>
                  <a:pt x="9" y="2326"/>
                  <a:pt x="6" y="2307"/>
                </a:cubicBezTo>
                <a:cubicBezTo>
                  <a:pt x="2" y="2288"/>
                  <a:pt x="0" y="2269"/>
                  <a:pt x="0" y="2250"/>
                </a:cubicBezTo>
                <a:close/>
              </a:path>
            </a:pathLst>
          </a:custGeom>
          <a:solidFill>
            <a:srgbClr val="F6C6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50" name=""/>
          <p:cNvSpPr/>
          <p:nvPr/>
        </p:nvSpPr>
        <p:spPr>
          <a:xfrm>
            <a:off x="6181560" y="3647880"/>
            <a:ext cx="5429520" cy="914760"/>
          </a:xfrm>
          <a:custGeom>
            <a:avLst/>
            <a:gdLst/>
            <a:ahLst/>
            <a:rect l="0" t="0" r="r" b="b"/>
            <a:pathLst>
              <a:path w="15082" h="2541">
                <a:moveTo>
                  <a:pt x="0" y="2250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6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8"/>
                  <a:pt x="162" y="30"/>
                  <a:pt x="180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30"/>
                  <a:pt x="14937" y="38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7"/>
                  <a:pt x="15073" y="216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2250"/>
                </a:lnTo>
                <a:cubicBezTo>
                  <a:pt x="15082" y="2269"/>
                  <a:pt x="15080" y="2288"/>
                  <a:pt x="15077" y="2307"/>
                </a:cubicBezTo>
                <a:cubicBezTo>
                  <a:pt x="15073" y="2326"/>
                  <a:pt x="15067" y="2344"/>
                  <a:pt x="15060" y="2361"/>
                </a:cubicBezTo>
                <a:cubicBezTo>
                  <a:pt x="15053" y="2379"/>
                  <a:pt x="15044" y="2396"/>
                  <a:pt x="15033" y="2412"/>
                </a:cubicBezTo>
                <a:cubicBezTo>
                  <a:pt x="15023" y="2428"/>
                  <a:pt x="15010" y="2442"/>
                  <a:pt x="14997" y="2456"/>
                </a:cubicBezTo>
                <a:cubicBezTo>
                  <a:pt x="14983" y="2469"/>
                  <a:pt x="14969" y="2481"/>
                  <a:pt x="14953" y="2492"/>
                </a:cubicBezTo>
                <a:cubicBezTo>
                  <a:pt x="14937" y="2503"/>
                  <a:pt x="14920" y="2512"/>
                  <a:pt x="14903" y="2519"/>
                </a:cubicBezTo>
                <a:cubicBezTo>
                  <a:pt x="14885" y="2526"/>
                  <a:pt x="14867" y="2532"/>
                  <a:pt x="14848" y="2535"/>
                </a:cubicBezTo>
                <a:cubicBezTo>
                  <a:pt x="14829" y="2539"/>
                  <a:pt x="14810" y="2541"/>
                  <a:pt x="14791" y="2541"/>
                </a:cubicBezTo>
                <a:lnTo>
                  <a:pt x="291" y="2541"/>
                </a:lnTo>
                <a:cubicBezTo>
                  <a:pt x="272" y="2541"/>
                  <a:pt x="253" y="2539"/>
                  <a:pt x="234" y="2535"/>
                </a:cubicBezTo>
                <a:cubicBezTo>
                  <a:pt x="215" y="2532"/>
                  <a:pt x="197" y="2526"/>
                  <a:pt x="180" y="2519"/>
                </a:cubicBezTo>
                <a:cubicBezTo>
                  <a:pt x="162" y="2512"/>
                  <a:pt x="145" y="2503"/>
                  <a:pt x="129" y="2492"/>
                </a:cubicBezTo>
                <a:cubicBezTo>
                  <a:pt x="113" y="2481"/>
                  <a:pt x="99" y="2469"/>
                  <a:pt x="85" y="2456"/>
                </a:cubicBezTo>
                <a:cubicBezTo>
                  <a:pt x="72" y="2442"/>
                  <a:pt x="60" y="2428"/>
                  <a:pt x="49" y="2412"/>
                </a:cubicBezTo>
                <a:cubicBezTo>
                  <a:pt x="38" y="2396"/>
                  <a:pt x="29" y="2379"/>
                  <a:pt x="22" y="2361"/>
                </a:cubicBezTo>
                <a:cubicBezTo>
                  <a:pt x="15" y="2344"/>
                  <a:pt x="9" y="2326"/>
                  <a:pt x="6" y="2307"/>
                </a:cubicBezTo>
                <a:cubicBezTo>
                  <a:pt x="2" y="2288"/>
                  <a:pt x="0" y="2269"/>
                  <a:pt x="0" y="2250"/>
                </a:cubicBezTo>
                <a:close/>
              </a:path>
            </a:pathLst>
          </a:custGeom>
          <a:noFill/>
          <a:ln w="18720">
            <a:solidFill>
              <a:srgbClr val="F6C6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51" name=""/>
          <p:cNvSpPr/>
          <p:nvPr/>
        </p:nvSpPr>
        <p:spPr>
          <a:xfrm>
            <a:off x="6013440" y="4480200"/>
            <a:ext cx="5764320" cy="1250280"/>
          </a:xfrm>
          <a:custGeom>
            <a:avLst/>
            <a:gdLst/>
            <a:ahLst/>
            <a:rect l="0" t="0" r="r" b="b"/>
            <a:pathLst>
              <a:path w="16012" h="3473">
                <a:moveTo>
                  <a:pt x="440" y="678"/>
                </a:moveTo>
                <a:lnTo>
                  <a:pt x="440" y="2636"/>
                </a:lnTo>
                <a:cubicBezTo>
                  <a:pt x="440" y="2678"/>
                  <a:pt x="449" y="2718"/>
                  <a:pt x="465" y="2757"/>
                </a:cubicBezTo>
                <a:cubicBezTo>
                  <a:pt x="481" y="2796"/>
                  <a:pt x="504" y="2830"/>
                  <a:pt x="533" y="2860"/>
                </a:cubicBezTo>
                <a:cubicBezTo>
                  <a:pt x="563" y="2890"/>
                  <a:pt x="598" y="2913"/>
                  <a:pt x="636" y="2929"/>
                </a:cubicBezTo>
                <a:cubicBezTo>
                  <a:pt x="675" y="2945"/>
                  <a:pt x="716" y="2953"/>
                  <a:pt x="758" y="2953"/>
                </a:cubicBezTo>
                <a:lnTo>
                  <a:pt x="15258" y="2953"/>
                </a:lnTo>
                <a:cubicBezTo>
                  <a:pt x="15300" y="2953"/>
                  <a:pt x="15341" y="2945"/>
                  <a:pt x="15380" y="2929"/>
                </a:cubicBezTo>
                <a:cubicBezTo>
                  <a:pt x="15419" y="2913"/>
                  <a:pt x="15453" y="2890"/>
                  <a:pt x="15483" y="2860"/>
                </a:cubicBezTo>
                <a:cubicBezTo>
                  <a:pt x="15512" y="2830"/>
                  <a:pt x="15535" y="2796"/>
                  <a:pt x="15551" y="2757"/>
                </a:cubicBezTo>
                <a:cubicBezTo>
                  <a:pt x="15568" y="2718"/>
                  <a:pt x="15576" y="2678"/>
                  <a:pt x="15576" y="2636"/>
                </a:cubicBezTo>
                <a:lnTo>
                  <a:pt x="15576" y="678"/>
                </a:lnTo>
                <a:cubicBezTo>
                  <a:pt x="15576" y="636"/>
                  <a:pt x="15568" y="595"/>
                  <a:pt x="15551" y="556"/>
                </a:cubicBezTo>
                <a:cubicBezTo>
                  <a:pt x="15535" y="517"/>
                  <a:pt x="15512" y="483"/>
                  <a:pt x="15483" y="453"/>
                </a:cubicBezTo>
                <a:cubicBezTo>
                  <a:pt x="15453" y="424"/>
                  <a:pt x="15419" y="401"/>
                  <a:pt x="15380" y="384"/>
                </a:cubicBezTo>
                <a:cubicBezTo>
                  <a:pt x="15341" y="368"/>
                  <a:pt x="15300" y="360"/>
                  <a:pt x="15258" y="360"/>
                </a:cubicBezTo>
                <a:lnTo>
                  <a:pt x="758" y="360"/>
                </a:lnTo>
                <a:cubicBezTo>
                  <a:pt x="716" y="360"/>
                  <a:pt x="675" y="368"/>
                  <a:pt x="636" y="384"/>
                </a:cubicBezTo>
                <a:cubicBezTo>
                  <a:pt x="598" y="401"/>
                  <a:pt x="563" y="424"/>
                  <a:pt x="533" y="453"/>
                </a:cubicBezTo>
                <a:cubicBezTo>
                  <a:pt x="504" y="483"/>
                  <a:pt x="481" y="517"/>
                  <a:pt x="465" y="556"/>
                </a:cubicBezTo>
                <a:cubicBezTo>
                  <a:pt x="449" y="595"/>
                  <a:pt x="440" y="636"/>
                  <a:pt x="440" y="678"/>
                </a:cubicBezTo>
                <a:moveTo>
                  <a:pt x="0" y="0"/>
                </a:moveTo>
                <a:lnTo>
                  <a:pt x="16012" y="0"/>
                </a:lnTo>
                <a:lnTo>
                  <a:pt x="16012" y="3473"/>
                </a:lnTo>
                <a:lnTo>
                  <a:pt x="0" y="3473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752" name=""/>
          <p:cNvSpPr/>
          <p:nvPr/>
        </p:nvSpPr>
        <p:spPr>
          <a:xfrm>
            <a:off x="6181560" y="4619520"/>
            <a:ext cx="5429520" cy="914760"/>
          </a:xfrm>
          <a:custGeom>
            <a:avLst/>
            <a:gdLst/>
            <a:ahLst/>
            <a:rect l="0" t="0" r="r" b="b"/>
            <a:pathLst>
              <a:path w="15082" h="2541">
                <a:moveTo>
                  <a:pt x="0" y="2250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9"/>
                  <a:pt x="85" y="85"/>
                </a:cubicBezTo>
                <a:cubicBezTo>
                  <a:pt x="99" y="72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5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59"/>
                  <a:pt x="14983" y="72"/>
                  <a:pt x="14997" y="85"/>
                </a:cubicBezTo>
                <a:cubicBezTo>
                  <a:pt x="15010" y="99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79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2250"/>
                </a:lnTo>
                <a:cubicBezTo>
                  <a:pt x="15082" y="2269"/>
                  <a:pt x="15080" y="2288"/>
                  <a:pt x="15077" y="2307"/>
                </a:cubicBezTo>
                <a:cubicBezTo>
                  <a:pt x="15073" y="2325"/>
                  <a:pt x="15067" y="2343"/>
                  <a:pt x="15060" y="2361"/>
                </a:cubicBezTo>
                <a:cubicBezTo>
                  <a:pt x="15053" y="2379"/>
                  <a:pt x="15044" y="2396"/>
                  <a:pt x="15033" y="2411"/>
                </a:cubicBezTo>
                <a:cubicBezTo>
                  <a:pt x="15023" y="2427"/>
                  <a:pt x="15010" y="2442"/>
                  <a:pt x="14997" y="2456"/>
                </a:cubicBezTo>
                <a:cubicBezTo>
                  <a:pt x="14983" y="2469"/>
                  <a:pt x="14969" y="2481"/>
                  <a:pt x="14953" y="2492"/>
                </a:cubicBezTo>
                <a:cubicBezTo>
                  <a:pt x="14937" y="2502"/>
                  <a:pt x="14920" y="2511"/>
                  <a:pt x="14903" y="2519"/>
                </a:cubicBezTo>
                <a:cubicBezTo>
                  <a:pt x="14885" y="2526"/>
                  <a:pt x="14867" y="2531"/>
                  <a:pt x="14848" y="2535"/>
                </a:cubicBezTo>
                <a:cubicBezTo>
                  <a:pt x="14829" y="2539"/>
                  <a:pt x="14810" y="2541"/>
                  <a:pt x="14791" y="2541"/>
                </a:cubicBezTo>
                <a:lnTo>
                  <a:pt x="291" y="2541"/>
                </a:lnTo>
                <a:cubicBezTo>
                  <a:pt x="272" y="2541"/>
                  <a:pt x="253" y="2539"/>
                  <a:pt x="234" y="2535"/>
                </a:cubicBezTo>
                <a:cubicBezTo>
                  <a:pt x="215" y="2531"/>
                  <a:pt x="197" y="2526"/>
                  <a:pt x="180" y="2519"/>
                </a:cubicBezTo>
                <a:cubicBezTo>
                  <a:pt x="162" y="2511"/>
                  <a:pt x="145" y="2502"/>
                  <a:pt x="129" y="2492"/>
                </a:cubicBezTo>
                <a:cubicBezTo>
                  <a:pt x="113" y="2481"/>
                  <a:pt x="99" y="2469"/>
                  <a:pt x="85" y="2456"/>
                </a:cubicBezTo>
                <a:cubicBezTo>
                  <a:pt x="72" y="2442"/>
                  <a:pt x="60" y="2427"/>
                  <a:pt x="49" y="2411"/>
                </a:cubicBezTo>
                <a:cubicBezTo>
                  <a:pt x="38" y="2396"/>
                  <a:pt x="29" y="2379"/>
                  <a:pt x="22" y="2361"/>
                </a:cubicBezTo>
                <a:cubicBezTo>
                  <a:pt x="15" y="2343"/>
                  <a:pt x="9" y="2325"/>
                  <a:pt x="6" y="2307"/>
                </a:cubicBezTo>
                <a:cubicBezTo>
                  <a:pt x="2" y="2288"/>
                  <a:pt x="0" y="2269"/>
                  <a:pt x="0" y="2250"/>
                </a:cubicBezTo>
                <a:close/>
              </a:path>
            </a:pathLst>
          </a:custGeom>
          <a:solidFill>
            <a:srgbClr val="C1E6C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53" name=""/>
          <p:cNvSpPr/>
          <p:nvPr/>
        </p:nvSpPr>
        <p:spPr>
          <a:xfrm>
            <a:off x="6181560" y="4619520"/>
            <a:ext cx="5429520" cy="914760"/>
          </a:xfrm>
          <a:custGeom>
            <a:avLst/>
            <a:gdLst/>
            <a:ahLst/>
            <a:rect l="0" t="0" r="r" b="b"/>
            <a:pathLst>
              <a:path w="15082" h="2541">
                <a:moveTo>
                  <a:pt x="0" y="2250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9"/>
                  <a:pt x="85" y="85"/>
                </a:cubicBezTo>
                <a:cubicBezTo>
                  <a:pt x="99" y="72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5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59"/>
                  <a:pt x="14983" y="72"/>
                  <a:pt x="14997" y="85"/>
                </a:cubicBezTo>
                <a:cubicBezTo>
                  <a:pt x="15010" y="99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79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2250"/>
                </a:lnTo>
                <a:cubicBezTo>
                  <a:pt x="15082" y="2269"/>
                  <a:pt x="15080" y="2288"/>
                  <a:pt x="15077" y="2307"/>
                </a:cubicBezTo>
                <a:cubicBezTo>
                  <a:pt x="15073" y="2325"/>
                  <a:pt x="15067" y="2343"/>
                  <a:pt x="15060" y="2361"/>
                </a:cubicBezTo>
                <a:cubicBezTo>
                  <a:pt x="15053" y="2379"/>
                  <a:pt x="15044" y="2396"/>
                  <a:pt x="15033" y="2411"/>
                </a:cubicBezTo>
                <a:cubicBezTo>
                  <a:pt x="15023" y="2427"/>
                  <a:pt x="15010" y="2442"/>
                  <a:pt x="14997" y="2456"/>
                </a:cubicBezTo>
                <a:cubicBezTo>
                  <a:pt x="14983" y="2469"/>
                  <a:pt x="14969" y="2481"/>
                  <a:pt x="14953" y="2492"/>
                </a:cubicBezTo>
                <a:cubicBezTo>
                  <a:pt x="14937" y="2502"/>
                  <a:pt x="14920" y="2511"/>
                  <a:pt x="14903" y="2519"/>
                </a:cubicBezTo>
                <a:cubicBezTo>
                  <a:pt x="14885" y="2526"/>
                  <a:pt x="14867" y="2531"/>
                  <a:pt x="14848" y="2535"/>
                </a:cubicBezTo>
                <a:cubicBezTo>
                  <a:pt x="14829" y="2539"/>
                  <a:pt x="14810" y="2541"/>
                  <a:pt x="14791" y="2541"/>
                </a:cubicBezTo>
                <a:lnTo>
                  <a:pt x="291" y="2541"/>
                </a:lnTo>
                <a:cubicBezTo>
                  <a:pt x="272" y="2541"/>
                  <a:pt x="253" y="2539"/>
                  <a:pt x="234" y="2535"/>
                </a:cubicBezTo>
                <a:cubicBezTo>
                  <a:pt x="215" y="2531"/>
                  <a:pt x="197" y="2526"/>
                  <a:pt x="180" y="2519"/>
                </a:cubicBezTo>
                <a:cubicBezTo>
                  <a:pt x="162" y="2511"/>
                  <a:pt x="145" y="2502"/>
                  <a:pt x="129" y="2492"/>
                </a:cubicBezTo>
                <a:cubicBezTo>
                  <a:pt x="113" y="2481"/>
                  <a:pt x="99" y="2469"/>
                  <a:pt x="85" y="2456"/>
                </a:cubicBezTo>
                <a:cubicBezTo>
                  <a:pt x="72" y="2442"/>
                  <a:pt x="60" y="2427"/>
                  <a:pt x="49" y="2411"/>
                </a:cubicBezTo>
                <a:cubicBezTo>
                  <a:pt x="38" y="2396"/>
                  <a:pt x="29" y="2379"/>
                  <a:pt x="22" y="2361"/>
                </a:cubicBezTo>
                <a:cubicBezTo>
                  <a:pt x="15" y="2343"/>
                  <a:pt x="9" y="2325"/>
                  <a:pt x="6" y="2307"/>
                </a:cubicBezTo>
                <a:cubicBezTo>
                  <a:pt x="2" y="2288"/>
                  <a:pt x="0" y="2269"/>
                  <a:pt x="0" y="2250"/>
                </a:cubicBezTo>
                <a:close/>
              </a:path>
            </a:pathLst>
          </a:custGeom>
          <a:noFill/>
          <a:ln w="18720">
            <a:solidFill>
              <a:srgbClr val="C1E6C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54" name=""/>
          <p:cNvSpPr/>
          <p:nvPr/>
        </p:nvSpPr>
        <p:spPr>
          <a:xfrm>
            <a:off x="6426720" y="1696680"/>
            <a:ext cx="288000" cy="302040"/>
          </a:xfrm>
          <a:custGeom>
            <a:avLst/>
            <a:gdLst/>
            <a:ahLst/>
            <a:rect l="0" t="0" r="r" b="b"/>
            <a:pathLst>
              <a:path w="800" h="839">
                <a:moveTo>
                  <a:pt x="127" y="839"/>
                </a:moveTo>
                <a:lnTo>
                  <a:pt x="127" y="658"/>
                </a:lnTo>
                <a:cubicBezTo>
                  <a:pt x="86" y="622"/>
                  <a:pt x="55" y="579"/>
                  <a:pt x="33" y="531"/>
                </a:cubicBezTo>
                <a:cubicBezTo>
                  <a:pt x="11" y="482"/>
                  <a:pt x="0" y="431"/>
                  <a:pt x="0" y="378"/>
                </a:cubicBezTo>
                <a:cubicBezTo>
                  <a:pt x="0" y="273"/>
                  <a:pt x="37" y="184"/>
                  <a:pt x="110" y="110"/>
                </a:cubicBezTo>
                <a:cubicBezTo>
                  <a:pt x="185" y="37"/>
                  <a:pt x="274" y="0"/>
                  <a:pt x="378" y="0"/>
                </a:cubicBezTo>
                <a:cubicBezTo>
                  <a:pt x="466" y="0"/>
                  <a:pt x="543" y="26"/>
                  <a:pt x="610" y="77"/>
                </a:cubicBezTo>
                <a:cubicBezTo>
                  <a:pt x="678" y="129"/>
                  <a:pt x="721" y="196"/>
                  <a:pt x="742" y="278"/>
                </a:cubicBezTo>
                <a:lnTo>
                  <a:pt x="799" y="506"/>
                </a:lnTo>
                <a:cubicBezTo>
                  <a:pt x="802" y="516"/>
                  <a:pt x="800" y="525"/>
                  <a:pt x="794" y="533"/>
                </a:cubicBezTo>
                <a:cubicBezTo>
                  <a:pt x="788" y="541"/>
                  <a:pt x="779" y="545"/>
                  <a:pt x="769" y="545"/>
                </a:cubicBezTo>
                <a:lnTo>
                  <a:pt x="672" y="545"/>
                </a:lnTo>
                <a:lnTo>
                  <a:pt x="672" y="692"/>
                </a:lnTo>
                <a:cubicBezTo>
                  <a:pt x="672" y="709"/>
                  <a:pt x="665" y="724"/>
                  <a:pt x="653" y="737"/>
                </a:cubicBezTo>
                <a:cubicBezTo>
                  <a:pt x="641" y="749"/>
                  <a:pt x="626" y="756"/>
                  <a:pt x="609" y="756"/>
                </a:cubicBezTo>
                <a:lnTo>
                  <a:pt x="504" y="756"/>
                </a:lnTo>
                <a:lnTo>
                  <a:pt x="504" y="839"/>
                </a:lnTo>
                <a:lnTo>
                  <a:pt x="441" y="839"/>
                </a:lnTo>
                <a:lnTo>
                  <a:pt x="441" y="692"/>
                </a:lnTo>
                <a:lnTo>
                  <a:pt x="609" y="692"/>
                </a:lnTo>
                <a:lnTo>
                  <a:pt x="609" y="482"/>
                </a:lnTo>
                <a:lnTo>
                  <a:pt x="728" y="482"/>
                </a:lnTo>
                <a:lnTo>
                  <a:pt x="681" y="294"/>
                </a:lnTo>
                <a:cubicBezTo>
                  <a:pt x="664" y="226"/>
                  <a:pt x="628" y="171"/>
                  <a:pt x="571" y="128"/>
                </a:cubicBezTo>
                <a:cubicBezTo>
                  <a:pt x="514" y="85"/>
                  <a:pt x="450" y="63"/>
                  <a:pt x="378" y="63"/>
                </a:cubicBezTo>
                <a:cubicBezTo>
                  <a:pt x="291" y="63"/>
                  <a:pt x="217" y="94"/>
                  <a:pt x="156" y="154"/>
                </a:cubicBezTo>
                <a:cubicBezTo>
                  <a:pt x="94" y="214"/>
                  <a:pt x="63" y="288"/>
                  <a:pt x="63" y="375"/>
                </a:cubicBezTo>
                <a:cubicBezTo>
                  <a:pt x="63" y="420"/>
                  <a:pt x="72" y="463"/>
                  <a:pt x="91" y="503"/>
                </a:cubicBezTo>
                <a:cubicBezTo>
                  <a:pt x="109" y="544"/>
                  <a:pt x="136" y="580"/>
                  <a:pt x="170" y="611"/>
                </a:cubicBezTo>
                <a:lnTo>
                  <a:pt x="190" y="630"/>
                </a:lnTo>
                <a:lnTo>
                  <a:pt x="190" y="839"/>
                </a:lnTo>
                <a:lnTo>
                  <a:pt x="127" y="839"/>
                </a:lnTo>
                <a:moveTo>
                  <a:pt x="346" y="530"/>
                </a:moveTo>
                <a:lnTo>
                  <a:pt x="409" y="530"/>
                </a:lnTo>
                <a:lnTo>
                  <a:pt x="412" y="484"/>
                </a:lnTo>
                <a:cubicBezTo>
                  <a:pt x="420" y="483"/>
                  <a:pt x="428" y="480"/>
                  <a:pt x="435" y="475"/>
                </a:cubicBezTo>
                <a:cubicBezTo>
                  <a:pt x="443" y="471"/>
                  <a:pt x="449" y="466"/>
                  <a:pt x="455" y="460"/>
                </a:cubicBezTo>
                <a:lnTo>
                  <a:pt x="499" y="475"/>
                </a:lnTo>
                <a:lnTo>
                  <a:pt x="528" y="425"/>
                </a:lnTo>
                <a:lnTo>
                  <a:pt x="497" y="400"/>
                </a:lnTo>
                <a:cubicBezTo>
                  <a:pt x="500" y="390"/>
                  <a:pt x="502" y="380"/>
                  <a:pt x="502" y="369"/>
                </a:cubicBezTo>
                <a:cubicBezTo>
                  <a:pt x="502" y="359"/>
                  <a:pt x="500" y="349"/>
                  <a:pt x="497" y="339"/>
                </a:cubicBezTo>
                <a:lnTo>
                  <a:pt x="528" y="314"/>
                </a:lnTo>
                <a:lnTo>
                  <a:pt x="499" y="263"/>
                </a:lnTo>
                <a:lnTo>
                  <a:pt x="455" y="278"/>
                </a:lnTo>
                <a:cubicBezTo>
                  <a:pt x="449" y="273"/>
                  <a:pt x="442" y="268"/>
                  <a:pt x="435" y="264"/>
                </a:cubicBezTo>
                <a:cubicBezTo>
                  <a:pt x="427" y="259"/>
                  <a:pt x="419" y="256"/>
                  <a:pt x="412" y="254"/>
                </a:cubicBezTo>
                <a:lnTo>
                  <a:pt x="409" y="208"/>
                </a:lnTo>
                <a:lnTo>
                  <a:pt x="346" y="208"/>
                </a:lnTo>
                <a:lnTo>
                  <a:pt x="343" y="254"/>
                </a:lnTo>
                <a:cubicBezTo>
                  <a:pt x="335" y="256"/>
                  <a:pt x="327" y="259"/>
                  <a:pt x="320" y="264"/>
                </a:cubicBezTo>
                <a:cubicBezTo>
                  <a:pt x="312" y="268"/>
                  <a:pt x="306" y="273"/>
                  <a:pt x="300" y="278"/>
                </a:cubicBezTo>
                <a:lnTo>
                  <a:pt x="256" y="263"/>
                </a:lnTo>
                <a:lnTo>
                  <a:pt x="226" y="314"/>
                </a:lnTo>
                <a:lnTo>
                  <a:pt x="258" y="339"/>
                </a:lnTo>
                <a:cubicBezTo>
                  <a:pt x="254" y="349"/>
                  <a:pt x="253" y="359"/>
                  <a:pt x="253" y="369"/>
                </a:cubicBezTo>
                <a:cubicBezTo>
                  <a:pt x="253" y="380"/>
                  <a:pt x="254" y="390"/>
                  <a:pt x="258" y="400"/>
                </a:cubicBezTo>
                <a:lnTo>
                  <a:pt x="226" y="425"/>
                </a:lnTo>
                <a:lnTo>
                  <a:pt x="256" y="475"/>
                </a:lnTo>
                <a:lnTo>
                  <a:pt x="300" y="460"/>
                </a:lnTo>
                <a:cubicBezTo>
                  <a:pt x="305" y="466"/>
                  <a:pt x="312" y="471"/>
                  <a:pt x="319" y="475"/>
                </a:cubicBezTo>
                <a:cubicBezTo>
                  <a:pt x="326" y="480"/>
                  <a:pt x="334" y="483"/>
                  <a:pt x="343" y="484"/>
                </a:cubicBezTo>
                <a:lnTo>
                  <a:pt x="346" y="530"/>
                </a:lnTo>
                <a:moveTo>
                  <a:pt x="325" y="421"/>
                </a:moveTo>
                <a:cubicBezTo>
                  <a:pt x="311" y="407"/>
                  <a:pt x="304" y="390"/>
                  <a:pt x="304" y="369"/>
                </a:cubicBezTo>
                <a:cubicBezTo>
                  <a:pt x="304" y="349"/>
                  <a:pt x="311" y="332"/>
                  <a:pt x="325" y="317"/>
                </a:cubicBezTo>
                <a:cubicBezTo>
                  <a:pt x="340" y="303"/>
                  <a:pt x="357" y="296"/>
                  <a:pt x="377" y="296"/>
                </a:cubicBezTo>
                <a:cubicBezTo>
                  <a:pt x="397" y="296"/>
                  <a:pt x="415" y="303"/>
                  <a:pt x="429" y="317"/>
                </a:cubicBezTo>
                <a:cubicBezTo>
                  <a:pt x="443" y="331"/>
                  <a:pt x="451" y="349"/>
                  <a:pt x="451" y="369"/>
                </a:cubicBezTo>
                <a:cubicBezTo>
                  <a:pt x="451" y="389"/>
                  <a:pt x="443" y="407"/>
                  <a:pt x="429" y="421"/>
                </a:cubicBezTo>
                <a:cubicBezTo>
                  <a:pt x="415" y="435"/>
                  <a:pt x="398" y="442"/>
                  <a:pt x="377" y="442"/>
                </a:cubicBezTo>
                <a:cubicBezTo>
                  <a:pt x="357" y="442"/>
                  <a:pt x="340" y="435"/>
                  <a:pt x="325" y="421"/>
                </a:cubicBez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55" name=""/>
          <p:cNvSpPr txBox="1"/>
          <p:nvPr/>
        </p:nvSpPr>
        <p:spPr>
          <a:xfrm>
            <a:off x="1047600" y="529560"/>
            <a:ext cx="612324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ハッカソンにおすすめ：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AI-DLC 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とは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56" name=""/>
          <p:cNvSpPr txBox="1"/>
          <p:nvPr/>
        </p:nvSpPr>
        <p:spPr>
          <a:xfrm>
            <a:off x="6743520" y="1856520"/>
            <a:ext cx="30178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AI-Driven Development Lifecycle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57" name=""/>
          <p:cNvSpPr txBox="1"/>
          <p:nvPr/>
        </p:nvSpPr>
        <p:spPr>
          <a:xfrm>
            <a:off x="6381720" y="2212560"/>
            <a:ext cx="5017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を単なるコーディング補助ではなく、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開発プロ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58" name=""/>
          <p:cNvSpPr txBox="1"/>
          <p:nvPr/>
        </p:nvSpPr>
        <p:spPr>
          <a:xfrm>
            <a:off x="6381720" y="2574360"/>
            <a:ext cx="5029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セス全体の中心的な協力者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として再構築する新し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59" name=""/>
          <p:cNvSpPr/>
          <p:nvPr/>
        </p:nvSpPr>
        <p:spPr>
          <a:xfrm>
            <a:off x="6424200" y="4080960"/>
            <a:ext cx="162720" cy="163080"/>
          </a:xfrm>
          <a:custGeom>
            <a:avLst/>
            <a:gdLst/>
            <a:ahLst/>
            <a:rect l="0" t="0" r="r" b="b"/>
            <a:pathLst>
              <a:path w="452" h="453">
                <a:moveTo>
                  <a:pt x="35" y="453"/>
                </a:moveTo>
                <a:lnTo>
                  <a:pt x="0" y="418"/>
                </a:lnTo>
                <a:lnTo>
                  <a:pt x="191" y="227"/>
                </a:lnTo>
                <a:lnTo>
                  <a:pt x="0" y="35"/>
                </a:lnTo>
                <a:lnTo>
                  <a:pt x="35" y="0"/>
                </a:lnTo>
                <a:lnTo>
                  <a:pt x="226" y="192"/>
                </a:lnTo>
                <a:lnTo>
                  <a:pt x="417" y="0"/>
                </a:lnTo>
                <a:lnTo>
                  <a:pt x="452" y="35"/>
                </a:lnTo>
                <a:lnTo>
                  <a:pt x="260" y="227"/>
                </a:lnTo>
                <a:lnTo>
                  <a:pt x="452" y="418"/>
                </a:lnTo>
                <a:lnTo>
                  <a:pt x="417" y="453"/>
                </a:lnTo>
                <a:lnTo>
                  <a:pt x="226" y="262"/>
                </a:lnTo>
                <a:lnTo>
                  <a:pt x="35" y="453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60" name=""/>
          <p:cNvSpPr txBox="1"/>
          <p:nvPr/>
        </p:nvSpPr>
        <p:spPr>
          <a:xfrm>
            <a:off x="6381720" y="2936520"/>
            <a:ext cx="2807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い開発手法。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AWS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が提唱。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61" name=""/>
          <p:cNvSpPr/>
          <p:nvPr/>
        </p:nvSpPr>
        <p:spPr>
          <a:xfrm>
            <a:off x="6386400" y="5014800"/>
            <a:ext cx="238320" cy="238320"/>
          </a:xfrm>
          <a:custGeom>
            <a:avLst/>
            <a:gdLst/>
            <a:ahLst/>
            <a:rect l="0" t="0" r="r" b="b"/>
            <a:pathLst>
              <a:path w="662" h="662">
                <a:moveTo>
                  <a:pt x="282" y="482"/>
                </a:moveTo>
                <a:lnTo>
                  <a:pt x="517" y="247"/>
                </a:lnTo>
                <a:lnTo>
                  <a:pt x="479" y="210"/>
                </a:lnTo>
                <a:lnTo>
                  <a:pt x="282" y="407"/>
                </a:lnTo>
                <a:lnTo>
                  <a:pt x="183" y="308"/>
                </a:lnTo>
                <a:lnTo>
                  <a:pt x="145" y="345"/>
                </a:lnTo>
                <a:lnTo>
                  <a:pt x="282" y="482"/>
                </a:lnTo>
                <a:moveTo>
                  <a:pt x="331" y="662"/>
                </a:moveTo>
                <a:cubicBezTo>
                  <a:pt x="285" y="662"/>
                  <a:pt x="243" y="654"/>
                  <a:pt x="202" y="636"/>
                </a:cubicBezTo>
                <a:cubicBezTo>
                  <a:pt x="162" y="619"/>
                  <a:pt x="127" y="595"/>
                  <a:pt x="97" y="565"/>
                </a:cubicBezTo>
                <a:cubicBezTo>
                  <a:pt x="67" y="535"/>
                  <a:pt x="43" y="500"/>
                  <a:pt x="26" y="460"/>
                </a:cubicBezTo>
                <a:cubicBezTo>
                  <a:pt x="8" y="419"/>
                  <a:pt x="0" y="377"/>
                  <a:pt x="0" y="332"/>
                </a:cubicBezTo>
                <a:cubicBezTo>
                  <a:pt x="0" y="286"/>
                  <a:pt x="8" y="242"/>
                  <a:pt x="26" y="202"/>
                </a:cubicBezTo>
                <a:cubicBezTo>
                  <a:pt x="43" y="161"/>
                  <a:pt x="67" y="126"/>
                  <a:pt x="97" y="97"/>
                </a:cubicBezTo>
                <a:cubicBezTo>
                  <a:pt x="127" y="67"/>
                  <a:pt x="162" y="43"/>
                  <a:pt x="202" y="26"/>
                </a:cubicBezTo>
                <a:cubicBezTo>
                  <a:pt x="243" y="8"/>
                  <a:pt x="285" y="0"/>
                  <a:pt x="331" y="0"/>
                </a:cubicBezTo>
                <a:cubicBezTo>
                  <a:pt x="376" y="0"/>
                  <a:pt x="419" y="8"/>
                  <a:pt x="461" y="26"/>
                </a:cubicBezTo>
                <a:cubicBezTo>
                  <a:pt x="501" y="43"/>
                  <a:pt x="536" y="67"/>
                  <a:pt x="566" y="97"/>
                </a:cubicBezTo>
                <a:cubicBezTo>
                  <a:pt x="595" y="126"/>
                  <a:pt x="619" y="161"/>
                  <a:pt x="636" y="202"/>
                </a:cubicBezTo>
                <a:cubicBezTo>
                  <a:pt x="654" y="242"/>
                  <a:pt x="662" y="286"/>
                  <a:pt x="662" y="332"/>
                </a:cubicBezTo>
                <a:cubicBezTo>
                  <a:pt x="662" y="377"/>
                  <a:pt x="654" y="419"/>
                  <a:pt x="636" y="460"/>
                </a:cubicBezTo>
                <a:cubicBezTo>
                  <a:pt x="619" y="500"/>
                  <a:pt x="595" y="535"/>
                  <a:pt x="566" y="565"/>
                </a:cubicBezTo>
                <a:cubicBezTo>
                  <a:pt x="536" y="595"/>
                  <a:pt x="501" y="619"/>
                  <a:pt x="461" y="636"/>
                </a:cubicBezTo>
                <a:cubicBezTo>
                  <a:pt x="419" y="654"/>
                  <a:pt x="376" y="662"/>
                  <a:pt x="331" y="662"/>
                </a:cubicBezTo>
                <a:moveTo>
                  <a:pt x="331" y="613"/>
                </a:moveTo>
                <a:cubicBezTo>
                  <a:pt x="409" y="613"/>
                  <a:pt x="476" y="585"/>
                  <a:pt x="531" y="530"/>
                </a:cubicBezTo>
                <a:cubicBezTo>
                  <a:pt x="585" y="476"/>
                  <a:pt x="613" y="409"/>
                  <a:pt x="613" y="332"/>
                </a:cubicBezTo>
                <a:cubicBezTo>
                  <a:pt x="613" y="252"/>
                  <a:pt x="585" y="186"/>
                  <a:pt x="531" y="131"/>
                </a:cubicBezTo>
                <a:cubicBezTo>
                  <a:pt x="476" y="77"/>
                  <a:pt x="409" y="49"/>
                  <a:pt x="331" y="49"/>
                </a:cubicBezTo>
                <a:cubicBezTo>
                  <a:pt x="253" y="49"/>
                  <a:pt x="187" y="77"/>
                  <a:pt x="132" y="131"/>
                </a:cubicBezTo>
                <a:cubicBezTo>
                  <a:pt x="77" y="186"/>
                  <a:pt x="49" y="252"/>
                  <a:pt x="49" y="332"/>
                </a:cubicBezTo>
                <a:cubicBezTo>
                  <a:pt x="49" y="409"/>
                  <a:pt x="77" y="476"/>
                  <a:pt x="132" y="530"/>
                </a:cubicBezTo>
                <a:cubicBezTo>
                  <a:pt x="187" y="585"/>
                  <a:pt x="253" y="613"/>
                  <a:pt x="331" y="613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62" name=""/>
          <p:cNvSpPr txBox="1"/>
          <p:nvPr/>
        </p:nvSpPr>
        <p:spPr>
          <a:xfrm>
            <a:off x="6648480" y="4132800"/>
            <a:ext cx="29124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従来：人間が</a:t>
            </a:r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に指示（後付け）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63" name=""/>
          <p:cNvSpPr txBox="1"/>
          <p:nvPr/>
        </p:nvSpPr>
        <p:spPr>
          <a:xfrm>
            <a:off x="6648480" y="5104440"/>
            <a:ext cx="33663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AI-DLC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</a:t>
            </a:r>
            <a:r>
              <a:rPr lang="en-US" sz="1500" b="1" u="none" strike="noStrike">
                <a:solidFill>
                  <a:srgbClr val="4488C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500" b="1" u="none" strike="noStrike">
                <a:solidFill>
                  <a:srgbClr val="4488CC"/>
                </a:solidFill>
                <a:effectLst/>
                <a:uFillTx/>
                <a:latin typeface="NotoSansJP-Thin_"/>
                <a:ea typeface="NotoSansJP-Thin_"/>
              </a:rPr>
              <a:t>が主導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、人間は承認と監視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64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38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68" name=""/>
          <p:cNvSpPr/>
          <p:nvPr/>
        </p:nvSpPr>
        <p:spPr>
          <a:xfrm>
            <a:off x="571320" y="100944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69" name=""/>
          <p:cNvSpPr/>
          <p:nvPr/>
        </p:nvSpPr>
        <p:spPr>
          <a:xfrm>
            <a:off x="610920" y="440280"/>
            <a:ext cx="397440" cy="357480"/>
          </a:xfrm>
          <a:custGeom>
            <a:avLst/>
            <a:gdLst/>
            <a:ahLst/>
            <a:rect l="0" t="0" r="r" b="b"/>
            <a:pathLst>
              <a:path w="1104" h="993">
                <a:moveTo>
                  <a:pt x="722" y="993"/>
                </a:moveTo>
                <a:lnTo>
                  <a:pt x="722" y="821"/>
                </a:lnTo>
                <a:lnTo>
                  <a:pt x="510" y="821"/>
                </a:lnTo>
                <a:lnTo>
                  <a:pt x="510" y="255"/>
                </a:lnTo>
                <a:lnTo>
                  <a:pt x="382" y="255"/>
                </a:lnTo>
                <a:lnTo>
                  <a:pt x="382" y="435"/>
                </a:lnTo>
                <a:lnTo>
                  <a:pt x="0" y="435"/>
                </a:lnTo>
                <a:lnTo>
                  <a:pt x="0" y="0"/>
                </a:lnTo>
                <a:lnTo>
                  <a:pt x="382" y="0"/>
                </a:lnTo>
                <a:lnTo>
                  <a:pt x="382" y="172"/>
                </a:lnTo>
                <a:lnTo>
                  <a:pt x="722" y="172"/>
                </a:lnTo>
                <a:lnTo>
                  <a:pt x="722" y="0"/>
                </a:lnTo>
                <a:lnTo>
                  <a:pt x="1104" y="0"/>
                </a:lnTo>
                <a:lnTo>
                  <a:pt x="1104" y="435"/>
                </a:lnTo>
                <a:lnTo>
                  <a:pt x="722" y="435"/>
                </a:lnTo>
                <a:lnTo>
                  <a:pt x="722" y="255"/>
                </a:lnTo>
                <a:lnTo>
                  <a:pt x="593" y="255"/>
                </a:lnTo>
                <a:lnTo>
                  <a:pt x="593" y="738"/>
                </a:lnTo>
                <a:lnTo>
                  <a:pt x="722" y="738"/>
                </a:lnTo>
                <a:lnTo>
                  <a:pt x="722" y="559"/>
                </a:lnTo>
                <a:lnTo>
                  <a:pt x="1104" y="559"/>
                </a:lnTo>
                <a:lnTo>
                  <a:pt x="1104" y="993"/>
                </a:lnTo>
                <a:lnTo>
                  <a:pt x="722" y="993"/>
                </a:lnTo>
                <a:moveTo>
                  <a:pt x="805" y="353"/>
                </a:moveTo>
                <a:lnTo>
                  <a:pt x="1020" y="353"/>
                </a:lnTo>
                <a:lnTo>
                  <a:pt x="1020" y="83"/>
                </a:lnTo>
                <a:lnTo>
                  <a:pt x="805" y="83"/>
                </a:lnTo>
                <a:lnTo>
                  <a:pt x="805" y="353"/>
                </a:lnTo>
                <a:moveTo>
                  <a:pt x="805" y="911"/>
                </a:moveTo>
                <a:lnTo>
                  <a:pt x="1020" y="911"/>
                </a:lnTo>
                <a:lnTo>
                  <a:pt x="1020" y="642"/>
                </a:lnTo>
                <a:lnTo>
                  <a:pt x="805" y="642"/>
                </a:lnTo>
                <a:lnTo>
                  <a:pt x="805" y="911"/>
                </a:lnTo>
                <a:moveTo>
                  <a:pt x="83" y="353"/>
                </a:moveTo>
                <a:lnTo>
                  <a:pt x="299" y="353"/>
                </a:lnTo>
                <a:lnTo>
                  <a:pt x="299" y="83"/>
                </a:lnTo>
                <a:lnTo>
                  <a:pt x="83" y="83"/>
                </a:lnTo>
                <a:lnTo>
                  <a:pt x="83" y="353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pic>
        <p:nvPicPr>
          <p:cNvPr id="1770" name=""/>
          <p:cNvPicPr/>
          <p:nvPr/>
        </p:nvPicPr>
        <p:blipFill>
          <a:blip r:embed="rId1"/>
          <a:stretch/>
        </p:blipFill>
        <p:spPr>
          <a:xfrm>
            <a:off x="571320" y="1190520"/>
            <a:ext cx="6095520" cy="609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1" name=""/>
          <p:cNvSpPr txBox="1"/>
          <p:nvPr/>
        </p:nvSpPr>
        <p:spPr>
          <a:xfrm>
            <a:off x="1047600" y="529560"/>
            <a:ext cx="415440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AI-DLC 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の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3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つのフェーズ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72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39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76" name=""/>
          <p:cNvSpPr/>
          <p:nvPr/>
        </p:nvSpPr>
        <p:spPr>
          <a:xfrm>
            <a:off x="571320" y="100944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77" name=""/>
          <p:cNvSpPr/>
          <p:nvPr/>
        </p:nvSpPr>
        <p:spPr>
          <a:xfrm>
            <a:off x="571320" y="500040"/>
            <a:ext cx="476640" cy="238320"/>
          </a:xfrm>
          <a:custGeom>
            <a:avLst/>
            <a:gdLst/>
            <a:ahLst/>
            <a:rect l="0" t="0" r="r" b="b"/>
            <a:pathLst>
              <a:path w="1324" h="662">
                <a:moveTo>
                  <a:pt x="0" y="662"/>
                </a:moveTo>
                <a:lnTo>
                  <a:pt x="0" y="589"/>
                </a:lnTo>
                <a:cubicBezTo>
                  <a:pt x="0" y="554"/>
                  <a:pt x="19" y="525"/>
                  <a:pt x="57" y="502"/>
                </a:cubicBezTo>
                <a:cubicBezTo>
                  <a:pt x="95" y="480"/>
                  <a:pt x="145" y="469"/>
                  <a:pt x="207" y="469"/>
                </a:cubicBezTo>
                <a:cubicBezTo>
                  <a:pt x="218" y="469"/>
                  <a:pt x="229" y="469"/>
                  <a:pt x="239" y="470"/>
                </a:cubicBezTo>
                <a:cubicBezTo>
                  <a:pt x="250" y="470"/>
                  <a:pt x="260" y="471"/>
                  <a:pt x="270" y="473"/>
                </a:cubicBezTo>
                <a:cubicBezTo>
                  <a:pt x="263" y="489"/>
                  <a:pt x="257" y="505"/>
                  <a:pt x="254" y="521"/>
                </a:cubicBezTo>
                <a:cubicBezTo>
                  <a:pt x="250" y="538"/>
                  <a:pt x="248" y="555"/>
                  <a:pt x="248" y="572"/>
                </a:cubicBezTo>
                <a:lnTo>
                  <a:pt x="248" y="662"/>
                </a:lnTo>
                <a:lnTo>
                  <a:pt x="0" y="662"/>
                </a:lnTo>
                <a:moveTo>
                  <a:pt x="331" y="662"/>
                </a:moveTo>
                <a:lnTo>
                  <a:pt x="331" y="572"/>
                </a:lnTo>
                <a:cubicBezTo>
                  <a:pt x="331" y="543"/>
                  <a:pt x="339" y="516"/>
                  <a:pt x="355" y="492"/>
                </a:cubicBezTo>
                <a:cubicBezTo>
                  <a:pt x="371" y="467"/>
                  <a:pt x="394" y="446"/>
                  <a:pt x="424" y="428"/>
                </a:cubicBezTo>
                <a:cubicBezTo>
                  <a:pt x="453" y="409"/>
                  <a:pt x="489" y="396"/>
                  <a:pt x="529" y="386"/>
                </a:cubicBezTo>
                <a:cubicBezTo>
                  <a:pt x="570" y="377"/>
                  <a:pt x="615" y="373"/>
                  <a:pt x="662" y="373"/>
                </a:cubicBezTo>
                <a:cubicBezTo>
                  <a:pt x="711" y="373"/>
                  <a:pt x="756" y="377"/>
                  <a:pt x="797" y="386"/>
                </a:cubicBezTo>
                <a:cubicBezTo>
                  <a:pt x="838" y="396"/>
                  <a:pt x="873" y="409"/>
                  <a:pt x="902" y="428"/>
                </a:cubicBezTo>
                <a:cubicBezTo>
                  <a:pt x="932" y="446"/>
                  <a:pt x="954" y="467"/>
                  <a:pt x="970" y="492"/>
                </a:cubicBezTo>
                <a:cubicBezTo>
                  <a:pt x="985" y="516"/>
                  <a:pt x="993" y="543"/>
                  <a:pt x="993" y="572"/>
                </a:cubicBezTo>
                <a:lnTo>
                  <a:pt x="993" y="662"/>
                </a:lnTo>
                <a:lnTo>
                  <a:pt x="331" y="662"/>
                </a:lnTo>
                <a:moveTo>
                  <a:pt x="1076" y="662"/>
                </a:moveTo>
                <a:lnTo>
                  <a:pt x="1076" y="572"/>
                </a:lnTo>
                <a:cubicBezTo>
                  <a:pt x="1076" y="554"/>
                  <a:pt x="1074" y="537"/>
                  <a:pt x="1071" y="521"/>
                </a:cubicBezTo>
                <a:cubicBezTo>
                  <a:pt x="1068" y="505"/>
                  <a:pt x="1063" y="489"/>
                  <a:pt x="1055" y="473"/>
                </a:cubicBezTo>
                <a:cubicBezTo>
                  <a:pt x="1065" y="471"/>
                  <a:pt x="1075" y="470"/>
                  <a:pt x="1086" y="470"/>
                </a:cubicBezTo>
                <a:cubicBezTo>
                  <a:pt x="1096" y="469"/>
                  <a:pt x="1106" y="469"/>
                  <a:pt x="1117" y="469"/>
                </a:cubicBezTo>
                <a:cubicBezTo>
                  <a:pt x="1179" y="469"/>
                  <a:pt x="1229" y="480"/>
                  <a:pt x="1267" y="502"/>
                </a:cubicBezTo>
                <a:cubicBezTo>
                  <a:pt x="1305" y="524"/>
                  <a:pt x="1324" y="553"/>
                  <a:pt x="1324" y="589"/>
                </a:cubicBezTo>
                <a:lnTo>
                  <a:pt x="1324" y="662"/>
                </a:lnTo>
                <a:lnTo>
                  <a:pt x="1076" y="662"/>
                </a:lnTo>
                <a:moveTo>
                  <a:pt x="414" y="579"/>
                </a:moveTo>
                <a:lnTo>
                  <a:pt x="911" y="579"/>
                </a:lnTo>
                <a:lnTo>
                  <a:pt x="911" y="571"/>
                </a:lnTo>
                <a:cubicBezTo>
                  <a:pt x="911" y="537"/>
                  <a:pt x="887" y="509"/>
                  <a:pt x="841" y="488"/>
                </a:cubicBezTo>
                <a:cubicBezTo>
                  <a:pt x="795" y="466"/>
                  <a:pt x="735" y="455"/>
                  <a:pt x="662" y="455"/>
                </a:cubicBezTo>
                <a:cubicBezTo>
                  <a:pt x="590" y="455"/>
                  <a:pt x="530" y="466"/>
                  <a:pt x="484" y="488"/>
                </a:cubicBezTo>
                <a:cubicBezTo>
                  <a:pt x="438" y="509"/>
                  <a:pt x="414" y="538"/>
                  <a:pt x="414" y="572"/>
                </a:cubicBezTo>
                <a:lnTo>
                  <a:pt x="414" y="579"/>
                </a:lnTo>
                <a:moveTo>
                  <a:pt x="206" y="428"/>
                </a:moveTo>
                <a:cubicBezTo>
                  <a:pt x="180" y="428"/>
                  <a:pt x="157" y="418"/>
                  <a:pt x="138" y="399"/>
                </a:cubicBezTo>
                <a:cubicBezTo>
                  <a:pt x="120" y="381"/>
                  <a:pt x="110" y="358"/>
                  <a:pt x="110" y="331"/>
                </a:cubicBezTo>
                <a:cubicBezTo>
                  <a:pt x="110" y="305"/>
                  <a:pt x="120" y="282"/>
                  <a:pt x="139" y="262"/>
                </a:cubicBezTo>
                <a:cubicBezTo>
                  <a:pt x="157" y="243"/>
                  <a:pt x="180" y="234"/>
                  <a:pt x="207" y="234"/>
                </a:cubicBezTo>
                <a:cubicBezTo>
                  <a:pt x="233" y="234"/>
                  <a:pt x="256" y="243"/>
                  <a:pt x="275" y="262"/>
                </a:cubicBezTo>
                <a:cubicBezTo>
                  <a:pt x="294" y="282"/>
                  <a:pt x="303" y="305"/>
                  <a:pt x="303" y="332"/>
                </a:cubicBezTo>
                <a:cubicBezTo>
                  <a:pt x="303" y="358"/>
                  <a:pt x="294" y="381"/>
                  <a:pt x="275" y="400"/>
                </a:cubicBezTo>
                <a:cubicBezTo>
                  <a:pt x="256" y="418"/>
                  <a:pt x="233" y="428"/>
                  <a:pt x="206" y="428"/>
                </a:cubicBezTo>
                <a:moveTo>
                  <a:pt x="1117" y="428"/>
                </a:moveTo>
                <a:cubicBezTo>
                  <a:pt x="1090" y="428"/>
                  <a:pt x="1068" y="418"/>
                  <a:pt x="1049" y="399"/>
                </a:cubicBezTo>
                <a:cubicBezTo>
                  <a:pt x="1030" y="381"/>
                  <a:pt x="1021" y="358"/>
                  <a:pt x="1021" y="331"/>
                </a:cubicBezTo>
                <a:cubicBezTo>
                  <a:pt x="1021" y="305"/>
                  <a:pt x="1030" y="282"/>
                  <a:pt x="1049" y="262"/>
                </a:cubicBezTo>
                <a:cubicBezTo>
                  <a:pt x="1068" y="243"/>
                  <a:pt x="1091" y="234"/>
                  <a:pt x="1117" y="234"/>
                </a:cubicBezTo>
                <a:cubicBezTo>
                  <a:pt x="1144" y="234"/>
                  <a:pt x="1167" y="243"/>
                  <a:pt x="1185" y="262"/>
                </a:cubicBezTo>
                <a:cubicBezTo>
                  <a:pt x="1204" y="282"/>
                  <a:pt x="1214" y="305"/>
                  <a:pt x="1214" y="332"/>
                </a:cubicBezTo>
                <a:cubicBezTo>
                  <a:pt x="1214" y="358"/>
                  <a:pt x="1204" y="381"/>
                  <a:pt x="1185" y="400"/>
                </a:cubicBezTo>
                <a:cubicBezTo>
                  <a:pt x="1167" y="418"/>
                  <a:pt x="1144" y="428"/>
                  <a:pt x="1117" y="428"/>
                </a:cubicBezTo>
                <a:moveTo>
                  <a:pt x="662" y="331"/>
                </a:moveTo>
                <a:cubicBezTo>
                  <a:pt x="617" y="331"/>
                  <a:pt x="577" y="315"/>
                  <a:pt x="545" y="283"/>
                </a:cubicBezTo>
                <a:cubicBezTo>
                  <a:pt x="513" y="250"/>
                  <a:pt x="497" y="211"/>
                  <a:pt x="497" y="165"/>
                </a:cubicBezTo>
                <a:cubicBezTo>
                  <a:pt x="497" y="118"/>
                  <a:pt x="513" y="79"/>
                  <a:pt x="545" y="47"/>
                </a:cubicBezTo>
                <a:cubicBezTo>
                  <a:pt x="577" y="15"/>
                  <a:pt x="617" y="0"/>
                  <a:pt x="662" y="0"/>
                </a:cubicBezTo>
                <a:cubicBezTo>
                  <a:pt x="709" y="0"/>
                  <a:pt x="749" y="15"/>
                  <a:pt x="780" y="47"/>
                </a:cubicBezTo>
                <a:cubicBezTo>
                  <a:pt x="812" y="79"/>
                  <a:pt x="828" y="118"/>
                  <a:pt x="828" y="165"/>
                </a:cubicBezTo>
                <a:cubicBezTo>
                  <a:pt x="828" y="211"/>
                  <a:pt x="812" y="250"/>
                  <a:pt x="780" y="283"/>
                </a:cubicBezTo>
                <a:cubicBezTo>
                  <a:pt x="749" y="315"/>
                  <a:pt x="709" y="331"/>
                  <a:pt x="662" y="331"/>
                </a:cubicBezTo>
                <a:moveTo>
                  <a:pt x="663" y="248"/>
                </a:moveTo>
                <a:cubicBezTo>
                  <a:pt x="687" y="248"/>
                  <a:pt x="706" y="240"/>
                  <a:pt x="722" y="224"/>
                </a:cubicBezTo>
                <a:cubicBezTo>
                  <a:pt x="737" y="208"/>
                  <a:pt x="745" y="188"/>
                  <a:pt x="745" y="164"/>
                </a:cubicBezTo>
                <a:cubicBezTo>
                  <a:pt x="745" y="141"/>
                  <a:pt x="737" y="121"/>
                  <a:pt x="722" y="106"/>
                </a:cubicBezTo>
                <a:cubicBezTo>
                  <a:pt x="706" y="90"/>
                  <a:pt x="686" y="82"/>
                  <a:pt x="663" y="82"/>
                </a:cubicBezTo>
                <a:cubicBezTo>
                  <a:pt x="640" y="82"/>
                  <a:pt x="620" y="90"/>
                  <a:pt x="604" y="106"/>
                </a:cubicBezTo>
                <a:cubicBezTo>
                  <a:pt x="588" y="122"/>
                  <a:pt x="580" y="141"/>
                  <a:pt x="580" y="164"/>
                </a:cubicBezTo>
                <a:cubicBezTo>
                  <a:pt x="580" y="188"/>
                  <a:pt x="588" y="207"/>
                  <a:pt x="604" y="223"/>
                </a:cubicBezTo>
                <a:cubicBezTo>
                  <a:pt x="620" y="240"/>
                  <a:pt x="639" y="248"/>
                  <a:pt x="663" y="248"/>
                </a:cubicBez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1778" name=""/>
          <p:cNvPicPr/>
          <p:nvPr/>
        </p:nvPicPr>
        <p:blipFill>
          <a:blip r:embed="rId1"/>
          <a:stretch/>
        </p:blipFill>
        <p:spPr>
          <a:xfrm>
            <a:off x="571320" y="1190520"/>
            <a:ext cx="5447880" cy="544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9" name=""/>
          <p:cNvSpPr txBox="1"/>
          <p:nvPr/>
        </p:nvSpPr>
        <p:spPr>
          <a:xfrm>
            <a:off x="1047600" y="529560"/>
            <a:ext cx="794232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モブ開発 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× AI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（全員で</a:t>
            </a:r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1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画面を見ながら進める）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80" name=""/>
          <p:cNvSpPr/>
          <p:nvPr/>
        </p:nvSpPr>
        <p:spPr>
          <a:xfrm>
            <a:off x="6013440" y="1100160"/>
            <a:ext cx="5764320" cy="3258720"/>
          </a:xfrm>
          <a:custGeom>
            <a:avLst/>
            <a:gdLst/>
            <a:ahLst/>
            <a:rect l="0" t="0" r="r" b="b"/>
            <a:pathLst>
              <a:path w="16012" h="9052">
                <a:moveTo>
                  <a:pt x="440" y="674"/>
                </a:moveTo>
                <a:lnTo>
                  <a:pt x="440" y="8216"/>
                </a:lnTo>
                <a:cubicBezTo>
                  <a:pt x="440" y="8258"/>
                  <a:pt x="449" y="8298"/>
                  <a:pt x="465" y="8337"/>
                </a:cubicBezTo>
                <a:cubicBezTo>
                  <a:pt x="481" y="8376"/>
                  <a:pt x="504" y="8410"/>
                  <a:pt x="533" y="8440"/>
                </a:cubicBezTo>
                <a:cubicBezTo>
                  <a:pt x="563" y="8470"/>
                  <a:pt x="598" y="8493"/>
                  <a:pt x="636" y="8509"/>
                </a:cubicBezTo>
                <a:cubicBezTo>
                  <a:pt x="675" y="8525"/>
                  <a:pt x="716" y="8533"/>
                  <a:pt x="758" y="8533"/>
                </a:cubicBezTo>
                <a:lnTo>
                  <a:pt x="15258" y="8533"/>
                </a:lnTo>
                <a:cubicBezTo>
                  <a:pt x="15300" y="8533"/>
                  <a:pt x="15341" y="8525"/>
                  <a:pt x="15380" y="8509"/>
                </a:cubicBezTo>
                <a:cubicBezTo>
                  <a:pt x="15419" y="8493"/>
                  <a:pt x="15453" y="8470"/>
                  <a:pt x="15483" y="8440"/>
                </a:cubicBezTo>
                <a:cubicBezTo>
                  <a:pt x="15512" y="8410"/>
                  <a:pt x="15535" y="8376"/>
                  <a:pt x="15551" y="8337"/>
                </a:cubicBezTo>
                <a:cubicBezTo>
                  <a:pt x="15568" y="8298"/>
                  <a:pt x="15576" y="8258"/>
                  <a:pt x="15576" y="8216"/>
                </a:cubicBezTo>
                <a:lnTo>
                  <a:pt x="15576" y="674"/>
                </a:lnTo>
                <a:cubicBezTo>
                  <a:pt x="15576" y="632"/>
                  <a:pt x="15568" y="592"/>
                  <a:pt x="15551" y="553"/>
                </a:cubicBezTo>
                <a:cubicBezTo>
                  <a:pt x="15535" y="514"/>
                  <a:pt x="15512" y="479"/>
                  <a:pt x="15483" y="450"/>
                </a:cubicBezTo>
                <a:cubicBezTo>
                  <a:pt x="15453" y="420"/>
                  <a:pt x="15419" y="397"/>
                  <a:pt x="15380" y="381"/>
                </a:cubicBezTo>
                <a:cubicBezTo>
                  <a:pt x="15341" y="365"/>
                  <a:pt x="15300" y="357"/>
                  <a:pt x="15258" y="357"/>
                </a:cubicBezTo>
                <a:lnTo>
                  <a:pt x="758" y="357"/>
                </a:lnTo>
                <a:cubicBezTo>
                  <a:pt x="716" y="357"/>
                  <a:pt x="675" y="365"/>
                  <a:pt x="636" y="381"/>
                </a:cubicBezTo>
                <a:cubicBezTo>
                  <a:pt x="598" y="397"/>
                  <a:pt x="563" y="420"/>
                  <a:pt x="533" y="450"/>
                </a:cubicBezTo>
                <a:cubicBezTo>
                  <a:pt x="504" y="479"/>
                  <a:pt x="481" y="514"/>
                  <a:pt x="465" y="553"/>
                </a:cubicBezTo>
                <a:cubicBezTo>
                  <a:pt x="449" y="592"/>
                  <a:pt x="440" y="632"/>
                  <a:pt x="440" y="674"/>
                </a:cubicBezTo>
                <a:moveTo>
                  <a:pt x="0" y="0"/>
                </a:moveTo>
                <a:lnTo>
                  <a:pt x="16012" y="0"/>
                </a:lnTo>
                <a:lnTo>
                  <a:pt x="16012" y="9052"/>
                </a:lnTo>
                <a:lnTo>
                  <a:pt x="0" y="9052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781" name=""/>
          <p:cNvSpPr/>
          <p:nvPr/>
        </p:nvSpPr>
        <p:spPr>
          <a:xfrm>
            <a:off x="6181560" y="1238040"/>
            <a:ext cx="5429520" cy="2924640"/>
          </a:xfrm>
          <a:custGeom>
            <a:avLst/>
            <a:gdLst/>
            <a:ahLst/>
            <a:rect l="0" t="0" r="r" b="b"/>
            <a:pathLst>
              <a:path w="15082" h="8124">
                <a:moveTo>
                  <a:pt x="0" y="7833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6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4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30"/>
                  <a:pt x="14937" y="39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4"/>
                  <a:pt x="15033" y="129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7"/>
                  <a:pt x="15073" y="216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7833"/>
                </a:lnTo>
                <a:cubicBezTo>
                  <a:pt x="15082" y="7852"/>
                  <a:pt x="15080" y="7871"/>
                  <a:pt x="15077" y="7890"/>
                </a:cubicBezTo>
                <a:cubicBezTo>
                  <a:pt x="15073" y="7908"/>
                  <a:pt x="15067" y="7926"/>
                  <a:pt x="15060" y="7944"/>
                </a:cubicBezTo>
                <a:cubicBezTo>
                  <a:pt x="15053" y="7962"/>
                  <a:pt x="15044" y="7979"/>
                  <a:pt x="15033" y="7994"/>
                </a:cubicBezTo>
                <a:cubicBezTo>
                  <a:pt x="15023" y="8010"/>
                  <a:pt x="15010" y="8025"/>
                  <a:pt x="14997" y="8039"/>
                </a:cubicBezTo>
                <a:cubicBezTo>
                  <a:pt x="14983" y="8052"/>
                  <a:pt x="14969" y="8064"/>
                  <a:pt x="14953" y="8075"/>
                </a:cubicBezTo>
                <a:cubicBezTo>
                  <a:pt x="14937" y="8085"/>
                  <a:pt x="14920" y="8094"/>
                  <a:pt x="14903" y="8102"/>
                </a:cubicBezTo>
                <a:cubicBezTo>
                  <a:pt x="14885" y="8109"/>
                  <a:pt x="14867" y="8114"/>
                  <a:pt x="14848" y="8118"/>
                </a:cubicBezTo>
                <a:cubicBezTo>
                  <a:pt x="14829" y="8122"/>
                  <a:pt x="14810" y="8124"/>
                  <a:pt x="14791" y="8124"/>
                </a:cubicBezTo>
                <a:lnTo>
                  <a:pt x="291" y="8124"/>
                </a:lnTo>
                <a:cubicBezTo>
                  <a:pt x="272" y="8124"/>
                  <a:pt x="253" y="8122"/>
                  <a:pt x="234" y="8118"/>
                </a:cubicBezTo>
                <a:cubicBezTo>
                  <a:pt x="215" y="8114"/>
                  <a:pt x="197" y="8109"/>
                  <a:pt x="180" y="8102"/>
                </a:cubicBezTo>
                <a:cubicBezTo>
                  <a:pt x="162" y="8094"/>
                  <a:pt x="145" y="8085"/>
                  <a:pt x="129" y="8075"/>
                </a:cubicBezTo>
                <a:cubicBezTo>
                  <a:pt x="113" y="8064"/>
                  <a:pt x="99" y="8052"/>
                  <a:pt x="85" y="8039"/>
                </a:cubicBezTo>
                <a:cubicBezTo>
                  <a:pt x="72" y="8025"/>
                  <a:pt x="60" y="8010"/>
                  <a:pt x="49" y="7994"/>
                </a:cubicBezTo>
                <a:cubicBezTo>
                  <a:pt x="38" y="7979"/>
                  <a:pt x="29" y="7962"/>
                  <a:pt x="22" y="7944"/>
                </a:cubicBezTo>
                <a:cubicBezTo>
                  <a:pt x="15" y="7926"/>
                  <a:pt x="9" y="7908"/>
                  <a:pt x="6" y="7890"/>
                </a:cubicBezTo>
                <a:cubicBezTo>
                  <a:pt x="2" y="7871"/>
                  <a:pt x="0" y="7852"/>
                  <a:pt x="0" y="7833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82" name=""/>
          <p:cNvSpPr/>
          <p:nvPr/>
        </p:nvSpPr>
        <p:spPr>
          <a:xfrm>
            <a:off x="6181560" y="1238040"/>
            <a:ext cx="5429520" cy="2924640"/>
          </a:xfrm>
          <a:custGeom>
            <a:avLst/>
            <a:gdLst/>
            <a:ahLst/>
            <a:rect l="0" t="0" r="r" b="b"/>
            <a:pathLst>
              <a:path w="15082" h="8124">
                <a:moveTo>
                  <a:pt x="0" y="7833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6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4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5" y="9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6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30"/>
                  <a:pt x="14937" y="39"/>
                  <a:pt x="14953" y="49"/>
                </a:cubicBezTo>
                <a:cubicBezTo>
                  <a:pt x="14969" y="60"/>
                  <a:pt x="14983" y="72"/>
                  <a:pt x="14997" y="85"/>
                </a:cubicBezTo>
                <a:cubicBezTo>
                  <a:pt x="15010" y="99"/>
                  <a:pt x="15023" y="114"/>
                  <a:pt x="15033" y="129"/>
                </a:cubicBezTo>
                <a:cubicBezTo>
                  <a:pt x="15044" y="145"/>
                  <a:pt x="15053" y="162"/>
                  <a:pt x="15060" y="180"/>
                </a:cubicBezTo>
                <a:cubicBezTo>
                  <a:pt x="15067" y="197"/>
                  <a:pt x="15073" y="216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7833"/>
                </a:lnTo>
                <a:cubicBezTo>
                  <a:pt x="15082" y="7852"/>
                  <a:pt x="15080" y="7871"/>
                  <a:pt x="15077" y="7890"/>
                </a:cubicBezTo>
                <a:cubicBezTo>
                  <a:pt x="15073" y="7908"/>
                  <a:pt x="15067" y="7926"/>
                  <a:pt x="15060" y="7944"/>
                </a:cubicBezTo>
                <a:cubicBezTo>
                  <a:pt x="15053" y="7962"/>
                  <a:pt x="15044" y="7979"/>
                  <a:pt x="15033" y="7994"/>
                </a:cubicBezTo>
                <a:cubicBezTo>
                  <a:pt x="15023" y="8010"/>
                  <a:pt x="15010" y="8025"/>
                  <a:pt x="14997" y="8039"/>
                </a:cubicBezTo>
                <a:cubicBezTo>
                  <a:pt x="14983" y="8052"/>
                  <a:pt x="14969" y="8064"/>
                  <a:pt x="14953" y="8075"/>
                </a:cubicBezTo>
                <a:cubicBezTo>
                  <a:pt x="14937" y="8085"/>
                  <a:pt x="14920" y="8094"/>
                  <a:pt x="14903" y="8102"/>
                </a:cubicBezTo>
                <a:cubicBezTo>
                  <a:pt x="14885" y="8109"/>
                  <a:pt x="14867" y="8114"/>
                  <a:pt x="14848" y="8118"/>
                </a:cubicBezTo>
                <a:cubicBezTo>
                  <a:pt x="14829" y="8122"/>
                  <a:pt x="14810" y="8124"/>
                  <a:pt x="14791" y="8124"/>
                </a:cubicBezTo>
                <a:lnTo>
                  <a:pt x="291" y="8124"/>
                </a:lnTo>
                <a:cubicBezTo>
                  <a:pt x="272" y="8124"/>
                  <a:pt x="253" y="8122"/>
                  <a:pt x="234" y="8118"/>
                </a:cubicBezTo>
                <a:cubicBezTo>
                  <a:pt x="215" y="8114"/>
                  <a:pt x="197" y="8109"/>
                  <a:pt x="180" y="8102"/>
                </a:cubicBezTo>
                <a:cubicBezTo>
                  <a:pt x="162" y="8094"/>
                  <a:pt x="145" y="8085"/>
                  <a:pt x="129" y="8075"/>
                </a:cubicBezTo>
                <a:cubicBezTo>
                  <a:pt x="113" y="8064"/>
                  <a:pt x="99" y="8052"/>
                  <a:pt x="85" y="8039"/>
                </a:cubicBezTo>
                <a:cubicBezTo>
                  <a:pt x="72" y="8025"/>
                  <a:pt x="60" y="8010"/>
                  <a:pt x="49" y="7994"/>
                </a:cubicBezTo>
                <a:cubicBezTo>
                  <a:pt x="38" y="7979"/>
                  <a:pt x="29" y="7962"/>
                  <a:pt x="22" y="7944"/>
                </a:cubicBezTo>
                <a:cubicBezTo>
                  <a:pt x="15" y="7926"/>
                  <a:pt x="9" y="7908"/>
                  <a:pt x="6" y="7890"/>
                </a:cubicBezTo>
                <a:cubicBezTo>
                  <a:pt x="2" y="7871"/>
                  <a:pt x="0" y="7852"/>
                  <a:pt x="0" y="7833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83" name=""/>
          <p:cNvSpPr/>
          <p:nvPr/>
        </p:nvSpPr>
        <p:spPr>
          <a:xfrm>
            <a:off x="6013440" y="4080960"/>
            <a:ext cx="5764320" cy="2777040"/>
          </a:xfrm>
          <a:custGeom>
            <a:avLst/>
            <a:gdLst/>
            <a:ahLst/>
            <a:rect l="0" t="0" r="r" b="b"/>
            <a:pathLst>
              <a:path w="16012" h="7714">
                <a:moveTo>
                  <a:pt x="0" y="7714"/>
                </a:moveTo>
                <a:lnTo>
                  <a:pt x="0" y="0"/>
                </a:lnTo>
                <a:lnTo>
                  <a:pt x="16012" y="0"/>
                </a:lnTo>
                <a:lnTo>
                  <a:pt x="16012" y="7714"/>
                </a:lnTo>
                <a:lnTo>
                  <a:pt x="0" y="7714"/>
                </a:lnTo>
                <a:moveTo>
                  <a:pt x="440" y="677"/>
                </a:moveTo>
                <a:lnTo>
                  <a:pt x="440" y="7238"/>
                </a:lnTo>
                <a:cubicBezTo>
                  <a:pt x="440" y="7280"/>
                  <a:pt x="449" y="7321"/>
                  <a:pt x="465" y="7360"/>
                </a:cubicBezTo>
                <a:cubicBezTo>
                  <a:pt x="481" y="7399"/>
                  <a:pt x="504" y="7433"/>
                  <a:pt x="533" y="7463"/>
                </a:cubicBezTo>
                <a:cubicBezTo>
                  <a:pt x="563" y="7493"/>
                  <a:pt x="598" y="7515"/>
                  <a:pt x="636" y="7532"/>
                </a:cubicBezTo>
                <a:cubicBezTo>
                  <a:pt x="675" y="7548"/>
                  <a:pt x="716" y="7556"/>
                  <a:pt x="758" y="7556"/>
                </a:cubicBezTo>
                <a:lnTo>
                  <a:pt x="15258" y="7556"/>
                </a:lnTo>
                <a:cubicBezTo>
                  <a:pt x="15300" y="7556"/>
                  <a:pt x="15341" y="7548"/>
                  <a:pt x="15380" y="7532"/>
                </a:cubicBezTo>
                <a:cubicBezTo>
                  <a:pt x="15419" y="7515"/>
                  <a:pt x="15453" y="7493"/>
                  <a:pt x="15483" y="7463"/>
                </a:cubicBezTo>
                <a:cubicBezTo>
                  <a:pt x="15512" y="7433"/>
                  <a:pt x="15535" y="7399"/>
                  <a:pt x="15551" y="7360"/>
                </a:cubicBezTo>
                <a:cubicBezTo>
                  <a:pt x="15568" y="7321"/>
                  <a:pt x="15576" y="7280"/>
                  <a:pt x="15576" y="7238"/>
                </a:cubicBezTo>
                <a:lnTo>
                  <a:pt x="15576" y="677"/>
                </a:lnTo>
                <a:cubicBezTo>
                  <a:pt x="15576" y="634"/>
                  <a:pt x="15568" y="594"/>
                  <a:pt x="15551" y="555"/>
                </a:cubicBezTo>
                <a:cubicBezTo>
                  <a:pt x="15535" y="516"/>
                  <a:pt x="15512" y="482"/>
                  <a:pt x="15483" y="452"/>
                </a:cubicBezTo>
                <a:cubicBezTo>
                  <a:pt x="15453" y="422"/>
                  <a:pt x="15419" y="399"/>
                  <a:pt x="15380" y="383"/>
                </a:cubicBezTo>
                <a:cubicBezTo>
                  <a:pt x="15341" y="367"/>
                  <a:pt x="15300" y="359"/>
                  <a:pt x="15258" y="359"/>
                </a:cubicBezTo>
                <a:lnTo>
                  <a:pt x="758" y="359"/>
                </a:lnTo>
                <a:cubicBezTo>
                  <a:pt x="716" y="359"/>
                  <a:pt x="675" y="367"/>
                  <a:pt x="636" y="383"/>
                </a:cubicBezTo>
                <a:cubicBezTo>
                  <a:pt x="598" y="399"/>
                  <a:pt x="563" y="422"/>
                  <a:pt x="533" y="452"/>
                </a:cubicBezTo>
                <a:cubicBezTo>
                  <a:pt x="504" y="482"/>
                  <a:pt x="481" y="516"/>
                  <a:pt x="465" y="555"/>
                </a:cubicBezTo>
                <a:cubicBezTo>
                  <a:pt x="449" y="594"/>
                  <a:pt x="440" y="634"/>
                  <a:pt x="440" y="677"/>
                </a:cubicBez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784" name=""/>
          <p:cNvSpPr/>
          <p:nvPr/>
        </p:nvSpPr>
        <p:spPr>
          <a:xfrm>
            <a:off x="6181560" y="4219560"/>
            <a:ext cx="5429520" cy="2571840"/>
          </a:xfrm>
          <a:custGeom>
            <a:avLst/>
            <a:gdLst/>
            <a:ahLst/>
            <a:rect l="0" t="0" r="r" b="b"/>
            <a:pathLst>
              <a:path w="15082" h="7144">
                <a:moveTo>
                  <a:pt x="0" y="6853"/>
                </a:moveTo>
                <a:lnTo>
                  <a:pt x="0" y="291"/>
                </a:lnTo>
                <a:cubicBezTo>
                  <a:pt x="0" y="271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4"/>
                  <a:pt x="215" y="9"/>
                  <a:pt x="234" y="5"/>
                </a:cubicBezTo>
                <a:cubicBezTo>
                  <a:pt x="253" y="1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1"/>
                  <a:pt x="14848" y="5"/>
                </a:cubicBezTo>
                <a:cubicBezTo>
                  <a:pt x="14867" y="9"/>
                  <a:pt x="14885" y="14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59"/>
                  <a:pt x="14983" y="71"/>
                  <a:pt x="14997" y="85"/>
                </a:cubicBezTo>
                <a:cubicBezTo>
                  <a:pt x="15010" y="98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79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1"/>
                  <a:pt x="15082" y="291"/>
                </a:cubicBezTo>
                <a:lnTo>
                  <a:pt x="15082" y="6853"/>
                </a:lnTo>
                <a:cubicBezTo>
                  <a:pt x="15082" y="6872"/>
                  <a:pt x="15080" y="6891"/>
                  <a:pt x="15077" y="6910"/>
                </a:cubicBezTo>
                <a:cubicBezTo>
                  <a:pt x="15073" y="6929"/>
                  <a:pt x="15067" y="6947"/>
                  <a:pt x="15060" y="6965"/>
                </a:cubicBezTo>
                <a:cubicBezTo>
                  <a:pt x="15053" y="6982"/>
                  <a:pt x="15044" y="6999"/>
                  <a:pt x="15033" y="7015"/>
                </a:cubicBezTo>
                <a:cubicBezTo>
                  <a:pt x="15023" y="7031"/>
                  <a:pt x="15010" y="7046"/>
                  <a:pt x="14997" y="7059"/>
                </a:cubicBezTo>
                <a:cubicBezTo>
                  <a:pt x="14983" y="7073"/>
                  <a:pt x="14969" y="7085"/>
                  <a:pt x="14953" y="7095"/>
                </a:cubicBezTo>
                <a:cubicBezTo>
                  <a:pt x="14937" y="7106"/>
                  <a:pt x="14920" y="7115"/>
                  <a:pt x="14903" y="7122"/>
                </a:cubicBezTo>
                <a:cubicBezTo>
                  <a:pt x="14885" y="7129"/>
                  <a:pt x="14867" y="7135"/>
                  <a:pt x="14848" y="7139"/>
                </a:cubicBezTo>
                <a:cubicBezTo>
                  <a:pt x="14829" y="7142"/>
                  <a:pt x="14810" y="7144"/>
                  <a:pt x="14791" y="7144"/>
                </a:cubicBezTo>
                <a:lnTo>
                  <a:pt x="291" y="7144"/>
                </a:lnTo>
                <a:cubicBezTo>
                  <a:pt x="272" y="7144"/>
                  <a:pt x="253" y="7142"/>
                  <a:pt x="234" y="7139"/>
                </a:cubicBezTo>
                <a:cubicBezTo>
                  <a:pt x="215" y="7135"/>
                  <a:pt x="197" y="7129"/>
                  <a:pt x="180" y="7122"/>
                </a:cubicBezTo>
                <a:cubicBezTo>
                  <a:pt x="162" y="7115"/>
                  <a:pt x="145" y="7106"/>
                  <a:pt x="129" y="7095"/>
                </a:cubicBezTo>
                <a:cubicBezTo>
                  <a:pt x="113" y="7085"/>
                  <a:pt x="99" y="7073"/>
                  <a:pt x="85" y="7059"/>
                </a:cubicBezTo>
                <a:cubicBezTo>
                  <a:pt x="72" y="7046"/>
                  <a:pt x="60" y="7031"/>
                  <a:pt x="49" y="7015"/>
                </a:cubicBezTo>
                <a:cubicBezTo>
                  <a:pt x="38" y="6999"/>
                  <a:pt x="29" y="6982"/>
                  <a:pt x="22" y="6965"/>
                </a:cubicBezTo>
                <a:cubicBezTo>
                  <a:pt x="15" y="6947"/>
                  <a:pt x="9" y="6929"/>
                  <a:pt x="6" y="6910"/>
                </a:cubicBezTo>
                <a:cubicBezTo>
                  <a:pt x="2" y="6891"/>
                  <a:pt x="0" y="6872"/>
                  <a:pt x="0" y="6853"/>
                </a:cubicBezTo>
                <a:close/>
              </a:path>
            </a:pathLst>
          </a:custGeom>
          <a:solidFill>
            <a:srgbClr val="C1E6C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85" name=""/>
          <p:cNvSpPr/>
          <p:nvPr/>
        </p:nvSpPr>
        <p:spPr>
          <a:xfrm>
            <a:off x="6181560" y="4219560"/>
            <a:ext cx="5429520" cy="2571840"/>
          </a:xfrm>
          <a:custGeom>
            <a:avLst/>
            <a:gdLst/>
            <a:ahLst/>
            <a:rect l="0" t="0" r="r" b="b"/>
            <a:pathLst>
              <a:path w="15082" h="7144">
                <a:moveTo>
                  <a:pt x="0" y="6853"/>
                </a:moveTo>
                <a:lnTo>
                  <a:pt x="0" y="291"/>
                </a:lnTo>
                <a:cubicBezTo>
                  <a:pt x="0" y="271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4"/>
                  <a:pt x="215" y="9"/>
                  <a:pt x="234" y="5"/>
                </a:cubicBezTo>
                <a:cubicBezTo>
                  <a:pt x="253" y="1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1"/>
                  <a:pt x="14848" y="5"/>
                </a:cubicBezTo>
                <a:cubicBezTo>
                  <a:pt x="14867" y="9"/>
                  <a:pt x="14885" y="14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59"/>
                  <a:pt x="14983" y="71"/>
                  <a:pt x="14997" y="85"/>
                </a:cubicBezTo>
                <a:cubicBezTo>
                  <a:pt x="15010" y="98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79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1"/>
                  <a:pt x="15082" y="291"/>
                </a:cubicBezTo>
                <a:lnTo>
                  <a:pt x="15082" y="6853"/>
                </a:lnTo>
                <a:cubicBezTo>
                  <a:pt x="15082" y="6872"/>
                  <a:pt x="15080" y="6891"/>
                  <a:pt x="15077" y="6910"/>
                </a:cubicBezTo>
                <a:cubicBezTo>
                  <a:pt x="15073" y="6929"/>
                  <a:pt x="15067" y="6947"/>
                  <a:pt x="15060" y="6965"/>
                </a:cubicBezTo>
                <a:cubicBezTo>
                  <a:pt x="15053" y="6982"/>
                  <a:pt x="15044" y="6999"/>
                  <a:pt x="15033" y="7015"/>
                </a:cubicBezTo>
                <a:cubicBezTo>
                  <a:pt x="15023" y="7031"/>
                  <a:pt x="15010" y="7046"/>
                  <a:pt x="14997" y="7059"/>
                </a:cubicBezTo>
                <a:cubicBezTo>
                  <a:pt x="14983" y="7073"/>
                  <a:pt x="14969" y="7085"/>
                  <a:pt x="14953" y="7095"/>
                </a:cubicBezTo>
                <a:cubicBezTo>
                  <a:pt x="14937" y="7106"/>
                  <a:pt x="14920" y="7115"/>
                  <a:pt x="14903" y="7122"/>
                </a:cubicBezTo>
                <a:cubicBezTo>
                  <a:pt x="14885" y="7129"/>
                  <a:pt x="14867" y="7135"/>
                  <a:pt x="14848" y="7139"/>
                </a:cubicBezTo>
                <a:cubicBezTo>
                  <a:pt x="14829" y="7142"/>
                  <a:pt x="14810" y="7144"/>
                  <a:pt x="14791" y="7144"/>
                </a:cubicBezTo>
                <a:lnTo>
                  <a:pt x="291" y="7144"/>
                </a:lnTo>
                <a:cubicBezTo>
                  <a:pt x="272" y="7144"/>
                  <a:pt x="253" y="7142"/>
                  <a:pt x="234" y="7139"/>
                </a:cubicBezTo>
                <a:cubicBezTo>
                  <a:pt x="215" y="7135"/>
                  <a:pt x="197" y="7129"/>
                  <a:pt x="180" y="7122"/>
                </a:cubicBezTo>
                <a:cubicBezTo>
                  <a:pt x="162" y="7115"/>
                  <a:pt x="145" y="7106"/>
                  <a:pt x="129" y="7095"/>
                </a:cubicBezTo>
                <a:cubicBezTo>
                  <a:pt x="113" y="7085"/>
                  <a:pt x="99" y="7073"/>
                  <a:pt x="85" y="7059"/>
                </a:cubicBezTo>
                <a:cubicBezTo>
                  <a:pt x="72" y="7046"/>
                  <a:pt x="60" y="7031"/>
                  <a:pt x="49" y="7015"/>
                </a:cubicBezTo>
                <a:cubicBezTo>
                  <a:pt x="38" y="6999"/>
                  <a:pt x="29" y="6982"/>
                  <a:pt x="22" y="6965"/>
                </a:cubicBezTo>
                <a:cubicBezTo>
                  <a:pt x="15" y="6947"/>
                  <a:pt x="9" y="6929"/>
                  <a:pt x="6" y="6910"/>
                </a:cubicBezTo>
                <a:cubicBezTo>
                  <a:pt x="2" y="6891"/>
                  <a:pt x="0" y="6872"/>
                  <a:pt x="0" y="6853"/>
                </a:cubicBezTo>
                <a:close/>
              </a:path>
            </a:pathLst>
          </a:custGeom>
          <a:noFill/>
          <a:ln w="18720">
            <a:solidFill>
              <a:srgbClr val="C1E6C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86" name=""/>
          <p:cNvSpPr/>
          <p:nvPr/>
        </p:nvSpPr>
        <p:spPr>
          <a:xfrm>
            <a:off x="6419520" y="1629720"/>
            <a:ext cx="191160" cy="259560"/>
          </a:xfrm>
          <a:custGeom>
            <a:avLst/>
            <a:gdLst/>
            <a:ahLst/>
            <a:rect l="0" t="0" r="r" b="b"/>
            <a:pathLst>
              <a:path w="531" h="721">
                <a:moveTo>
                  <a:pt x="214" y="700"/>
                </a:moveTo>
                <a:cubicBezTo>
                  <a:pt x="200" y="687"/>
                  <a:pt x="194" y="670"/>
                  <a:pt x="194" y="650"/>
                </a:cubicBezTo>
                <a:lnTo>
                  <a:pt x="336" y="650"/>
                </a:lnTo>
                <a:cubicBezTo>
                  <a:pt x="336" y="670"/>
                  <a:pt x="330" y="687"/>
                  <a:pt x="316" y="700"/>
                </a:cubicBezTo>
                <a:cubicBezTo>
                  <a:pt x="302" y="714"/>
                  <a:pt x="285" y="721"/>
                  <a:pt x="265" y="721"/>
                </a:cubicBezTo>
                <a:cubicBezTo>
                  <a:pt x="245" y="721"/>
                  <a:pt x="228" y="714"/>
                  <a:pt x="214" y="700"/>
                </a:cubicBezTo>
                <a:moveTo>
                  <a:pt x="122" y="595"/>
                </a:moveTo>
                <a:lnTo>
                  <a:pt x="122" y="542"/>
                </a:lnTo>
                <a:lnTo>
                  <a:pt x="408" y="542"/>
                </a:lnTo>
                <a:lnTo>
                  <a:pt x="408" y="595"/>
                </a:lnTo>
                <a:lnTo>
                  <a:pt x="122" y="595"/>
                </a:lnTo>
                <a:moveTo>
                  <a:pt x="127" y="488"/>
                </a:moveTo>
                <a:cubicBezTo>
                  <a:pt x="88" y="463"/>
                  <a:pt x="57" y="431"/>
                  <a:pt x="34" y="393"/>
                </a:cubicBezTo>
                <a:cubicBezTo>
                  <a:pt x="12" y="356"/>
                  <a:pt x="0" y="313"/>
                  <a:pt x="0" y="265"/>
                </a:cubicBezTo>
                <a:cubicBezTo>
                  <a:pt x="0" y="193"/>
                  <a:pt x="27" y="130"/>
                  <a:pt x="79" y="78"/>
                </a:cubicBezTo>
                <a:cubicBezTo>
                  <a:pt x="131" y="26"/>
                  <a:pt x="193" y="0"/>
                  <a:pt x="265" y="0"/>
                </a:cubicBezTo>
                <a:cubicBezTo>
                  <a:pt x="337" y="0"/>
                  <a:pt x="399" y="26"/>
                  <a:pt x="452" y="78"/>
                </a:cubicBezTo>
                <a:cubicBezTo>
                  <a:pt x="504" y="130"/>
                  <a:pt x="531" y="193"/>
                  <a:pt x="531" y="265"/>
                </a:cubicBezTo>
                <a:cubicBezTo>
                  <a:pt x="531" y="313"/>
                  <a:pt x="519" y="356"/>
                  <a:pt x="497" y="393"/>
                </a:cubicBezTo>
                <a:cubicBezTo>
                  <a:pt x="475" y="431"/>
                  <a:pt x="444" y="463"/>
                  <a:pt x="403" y="488"/>
                </a:cubicBezTo>
                <a:lnTo>
                  <a:pt x="127" y="488"/>
                </a:lnTo>
                <a:moveTo>
                  <a:pt x="146" y="435"/>
                </a:moveTo>
                <a:lnTo>
                  <a:pt x="385" y="435"/>
                </a:lnTo>
                <a:cubicBezTo>
                  <a:pt x="413" y="417"/>
                  <a:pt x="437" y="392"/>
                  <a:pt x="453" y="362"/>
                </a:cubicBezTo>
                <a:cubicBezTo>
                  <a:pt x="469" y="332"/>
                  <a:pt x="478" y="300"/>
                  <a:pt x="478" y="265"/>
                </a:cubicBezTo>
                <a:cubicBezTo>
                  <a:pt x="478" y="207"/>
                  <a:pt x="457" y="157"/>
                  <a:pt x="414" y="115"/>
                </a:cubicBezTo>
                <a:cubicBezTo>
                  <a:pt x="373" y="73"/>
                  <a:pt x="323" y="52"/>
                  <a:pt x="265" y="52"/>
                </a:cubicBezTo>
                <a:cubicBezTo>
                  <a:pt x="207" y="52"/>
                  <a:pt x="157" y="73"/>
                  <a:pt x="116" y="115"/>
                </a:cubicBezTo>
                <a:cubicBezTo>
                  <a:pt x="74" y="157"/>
                  <a:pt x="53" y="207"/>
                  <a:pt x="53" y="265"/>
                </a:cubicBezTo>
                <a:cubicBezTo>
                  <a:pt x="53" y="300"/>
                  <a:pt x="62" y="332"/>
                  <a:pt x="78" y="362"/>
                </a:cubicBezTo>
                <a:cubicBezTo>
                  <a:pt x="94" y="392"/>
                  <a:pt x="117" y="417"/>
                  <a:pt x="146" y="435"/>
                </a:cubicBez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87" name=""/>
          <p:cNvSpPr txBox="1"/>
          <p:nvPr/>
        </p:nvSpPr>
        <p:spPr>
          <a:xfrm>
            <a:off x="1970640" y="6765840"/>
            <a:ext cx="2555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チーム全員＋</a:t>
            </a:r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で仕様を検討‧検証する様子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88" name=""/>
          <p:cNvSpPr/>
          <p:nvPr/>
        </p:nvSpPr>
        <p:spPr>
          <a:xfrm>
            <a:off x="6352920" y="218088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1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4"/>
                  <a:pt x="204" y="205"/>
                </a:cubicBezTo>
                <a:cubicBezTo>
                  <a:pt x="193" y="216"/>
                  <a:pt x="180" y="224"/>
                  <a:pt x="166" y="231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4" y="240"/>
                  <a:pt x="89" y="237"/>
                  <a:pt x="74" y="231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1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5"/>
                  <a:pt x="59" y="17"/>
                  <a:pt x="74" y="10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6" y="10"/>
                </a:cubicBezTo>
                <a:cubicBezTo>
                  <a:pt x="180" y="17"/>
                  <a:pt x="193" y="25"/>
                  <a:pt x="204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90"/>
                  <a:pt x="239" y="105"/>
                  <a:pt x="239" y="121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89" name=""/>
          <p:cNvSpPr txBox="1"/>
          <p:nvPr/>
        </p:nvSpPr>
        <p:spPr>
          <a:xfrm>
            <a:off x="6667560" y="1742040"/>
            <a:ext cx="31878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モブエラボレーション（</a:t>
            </a:r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Inception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90" name=""/>
          <p:cNvSpPr txBox="1"/>
          <p:nvPr/>
        </p:nvSpPr>
        <p:spPr>
          <a:xfrm>
            <a:off x="6591240" y="2098080"/>
            <a:ext cx="46490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チーム全員で</a:t>
            </a:r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が生成した要件‧計画書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をレビ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91" name=""/>
          <p:cNvSpPr/>
          <p:nvPr/>
        </p:nvSpPr>
        <p:spPr>
          <a:xfrm>
            <a:off x="6352920" y="29620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79"/>
                  <a:pt x="216" y="192"/>
                  <a:pt x="204" y="203"/>
                </a:cubicBezTo>
                <a:cubicBezTo>
                  <a:pt x="193" y="214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6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92" name=""/>
          <p:cNvSpPr txBox="1"/>
          <p:nvPr/>
        </p:nvSpPr>
        <p:spPr>
          <a:xfrm>
            <a:off x="6591240" y="2460240"/>
            <a:ext cx="457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ュー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93" name=""/>
          <p:cNvSpPr txBox="1"/>
          <p:nvPr/>
        </p:nvSpPr>
        <p:spPr>
          <a:xfrm>
            <a:off x="6591240" y="2879280"/>
            <a:ext cx="4801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「これは違う」「ここを深掘り」とリアルタイ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94" name=""/>
          <p:cNvSpPr/>
          <p:nvPr/>
        </p:nvSpPr>
        <p:spPr>
          <a:xfrm>
            <a:off x="6352920" y="37526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6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95" name=""/>
          <p:cNvSpPr txBox="1"/>
          <p:nvPr/>
        </p:nvSpPr>
        <p:spPr>
          <a:xfrm>
            <a:off x="6591240" y="3250800"/>
            <a:ext cx="9151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ムで修正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96" name=""/>
          <p:cNvSpPr/>
          <p:nvPr/>
        </p:nvSpPr>
        <p:spPr>
          <a:xfrm>
            <a:off x="6400800" y="4628880"/>
            <a:ext cx="230040" cy="230040"/>
          </a:xfrm>
          <a:custGeom>
            <a:avLst/>
            <a:gdLst/>
            <a:ahLst/>
            <a:rect l="0" t="0" r="r" b="b"/>
            <a:pathLst>
              <a:path w="639" h="639">
                <a:moveTo>
                  <a:pt x="516" y="629"/>
                </a:moveTo>
                <a:lnTo>
                  <a:pt x="288" y="400"/>
                </a:lnTo>
                <a:cubicBezTo>
                  <a:pt x="274" y="405"/>
                  <a:pt x="261" y="408"/>
                  <a:pt x="247" y="411"/>
                </a:cubicBezTo>
                <a:cubicBezTo>
                  <a:pt x="234" y="414"/>
                  <a:pt x="220" y="416"/>
                  <a:pt x="206" y="416"/>
                </a:cubicBezTo>
                <a:cubicBezTo>
                  <a:pt x="149" y="416"/>
                  <a:pt x="100" y="396"/>
                  <a:pt x="60" y="356"/>
                </a:cubicBezTo>
                <a:cubicBezTo>
                  <a:pt x="20" y="316"/>
                  <a:pt x="0" y="268"/>
                  <a:pt x="0" y="211"/>
                </a:cubicBezTo>
                <a:cubicBezTo>
                  <a:pt x="0" y="192"/>
                  <a:pt x="3" y="174"/>
                  <a:pt x="8" y="157"/>
                </a:cubicBezTo>
                <a:cubicBezTo>
                  <a:pt x="12" y="140"/>
                  <a:pt x="19" y="123"/>
                  <a:pt x="28" y="108"/>
                </a:cubicBezTo>
                <a:lnTo>
                  <a:pt x="156" y="237"/>
                </a:lnTo>
                <a:lnTo>
                  <a:pt x="237" y="160"/>
                </a:lnTo>
                <a:lnTo>
                  <a:pt x="105" y="28"/>
                </a:lnTo>
                <a:cubicBezTo>
                  <a:pt x="121" y="20"/>
                  <a:pt x="137" y="13"/>
                  <a:pt x="154" y="8"/>
                </a:cubicBezTo>
                <a:cubicBezTo>
                  <a:pt x="171" y="3"/>
                  <a:pt x="188" y="0"/>
                  <a:pt x="206" y="0"/>
                </a:cubicBezTo>
                <a:cubicBezTo>
                  <a:pt x="264" y="0"/>
                  <a:pt x="314" y="21"/>
                  <a:pt x="355" y="61"/>
                </a:cubicBezTo>
                <a:cubicBezTo>
                  <a:pt x="396" y="102"/>
                  <a:pt x="417" y="152"/>
                  <a:pt x="417" y="211"/>
                </a:cubicBezTo>
                <a:cubicBezTo>
                  <a:pt x="417" y="225"/>
                  <a:pt x="415" y="239"/>
                  <a:pt x="412" y="253"/>
                </a:cubicBezTo>
                <a:cubicBezTo>
                  <a:pt x="409" y="266"/>
                  <a:pt x="406" y="280"/>
                  <a:pt x="401" y="293"/>
                </a:cubicBezTo>
                <a:lnTo>
                  <a:pt x="629" y="521"/>
                </a:lnTo>
                <a:cubicBezTo>
                  <a:pt x="636" y="527"/>
                  <a:pt x="639" y="535"/>
                  <a:pt x="639" y="544"/>
                </a:cubicBezTo>
                <a:cubicBezTo>
                  <a:pt x="639" y="553"/>
                  <a:pt x="636" y="561"/>
                  <a:pt x="629" y="567"/>
                </a:cubicBezTo>
                <a:lnTo>
                  <a:pt x="562" y="629"/>
                </a:lnTo>
                <a:cubicBezTo>
                  <a:pt x="556" y="636"/>
                  <a:pt x="548" y="639"/>
                  <a:pt x="539" y="639"/>
                </a:cubicBezTo>
                <a:cubicBezTo>
                  <a:pt x="531" y="639"/>
                  <a:pt x="523" y="636"/>
                  <a:pt x="516" y="629"/>
                </a:cubicBezTo>
                <a:moveTo>
                  <a:pt x="541" y="579"/>
                </a:moveTo>
                <a:lnTo>
                  <a:pt x="576" y="544"/>
                </a:lnTo>
                <a:lnTo>
                  <a:pt x="335" y="303"/>
                </a:lnTo>
                <a:cubicBezTo>
                  <a:pt x="344" y="291"/>
                  <a:pt x="351" y="276"/>
                  <a:pt x="356" y="259"/>
                </a:cubicBezTo>
                <a:cubicBezTo>
                  <a:pt x="361" y="242"/>
                  <a:pt x="363" y="226"/>
                  <a:pt x="363" y="211"/>
                </a:cubicBezTo>
                <a:cubicBezTo>
                  <a:pt x="363" y="166"/>
                  <a:pt x="347" y="129"/>
                  <a:pt x="314" y="98"/>
                </a:cubicBezTo>
                <a:cubicBezTo>
                  <a:pt x="281" y="68"/>
                  <a:pt x="244" y="52"/>
                  <a:pt x="202" y="51"/>
                </a:cubicBezTo>
                <a:lnTo>
                  <a:pt x="292" y="143"/>
                </a:lnTo>
                <a:cubicBezTo>
                  <a:pt x="298" y="148"/>
                  <a:pt x="300" y="155"/>
                  <a:pt x="300" y="162"/>
                </a:cubicBezTo>
                <a:cubicBezTo>
                  <a:pt x="300" y="169"/>
                  <a:pt x="297" y="176"/>
                  <a:pt x="291" y="181"/>
                </a:cubicBezTo>
                <a:lnTo>
                  <a:pt x="174" y="292"/>
                </a:lnTo>
                <a:cubicBezTo>
                  <a:pt x="169" y="297"/>
                  <a:pt x="162" y="299"/>
                  <a:pt x="155" y="299"/>
                </a:cubicBezTo>
                <a:cubicBezTo>
                  <a:pt x="148" y="299"/>
                  <a:pt x="142" y="297"/>
                  <a:pt x="137" y="292"/>
                </a:cubicBezTo>
                <a:lnTo>
                  <a:pt x="51" y="207"/>
                </a:lnTo>
                <a:cubicBezTo>
                  <a:pt x="52" y="252"/>
                  <a:pt x="68" y="289"/>
                  <a:pt x="99" y="319"/>
                </a:cubicBezTo>
                <a:cubicBezTo>
                  <a:pt x="129" y="348"/>
                  <a:pt x="165" y="363"/>
                  <a:pt x="206" y="363"/>
                </a:cubicBezTo>
                <a:cubicBezTo>
                  <a:pt x="221" y="363"/>
                  <a:pt x="236" y="360"/>
                  <a:pt x="253" y="356"/>
                </a:cubicBezTo>
                <a:cubicBezTo>
                  <a:pt x="269" y="351"/>
                  <a:pt x="283" y="344"/>
                  <a:pt x="296" y="335"/>
                </a:cubicBezTo>
                <a:lnTo>
                  <a:pt x="541" y="579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97" name=""/>
          <p:cNvSpPr txBox="1"/>
          <p:nvPr/>
        </p:nvSpPr>
        <p:spPr>
          <a:xfrm>
            <a:off x="6591240" y="3669840"/>
            <a:ext cx="47250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全員が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同じコンテキスト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を共有 → 手戻りゼロ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98" name=""/>
          <p:cNvSpPr/>
          <p:nvPr/>
        </p:nvSpPr>
        <p:spPr>
          <a:xfrm>
            <a:off x="6352920" y="51624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6" y="46"/>
                  <a:pt x="224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99" name=""/>
          <p:cNvSpPr txBox="1"/>
          <p:nvPr/>
        </p:nvSpPr>
        <p:spPr>
          <a:xfrm>
            <a:off x="6667560" y="4723560"/>
            <a:ext cx="37166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モブコンストラクション（</a:t>
            </a:r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Construction</a:t>
            </a:r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00" name=""/>
          <p:cNvSpPr txBox="1"/>
          <p:nvPr/>
        </p:nvSpPr>
        <p:spPr>
          <a:xfrm>
            <a:off x="6591240" y="5079600"/>
            <a:ext cx="4788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AI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がコードを書き、チームは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技術的な判断に集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01" name=""/>
          <p:cNvSpPr/>
          <p:nvPr/>
        </p:nvSpPr>
        <p:spPr>
          <a:xfrm>
            <a:off x="6352920" y="59529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5"/>
                  <a:pt x="59" y="16"/>
                  <a:pt x="74" y="10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6" y="10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02" name=""/>
          <p:cNvSpPr txBox="1"/>
          <p:nvPr/>
        </p:nvSpPr>
        <p:spPr>
          <a:xfrm>
            <a:off x="6591240" y="5451120"/>
            <a:ext cx="229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中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03" name=""/>
          <p:cNvSpPr/>
          <p:nvPr/>
        </p:nvSpPr>
        <p:spPr>
          <a:xfrm>
            <a:off x="6352920" y="63817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7"/>
                  <a:pt x="35" y="35"/>
                </a:cubicBezTo>
                <a:cubicBezTo>
                  <a:pt x="46" y="24"/>
                  <a:pt x="59" y="16"/>
                  <a:pt x="74" y="10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6" y="10"/>
                </a:cubicBezTo>
                <a:cubicBezTo>
                  <a:pt x="180" y="16"/>
                  <a:pt x="193" y="24"/>
                  <a:pt x="204" y="35"/>
                </a:cubicBezTo>
                <a:cubicBezTo>
                  <a:pt x="216" y="47"/>
                  <a:pt x="224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04" name=""/>
          <p:cNvSpPr txBox="1"/>
          <p:nvPr/>
        </p:nvSpPr>
        <p:spPr>
          <a:xfrm>
            <a:off x="6591240" y="5870160"/>
            <a:ext cx="44172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アーキテクチャの選択をその場で議論‧決定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05" name=""/>
          <p:cNvSpPr txBox="1"/>
          <p:nvPr/>
        </p:nvSpPr>
        <p:spPr>
          <a:xfrm>
            <a:off x="6591240" y="6298560"/>
            <a:ext cx="3886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コードレビューが</a:t>
            </a:r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リアルタイム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で完了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06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40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10" name=""/>
          <p:cNvSpPr/>
          <p:nvPr/>
        </p:nvSpPr>
        <p:spPr>
          <a:xfrm>
            <a:off x="571320" y="189540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11" name=""/>
          <p:cNvSpPr/>
          <p:nvPr/>
        </p:nvSpPr>
        <p:spPr>
          <a:xfrm>
            <a:off x="630720" y="1335600"/>
            <a:ext cx="357840" cy="357480"/>
          </a:xfrm>
          <a:custGeom>
            <a:avLst/>
            <a:gdLst/>
            <a:ahLst/>
            <a:rect l="0" t="0" r="r" b="b"/>
            <a:pathLst>
              <a:path w="994" h="993">
                <a:moveTo>
                  <a:pt x="97" y="993"/>
                </a:moveTo>
                <a:cubicBezTo>
                  <a:pt x="85" y="993"/>
                  <a:pt x="75" y="990"/>
                  <a:pt x="67" y="982"/>
                </a:cubicBezTo>
                <a:cubicBezTo>
                  <a:pt x="59" y="974"/>
                  <a:pt x="55" y="964"/>
                  <a:pt x="55" y="952"/>
                </a:cubicBezTo>
                <a:lnTo>
                  <a:pt x="55" y="883"/>
                </a:lnTo>
                <a:lnTo>
                  <a:pt x="0" y="883"/>
                </a:lnTo>
                <a:lnTo>
                  <a:pt x="0" y="676"/>
                </a:lnTo>
                <a:cubicBezTo>
                  <a:pt x="0" y="664"/>
                  <a:pt x="4" y="654"/>
                  <a:pt x="12" y="646"/>
                </a:cubicBezTo>
                <a:cubicBezTo>
                  <a:pt x="20" y="638"/>
                  <a:pt x="30" y="634"/>
                  <a:pt x="42" y="634"/>
                </a:cubicBezTo>
                <a:lnTo>
                  <a:pt x="111" y="634"/>
                </a:lnTo>
                <a:lnTo>
                  <a:pt x="111" y="207"/>
                </a:lnTo>
                <a:cubicBezTo>
                  <a:pt x="111" y="148"/>
                  <a:pt x="132" y="99"/>
                  <a:pt x="175" y="60"/>
                </a:cubicBezTo>
                <a:cubicBezTo>
                  <a:pt x="219" y="20"/>
                  <a:pt x="270" y="0"/>
                  <a:pt x="331" y="0"/>
                </a:cubicBezTo>
                <a:cubicBezTo>
                  <a:pt x="389" y="0"/>
                  <a:pt x="438" y="20"/>
                  <a:pt x="478" y="60"/>
                </a:cubicBezTo>
                <a:cubicBezTo>
                  <a:pt x="518" y="100"/>
                  <a:pt x="538" y="149"/>
                  <a:pt x="538" y="207"/>
                </a:cubicBezTo>
                <a:lnTo>
                  <a:pt x="538" y="787"/>
                </a:lnTo>
                <a:cubicBezTo>
                  <a:pt x="538" y="822"/>
                  <a:pt x="550" y="851"/>
                  <a:pt x="574" y="875"/>
                </a:cubicBezTo>
                <a:cubicBezTo>
                  <a:pt x="598" y="899"/>
                  <a:pt x="627" y="911"/>
                  <a:pt x="662" y="911"/>
                </a:cubicBezTo>
                <a:cubicBezTo>
                  <a:pt x="699" y="911"/>
                  <a:pt x="733" y="899"/>
                  <a:pt x="760" y="876"/>
                </a:cubicBezTo>
                <a:cubicBezTo>
                  <a:pt x="787" y="852"/>
                  <a:pt x="801" y="823"/>
                  <a:pt x="801" y="787"/>
                </a:cubicBezTo>
                <a:lnTo>
                  <a:pt x="801" y="359"/>
                </a:lnTo>
                <a:lnTo>
                  <a:pt x="732" y="359"/>
                </a:lnTo>
                <a:cubicBezTo>
                  <a:pt x="719" y="359"/>
                  <a:pt x="709" y="355"/>
                  <a:pt x="701" y="347"/>
                </a:cubicBezTo>
                <a:cubicBezTo>
                  <a:pt x="693" y="339"/>
                  <a:pt x="689" y="329"/>
                  <a:pt x="689" y="317"/>
                </a:cubicBezTo>
                <a:lnTo>
                  <a:pt x="689" y="111"/>
                </a:lnTo>
                <a:lnTo>
                  <a:pt x="746" y="111"/>
                </a:lnTo>
                <a:lnTo>
                  <a:pt x="746" y="42"/>
                </a:lnTo>
                <a:cubicBezTo>
                  <a:pt x="746" y="30"/>
                  <a:pt x="749" y="20"/>
                  <a:pt x="757" y="12"/>
                </a:cubicBezTo>
                <a:cubicBezTo>
                  <a:pt x="765" y="4"/>
                  <a:pt x="775" y="0"/>
                  <a:pt x="787" y="0"/>
                </a:cubicBezTo>
                <a:lnTo>
                  <a:pt x="897" y="0"/>
                </a:lnTo>
                <a:cubicBezTo>
                  <a:pt x="909" y="0"/>
                  <a:pt x="919" y="4"/>
                  <a:pt x="927" y="12"/>
                </a:cubicBezTo>
                <a:cubicBezTo>
                  <a:pt x="935" y="20"/>
                  <a:pt x="938" y="30"/>
                  <a:pt x="938" y="42"/>
                </a:cubicBezTo>
                <a:lnTo>
                  <a:pt x="938" y="111"/>
                </a:lnTo>
                <a:lnTo>
                  <a:pt x="994" y="111"/>
                </a:lnTo>
                <a:lnTo>
                  <a:pt x="994" y="317"/>
                </a:lnTo>
                <a:cubicBezTo>
                  <a:pt x="994" y="329"/>
                  <a:pt x="990" y="339"/>
                  <a:pt x="982" y="347"/>
                </a:cubicBezTo>
                <a:cubicBezTo>
                  <a:pt x="974" y="355"/>
                  <a:pt x="964" y="359"/>
                  <a:pt x="952" y="359"/>
                </a:cubicBezTo>
                <a:lnTo>
                  <a:pt x="883" y="359"/>
                </a:lnTo>
                <a:lnTo>
                  <a:pt x="883" y="787"/>
                </a:lnTo>
                <a:cubicBezTo>
                  <a:pt x="883" y="846"/>
                  <a:pt x="862" y="895"/>
                  <a:pt x="819" y="934"/>
                </a:cubicBezTo>
                <a:cubicBezTo>
                  <a:pt x="775" y="974"/>
                  <a:pt x="722" y="993"/>
                  <a:pt x="662" y="993"/>
                </a:cubicBezTo>
                <a:cubicBezTo>
                  <a:pt x="604" y="993"/>
                  <a:pt x="555" y="973"/>
                  <a:pt x="515" y="934"/>
                </a:cubicBezTo>
                <a:cubicBezTo>
                  <a:pt x="475" y="894"/>
                  <a:pt x="455" y="845"/>
                  <a:pt x="455" y="787"/>
                </a:cubicBezTo>
                <a:lnTo>
                  <a:pt x="455" y="207"/>
                </a:lnTo>
                <a:cubicBezTo>
                  <a:pt x="455" y="172"/>
                  <a:pt x="443" y="143"/>
                  <a:pt x="419" y="119"/>
                </a:cubicBezTo>
                <a:cubicBezTo>
                  <a:pt x="395" y="95"/>
                  <a:pt x="366" y="83"/>
                  <a:pt x="331" y="83"/>
                </a:cubicBezTo>
                <a:cubicBezTo>
                  <a:pt x="293" y="83"/>
                  <a:pt x="261" y="95"/>
                  <a:pt x="234" y="118"/>
                </a:cubicBezTo>
                <a:cubicBezTo>
                  <a:pt x="207" y="142"/>
                  <a:pt x="193" y="171"/>
                  <a:pt x="193" y="207"/>
                </a:cubicBezTo>
                <a:lnTo>
                  <a:pt x="193" y="634"/>
                </a:lnTo>
                <a:lnTo>
                  <a:pt x="262" y="634"/>
                </a:lnTo>
                <a:cubicBezTo>
                  <a:pt x="274" y="634"/>
                  <a:pt x="284" y="638"/>
                  <a:pt x="292" y="646"/>
                </a:cubicBezTo>
                <a:cubicBezTo>
                  <a:pt x="300" y="654"/>
                  <a:pt x="304" y="664"/>
                  <a:pt x="304" y="676"/>
                </a:cubicBezTo>
                <a:lnTo>
                  <a:pt x="304" y="883"/>
                </a:lnTo>
                <a:lnTo>
                  <a:pt x="248" y="883"/>
                </a:lnTo>
                <a:lnTo>
                  <a:pt x="248" y="952"/>
                </a:lnTo>
                <a:cubicBezTo>
                  <a:pt x="248" y="964"/>
                  <a:pt x="245" y="974"/>
                  <a:pt x="237" y="982"/>
                </a:cubicBezTo>
                <a:cubicBezTo>
                  <a:pt x="229" y="990"/>
                  <a:pt x="219" y="993"/>
                  <a:pt x="207" y="993"/>
                </a:cubicBezTo>
                <a:lnTo>
                  <a:pt x="97" y="993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12" name=""/>
          <p:cNvSpPr/>
          <p:nvPr/>
        </p:nvSpPr>
        <p:spPr>
          <a:xfrm>
            <a:off x="414360" y="2041920"/>
            <a:ext cx="5763960" cy="2639880"/>
          </a:xfrm>
          <a:custGeom>
            <a:avLst/>
            <a:gdLst/>
            <a:ahLst/>
            <a:rect l="0" t="0" r="r" b="b"/>
            <a:pathLst>
              <a:path w="16011" h="7333">
                <a:moveTo>
                  <a:pt x="436" y="625"/>
                </a:moveTo>
                <a:lnTo>
                  <a:pt x="436" y="6552"/>
                </a:lnTo>
                <a:cubicBezTo>
                  <a:pt x="436" y="6587"/>
                  <a:pt x="443" y="6621"/>
                  <a:pt x="456" y="6654"/>
                </a:cubicBezTo>
                <a:cubicBezTo>
                  <a:pt x="470" y="6686"/>
                  <a:pt x="489" y="6715"/>
                  <a:pt x="513" y="6739"/>
                </a:cubicBezTo>
                <a:cubicBezTo>
                  <a:pt x="538" y="6764"/>
                  <a:pt x="567" y="6783"/>
                  <a:pt x="599" y="6797"/>
                </a:cubicBezTo>
                <a:cubicBezTo>
                  <a:pt x="632" y="6810"/>
                  <a:pt x="665" y="6817"/>
                  <a:pt x="701" y="6817"/>
                </a:cubicBezTo>
                <a:lnTo>
                  <a:pt x="15307" y="6817"/>
                </a:lnTo>
                <a:cubicBezTo>
                  <a:pt x="15342" y="6817"/>
                  <a:pt x="15375" y="6810"/>
                  <a:pt x="15408" y="6797"/>
                </a:cubicBezTo>
                <a:cubicBezTo>
                  <a:pt x="15440" y="6783"/>
                  <a:pt x="15469" y="6764"/>
                  <a:pt x="15494" y="6739"/>
                </a:cubicBezTo>
                <a:cubicBezTo>
                  <a:pt x="15518" y="6715"/>
                  <a:pt x="15538" y="6686"/>
                  <a:pt x="15551" y="6654"/>
                </a:cubicBezTo>
                <a:cubicBezTo>
                  <a:pt x="15564" y="6621"/>
                  <a:pt x="15571" y="6587"/>
                  <a:pt x="15571" y="6552"/>
                </a:cubicBezTo>
                <a:lnTo>
                  <a:pt x="15571" y="625"/>
                </a:lnTo>
                <a:cubicBezTo>
                  <a:pt x="15571" y="589"/>
                  <a:pt x="15564" y="556"/>
                  <a:pt x="15551" y="523"/>
                </a:cubicBezTo>
                <a:cubicBezTo>
                  <a:pt x="15538" y="491"/>
                  <a:pt x="15518" y="462"/>
                  <a:pt x="15494" y="437"/>
                </a:cubicBezTo>
                <a:cubicBezTo>
                  <a:pt x="15469" y="413"/>
                  <a:pt x="15440" y="394"/>
                  <a:pt x="15408" y="380"/>
                </a:cubicBezTo>
                <a:cubicBezTo>
                  <a:pt x="15375" y="367"/>
                  <a:pt x="15342" y="360"/>
                  <a:pt x="15307" y="360"/>
                </a:cubicBezTo>
                <a:lnTo>
                  <a:pt x="701" y="360"/>
                </a:lnTo>
                <a:cubicBezTo>
                  <a:pt x="665" y="360"/>
                  <a:pt x="632" y="367"/>
                  <a:pt x="599" y="380"/>
                </a:cubicBezTo>
                <a:cubicBezTo>
                  <a:pt x="567" y="394"/>
                  <a:pt x="538" y="413"/>
                  <a:pt x="513" y="437"/>
                </a:cubicBezTo>
                <a:cubicBezTo>
                  <a:pt x="489" y="462"/>
                  <a:pt x="470" y="491"/>
                  <a:pt x="456" y="523"/>
                </a:cubicBezTo>
                <a:cubicBezTo>
                  <a:pt x="443" y="556"/>
                  <a:pt x="436" y="589"/>
                  <a:pt x="436" y="625"/>
                </a:cubicBezTo>
                <a:moveTo>
                  <a:pt x="0" y="0"/>
                </a:moveTo>
                <a:lnTo>
                  <a:pt x="16011" y="0"/>
                </a:lnTo>
                <a:lnTo>
                  <a:pt x="16011" y="7333"/>
                </a:lnTo>
                <a:lnTo>
                  <a:pt x="0" y="7333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813" name=""/>
          <p:cNvSpPr/>
          <p:nvPr/>
        </p:nvSpPr>
        <p:spPr>
          <a:xfrm>
            <a:off x="580680" y="2180880"/>
            <a:ext cx="2715120" cy="390960"/>
          </a:xfrm>
          <a:custGeom>
            <a:avLst/>
            <a:gdLst/>
            <a:ahLst/>
            <a:rect l="0" t="0" r="r" b="b"/>
            <a:pathLst>
              <a:path w="7542" h="1086">
                <a:moveTo>
                  <a:pt x="51" y="51"/>
                </a:moveTo>
                <a:cubicBezTo>
                  <a:pt x="73" y="30"/>
                  <a:pt x="97" y="13"/>
                  <a:pt x="123" y="0"/>
                </a:cubicBezTo>
                <a:lnTo>
                  <a:pt x="7542" y="0"/>
                </a:lnTo>
                <a:lnTo>
                  <a:pt x="7542" y="1086"/>
                </a:lnTo>
                <a:lnTo>
                  <a:pt x="0" y="1086"/>
                </a:lnTo>
                <a:lnTo>
                  <a:pt x="0" y="123"/>
                </a:lnTo>
                <a:cubicBezTo>
                  <a:pt x="13" y="97"/>
                  <a:pt x="30" y="73"/>
                  <a:pt x="51" y="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14" name=""/>
          <p:cNvSpPr/>
          <p:nvPr/>
        </p:nvSpPr>
        <p:spPr>
          <a:xfrm>
            <a:off x="3295440" y="2180880"/>
            <a:ext cx="2724480" cy="390960"/>
          </a:xfrm>
          <a:custGeom>
            <a:avLst/>
            <a:gdLst/>
            <a:ahLst/>
            <a:rect l="0" t="0" r="r" b="b"/>
            <a:pathLst>
              <a:path w="7568" h="1086">
                <a:moveTo>
                  <a:pt x="7491" y="51"/>
                </a:moveTo>
                <a:cubicBezTo>
                  <a:pt x="7515" y="76"/>
                  <a:pt x="7535" y="105"/>
                  <a:pt x="7548" y="137"/>
                </a:cubicBezTo>
                <a:cubicBezTo>
                  <a:pt x="7561" y="170"/>
                  <a:pt x="7568" y="203"/>
                  <a:pt x="7568" y="239"/>
                </a:cubicBezTo>
                <a:lnTo>
                  <a:pt x="7568" y="1086"/>
                </a:lnTo>
                <a:lnTo>
                  <a:pt x="0" y="1086"/>
                </a:lnTo>
                <a:lnTo>
                  <a:pt x="0" y="0"/>
                </a:lnTo>
                <a:lnTo>
                  <a:pt x="7419" y="0"/>
                </a:lnTo>
                <a:cubicBezTo>
                  <a:pt x="7446" y="13"/>
                  <a:pt x="7470" y="30"/>
                  <a:pt x="7491" y="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15" name=""/>
          <p:cNvSpPr/>
          <p:nvPr/>
        </p:nvSpPr>
        <p:spPr>
          <a:xfrm>
            <a:off x="580680" y="2180880"/>
            <a:ext cx="2715120" cy="390960"/>
          </a:xfrm>
          <a:custGeom>
            <a:avLst/>
            <a:gdLst/>
            <a:ahLst/>
            <a:rect l="0" t="0" r="r" b="b"/>
            <a:pathLst>
              <a:path w="7542" h="1086">
                <a:moveTo>
                  <a:pt x="51" y="51"/>
                </a:moveTo>
                <a:cubicBezTo>
                  <a:pt x="73" y="30"/>
                  <a:pt x="97" y="13"/>
                  <a:pt x="123" y="0"/>
                </a:cubicBezTo>
                <a:lnTo>
                  <a:pt x="7542" y="0"/>
                </a:lnTo>
                <a:lnTo>
                  <a:pt x="7542" y="1086"/>
                </a:lnTo>
                <a:lnTo>
                  <a:pt x="0" y="1086"/>
                </a:lnTo>
                <a:lnTo>
                  <a:pt x="0" y="123"/>
                </a:lnTo>
                <a:cubicBezTo>
                  <a:pt x="13" y="97"/>
                  <a:pt x="30" y="73"/>
                  <a:pt x="51" y="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16" name=""/>
          <p:cNvSpPr/>
          <p:nvPr/>
        </p:nvSpPr>
        <p:spPr>
          <a:xfrm>
            <a:off x="3295440" y="2180880"/>
            <a:ext cx="2724480" cy="390960"/>
          </a:xfrm>
          <a:custGeom>
            <a:avLst/>
            <a:gdLst/>
            <a:ahLst/>
            <a:rect l="0" t="0" r="r" b="b"/>
            <a:pathLst>
              <a:path w="7568" h="1086">
                <a:moveTo>
                  <a:pt x="7491" y="51"/>
                </a:moveTo>
                <a:cubicBezTo>
                  <a:pt x="7515" y="76"/>
                  <a:pt x="7535" y="105"/>
                  <a:pt x="7548" y="137"/>
                </a:cubicBezTo>
                <a:cubicBezTo>
                  <a:pt x="7561" y="170"/>
                  <a:pt x="7568" y="203"/>
                  <a:pt x="7568" y="239"/>
                </a:cubicBezTo>
                <a:lnTo>
                  <a:pt x="7568" y="1086"/>
                </a:lnTo>
                <a:lnTo>
                  <a:pt x="0" y="1086"/>
                </a:lnTo>
                <a:lnTo>
                  <a:pt x="0" y="0"/>
                </a:lnTo>
                <a:lnTo>
                  <a:pt x="7419" y="0"/>
                </a:lnTo>
                <a:cubicBezTo>
                  <a:pt x="7446" y="13"/>
                  <a:pt x="7470" y="30"/>
                  <a:pt x="7491" y="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17" name=""/>
          <p:cNvSpPr/>
          <p:nvPr/>
        </p:nvSpPr>
        <p:spPr>
          <a:xfrm>
            <a:off x="580680" y="2571480"/>
            <a:ext cx="2715120" cy="648000"/>
          </a:xfrm>
          <a:custGeom>
            <a:avLst/>
            <a:gdLst/>
            <a:ahLst/>
            <a:rect l="0" t="0" r="r" b="b"/>
            <a:pathLst>
              <a:path w="7542" h="1800">
                <a:moveTo>
                  <a:pt x="0" y="0"/>
                </a:moveTo>
                <a:lnTo>
                  <a:pt x="7542" y="0"/>
                </a:lnTo>
                <a:lnTo>
                  <a:pt x="7542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18" name=""/>
          <p:cNvSpPr/>
          <p:nvPr/>
        </p:nvSpPr>
        <p:spPr>
          <a:xfrm>
            <a:off x="3295440" y="2571480"/>
            <a:ext cx="2724480" cy="648000"/>
          </a:xfrm>
          <a:custGeom>
            <a:avLst/>
            <a:gdLst/>
            <a:ahLst/>
            <a:rect l="0" t="0" r="r" b="b"/>
            <a:pathLst>
              <a:path w="7568" h="1800">
                <a:moveTo>
                  <a:pt x="7568" y="1800"/>
                </a:moveTo>
                <a:lnTo>
                  <a:pt x="0" y="1800"/>
                </a:lnTo>
                <a:lnTo>
                  <a:pt x="0" y="0"/>
                </a:lnTo>
                <a:lnTo>
                  <a:pt x="7568" y="0"/>
                </a:lnTo>
                <a:lnTo>
                  <a:pt x="7568" y="18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19" name=""/>
          <p:cNvSpPr/>
          <p:nvPr/>
        </p:nvSpPr>
        <p:spPr>
          <a:xfrm>
            <a:off x="580680" y="2571480"/>
            <a:ext cx="2715120" cy="648000"/>
          </a:xfrm>
          <a:custGeom>
            <a:avLst/>
            <a:gdLst/>
            <a:ahLst/>
            <a:rect l="0" t="0" r="r" b="b"/>
            <a:pathLst>
              <a:path w="7542" h="1800">
                <a:moveTo>
                  <a:pt x="0" y="0"/>
                </a:moveTo>
                <a:lnTo>
                  <a:pt x="7542" y="0"/>
                </a:lnTo>
                <a:lnTo>
                  <a:pt x="7542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20" name=""/>
          <p:cNvSpPr/>
          <p:nvPr/>
        </p:nvSpPr>
        <p:spPr>
          <a:xfrm>
            <a:off x="3295440" y="2571480"/>
            <a:ext cx="2724480" cy="648000"/>
          </a:xfrm>
          <a:custGeom>
            <a:avLst/>
            <a:gdLst/>
            <a:ahLst/>
            <a:rect l="0" t="0" r="r" b="b"/>
            <a:pathLst>
              <a:path w="7568" h="1800">
                <a:moveTo>
                  <a:pt x="7568" y="1800"/>
                </a:moveTo>
                <a:lnTo>
                  <a:pt x="0" y="1800"/>
                </a:lnTo>
                <a:lnTo>
                  <a:pt x="0" y="0"/>
                </a:lnTo>
                <a:lnTo>
                  <a:pt x="7568" y="0"/>
                </a:lnTo>
                <a:lnTo>
                  <a:pt x="7568" y="180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21" name=""/>
          <p:cNvSpPr/>
          <p:nvPr/>
        </p:nvSpPr>
        <p:spPr>
          <a:xfrm>
            <a:off x="580680" y="3219120"/>
            <a:ext cx="2715120" cy="638640"/>
          </a:xfrm>
          <a:custGeom>
            <a:avLst/>
            <a:gdLst/>
            <a:ahLst/>
            <a:rect l="0" t="0" r="r" b="b"/>
            <a:pathLst>
              <a:path w="7542" h="1774">
                <a:moveTo>
                  <a:pt x="0" y="0"/>
                </a:moveTo>
                <a:lnTo>
                  <a:pt x="7542" y="0"/>
                </a:lnTo>
                <a:lnTo>
                  <a:pt x="7542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22" name=""/>
          <p:cNvSpPr/>
          <p:nvPr/>
        </p:nvSpPr>
        <p:spPr>
          <a:xfrm>
            <a:off x="3295440" y="3219120"/>
            <a:ext cx="2724480" cy="638640"/>
          </a:xfrm>
          <a:custGeom>
            <a:avLst/>
            <a:gdLst/>
            <a:ahLst/>
            <a:rect l="0" t="0" r="r" b="b"/>
            <a:pathLst>
              <a:path w="7568" h="1774">
                <a:moveTo>
                  <a:pt x="7568" y="1774"/>
                </a:moveTo>
                <a:lnTo>
                  <a:pt x="0" y="1774"/>
                </a:lnTo>
                <a:lnTo>
                  <a:pt x="0" y="0"/>
                </a:lnTo>
                <a:lnTo>
                  <a:pt x="7568" y="0"/>
                </a:lnTo>
                <a:lnTo>
                  <a:pt x="7568" y="1774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23" name=""/>
          <p:cNvSpPr/>
          <p:nvPr/>
        </p:nvSpPr>
        <p:spPr>
          <a:xfrm>
            <a:off x="580680" y="3219120"/>
            <a:ext cx="2715120" cy="638640"/>
          </a:xfrm>
          <a:custGeom>
            <a:avLst/>
            <a:gdLst/>
            <a:ahLst/>
            <a:rect l="0" t="0" r="r" b="b"/>
            <a:pathLst>
              <a:path w="7542" h="1774">
                <a:moveTo>
                  <a:pt x="0" y="0"/>
                </a:moveTo>
                <a:lnTo>
                  <a:pt x="7542" y="0"/>
                </a:lnTo>
                <a:lnTo>
                  <a:pt x="7542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24" name=""/>
          <p:cNvSpPr/>
          <p:nvPr/>
        </p:nvSpPr>
        <p:spPr>
          <a:xfrm>
            <a:off x="3295440" y="3219120"/>
            <a:ext cx="2724480" cy="638640"/>
          </a:xfrm>
          <a:custGeom>
            <a:avLst/>
            <a:gdLst/>
            <a:ahLst/>
            <a:rect l="0" t="0" r="r" b="b"/>
            <a:pathLst>
              <a:path w="7568" h="1774">
                <a:moveTo>
                  <a:pt x="7568" y="1774"/>
                </a:moveTo>
                <a:lnTo>
                  <a:pt x="0" y="1774"/>
                </a:lnTo>
                <a:lnTo>
                  <a:pt x="0" y="0"/>
                </a:lnTo>
                <a:lnTo>
                  <a:pt x="7568" y="0"/>
                </a:lnTo>
                <a:lnTo>
                  <a:pt x="7568" y="1774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25" name=""/>
          <p:cNvSpPr/>
          <p:nvPr/>
        </p:nvSpPr>
        <p:spPr>
          <a:xfrm>
            <a:off x="580680" y="3857400"/>
            <a:ext cx="2715120" cy="638640"/>
          </a:xfrm>
          <a:custGeom>
            <a:avLst/>
            <a:gdLst/>
            <a:ahLst/>
            <a:rect l="0" t="0" r="r" b="b"/>
            <a:pathLst>
              <a:path w="7542" h="1774">
                <a:moveTo>
                  <a:pt x="239" y="1774"/>
                </a:moveTo>
                <a:cubicBezTo>
                  <a:pt x="203" y="1774"/>
                  <a:pt x="170" y="1767"/>
                  <a:pt x="137" y="1754"/>
                </a:cubicBezTo>
                <a:cubicBezTo>
                  <a:pt x="105" y="1740"/>
                  <a:pt x="76" y="1721"/>
                  <a:pt x="51" y="1696"/>
                </a:cubicBezTo>
                <a:cubicBezTo>
                  <a:pt x="30" y="1675"/>
                  <a:pt x="13" y="1651"/>
                  <a:pt x="0" y="1625"/>
                </a:cubicBezTo>
                <a:lnTo>
                  <a:pt x="0" y="0"/>
                </a:lnTo>
                <a:lnTo>
                  <a:pt x="7542" y="0"/>
                </a:lnTo>
                <a:lnTo>
                  <a:pt x="7542" y="1774"/>
                </a:lnTo>
                <a:lnTo>
                  <a:pt x="239" y="177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26" name=""/>
          <p:cNvSpPr/>
          <p:nvPr/>
        </p:nvSpPr>
        <p:spPr>
          <a:xfrm>
            <a:off x="3295440" y="3857400"/>
            <a:ext cx="2724480" cy="638640"/>
          </a:xfrm>
          <a:custGeom>
            <a:avLst/>
            <a:gdLst/>
            <a:ahLst/>
            <a:rect l="0" t="0" r="r" b="b"/>
            <a:pathLst>
              <a:path w="7568" h="1774">
                <a:moveTo>
                  <a:pt x="7568" y="1509"/>
                </a:moveTo>
                <a:cubicBezTo>
                  <a:pt x="7568" y="1544"/>
                  <a:pt x="7561" y="1578"/>
                  <a:pt x="7548" y="1611"/>
                </a:cubicBezTo>
                <a:cubicBezTo>
                  <a:pt x="7535" y="1643"/>
                  <a:pt x="7515" y="1672"/>
                  <a:pt x="7491" y="1696"/>
                </a:cubicBezTo>
                <a:cubicBezTo>
                  <a:pt x="7466" y="1721"/>
                  <a:pt x="7437" y="1740"/>
                  <a:pt x="7405" y="1754"/>
                </a:cubicBezTo>
                <a:cubicBezTo>
                  <a:pt x="7372" y="1767"/>
                  <a:pt x="7339" y="1774"/>
                  <a:pt x="7304" y="1774"/>
                </a:cubicBezTo>
                <a:lnTo>
                  <a:pt x="0" y="1774"/>
                </a:lnTo>
                <a:lnTo>
                  <a:pt x="0" y="0"/>
                </a:lnTo>
                <a:lnTo>
                  <a:pt x="7568" y="0"/>
                </a:lnTo>
                <a:lnTo>
                  <a:pt x="7568" y="150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27" name=""/>
          <p:cNvSpPr/>
          <p:nvPr/>
        </p:nvSpPr>
        <p:spPr>
          <a:xfrm>
            <a:off x="580680" y="3857400"/>
            <a:ext cx="2715120" cy="638640"/>
          </a:xfrm>
          <a:custGeom>
            <a:avLst/>
            <a:gdLst/>
            <a:ahLst/>
            <a:rect l="0" t="0" r="r" b="b"/>
            <a:pathLst>
              <a:path w="7542" h="1774">
                <a:moveTo>
                  <a:pt x="239" y="1774"/>
                </a:moveTo>
                <a:cubicBezTo>
                  <a:pt x="203" y="1774"/>
                  <a:pt x="170" y="1767"/>
                  <a:pt x="137" y="1754"/>
                </a:cubicBezTo>
                <a:cubicBezTo>
                  <a:pt x="105" y="1740"/>
                  <a:pt x="76" y="1721"/>
                  <a:pt x="51" y="1696"/>
                </a:cubicBezTo>
                <a:cubicBezTo>
                  <a:pt x="30" y="1675"/>
                  <a:pt x="13" y="1651"/>
                  <a:pt x="0" y="1625"/>
                </a:cubicBezTo>
                <a:lnTo>
                  <a:pt x="0" y="0"/>
                </a:lnTo>
                <a:lnTo>
                  <a:pt x="7542" y="0"/>
                </a:lnTo>
                <a:lnTo>
                  <a:pt x="7542" y="1774"/>
                </a:lnTo>
                <a:lnTo>
                  <a:pt x="239" y="1774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28" name=""/>
          <p:cNvSpPr/>
          <p:nvPr/>
        </p:nvSpPr>
        <p:spPr>
          <a:xfrm>
            <a:off x="3295440" y="3857400"/>
            <a:ext cx="2724480" cy="638640"/>
          </a:xfrm>
          <a:custGeom>
            <a:avLst/>
            <a:gdLst/>
            <a:ahLst/>
            <a:rect l="0" t="0" r="r" b="b"/>
            <a:pathLst>
              <a:path w="7568" h="1774">
                <a:moveTo>
                  <a:pt x="7568" y="1509"/>
                </a:moveTo>
                <a:cubicBezTo>
                  <a:pt x="7568" y="1544"/>
                  <a:pt x="7561" y="1578"/>
                  <a:pt x="7548" y="1611"/>
                </a:cubicBezTo>
                <a:cubicBezTo>
                  <a:pt x="7535" y="1643"/>
                  <a:pt x="7515" y="1672"/>
                  <a:pt x="7491" y="1696"/>
                </a:cubicBezTo>
                <a:cubicBezTo>
                  <a:pt x="7466" y="1721"/>
                  <a:pt x="7437" y="1740"/>
                  <a:pt x="7405" y="1754"/>
                </a:cubicBezTo>
                <a:cubicBezTo>
                  <a:pt x="7372" y="1767"/>
                  <a:pt x="7339" y="1774"/>
                  <a:pt x="7304" y="1774"/>
                </a:cubicBezTo>
                <a:lnTo>
                  <a:pt x="0" y="1774"/>
                </a:lnTo>
                <a:lnTo>
                  <a:pt x="0" y="0"/>
                </a:lnTo>
                <a:lnTo>
                  <a:pt x="7568" y="0"/>
                </a:lnTo>
                <a:lnTo>
                  <a:pt x="7568" y="1509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29" name=""/>
          <p:cNvSpPr/>
          <p:nvPr/>
        </p:nvSpPr>
        <p:spPr>
          <a:xfrm>
            <a:off x="571320" y="2225160"/>
            <a:ext cx="9720" cy="356400"/>
          </a:xfrm>
          <a:custGeom>
            <a:avLst/>
            <a:gdLst/>
            <a:ahLst/>
            <a:rect l="0" t="0" r="r" b="b"/>
            <a:pathLst>
              <a:path w="27" h="990">
                <a:moveTo>
                  <a:pt x="21" y="14"/>
                </a:moveTo>
                <a:cubicBezTo>
                  <a:pt x="23" y="10"/>
                  <a:pt x="25" y="5"/>
                  <a:pt x="27" y="0"/>
                </a:cubicBezTo>
                <a:lnTo>
                  <a:pt x="27" y="990"/>
                </a:lnTo>
                <a:lnTo>
                  <a:pt x="0" y="990"/>
                </a:lnTo>
                <a:lnTo>
                  <a:pt x="0" y="116"/>
                </a:lnTo>
                <a:cubicBezTo>
                  <a:pt x="0" y="80"/>
                  <a:pt x="7" y="47"/>
                  <a:pt x="21" y="14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30" name=""/>
          <p:cNvSpPr/>
          <p:nvPr/>
        </p:nvSpPr>
        <p:spPr>
          <a:xfrm>
            <a:off x="624960" y="2171520"/>
            <a:ext cx="2680560" cy="9720"/>
          </a:xfrm>
          <a:custGeom>
            <a:avLst/>
            <a:gdLst/>
            <a:ahLst/>
            <a:rect l="0" t="0" r="r" b="b"/>
            <a:pathLst>
              <a:path w="7446" h="27">
                <a:moveTo>
                  <a:pt x="14" y="21"/>
                </a:moveTo>
                <a:cubicBezTo>
                  <a:pt x="47" y="7"/>
                  <a:pt x="80" y="0"/>
                  <a:pt x="116" y="0"/>
                </a:cubicBezTo>
                <a:lnTo>
                  <a:pt x="7446" y="0"/>
                </a:lnTo>
                <a:lnTo>
                  <a:pt x="7446" y="27"/>
                </a:lnTo>
                <a:lnTo>
                  <a:pt x="0" y="27"/>
                </a:lnTo>
                <a:cubicBezTo>
                  <a:pt x="5" y="25"/>
                  <a:pt x="10" y="23"/>
                  <a:pt x="14" y="21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31" name=""/>
          <p:cNvSpPr/>
          <p:nvPr/>
        </p:nvSpPr>
        <p:spPr>
          <a:xfrm>
            <a:off x="3295440" y="2171520"/>
            <a:ext cx="10080" cy="410040"/>
          </a:xfrm>
          <a:custGeom>
            <a:avLst/>
            <a:gdLst/>
            <a:ah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32" name=""/>
          <p:cNvSpPr/>
          <p:nvPr/>
        </p:nvSpPr>
        <p:spPr>
          <a:xfrm>
            <a:off x="3305160" y="2171520"/>
            <a:ext cx="2661120" cy="9720"/>
          </a:xfrm>
          <a:custGeom>
            <a:avLst/>
            <a:gdLst/>
            <a:ahLst/>
            <a:rect l="0" t="0" r="r" b="b"/>
            <a:pathLst>
              <a:path w="7392" h="27">
                <a:moveTo>
                  <a:pt x="7378" y="21"/>
                </a:moveTo>
                <a:cubicBezTo>
                  <a:pt x="7383" y="23"/>
                  <a:pt x="7387" y="25"/>
                  <a:pt x="7392" y="27"/>
                </a:cubicBezTo>
                <a:lnTo>
                  <a:pt x="0" y="27"/>
                </a:lnTo>
                <a:lnTo>
                  <a:pt x="0" y="0"/>
                </a:lnTo>
                <a:lnTo>
                  <a:pt x="7277" y="0"/>
                </a:lnTo>
                <a:cubicBezTo>
                  <a:pt x="7312" y="0"/>
                  <a:pt x="7345" y="7"/>
                  <a:pt x="7378" y="21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33" name=""/>
          <p:cNvSpPr/>
          <p:nvPr/>
        </p:nvSpPr>
        <p:spPr>
          <a:xfrm>
            <a:off x="6010200" y="2225160"/>
            <a:ext cx="9720" cy="356400"/>
          </a:xfrm>
          <a:custGeom>
            <a:avLst/>
            <a:gdLst/>
            <a:ahLst/>
            <a:rect l="0" t="0" r="r" b="b"/>
            <a:pathLst>
              <a:path w="27" h="990">
                <a:moveTo>
                  <a:pt x="6" y="14"/>
                </a:moveTo>
                <a:cubicBezTo>
                  <a:pt x="20" y="47"/>
                  <a:pt x="27" y="80"/>
                  <a:pt x="27" y="116"/>
                </a:cubicBezTo>
                <a:lnTo>
                  <a:pt x="27" y="990"/>
                </a:lnTo>
                <a:lnTo>
                  <a:pt x="0" y="990"/>
                </a:lnTo>
                <a:lnTo>
                  <a:pt x="0" y="0"/>
                </a:lnTo>
                <a:cubicBezTo>
                  <a:pt x="2" y="5"/>
                  <a:pt x="4" y="10"/>
                  <a:pt x="6" y="14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34" name=""/>
          <p:cNvSpPr/>
          <p:nvPr/>
        </p:nvSpPr>
        <p:spPr>
          <a:xfrm>
            <a:off x="571320" y="2571480"/>
            <a:ext cx="2734200" cy="10080"/>
          </a:xfrm>
          <a:custGeom>
            <a:avLst/>
            <a:gdLst/>
            <a:ahLst/>
            <a:rect l="0" t="0" r="r" b="b"/>
            <a:pathLst>
              <a:path w="7595" h="28">
                <a:moveTo>
                  <a:pt x="0" y="0"/>
                </a:moveTo>
                <a:lnTo>
                  <a:pt x="7595" y="0"/>
                </a:lnTo>
                <a:lnTo>
                  <a:pt x="75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35" name=""/>
          <p:cNvSpPr/>
          <p:nvPr/>
        </p:nvSpPr>
        <p:spPr>
          <a:xfrm>
            <a:off x="3305160" y="2571480"/>
            <a:ext cx="2714760" cy="10080"/>
          </a:xfrm>
          <a:custGeom>
            <a:avLst/>
            <a:gdLst/>
            <a:ahLst/>
            <a:rect l="0" t="0" r="r" b="b"/>
            <a:pathLst>
              <a:path w="7541" h="28">
                <a:moveTo>
                  <a:pt x="7541" y="28"/>
                </a:moveTo>
                <a:lnTo>
                  <a:pt x="0" y="28"/>
                </a:lnTo>
                <a:lnTo>
                  <a:pt x="0" y="0"/>
                </a:lnTo>
                <a:lnTo>
                  <a:pt x="7541" y="0"/>
                </a:lnTo>
                <a:lnTo>
                  <a:pt x="7541" y="28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36" name=""/>
          <p:cNvSpPr/>
          <p:nvPr/>
        </p:nvSpPr>
        <p:spPr>
          <a:xfrm>
            <a:off x="571320" y="2581200"/>
            <a:ext cx="9720" cy="638280"/>
          </a:xfrm>
          <a:custGeom>
            <a:avLst/>
            <a:gdLst/>
            <a:ahLst/>
            <a:rect l="0" t="0" r="r" b="b"/>
            <a:pathLst>
              <a:path w="27" h="1773">
                <a:moveTo>
                  <a:pt x="0" y="0"/>
                </a:moveTo>
                <a:lnTo>
                  <a:pt x="27" y="0"/>
                </a:lnTo>
                <a:lnTo>
                  <a:pt x="27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37" name=""/>
          <p:cNvSpPr/>
          <p:nvPr/>
        </p:nvSpPr>
        <p:spPr>
          <a:xfrm>
            <a:off x="3295440" y="2581200"/>
            <a:ext cx="10080" cy="638280"/>
          </a:xfrm>
          <a:custGeom>
            <a:avLst/>
            <a:gdLst/>
            <a:ahLst/>
            <a:rect l="0" t="0" r="r" b="b"/>
            <a:pathLst>
              <a:path w="28" h="1773">
                <a:moveTo>
                  <a:pt x="0" y="0"/>
                </a:moveTo>
                <a:lnTo>
                  <a:pt x="28" y="0"/>
                </a:lnTo>
                <a:lnTo>
                  <a:pt x="28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38" name=""/>
          <p:cNvSpPr/>
          <p:nvPr/>
        </p:nvSpPr>
        <p:spPr>
          <a:xfrm>
            <a:off x="6010200" y="2581200"/>
            <a:ext cx="9720" cy="638280"/>
          </a:xfrm>
          <a:custGeom>
            <a:avLst/>
            <a:gdLst/>
            <a:ahLst/>
            <a:rect l="0" t="0" r="r" b="b"/>
            <a:pathLst>
              <a:path w="27" h="1773">
                <a:moveTo>
                  <a:pt x="27" y="1773"/>
                </a:moveTo>
                <a:lnTo>
                  <a:pt x="0" y="1773"/>
                </a:lnTo>
                <a:lnTo>
                  <a:pt x="0" y="0"/>
                </a:lnTo>
                <a:lnTo>
                  <a:pt x="27" y="0"/>
                </a:lnTo>
                <a:lnTo>
                  <a:pt x="27" y="1773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39" name=""/>
          <p:cNvSpPr/>
          <p:nvPr/>
        </p:nvSpPr>
        <p:spPr>
          <a:xfrm>
            <a:off x="571320" y="3219120"/>
            <a:ext cx="9720" cy="648360"/>
          </a:xfrm>
          <a:custGeom>
            <a:avLst/>
            <a:gdLst/>
            <a:ahLst/>
            <a:rect l="0" t="0" r="r" b="b"/>
            <a:pathLst>
              <a:path w="27" h="1801">
                <a:moveTo>
                  <a:pt x="0" y="0"/>
                </a:moveTo>
                <a:lnTo>
                  <a:pt x="27" y="0"/>
                </a:lnTo>
                <a:lnTo>
                  <a:pt x="27" y="1801"/>
                </a:lnTo>
                <a:lnTo>
                  <a:pt x="0" y="180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40" name=""/>
          <p:cNvSpPr/>
          <p:nvPr/>
        </p:nvSpPr>
        <p:spPr>
          <a:xfrm>
            <a:off x="571320" y="3209760"/>
            <a:ext cx="2734200" cy="9720"/>
          </a:xfrm>
          <a:custGeom>
            <a:avLst/>
            <a:gdLst/>
            <a:ahLst/>
            <a:rect l="0" t="0" r="r" b="b"/>
            <a:pathLst>
              <a:path w="7595" h="27">
                <a:moveTo>
                  <a:pt x="0" y="0"/>
                </a:moveTo>
                <a:lnTo>
                  <a:pt x="7595" y="0"/>
                </a:lnTo>
                <a:lnTo>
                  <a:pt x="75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41" name=""/>
          <p:cNvSpPr/>
          <p:nvPr/>
        </p:nvSpPr>
        <p:spPr>
          <a:xfrm>
            <a:off x="3295440" y="3219120"/>
            <a:ext cx="10080" cy="648360"/>
          </a:xfrm>
          <a:custGeom>
            <a:avLst/>
            <a:gdLst/>
            <a:ahLst/>
            <a:rect l="0" t="0" r="r" b="b"/>
            <a:pathLst>
              <a:path w="28" h="1801">
                <a:moveTo>
                  <a:pt x="0" y="0"/>
                </a:moveTo>
                <a:lnTo>
                  <a:pt x="28" y="0"/>
                </a:lnTo>
                <a:lnTo>
                  <a:pt x="28" y="1801"/>
                </a:lnTo>
                <a:lnTo>
                  <a:pt x="0" y="180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42" name=""/>
          <p:cNvSpPr/>
          <p:nvPr/>
        </p:nvSpPr>
        <p:spPr>
          <a:xfrm>
            <a:off x="3305160" y="3209760"/>
            <a:ext cx="2714760" cy="9720"/>
          </a:xfrm>
          <a:custGeom>
            <a:avLst/>
            <a:gdLst/>
            <a:ahLst/>
            <a:rect l="0" t="0" r="r" b="b"/>
            <a:pathLst>
              <a:path w="7541" h="27">
                <a:moveTo>
                  <a:pt x="7541" y="27"/>
                </a:moveTo>
                <a:lnTo>
                  <a:pt x="0" y="27"/>
                </a:lnTo>
                <a:lnTo>
                  <a:pt x="0" y="0"/>
                </a:lnTo>
                <a:lnTo>
                  <a:pt x="7541" y="0"/>
                </a:lnTo>
                <a:lnTo>
                  <a:pt x="7541" y="27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43" name=""/>
          <p:cNvSpPr/>
          <p:nvPr/>
        </p:nvSpPr>
        <p:spPr>
          <a:xfrm>
            <a:off x="6010200" y="3219120"/>
            <a:ext cx="9720" cy="648360"/>
          </a:xfrm>
          <a:custGeom>
            <a:avLst/>
            <a:gdLst/>
            <a:ahLst/>
            <a:rect l="0" t="0" r="r" b="b"/>
            <a:pathLst>
              <a:path w="27" h="1801">
                <a:moveTo>
                  <a:pt x="27" y="1801"/>
                </a:moveTo>
                <a:lnTo>
                  <a:pt x="0" y="1801"/>
                </a:lnTo>
                <a:lnTo>
                  <a:pt x="0" y="0"/>
                </a:lnTo>
                <a:lnTo>
                  <a:pt x="27" y="0"/>
                </a:lnTo>
                <a:lnTo>
                  <a:pt x="27" y="1801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44" name=""/>
          <p:cNvSpPr/>
          <p:nvPr/>
        </p:nvSpPr>
        <p:spPr>
          <a:xfrm>
            <a:off x="571320" y="3867120"/>
            <a:ext cx="9720" cy="575280"/>
          </a:xfrm>
          <a:custGeom>
            <a:avLst/>
            <a:gdLst/>
            <a:ahLst/>
            <a:rect l="0" t="0" r="r" b="b"/>
            <a:pathLst>
              <a:path w="27" h="1598">
                <a:moveTo>
                  <a:pt x="21" y="1584"/>
                </a:moveTo>
                <a:cubicBezTo>
                  <a:pt x="7" y="1551"/>
                  <a:pt x="0" y="1517"/>
                  <a:pt x="0" y="1482"/>
                </a:cubicBezTo>
                <a:lnTo>
                  <a:pt x="0" y="0"/>
                </a:lnTo>
                <a:lnTo>
                  <a:pt x="27" y="0"/>
                </a:lnTo>
                <a:lnTo>
                  <a:pt x="27" y="1598"/>
                </a:lnTo>
                <a:cubicBezTo>
                  <a:pt x="25" y="1593"/>
                  <a:pt x="23" y="1588"/>
                  <a:pt x="21" y="1584"/>
                </a:cubicBez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45" name=""/>
          <p:cNvSpPr/>
          <p:nvPr/>
        </p:nvSpPr>
        <p:spPr>
          <a:xfrm>
            <a:off x="571320" y="3857400"/>
            <a:ext cx="2734200" cy="10080"/>
          </a:xfrm>
          <a:custGeom>
            <a:avLst/>
            <a:gdLst/>
            <a:ahLst/>
            <a:rect l="0" t="0" r="r" b="b"/>
            <a:pathLst>
              <a:path w="7595" h="28">
                <a:moveTo>
                  <a:pt x="0" y="0"/>
                </a:moveTo>
                <a:lnTo>
                  <a:pt x="7595" y="0"/>
                </a:lnTo>
                <a:lnTo>
                  <a:pt x="75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46" name=""/>
          <p:cNvSpPr/>
          <p:nvPr/>
        </p:nvSpPr>
        <p:spPr>
          <a:xfrm>
            <a:off x="3295440" y="3867120"/>
            <a:ext cx="10080" cy="628920"/>
          </a:xfrm>
          <a:custGeom>
            <a:avLst/>
            <a:gdLst/>
            <a:ahLst/>
            <a:rect l="0" t="0" r="r" b="b"/>
            <a:pathLst>
              <a:path w="28" h="1747">
                <a:moveTo>
                  <a:pt x="0" y="1747"/>
                </a:moveTo>
                <a:lnTo>
                  <a:pt x="0" y="0"/>
                </a:lnTo>
                <a:lnTo>
                  <a:pt x="28" y="0"/>
                </a:lnTo>
                <a:lnTo>
                  <a:pt x="28" y="1747"/>
                </a:lnTo>
                <a:lnTo>
                  <a:pt x="0" y="1747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47" name=""/>
          <p:cNvSpPr/>
          <p:nvPr/>
        </p:nvSpPr>
        <p:spPr>
          <a:xfrm>
            <a:off x="3305160" y="3857400"/>
            <a:ext cx="2714760" cy="10080"/>
          </a:xfrm>
          <a:custGeom>
            <a:avLst/>
            <a:gdLst/>
            <a:ahLst/>
            <a:rect l="0" t="0" r="r" b="b"/>
            <a:pathLst>
              <a:path w="7541" h="28">
                <a:moveTo>
                  <a:pt x="7541" y="28"/>
                </a:moveTo>
                <a:lnTo>
                  <a:pt x="0" y="28"/>
                </a:lnTo>
                <a:lnTo>
                  <a:pt x="0" y="0"/>
                </a:lnTo>
                <a:lnTo>
                  <a:pt x="7541" y="0"/>
                </a:lnTo>
                <a:lnTo>
                  <a:pt x="7541" y="28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48" name=""/>
          <p:cNvSpPr/>
          <p:nvPr/>
        </p:nvSpPr>
        <p:spPr>
          <a:xfrm>
            <a:off x="6010200" y="3867120"/>
            <a:ext cx="9720" cy="575280"/>
          </a:xfrm>
          <a:custGeom>
            <a:avLst/>
            <a:gdLst/>
            <a:ahLst/>
            <a:rect l="0" t="0" r="r" b="b"/>
            <a:pathLst>
              <a:path w="27" h="1598">
                <a:moveTo>
                  <a:pt x="27" y="1482"/>
                </a:moveTo>
                <a:cubicBezTo>
                  <a:pt x="27" y="1517"/>
                  <a:pt x="20" y="1551"/>
                  <a:pt x="6" y="1584"/>
                </a:cubicBezTo>
                <a:cubicBezTo>
                  <a:pt x="4" y="1588"/>
                  <a:pt x="2" y="1593"/>
                  <a:pt x="0" y="1598"/>
                </a:cubicBezTo>
                <a:lnTo>
                  <a:pt x="0" y="0"/>
                </a:lnTo>
                <a:lnTo>
                  <a:pt x="27" y="0"/>
                </a:lnTo>
                <a:lnTo>
                  <a:pt x="27" y="1482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49" name=""/>
          <p:cNvSpPr txBox="1"/>
          <p:nvPr/>
        </p:nvSpPr>
        <p:spPr>
          <a:xfrm>
            <a:off x="1047600" y="1424880"/>
            <a:ext cx="723492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AI-DLC × Antigravity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：ハッカソン最強戦略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50" name=""/>
          <p:cNvSpPr txBox="1"/>
          <p:nvPr/>
        </p:nvSpPr>
        <p:spPr>
          <a:xfrm>
            <a:off x="704880" y="2292840"/>
            <a:ext cx="13093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AI-DLC </a:t>
            </a:r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フェーズ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51" name=""/>
          <p:cNvSpPr txBox="1"/>
          <p:nvPr/>
        </p:nvSpPr>
        <p:spPr>
          <a:xfrm>
            <a:off x="3424320" y="2292840"/>
            <a:ext cx="1793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Antigravity </a:t>
            </a:r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の対応機能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52" name=""/>
          <p:cNvSpPr txBox="1"/>
          <p:nvPr/>
        </p:nvSpPr>
        <p:spPr>
          <a:xfrm>
            <a:off x="704880" y="2815560"/>
            <a:ext cx="13647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Inception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（発案）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53" name=""/>
          <p:cNvSpPr txBox="1"/>
          <p:nvPr/>
        </p:nvSpPr>
        <p:spPr>
          <a:xfrm>
            <a:off x="3424320" y="2692080"/>
            <a:ext cx="23328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Agent Manager 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でタスク分解‧計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54" name=""/>
          <p:cNvSpPr txBox="1"/>
          <p:nvPr/>
        </p:nvSpPr>
        <p:spPr>
          <a:xfrm>
            <a:off x="3424320" y="2949120"/>
            <a:ext cx="9698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画書自動生成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55" name=""/>
          <p:cNvSpPr txBox="1"/>
          <p:nvPr/>
        </p:nvSpPr>
        <p:spPr>
          <a:xfrm>
            <a:off x="704880" y="3463560"/>
            <a:ext cx="1652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Construction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（構築）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56" name=""/>
          <p:cNvSpPr txBox="1"/>
          <p:nvPr/>
        </p:nvSpPr>
        <p:spPr>
          <a:xfrm>
            <a:off x="3424320" y="3330000"/>
            <a:ext cx="19944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Vibe Coding + MCP + Nano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57" name=""/>
          <p:cNvSpPr txBox="1"/>
          <p:nvPr/>
        </p:nvSpPr>
        <p:spPr>
          <a:xfrm>
            <a:off x="3424320" y="3587400"/>
            <a:ext cx="20566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Banana 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でフルスタック実装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58" name=""/>
          <p:cNvSpPr txBox="1"/>
          <p:nvPr/>
        </p:nvSpPr>
        <p:spPr>
          <a:xfrm>
            <a:off x="704880" y="4101480"/>
            <a:ext cx="14997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Operations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（運用）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59" name=""/>
          <p:cNvSpPr txBox="1"/>
          <p:nvPr/>
        </p:nvSpPr>
        <p:spPr>
          <a:xfrm>
            <a:off x="3424320" y="3977640"/>
            <a:ext cx="22341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Browser Subagent </a:t>
            </a:r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で動作確認‧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60" name=""/>
          <p:cNvSpPr/>
          <p:nvPr/>
        </p:nvSpPr>
        <p:spPr>
          <a:xfrm>
            <a:off x="6013440" y="1983960"/>
            <a:ext cx="5764320" cy="3746520"/>
          </a:xfrm>
          <a:custGeom>
            <a:avLst/>
            <a:gdLst/>
            <a:ahLst/>
            <a:rect l="0" t="0" r="r" b="b"/>
            <a:pathLst>
              <a:path w="16012" h="10407">
                <a:moveTo>
                  <a:pt x="440" y="680"/>
                </a:moveTo>
                <a:lnTo>
                  <a:pt x="440" y="9570"/>
                </a:lnTo>
                <a:cubicBezTo>
                  <a:pt x="440" y="9612"/>
                  <a:pt x="449" y="9652"/>
                  <a:pt x="465" y="9691"/>
                </a:cubicBezTo>
                <a:cubicBezTo>
                  <a:pt x="481" y="9730"/>
                  <a:pt x="504" y="9764"/>
                  <a:pt x="533" y="9794"/>
                </a:cubicBezTo>
                <a:cubicBezTo>
                  <a:pt x="563" y="9824"/>
                  <a:pt x="598" y="9847"/>
                  <a:pt x="636" y="9863"/>
                </a:cubicBezTo>
                <a:cubicBezTo>
                  <a:pt x="675" y="9879"/>
                  <a:pt x="716" y="9887"/>
                  <a:pt x="758" y="9887"/>
                </a:cubicBezTo>
                <a:lnTo>
                  <a:pt x="15258" y="9887"/>
                </a:lnTo>
                <a:cubicBezTo>
                  <a:pt x="15300" y="9887"/>
                  <a:pt x="15341" y="9879"/>
                  <a:pt x="15380" y="9863"/>
                </a:cubicBezTo>
                <a:cubicBezTo>
                  <a:pt x="15419" y="9847"/>
                  <a:pt x="15453" y="9824"/>
                  <a:pt x="15483" y="9794"/>
                </a:cubicBezTo>
                <a:cubicBezTo>
                  <a:pt x="15512" y="9764"/>
                  <a:pt x="15535" y="9730"/>
                  <a:pt x="15551" y="9691"/>
                </a:cubicBezTo>
                <a:cubicBezTo>
                  <a:pt x="15568" y="9652"/>
                  <a:pt x="15576" y="9612"/>
                  <a:pt x="15576" y="9570"/>
                </a:cubicBezTo>
                <a:lnTo>
                  <a:pt x="15576" y="680"/>
                </a:lnTo>
                <a:cubicBezTo>
                  <a:pt x="15576" y="638"/>
                  <a:pt x="15568" y="597"/>
                  <a:pt x="15551" y="558"/>
                </a:cubicBezTo>
                <a:cubicBezTo>
                  <a:pt x="15535" y="519"/>
                  <a:pt x="15512" y="485"/>
                  <a:pt x="15483" y="455"/>
                </a:cubicBezTo>
                <a:cubicBezTo>
                  <a:pt x="15453" y="425"/>
                  <a:pt x="15419" y="403"/>
                  <a:pt x="15380" y="386"/>
                </a:cubicBezTo>
                <a:cubicBezTo>
                  <a:pt x="15341" y="370"/>
                  <a:pt x="15300" y="362"/>
                  <a:pt x="15258" y="362"/>
                </a:cubicBezTo>
                <a:lnTo>
                  <a:pt x="758" y="362"/>
                </a:lnTo>
                <a:cubicBezTo>
                  <a:pt x="716" y="362"/>
                  <a:pt x="675" y="370"/>
                  <a:pt x="636" y="386"/>
                </a:cubicBezTo>
                <a:cubicBezTo>
                  <a:pt x="598" y="403"/>
                  <a:pt x="563" y="425"/>
                  <a:pt x="533" y="455"/>
                </a:cubicBezTo>
                <a:cubicBezTo>
                  <a:pt x="504" y="485"/>
                  <a:pt x="481" y="519"/>
                  <a:pt x="465" y="558"/>
                </a:cubicBezTo>
                <a:cubicBezTo>
                  <a:pt x="449" y="597"/>
                  <a:pt x="440" y="638"/>
                  <a:pt x="440" y="680"/>
                </a:cubicBezTo>
                <a:moveTo>
                  <a:pt x="0" y="0"/>
                </a:moveTo>
                <a:lnTo>
                  <a:pt x="16012" y="0"/>
                </a:lnTo>
                <a:lnTo>
                  <a:pt x="16012" y="10407"/>
                </a:lnTo>
                <a:lnTo>
                  <a:pt x="0" y="10407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861" name=""/>
          <p:cNvSpPr/>
          <p:nvPr/>
        </p:nvSpPr>
        <p:spPr>
          <a:xfrm>
            <a:off x="6181560" y="2124000"/>
            <a:ext cx="5429520" cy="3410280"/>
          </a:xfrm>
          <a:custGeom>
            <a:avLst/>
            <a:gdLst/>
            <a:ahLst/>
            <a:rect l="0" t="0" r="r" b="b"/>
            <a:pathLst>
              <a:path w="15082" h="9473">
                <a:moveTo>
                  <a:pt x="0" y="9182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5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59"/>
                  <a:pt x="14983" y="71"/>
                  <a:pt x="14997" y="85"/>
                </a:cubicBezTo>
                <a:cubicBezTo>
                  <a:pt x="15010" y="98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79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9182"/>
                </a:lnTo>
                <a:cubicBezTo>
                  <a:pt x="15082" y="9201"/>
                  <a:pt x="15080" y="9220"/>
                  <a:pt x="15077" y="9239"/>
                </a:cubicBezTo>
                <a:cubicBezTo>
                  <a:pt x="15073" y="9257"/>
                  <a:pt x="15067" y="9275"/>
                  <a:pt x="15060" y="9293"/>
                </a:cubicBezTo>
                <a:cubicBezTo>
                  <a:pt x="15053" y="9311"/>
                  <a:pt x="15044" y="9328"/>
                  <a:pt x="15033" y="9343"/>
                </a:cubicBezTo>
                <a:cubicBezTo>
                  <a:pt x="15023" y="9359"/>
                  <a:pt x="15010" y="9374"/>
                  <a:pt x="14997" y="9388"/>
                </a:cubicBezTo>
                <a:cubicBezTo>
                  <a:pt x="14983" y="9401"/>
                  <a:pt x="14969" y="9413"/>
                  <a:pt x="14953" y="9424"/>
                </a:cubicBezTo>
                <a:cubicBezTo>
                  <a:pt x="14937" y="9434"/>
                  <a:pt x="14920" y="9443"/>
                  <a:pt x="14903" y="9451"/>
                </a:cubicBezTo>
                <a:cubicBezTo>
                  <a:pt x="14885" y="9458"/>
                  <a:pt x="14867" y="9463"/>
                  <a:pt x="14848" y="9467"/>
                </a:cubicBezTo>
                <a:cubicBezTo>
                  <a:pt x="14829" y="9471"/>
                  <a:pt x="14810" y="9473"/>
                  <a:pt x="14791" y="9473"/>
                </a:cubicBezTo>
                <a:lnTo>
                  <a:pt x="291" y="9473"/>
                </a:lnTo>
                <a:cubicBezTo>
                  <a:pt x="272" y="9473"/>
                  <a:pt x="253" y="9471"/>
                  <a:pt x="234" y="9467"/>
                </a:cubicBezTo>
                <a:cubicBezTo>
                  <a:pt x="215" y="9463"/>
                  <a:pt x="197" y="9458"/>
                  <a:pt x="180" y="9451"/>
                </a:cubicBezTo>
                <a:cubicBezTo>
                  <a:pt x="162" y="9443"/>
                  <a:pt x="145" y="9434"/>
                  <a:pt x="129" y="9424"/>
                </a:cubicBezTo>
                <a:cubicBezTo>
                  <a:pt x="113" y="9413"/>
                  <a:pt x="99" y="9401"/>
                  <a:pt x="85" y="9388"/>
                </a:cubicBezTo>
                <a:cubicBezTo>
                  <a:pt x="72" y="9374"/>
                  <a:pt x="60" y="9359"/>
                  <a:pt x="49" y="9343"/>
                </a:cubicBezTo>
                <a:cubicBezTo>
                  <a:pt x="38" y="9328"/>
                  <a:pt x="29" y="9311"/>
                  <a:pt x="22" y="9293"/>
                </a:cubicBezTo>
                <a:cubicBezTo>
                  <a:pt x="15" y="9275"/>
                  <a:pt x="9" y="9257"/>
                  <a:pt x="6" y="9239"/>
                </a:cubicBezTo>
                <a:cubicBezTo>
                  <a:pt x="2" y="9220"/>
                  <a:pt x="0" y="9201"/>
                  <a:pt x="0" y="9182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62" name=""/>
          <p:cNvSpPr/>
          <p:nvPr/>
        </p:nvSpPr>
        <p:spPr>
          <a:xfrm>
            <a:off x="6181560" y="2124000"/>
            <a:ext cx="5429520" cy="3410280"/>
          </a:xfrm>
          <a:custGeom>
            <a:avLst/>
            <a:gdLst/>
            <a:ahLst/>
            <a:rect l="0" t="0" r="r" b="b"/>
            <a:pathLst>
              <a:path w="15082" h="9473">
                <a:moveTo>
                  <a:pt x="0" y="9182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5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59"/>
                  <a:pt x="14983" y="71"/>
                  <a:pt x="14997" y="85"/>
                </a:cubicBezTo>
                <a:cubicBezTo>
                  <a:pt x="15010" y="98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79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9182"/>
                </a:lnTo>
                <a:cubicBezTo>
                  <a:pt x="15082" y="9201"/>
                  <a:pt x="15080" y="9220"/>
                  <a:pt x="15077" y="9239"/>
                </a:cubicBezTo>
                <a:cubicBezTo>
                  <a:pt x="15073" y="9257"/>
                  <a:pt x="15067" y="9275"/>
                  <a:pt x="15060" y="9293"/>
                </a:cubicBezTo>
                <a:cubicBezTo>
                  <a:pt x="15053" y="9311"/>
                  <a:pt x="15044" y="9328"/>
                  <a:pt x="15033" y="9343"/>
                </a:cubicBezTo>
                <a:cubicBezTo>
                  <a:pt x="15023" y="9359"/>
                  <a:pt x="15010" y="9374"/>
                  <a:pt x="14997" y="9388"/>
                </a:cubicBezTo>
                <a:cubicBezTo>
                  <a:pt x="14983" y="9401"/>
                  <a:pt x="14969" y="9413"/>
                  <a:pt x="14953" y="9424"/>
                </a:cubicBezTo>
                <a:cubicBezTo>
                  <a:pt x="14937" y="9434"/>
                  <a:pt x="14920" y="9443"/>
                  <a:pt x="14903" y="9451"/>
                </a:cubicBezTo>
                <a:cubicBezTo>
                  <a:pt x="14885" y="9458"/>
                  <a:pt x="14867" y="9463"/>
                  <a:pt x="14848" y="9467"/>
                </a:cubicBezTo>
                <a:cubicBezTo>
                  <a:pt x="14829" y="9471"/>
                  <a:pt x="14810" y="9473"/>
                  <a:pt x="14791" y="9473"/>
                </a:cubicBezTo>
                <a:lnTo>
                  <a:pt x="291" y="9473"/>
                </a:lnTo>
                <a:cubicBezTo>
                  <a:pt x="272" y="9473"/>
                  <a:pt x="253" y="9471"/>
                  <a:pt x="234" y="9467"/>
                </a:cubicBezTo>
                <a:cubicBezTo>
                  <a:pt x="215" y="9463"/>
                  <a:pt x="197" y="9458"/>
                  <a:pt x="180" y="9451"/>
                </a:cubicBezTo>
                <a:cubicBezTo>
                  <a:pt x="162" y="9443"/>
                  <a:pt x="145" y="9434"/>
                  <a:pt x="129" y="9424"/>
                </a:cubicBezTo>
                <a:cubicBezTo>
                  <a:pt x="113" y="9413"/>
                  <a:pt x="99" y="9401"/>
                  <a:pt x="85" y="9388"/>
                </a:cubicBezTo>
                <a:cubicBezTo>
                  <a:pt x="72" y="9374"/>
                  <a:pt x="60" y="9359"/>
                  <a:pt x="49" y="9343"/>
                </a:cubicBezTo>
                <a:cubicBezTo>
                  <a:pt x="38" y="9328"/>
                  <a:pt x="29" y="9311"/>
                  <a:pt x="22" y="9293"/>
                </a:cubicBezTo>
                <a:cubicBezTo>
                  <a:pt x="15" y="9275"/>
                  <a:pt x="9" y="9257"/>
                  <a:pt x="6" y="9239"/>
                </a:cubicBezTo>
                <a:cubicBezTo>
                  <a:pt x="2" y="9220"/>
                  <a:pt x="0" y="9201"/>
                  <a:pt x="0" y="9182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63" name=""/>
          <p:cNvSpPr/>
          <p:nvPr/>
        </p:nvSpPr>
        <p:spPr>
          <a:xfrm>
            <a:off x="6392520" y="2525400"/>
            <a:ext cx="302040" cy="286920"/>
          </a:xfrm>
          <a:custGeom>
            <a:avLst/>
            <a:gdLst/>
            <a:ahLst/>
            <a:rect l="0" t="0" r="r" b="b"/>
            <a:pathLst>
              <a:path w="839" h="797">
                <a:moveTo>
                  <a:pt x="256" y="666"/>
                </a:moveTo>
                <a:lnTo>
                  <a:pt x="420" y="568"/>
                </a:lnTo>
                <a:lnTo>
                  <a:pt x="585" y="667"/>
                </a:lnTo>
                <a:lnTo>
                  <a:pt x="541" y="480"/>
                </a:lnTo>
                <a:lnTo>
                  <a:pt x="685" y="354"/>
                </a:lnTo>
                <a:lnTo>
                  <a:pt x="495" y="338"/>
                </a:lnTo>
                <a:lnTo>
                  <a:pt x="420" y="162"/>
                </a:lnTo>
                <a:lnTo>
                  <a:pt x="346" y="337"/>
                </a:lnTo>
                <a:lnTo>
                  <a:pt x="154" y="353"/>
                </a:lnTo>
                <a:lnTo>
                  <a:pt x="300" y="479"/>
                </a:lnTo>
                <a:lnTo>
                  <a:pt x="256" y="666"/>
                </a:lnTo>
                <a:moveTo>
                  <a:pt x="161" y="797"/>
                </a:moveTo>
                <a:lnTo>
                  <a:pt x="229" y="502"/>
                </a:lnTo>
                <a:lnTo>
                  <a:pt x="0" y="304"/>
                </a:lnTo>
                <a:lnTo>
                  <a:pt x="303" y="278"/>
                </a:lnTo>
                <a:lnTo>
                  <a:pt x="420" y="0"/>
                </a:lnTo>
                <a:lnTo>
                  <a:pt x="538" y="278"/>
                </a:lnTo>
                <a:lnTo>
                  <a:pt x="839" y="304"/>
                </a:lnTo>
                <a:lnTo>
                  <a:pt x="611" y="502"/>
                </a:lnTo>
                <a:lnTo>
                  <a:pt x="679" y="797"/>
                </a:lnTo>
                <a:lnTo>
                  <a:pt x="420" y="641"/>
                </a:lnTo>
                <a:lnTo>
                  <a:pt x="161" y="797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864" name=""/>
          <p:cNvSpPr txBox="1"/>
          <p:nvPr/>
        </p:nvSpPr>
        <p:spPr>
          <a:xfrm>
            <a:off x="3424320" y="4235040"/>
            <a:ext cx="9698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テスト自動化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65" name=""/>
          <p:cNvSpPr/>
          <p:nvPr/>
        </p:nvSpPr>
        <p:spPr>
          <a:xfrm>
            <a:off x="6352920" y="31240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6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5"/>
                  <a:pt x="59" y="16"/>
                  <a:pt x="74" y="10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6" y="10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66" name=""/>
          <p:cNvSpPr txBox="1"/>
          <p:nvPr/>
        </p:nvSpPr>
        <p:spPr>
          <a:xfrm>
            <a:off x="6724800" y="2685240"/>
            <a:ext cx="25315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ハッカソンでの活用ポイント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67" name=""/>
          <p:cNvSpPr txBox="1"/>
          <p:nvPr/>
        </p:nvSpPr>
        <p:spPr>
          <a:xfrm>
            <a:off x="6591240" y="3041280"/>
            <a:ext cx="46231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Human-in-the-Loop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：計画書の承認で品質を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68" name=""/>
          <p:cNvSpPr/>
          <p:nvPr/>
        </p:nvSpPr>
        <p:spPr>
          <a:xfrm>
            <a:off x="6352920" y="39146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4" y="179"/>
                  <a:pt x="216" y="192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2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6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69" name=""/>
          <p:cNvSpPr txBox="1"/>
          <p:nvPr/>
        </p:nvSpPr>
        <p:spPr>
          <a:xfrm>
            <a:off x="6591240" y="3403080"/>
            <a:ext cx="457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担保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70" name=""/>
          <p:cNvSpPr/>
          <p:nvPr/>
        </p:nvSpPr>
        <p:spPr>
          <a:xfrm>
            <a:off x="6352920" y="43336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79"/>
                  <a:pt x="216" y="192"/>
                  <a:pt x="204" y="203"/>
                </a:cubicBezTo>
                <a:cubicBezTo>
                  <a:pt x="193" y="214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6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71" name=""/>
          <p:cNvSpPr txBox="1"/>
          <p:nvPr/>
        </p:nvSpPr>
        <p:spPr>
          <a:xfrm>
            <a:off x="6591240" y="3831840"/>
            <a:ext cx="4801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並行開発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：複数エージェントで機能を同時実装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72" name=""/>
          <p:cNvSpPr/>
          <p:nvPr/>
        </p:nvSpPr>
        <p:spPr>
          <a:xfrm>
            <a:off x="6352920" y="47624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4" y="179"/>
                  <a:pt x="216" y="192"/>
                  <a:pt x="204" y="203"/>
                </a:cubicBezTo>
                <a:cubicBezTo>
                  <a:pt x="193" y="214"/>
                  <a:pt x="180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0" y="15"/>
                  <a:pt x="193" y="23"/>
                  <a:pt x="204" y="35"/>
                </a:cubicBezTo>
                <a:cubicBezTo>
                  <a:pt x="216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B0A0C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73" name=""/>
          <p:cNvSpPr txBox="1"/>
          <p:nvPr/>
        </p:nvSpPr>
        <p:spPr>
          <a:xfrm>
            <a:off x="6591240" y="4250880"/>
            <a:ext cx="46494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高速プロトタイピング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10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分で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LP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完成の実力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74" name=""/>
          <p:cNvSpPr txBox="1"/>
          <p:nvPr/>
        </p:nvSpPr>
        <p:spPr>
          <a:xfrm>
            <a:off x="6591240" y="4679280"/>
            <a:ext cx="44805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デモ品質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：画像生成‧リアル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UI 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で審査員にイ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75" name=""/>
          <p:cNvSpPr txBox="1"/>
          <p:nvPr/>
        </p:nvSpPr>
        <p:spPr>
          <a:xfrm>
            <a:off x="6591240" y="5041440"/>
            <a:ext cx="9151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ンパクト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76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41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80" name=""/>
          <p:cNvSpPr/>
          <p:nvPr/>
        </p:nvSpPr>
        <p:spPr>
          <a:xfrm>
            <a:off x="571320" y="164772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81" name=""/>
          <p:cNvSpPr/>
          <p:nvPr/>
        </p:nvSpPr>
        <p:spPr>
          <a:xfrm>
            <a:off x="630720" y="1087920"/>
            <a:ext cx="357840" cy="357840"/>
          </a:xfrm>
          <a:custGeom>
            <a:avLst/>
            <a:gdLst/>
            <a:ahLst/>
            <a:rect l="0" t="0" r="r" b="b"/>
            <a:pathLst>
              <a:path w="994" h="994">
                <a:moveTo>
                  <a:pt x="290" y="290"/>
                </a:moveTo>
                <a:cubicBezTo>
                  <a:pt x="298" y="281"/>
                  <a:pt x="302" y="272"/>
                  <a:pt x="302" y="261"/>
                </a:cubicBezTo>
                <a:cubicBezTo>
                  <a:pt x="302" y="250"/>
                  <a:pt x="298" y="240"/>
                  <a:pt x="290" y="232"/>
                </a:cubicBezTo>
                <a:cubicBezTo>
                  <a:pt x="281" y="224"/>
                  <a:pt x="272" y="219"/>
                  <a:pt x="261" y="219"/>
                </a:cubicBezTo>
                <a:cubicBezTo>
                  <a:pt x="250" y="219"/>
                  <a:pt x="240" y="224"/>
                  <a:pt x="232" y="232"/>
                </a:cubicBezTo>
                <a:cubicBezTo>
                  <a:pt x="224" y="240"/>
                  <a:pt x="219" y="250"/>
                  <a:pt x="219" y="261"/>
                </a:cubicBezTo>
                <a:cubicBezTo>
                  <a:pt x="219" y="272"/>
                  <a:pt x="224" y="281"/>
                  <a:pt x="232" y="290"/>
                </a:cubicBezTo>
                <a:cubicBezTo>
                  <a:pt x="240" y="298"/>
                  <a:pt x="250" y="302"/>
                  <a:pt x="261" y="302"/>
                </a:cubicBezTo>
                <a:cubicBezTo>
                  <a:pt x="272" y="302"/>
                  <a:pt x="281" y="298"/>
                  <a:pt x="290" y="290"/>
                </a:cubicBezTo>
                <a:moveTo>
                  <a:pt x="290" y="526"/>
                </a:moveTo>
                <a:cubicBezTo>
                  <a:pt x="298" y="518"/>
                  <a:pt x="302" y="508"/>
                  <a:pt x="302" y="497"/>
                </a:cubicBezTo>
                <a:cubicBezTo>
                  <a:pt x="302" y="486"/>
                  <a:pt x="298" y="477"/>
                  <a:pt x="290" y="469"/>
                </a:cubicBezTo>
                <a:cubicBezTo>
                  <a:pt x="281" y="460"/>
                  <a:pt x="272" y="456"/>
                  <a:pt x="261" y="456"/>
                </a:cubicBezTo>
                <a:cubicBezTo>
                  <a:pt x="250" y="456"/>
                  <a:pt x="240" y="460"/>
                  <a:pt x="232" y="469"/>
                </a:cubicBezTo>
                <a:cubicBezTo>
                  <a:pt x="224" y="477"/>
                  <a:pt x="219" y="486"/>
                  <a:pt x="219" y="497"/>
                </a:cubicBezTo>
                <a:cubicBezTo>
                  <a:pt x="219" y="508"/>
                  <a:pt x="224" y="518"/>
                  <a:pt x="232" y="526"/>
                </a:cubicBezTo>
                <a:cubicBezTo>
                  <a:pt x="240" y="535"/>
                  <a:pt x="250" y="539"/>
                  <a:pt x="261" y="539"/>
                </a:cubicBezTo>
                <a:cubicBezTo>
                  <a:pt x="272" y="539"/>
                  <a:pt x="281" y="535"/>
                  <a:pt x="290" y="526"/>
                </a:cubicBezTo>
                <a:moveTo>
                  <a:pt x="290" y="762"/>
                </a:moveTo>
                <a:cubicBezTo>
                  <a:pt x="298" y="754"/>
                  <a:pt x="302" y="744"/>
                  <a:pt x="302" y="733"/>
                </a:cubicBezTo>
                <a:cubicBezTo>
                  <a:pt x="302" y="722"/>
                  <a:pt x="298" y="712"/>
                  <a:pt x="290" y="704"/>
                </a:cubicBezTo>
                <a:cubicBezTo>
                  <a:pt x="281" y="696"/>
                  <a:pt x="272" y="692"/>
                  <a:pt x="261" y="692"/>
                </a:cubicBezTo>
                <a:cubicBezTo>
                  <a:pt x="250" y="692"/>
                  <a:pt x="240" y="696"/>
                  <a:pt x="232" y="704"/>
                </a:cubicBezTo>
                <a:cubicBezTo>
                  <a:pt x="224" y="712"/>
                  <a:pt x="219" y="722"/>
                  <a:pt x="219" y="733"/>
                </a:cubicBezTo>
                <a:cubicBezTo>
                  <a:pt x="219" y="744"/>
                  <a:pt x="224" y="754"/>
                  <a:pt x="232" y="762"/>
                </a:cubicBezTo>
                <a:cubicBezTo>
                  <a:pt x="240" y="770"/>
                  <a:pt x="250" y="774"/>
                  <a:pt x="261" y="774"/>
                </a:cubicBezTo>
                <a:cubicBezTo>
                  <a:pt x="272" y="774"/>
                  <a:pt x="281" y="770"/>
                  <a:pt x="290" y="762"/>
                </a:cubicBezTo>
                <a:moveTo>
                  <a:pt x="83" y="994"/>
                </a:moveTo>
                <a:cubicBezTo>
                  <a:pt x="61" y="994"/>
                  <a:pt x="42" y="985"/>
                  <a:pt x="25" y="969"/>
                </a:cubicBezTo>
                <a:cubicBezTo>
                  <a:pt x="9" y="952"/>
                  <a:pt x="0" y="933"/>
                  <a:pt x="0" y="911"/>
                </a:cubicBezTo>
                <a:lnTo>
                  <a:pt x="0" y="83"/>
                </a:lnTo>
                <a:cubicBezTo>
                  <a:pt x="0" y="61"/>
                  <a:pt x="9" y="42"/>
                  <a:pt x="25" y="25"/>
                </a:cubicBezTo>
                <a:cubicBezTo>
                  <a:pt x="42" y="9"/>
                  <a:pt x="61" y="0"/>
                  <a:pt x="83" y="0"/>
                </a:cubicBezTo>
                <a:lnTo>
                  <a:pt x="720" y="0"/>
                </a:lnTo>
                <a:lnTo>
                  <a:pt x="994" y="273"/>
                </a:lnTo>
                <a:lnTo>
                  <a:pt x="994" y="911"/>
                </a:lnTo>
                <a:cubicBezTo>
                  <a:pt x="994" y="933"/>
                  <a:pt x="985" y="952"/>
                  <a:pt x="969" y="969"/>
                </a:cubicBezTo>
                <a:cubicBezTo>
                  <a:pt x="952" y="985"/>
                  <a:pt x="933" y="994"/>
                  <a:pt x="911" y="994"/>
                </a:cubicBezTo>
                <a:lnTo>
                  <a:pt x="83" y="994"/>
                </a:lnTo>
                <a:moveTo>
                  <a:pt x="83" y="911"/>
                </a:moveTo>
                <a:lnTo>
                  <a:pt x="911" y="911"/>
                </a:lnTo>
                <a:lnTo>
                  <a:pt x="911" y="319"/>
                </a:lnTo>
                <a:lnTo>
                  <a:pt x="674" y="319"/>
                </a:lnTo>
                <a:lnTo>
                  <a:pt x="674" y="83"/>
                </a:lnTo>
                <a:lnTo>
                  <a:pt x="83" y="83"/>
                </a:lnTo>
                <a:lnTo>
                  <a:pt x="83" y="911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882" name=""/>
          <p:cNvSpPr/>
          <p:nvPr/>
        </p:nvSpPr>
        <p:spPr>
          <a:xfrm>
            <a:off x="414360" y="1737000"/>
            <a:ext cx="3926160" cy="2204280"/>
          </a:xfrm>
          <a:custGeom>
            <a:avLst/>
            <a:gdLst/>
            <a:ahLst/>
            <a:rect l="0" t="0" r="r" b="b"/>
            <a:pathLst>
              <a:path w="10906" h="6123">
                <a:moveTo>
                  <a:pt x="436" y="678"/>
                </a:moveTo>
                <a:lnTo>
                  <a:pt x="436" y="5283"/>
                </a:lnTo>
                <a:cubicBezTo>
                  <a:pt x="436" y="5325"/>
                  <a:pt x="444" y="5365"/>
                  <a:pt x="460" y="5404"/>
                </a:cubicBezTo>
                <a:cubicBezTo>
                  <a:pt x="476" y="5443"/>
                  <a:pt x="499" y="5477"/>
                  <a:pt x="529" y="5507"/>
                </a:cubicBezTo>
                <a:cubicBezTo>
                  <a:pt x="559" y="5537"/>
                  <a:pt x="593" y="5560"/>
                  <a:pt x="632" y="5576"/>
                </a:cubicBezTo>
                <a:cubicBezTo>
                  <a:pt x="671" y="5592"/>
                  <a:pt x="711" y="5600"/>
                  <a:pt x="753" y="5600"/>
                </a:cubicBezTo>
                <a:lnTo>
                  <a:pt x="10147" y="5600"/>
                </a:lnTo>
                <a:cubicBezTo>
                  <a:pt x="10189" y="5600"/>
                  <a:pt x="10230" y="5592"/>
                  <a:pt x="10269" y="5576"/>
                </a:cubicBezTo>
                <a:cubicBezTo>
                  <a:pt x="10308" y="5560"/>
                  <a:pt x="10342" y="5537"/>
                  <a:pt x="10372" y="5507"/>
                </a:cubicBezTo>
                <a:cubicBezTo>
                  <a:pt x="10401" y="5477"/>
                  <a:pt x="10424" y="5443"/>
                  <a:pt x="10441" y="5404"/>
                </a:cubicBezTo>
                <a:cubicBezTo>
                  <a:pt x="10457" y="5365"/>
                  <a:pt x="10465" y="5325"/>
                  <a:pt x="10465" y="5283"/>
                </a:cubicBezTo>
                <a:lnTo>
                  <a:pt x="10465" y="678"/>
                </a:lnTo>
                <a:cubicBezTo>
                  <a:pt x="10465" y="636"/>
                  <a:pt x="10457" y="595"/>
                  <a:pt x="10441" y="556"/>
                </a:cubicBezTo>
                <a:cubicBezTo>
                  <a:pt x="10424" y="517"/>
                  <a:pt x="10401" y="483"/>
                  <a:pt x="10372" y="453"/>
                </a:cubicBezTo>
                <a:cubicBezTo>
                  <a:pt x="10342" y="424"/>
                  <a:pt x="10308" y="401"/>
                  <a:pt x="10269" y="385"/>
                </a:cubicBezTo>
                <a:cubicBezTo>
                  <a:pt x="10230" y="368"/>
                  <a:pt x="10189" y="360"/>
                  <a:pt x="10147" y="360"/>
                </a:cubicBezTo>
                <a:lnTo>
                  <a:pt x="753" y="360"/>
                </a:lnTo>
                <a:cubicBezTo>
                  <a:pt x="711" y="360"/>
                  <a:pt x="671" y="368"/>
                  <a:pt x="632" y="385"/>
                </a:cubicBezTo>
                <a:cubicBezTo>
                  <a:pt x="593" y="401"/>
                  <a:pt x="559" y="424"/>
                  <a:pt x="529" y="453"/>
                </a:cubicBezTo>
                <a:cubicBezTo>
                  <a:pt x="499" y="483"/>
                  <a:pt x="476" y="517"/>
                  <a:pt x="460" y="556"/>
                </a:cubicBezTo>
                <a:cubicBezTo>
                  <a:pt x="444" y="595"/>
                  <a:pt x="436" y="636"/>
                  <a:pt x="436" y="678"/>
                </a:cubicBezTo>
                <a:moveTo>
                  <a:pt x="0" y="0"/>
                </a:moveTo>
                <a:lnTo>
                  <a:pt x="10906" y="0"/>
                </a:lnTo>
                <a:lnTo>
                  <a:pt x="10906" y="6123"/>
                </a:lnTo>
                <a:lnTo>
                  <a:pt x="0" y="6123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883" name=""/>
          <p:cNvSpPr/>
          <p:nvPr/>
        </p:nvSpPr>
        <p:spPr>
          <a:xfrm>
            <a:off x="580680" y="1876320"/>
            <a:ext cx="3591360" cy="1867320"/>
          </a:xfrm>
          <a:custGeom>
            <a:avLst/>
            <a:gdLst/>
            <a:ahLst/>
            <a:rect l="0" t="0" r="r" b="b"/>
            <a:pathLst>
              <a:path w="9976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59"/>
                  <a:pt x="9877" y="72"/>
                  <a:pt x="9891" y="85"/>
                </a:cubicBezTo>
                <a:cubicBezTo>
                  <a:pt x="9905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79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4896"/>
                </a:lnTo>
                <a:cubicBezTo>
                  <a:pt x="9976" y="4915"/>
                  <a:pt x="9974" y="4934"/>
                  <a:pt x="9971" y="4952"/>
                </a:cubicBezTo>
                <a:cubicBezTo>
                  <a:pt x="9967" y="4971"/>
                  <a:pt x="9961" y="4989"/>
                  <a:pt x="9954" y="5007"/>
                </a:cubicBezTo>
                <a:cubicBezTo>
                  <a:pt x="9947" y="5025"/>
                  <a:pt x="9938" y="5041"/>
                  <a:pt x="9927" y="5057"/>
                </a:cubicBezTo>
                <a:cubicBezTo>
                  <a:pt x="9917" y="5073"/>
                  <a:pt x="9905" y="5088"/>
                  <a:pt x="9891" y="5101"/>
                </a:cubicBezTo>
                <a:cubicBezTo>
                  <a:pt x="9877" y="5115"/>
                  <a:pt x="9863" y="5127"/>
                  <a:pt x="9847" y="5138"/>
                </a:cubicBezTo>
                <a:cubicBezTo>
                  <a:pt x="9831" y="5148"/>
                  <a:pt x="9814" y="5157"/>
                  <a:pt x="9797" y="5164"/>
                </a:cubicBezTo>
                <a:cubicBezTo>
                  <a:pt x="9779" y="5172"/>
                  <a:pt x="9761" y="5177"/>
                  <a:pt x="9742" y="5181"/>
                </a:cubicBezTo>
                <a:cubicBezTo>
                  <a:pt x="9723" y="5185"/>
                  <a:pt x="9704" y="5187"/>
                  <a:pt x="9685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5" y="5181"/>
                </a:cubicBezTo>
                <a:cubicBezTo>
                  <a:pt x="216" y="5177"/>
                  <a:pt x="198" y="5172"/>
                  <a:pt x="180" y="5164"/>
                </a:cubicBezTo>
                <a:cubicBezTo>
                  <a:pt x="162" y="5157"/>
                  <a:pt x="146" y="5148"/>
                  <a:pt x="130" y="5138"/>
                </a:cubicBezTo>
                <a:cubicBezTo>
                  <a:pt x="114" y="5127"/>
                  <a:pt x="99" y="5115"/>
                  <a:pt x="86" y="5101"/>
                </a:cubicBezTo>
                <a:cubicBezTo>
                  <a:pt x="72" y="5088"/>
                  <a:pt x="60" y="5073"/>
                  <a:pt x="50" y="5057"/>
                </a:cubicBezTo>
                <a:cubicBezTo>
                  <a:pt x="39" y="5041"/>
                  <a:pt x="30" y="5025"/>
                  <a:pt x="23" y="5007"/>
                </a:cubicBezTo>
                <a:cubicBezTo>
                  <a:pt x="15" y="4989"/>
                  <a:pt x="10" y="4971"/>
                  <a:pt x="6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84" name=""/>
          <p:cNvSpPr/>
          <p:nvPr/>
        </p:nvSpPr>
        <p:spPr>
          <a:xfrm>
            <a:off x="580680" y="1876320"/>
            <a:ext cx="3591360" cy="1867320"/>
          </a:xfrm>
          <a:custGeom>
            <a:avLst/>
            <a:gdLst/>
            <a:ahLst/>
            <a:rect l="0" t="0" r="r" b="b"/>
            <a:pathLst>
              <a:path w="9976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59"/>
                  <a:pt x="9877" y="72"/>
                  <a:pt x="9891" y="85"/>
                </a:cubicBezTo>
                <a:cubicBezTo>
                  <a:pt x="9905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79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4896"/>
                </a:lnTo>
                <a:cubicBezTo>
                  <a:pt x="9976" y="4915"/>
                  <a:pt x="9974" y="4934"/>
                  <a:pt x="9971" y="4952"/>
                </a:cubicBezTo>
                <a:cubicBezTo>
                  <a:pt x="9967" y="4971"/>
                  <a:pt x="9961" y="4989"/>
                  <a:pt x="9954" y="5007"/>
                </a:cubicBezTo>
                <a:cubicBezTo>
                  <a:pt x="9947" y="5025"/>
                  <a:pt x="9938" y="5041"/>
                  <a:pt x="9927" y="5057"/>
                </a:cubicBezTo>
                <a:cubicBezTo>
                  <a:pt x="9917" y="5073"/>
                  <a:pt x="9905" y="5088"/>
                  <a:pt x="9891" y="5101"/>
                </a:cubicBezTo>
                <a:cubicBezTo>
                  <a:pt x="9877" y="5115"/>
                  <a:pt x="9863" y="5127"/>
                  <a:pt x="9847" y="5138"/>
                </a:cubicBezTo>
                <a:cubicBezTo>
                  <a:pt x="9831" y="5148"/>
                  <a:pt x="9814" y="5157"/>
                  <a:pt x="9797" y="5164"/>
                </a:cubicBezTo>
                <a:cubicBezTo>
                  <a:pt x="9779" y="5172"/>
                  <a:pt x="9761" y="5177"/>
                  <a:pt x="9742" y="5181"/>
                </a:cubicBezTo>
                <a:cubicBezTo>
                  <a:pt x="9723" y="5185"/>
                  <a:pt x="9704" y="5187"/>
                  <a:pt x="9685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5" y="5181"/>
                </a:cubicBezTo>
                <a:cubicBezTo>
                  <a:pt x="216" y="5177"/>
                  <a:pt x="198" y="5172"/>
                  <a:pt x="180" y="5164"/>
                </a:cubicBezTo>
                <a:cubicBezTo>
                  <a:pt x="162" y="5157"/>
                  <a:pt x="146" y="5148"/>
                  <a:pt x="130" y="5138"/>
                </a:cubicBezTo>
                <a:cubicBezTo>
                  <a:pt x="114" y="5127"/>
                  <a:pt x="99" y="5115"/>
                  <a:pt x="86" y="5101"/>
                </a:cubicBezTo>
                <a:cubicBezTo>
                  <a:pt x="72" y="5088"/>
                  <a:pt x="60" y="5073"/>
                  <a:pt x="50" y="5057"/>
                </a:cubicBezTo>
                <a:cubicBezTo>
                  <a:pt x="39" y="5041"/>
                  <a:pt x="30" y="5025"/>
                  <a:pt x="23" y="5007"/>
                </a:cubicBezTo>
                <a:cubicBezTo>
                  <a:pt x="15" y="4989"/>
                  <a:pt x="10" y="4971"/>
                  <a:pt x="6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85" name=""/>
          <p:cNvSpPr/>
          <p:nvPr/>
        </p:nvSpPr>
        <p:spPr>
          <a:xfrm>
            <a:off x="2092320" y="2070000"/>
            <a:ext cx="559080" cy="482760"/>
          </a:xfrm>
          <a:custGeom>
            <a:avLst/>
            <a:gdLst/>
            <a:ahLst/>
            <a:rect l="0" t="0" r="r" b="b"/>
            <a:pathLst>
              <a:path w="1553" h="1341">
                <a:moveTo>
                  <a:pt x="188" y="890"/>
                </a:moveTo>
                <a:cubicBezTo>
                  <a:pt x="135" y="890"/>
                  <a:pt x="91" y="871"/>
                  <a:pt x="54" y="835"/>
                </a:cubicBezTo>
                <a:cubicBezTo>
                  <a:pt x="18" y="798"/>
                  <a:pt x="0" y="753"/>
                  <a:pt x="0" y="701"/>
                </a:cubicBezTo>
                <a:cubicBezTo>
                  <a:pt x="0" y="649"/>
                  <a:pt x="18" y="604"/>
                  <a:pt x="55" y="567"/>
                </a:cubicBezTo>
                <a:cubicBezTo>
                  <a:pt x="91" y="531"/>
                  <a:pt x="136" y="512"/>
                  <a:pt x="188" y="512"/>
                </a:cubicBezTo>
                <a:lnTo>
                  <a:pt x="188" y="295"/>
                </a:lnTo>
                <a:cubicBezTo>
                  <a:pt x="188" y="266"/>
                  <a:pt x="199" y="241"/>
                  <a:pt x="220" y="220"/>
                </a:cubicBezTo>
                <a:cubicBezTo>
                  <a:pt x="241" y="199"/>
                  <a:pt x="266" y="189"/>
                  <a:pt x="294" y="189"/>
                </a:cubicBezTo>
                <a:lnTo>
                  <a:pt x="587" y="189"/>
                </a:lnTo>
                <a:cubicBezTo>
                  <a:pt x="587" y="136"/>
                  <a:pt x="605" y="91"/>
                  <a:pt x="642" y="54"/>
                </a:cubicBezTo>
                <a:cubicBezTo>
                  <a:pt x="678" y="18"/>
                  <a:pt x="723" y="0"/>
                  <a:pt x="776" y="0"/>
                </a:cubicBezTo>
                <a:cubicBezTo>
                  <a:pt x="829" y="0"/>
                  <a:pt x="873" y="18"/>
                  <a:pt x="910" y="55"/>
                </a:cubicBezTo>
                <a:cubicBezTo>
                  <a:pt x="946" y="92"/>
                  <a:pt x="964" y="136"/>
                  <a:pt x="964" y="189"/>
                </a:cubicBezTo>
                <a:lnTo>
                  <a:pt x="1258" y="189"/>
                </a:lnTo>
                <a:cubicBezTo>
                  <a:pt x="1286" y="189"/>
                  <a:pt x="1311" y="199"/>
                  <a:pt x="1332" y="220"/>
                </a:cubicBezTo>
                <a:cubicBezTo>
                  <a:pt x="1353" y="241"/>
                  <a:pt x="1364" y="266"/>
                  <a:pt x="1364" y="295"/>
                </a:cubicBezTo>
                <a:lnTo>
                  <a:pt x="1364" y="512"/>
                </a:lnTo>
                <a:cubicBezTo>
                  <a:pt x="1417" y="512"/>
                  <a:pt x="1462" y="531"/>
                  <a:pt x="1498" y="567"/>
                </a:cubicBezTo>
                <a:cubicBezTo>
                  <a:pt x="1535" y="604"/>
                  <a:pt x="1553" y="649"/>
                  <a:pt x="1553" y="701"/>
                </a:cubicBezTo>
                <a:cubicBezTo>
                  <a:pt x="1553" y="753"/>
                  <a:pt x="1534" y="798"/>
                  <a:pt x="1498" y="835"/>
                </a:cubicBezTo>
                <a:cubicBezTo>
                  <a:pt x="1461" y="871"/>
                  <a:pt x="1416" y="890"/>
                  <a:pt x="1364" y="890"/>
                </a:cubicBezTo>
                <a:lnTo>
                  <a:pt x="1364" y="1235"/>
                </a:lnTo>
                <a:cubicBezTo>
                  <a:pt x="1364" y="1264"/>
                  <a:pt x="1353" y="1288"/>
                  <a:pt x="1332" y="1310"/>
                </a:cubicBezTo>
                <a:cubicBezTo>
                  <a:pt x="1311" y="1331"/>
                  <a:pt x="1286" y="1341"/>
                  <a:pt x="1258" y="1341"/>
                </a:cubicBezTo>
                <a:lnTo>
                  <a:pt x="294" y="1341"/>
                </a:lnTo>
                <a:cubicBezTo>
                  <a:pt x="266" y="1341"/>
                  <a:pt x="241" y="1331"/>
                  <a:pt x="220" y="1310"/>
                </a:cubicBezTo>
                <a:cubicBezTo>
                  <a:pt x="199" y="1288"/>
                  <a:pt x="188" y="1264"/>
                  <a:pt x="188" y="1235"/>
                </a:cubicBezTo>
                <a:lnTo>
                  <a:pt x="188" y="890"/>
                </a:lnTo>
                <a:moveTo>
                  <a:pt x="584" y="693"/>
                </a:moveTo>
                <a:cubicBezTo>
                  <a:pt x="598" y="679"/>
                  <a:pt x="605" y="662"/>
                  <a:pt x="605" y="642"/>
                </a:cubicBezTo>
                <a:cubicBezTo>
                  <a:pt x="605" y="623"/>
                  <a:pt x="598" y="606"/>
                  <a:pt x="584" y="593"/>
                </a:cubicBezTo>
                <a:cubicBezTo>
                  <a:pt x="570" y="579"/>
                  <a:pt x="553" y="572"/>
                  <a:pt x="534" y="572"/>
                </a:cubicBezTo>
                <a:cubicBezTo>
                  <a:pt x="514" y="572"/>
                  <a:pt x="497" y="579"/>
                  <a:pt x="484" y="593"/>
                </a:cubicBezTo>
                <a:cubicBezTo>
                  <a:pt x="470" y="607"/>
                  <a:pt x="463" y="624"/>
                  <a:pt x="463" y="643"/>
                </a:cubicBezTo>
                <a:cubicBezTo>
                  <a:pt x="463" y="663"/>
                  <a:pt x="470" y="680"/>
                  <a:pt x="484" y="693"/>
                </a:cubicBezTo>
                <a:cubicBezTo>
                  <a:pt x="498" y="707"/>
                  <a:pt x="515" y="713"/>
                  <a:pt x="534" y="713"/>
                </a:cubicBezTo>
                <a:cubicBezTo>
                  <a:pt x="554" y="713"/>
                  <a:pt x="571" y="706"/>
                  <a:pt x="584" y="693"/>
                </a:cubicBezTo>
                <a:moveTo>
                  <a:pt x="1068" y="693"/>
                </a:moveTo>
                <a:cubicBezTo>
                  <a:pt x="1081" y="679"/>
                  <a:pt x="1088" y="662"/>
                  <a:pt x="1088" y="642"/>
                </a:cubicBezTo>
                <a:cubicBezTo>
                  <a:pt x="1088" y="623"/>
                  <a:pt x="1081" y="606"/>
                  <a:pt x="1067" y="593"/>
                </a:cubicBezTo>
                <a:cubicBezTo>
                  <a:pt x="1053" y="579"/>
                  <a:pt x="1037" y="572"/>
                  <a:pt x="1017" y="572"/>
                </a:cubicBezTo>
                <a:cubicBezTo>
                  <a:pt x="997" y="572"/>
                  <a:pt x="981" y="579"/>
                  <a:pt x="967" y="593"/>
                </a:cubicBezTo>
                <a:cubicBezTo>
                  <a:pt x="953" y="607"/>
                  <a:pt x="947" y="624"/>
                  <a:pt x="947" y="643"/>
                </a:cubicBezTo>
                <a:cubicBezTo>
                  <a:pt x="947" y="663"/>
                  <a:pt x="954" y="680"/>
                  <a:pt x="967" y="693"/>
                </a:cubicBezTo>
                <a:cubicBezTo>
                  <a:pt x="981" y="707"/>
                  <a:pt x="998" y="713"/>
                  <a:pt x="1018" y="713"/>
                </a:cubicBezTo>
                <a:cubicBezTo>
                  <a:pt x="1037" y="713"/>
                  <a:pt x="1054" y="706"/>
                  <a:pt x="1068" y="693"/>
                </a:cubicBezTo>
                <a:moveTo>
                  <a:pt x="479" y="1050"/>
                </a:moveTo>
                <a:lnTo>
                  <a:pt x="1072" y="1050"/>
                </a:lnTo>
                <a:lnTo>
                  <a:pt x="1072" y="944"/>
                </a:lnTo>
                <a:lnTo>
                  <a:pt x="479" y="944"/>
                </a:lnTo>
                <a:lnTo>
                  <a:pt x="479" y="1050"/>
                </a:lnTo>
                <a:moveTo>
                  <a:pt x="294" y="1235"/>
                </a:moveTo>
                <a:lnTo>
                  <a:pt x="1258" y="1235"/>
                </a:lnTo>
                <a:lnTo>
                  <a:pt x="1258" y="295"/>
                </a:lnTo>
                <a:lnTo>
                  <a:pt x="294" y="295"/>
                </a:lnTo>
                <a:lnTo>
                  <a:pt x="294" y="1235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86" name=""/>
          <p:cNvSpPr txBox="1"/>
          <p:nvPr/>
        </p:nvSpPr>
        <p:spPr>
          <a:xfrm>
            <a:off x="1047600" y="1177560"/>
            <a:ext cx="425772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Antigravity</a:t>
            </a:r>
            <a:r>
              <a:rPr lang="ja-JP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の強み まとめ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87" name=""/>
          <p:cNvSpPr txBox="1"/>
          <p:nvPr/>
        </p:nvSpPr>
        <p:spPr>
          <a:xfrm>
            <a:off x="1462680" y="2783880"/>
            <a:ext cx="1829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自律エージェント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88" name=""/>
          <p:cNvSpPr/>
          <p:nvPr/>
        </p:nvSpPr>
        <p:spPr>
          <a:xfrm>
            <a:off x="4136040" y="1737000"/>
            <a:ext cx="3920040" cy="2204280"/>
          </a:xfrm>
          <a:custGeom>
            <a:avLst/>
            <a:gdLst/>
            <a:ahLst/>
            <a:rect l="0" t="0" r="r" b="b"/>
            <a:pathLst>
              <a:path w="10889" h="6123">
                <a:moveTo>
                  <a:pt x="443" y="678"/>
                </a:moveTo>
                <a:lnTo>
                  <a:pt x="443" y="5283"/>
                </a:lnTo>
                <a:cubicBezTo>
                  <a:pt x="443" y="5325"/>
                  <a:pt x="451" y="5365"/>
                  <a:pt x="467" y="5404"/>
                </a:cubicBezTo>
                <a:cubicBezTo>
                  <a:pt x="483" y="5443"/>
                  <a:pt x="506" y="5477"/>
                  <a:pt x="536" y="5507"/>
                </a:cubicBezTo>
                <a:cubicBezTo>
                  <a:pt x="566" y="5537"/>
                  <a:pt x="600" y="5560"/>
                  <a:pt x="639" y="5576"/>
                </a:cubicBezTo>
                <a:cubicBezTo>
                  <a:pt x="678" y="5592"/>
                  <a:pt x="719" y="5600"/>
                  <a:pt x="761" y="5600"/>
                </a:cubicBezTo>
                <a:lnTo>
                  <a:pt x="10128" y="5600"/>
                </a:lnTo>
                <a:cubicBezTo>
                  <a:pt x="10170" y="5600"/>
                  <a:pt x="10211" y="5592"/>
                  <a:pt x="10249" y="5576"/>
                </a:cubicBezTo>
                <a:cubicBezTo>
                  <a:pt x="10288" y="5560"/>
                  <a:pt x="10323" y="5537"/>
                  <a:pt x="10352" y="5507"/>
                </a:cubicBezTo>
                <a:cubicBezTo>
                  <a:pt x="10382" y="5477"/>
                  <a:pt x="10405" y="5443"/>
                  <a:pt x="10421" y="5404"/>
                </a:cubicBezTo>
                <a:cubicBezTo>
                  <a:pt x="10437" y="5365"/>
                  <a:pt x="10445" y="5325"/>
                  <a:pt x="10445" y="5283"/>
                </a:cubicBezTo>
                <a:lnTo>
                  <a:pt x="10445" y="678"/>
                </a:lnTo>
                <a:cubicBezTo>
                  <a:pt x="10445" y="636"/>
                  <a:pt x="10437" y="595"/>
                  <a:pt x="10421" y="556"/>
                </a:cubicBezTo>
                <a:cubicBezTo>
                  <a:pt x="10405" y="517"/>
                  <a:pt x="10382" y="483"/>
                  <a:pt x="10352" y="453"/>
                </a:cubicBezTo>
                <a:cubicBezTo>
                  <a:pt x="10323" y="424"/>
                  <a:pt x="10288" y="401"/>
                  <a:pt x="10249" y="385"/>
                </a:cubicBezTo>
                <a:cubicBezTo>
                  <a:pt x="10211" y="368"/>
                  <a:pt x="10170" y="360"/>
                  <a:pt x="10128" y="360"/>
                </a:cubicBezTo>
                <a:lnTo>
                  <a:pt x="761" y="360"/>
                </a:lnTo>
                <a:cubicBezTo>
                  <a:pt x="719" y="360"/>
                  <a:pt x="678" y="368"/>
                  <a:pt x="639" y="385"/>
                </a:cubicBezTo>
                <a:cubicBezTo>
                  <a:pt x="600" y="401"/>
                  <a:pt x="566" y="424"/>
                  <a:pt x="536" y="453"/>
                </a:cubicBezTo>
                <a:cubicBezTo>
                  <a:pt x="506" y="483"/>
                  <a:pt x="483" y="517"/>
                  <a:pt x="467" y="556"/>
                </a:cubicBezTo>
                <a:cubicBezTo>
                  <a:pt x="451" y="595"/>
                  <a:pt x="443" y="636"/>
                  <a:pt x="443" y="678"/>
                </a:cubicBezTo>
                <a:moveTo>
                  <a:pt x="0" y="0"/>
                </a:moveTo>
                <a:lnTo>
                  <a:pt x="10889" y="0"/>
                </a:lnTo>
                <a:lnTo>
                  <a:pt x="10889" y="6123"/>
                </a:lnTo>
                <a:lnTo>
                  <a:pt x="0" y="6123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889" name=""/>
          <p:cNvSpPr/>
          <p:nvPr/>
        </p:nvSpPr>
        <p:spPr>
          <a:xfrm>
            <a:off x="4305240" y="1876320"/>
            <a:ext cx="3581640" cy="1867320"/>
          </a:xfrm>
          <a:custGeom>
            <a:avLst/>
            <a:gdLst/>
            <a:ahLst/>
            <a:rect l="0" t="0" r="r" b="b"/>
            <a:pathLst>
              <a:path w="9949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5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59" y="113"/>
                  <a:pt x="71" y="99"/>
                  <a:pt x="85" y="85"/>
                </a:cubicBezTo>
                <a:cubicBezTo>
                  <a:pt x="98" y="72"/>
                  <a:pt x="113" y="59"/>
                  <a:pt x="129" y="49"/>
                </a:cubicBezTo>
                <a:cubicBezTo>
                  <a:pt x="145" y="38"/>
                  <a:pt x="162" y="29"/>
                  <a:pt x="179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9658" y="0"/>
                </a:lnTo>
                <a:cubicBezTo>
                  <a:pt x="9677" y="0"/>
                  <a:pt x="9696" y="2"/>
                  <a:pt x="9715" y="5"/>
                </a:cubicBezTo>
                <a:cubicBezTo>
                  <a:pt x="9733" y="9"/>
                  <a:pt x="9752" y="15"/>
                  <a:pt x="9769" y="22"/>
                </a:cubicBezTo>
                <a:cubicBezTo>
                  <a:pt x="9787" y="29"/>
                  <a:pt x="9804" y="38"/>
                  <a:pt x="9820" y="49"/>
                </a:cubicBezTo>
                <a:cubicBezTo>
                  <a:pt x="9836" y="59"/>
                  <a:pt x="9850" y="72"/>
                  <a:pt x="9864" y="85"/>
                </a:cubicBezTo>
                <a:cubicBezTo>
                  <a:pt x="9877" y="99"/>
                  <a:pt x="9889" y="113"/>
                  <a:pt x="9900" y="129"/>
                </a:cubicBezTo>
                <a:cubicBezTo>
                  <a:pt x="9911" y="145"/>
                  <a:pt x="9920" y="162"/>
                  <a:pt x="9927" y="179"/>
                </a:cubicBezTo>
                <a:cubicBezTo>
                  <a:pt x="9934" y="197"/>
                  <a:pt x="9940" y="215"/>
                  <a:pt x="9943" y="234"/>
                </a:cubicBezTo>
                <a:cubicBezTo>
                  <a:pt x="9947" y="253"/>
                  <a:pt x="9949" y="272"/>
                  <a:pt x="9949" y="291"/>
                </a:cubicBezTo>
                <a:lnTo>
                  <a:pt x="9949" y="4896"/>
                </a:lnTo>
                <a:cubicBezTo>
                  <a:pt x="9949" y="4915"/>
                  <a:pt x="9947" y="4934"/>
                  <a:pt x="9943" y="4952"/>
                </a:cubicBezTo>
                <a:cubicBezTo>
                  <a:pt x="9940" y="4971"/>
                  <a:pt x="9934" y="4989"/>
                  <a:pt x="9927" y="5007"/>
                </a:cubicBezTo>
                <a:cubicBezTo>
                  <a:pt x="9920" y="5025"/>
                  <a:pt x="9911" y="5041"/>
                  <a:pt x="9900" y="5057"/>
                </a:cubicBezTo>
                <a:cubicBezTo>
                  <a:pt x="9889" y="5073"/>
                  <a:pt x="9877" y="5088"/>
                  <a:pt x="9864" y="5101"/>
                </a:cubicBezTo>
                <a:cubicBezTo>
                  <a:pt x="9850" y="5115"/>
                  <a:pt x="9836" y="5127"/>
                  <a:pt x="9820" y="5138"/>
                </a:cubicBezTo>
                <a:cubicBezTo>
                  <a:pt x="9804" y="5148"/>
                  <a:pt x="9787" y="5157"/>
                  <a:pt x="9769" y="5164"/>
                </a:cubicBezTo>
                <a:cubicBezTo>
                  <a:pt x="9752" y="5172"/>
                  <a:pt x="9733" y="5177"/>
                  <a:pt x="9715" y="5181"/>
                </a:cubicBezTo>
                <a:cubicBezTo>
                  <a:pt x="9696" y="5185"/>
                  <a:pt x="9677" y="5187"/>
                  <a:pt x="9658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4" y="5181"/>
                </a:cubicBezTo>
                <a:cubicBezTo>
                  <a:pt x="215" y="5177"/>
                  <a:pt x="197" y="5172"/>
                  <a:pt x="179" y="5164"/>
                </a:cubicBezTo>
                <a:cubicBezTo>
                  <a:pt x="162" y="5157"/>
                  <a:pt x="145" y="5148"/>
                  <a:pt x="129" y="5138"/>
                </a:cubicBezTo>
                <a:cubicBezTo>
                  <a:pt x="113" y="5127"/>
                  <a:pt x="98" y="5115"/>
                  <a:pt x="85" y="5101"/>
                </a:cubicBezTo>
                <a:cubicBezTo>
                  <a:pt x="71" y="5088"/>
                  <a:pt x="59" y="5073"/>
                  <a:pt x="49" y="5057"/>
                </a:cubicBezTo>
                <a:cubicBezTo>
                  <a:pt x="38" y="5041"/>
                  <a:pt x="29" y="5025"/>
                  <a:pt x="22" y="5007"/>
                </a:cubicBezTo>
                <a:cubicBezTo>
                  <a:pt x="15" y="4989"/>
                  <a:pt x="9" y="4971"/>
                  <a:pt x="5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solidFill>
            <a:srgbClr val="F6C6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90" name=""/>
          <p:cNvSpPr/>
          <p:nvPr/>
        </p:nvSpPr>
        <p:spPr>
          <a:xfrm>
            <a:off x="4305240" y="1876320"/>
            <a:ext cx="3581640" cy="1867320"/>
          </a:xfrm>
          <a:custGeom>
            <a:avLst/>
            <a:gdLst/>
            <a:ahLst/>
            <a:rect l="0" t="0" r="r" b="b"/>
            <a:pathLst>
              <a:path w="9949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5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59" y="113"/>
                  <a:pt x="71" y="99"/>
                  <a:pt x="85" y="85"/>
                </a:cubicBezTo>
                <a:cubicBezTo>
                  <a:pt x="98" y="72"/>
                  <a:pt x="113" y="59"/>
                  <a:pt x="129" y="49"/>
                </a:cubicBezTo>
                <a:cubicBezTo>
                  <a:pt x="145" y="38"/>
                  <a:pt x="162" y="29"/>
                  <a:pt x="179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9658" y="0"/>
                </a:lnTo>
                <a:cubicBezTo>
                  <a:pt x="9677" y="0"/>
                  <a:pt x="9696" y="2"/>
                  <a:pt x="9715" y="5"/>
                </a:cubicBezTo>
                <a:cubicBezTo>
                  <a:pt x="9733" y="9"/>
                  <a:pt x="9752" y="15"/>
                  <a:pt x="9769" y="22"/>
                </a:cubicBezTo>
                <a:cubicBezTo>
                  <a:pt x="9787" y="29"/>
                  <a:pt x="9804" y="38"/>
                  <a:pt x="9820" y="49"/>
                </a:cubicBezTo>
                <a:cubicBezTo>
                  <a:pt x="9836" y="59"/>
                  <a:pt x="9850" y="72"/>
                  <a:pt x="9864" y="85"/>
                </a:cubicBezTo>
                <a:cubicBezTo>
                  <a:pt x="9877" y="99"/>
                  <a:pt x="9889" y="113"/>
                  <a:pt x="9900" y="129"/>
                </a:cubicBezTo>
                <a:cubicBezTo>
                  <a:pt x="9911" y="145"/>
                  <a:pt x="9920" y="162"/>
                  <a:pt x="9927" y="179"/>
                </a:cubicBezTo>
                <a:cubicBezTo>
                  <a:pt x="9934" y="197"/>
                  <a:pt x="9940" y="215"/>
                  <a:pt x="9943" y="234"/>
                </a:cubicBezTo>
                <a:cubicBezTo>
                  <a:pt x="9947" y="253"/>
                  <a:pt x="9949" y="272"/>
                  <a:pt x="9949" y="291"/>
                </a:cubicBezTo>
                <a:lnTo>
                  <a:pt x="9949" y="4896"/>
                </a:lnTo>
                <a:cubicBezTo>
                  <a:pt x="9949" y="4915"/>
                  <a:pt x="9947" y="4934"/>
                  <a:pt x="9943" y="4952"/>
                </a:cubicBezTo>
                <a:cubicBezTo>
                  <a:pt x="9940" y="4971"/>
                  <a:pt x="9934" y="4989"/>
                  <a:pt x="9927" y="5007"/>
                </a:cubicBezTo>
                <a:cubicBezTo>
                  <a:pt x="9920" y="5025"/>
                  <a:pt x="9911" y="5041"/>
                  <a:pt x="9900" y="5057"/>
                </a:cubicBezTo>
                <a:cubicBezTo>
                  <a:pt x="9889" y="5073"/>
                  <a:pt x="9877" y="5088"/>
                  <a:pt x="9864" y="5101"/>
                </a:cubicBezTo>
                <a:cubicBezTo>
                  <a:pt x="9850" y="5115"/>
                  <a:pt x="9836" y="5127"/>
                  <a:pt x="9820" y="5138"/>
                </a:cubicBezTo>
                <a:cubicBezTo>
                  <a:pt x="9804" y="5148"/>
                  <a:pt x="9787" y="5157"/>
                  <a:pt x="9769" y="5164"/>
                </a:cubicBezTo>
                <a:cubicBezTo>
                  <a:pt x="9752" y="5172"/>
                  <a:pt x="9733" y="5177"/>
                  <a:pt x="9715" y="5181"/>
                </a:cubicBezTo>
                <a:cubicBezTo>
                  <a:pt x="9696" y="5185"/>
                  <a:pt x="9677" y="5187"/>
                  <a:pt x="9658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4" y="5181"/>
                </a:cubicBezTo>
                <a:cubicBezTo>
                  <a:pt x="215" y="5177"/>
                  <a:pt x="197" y="5172"/>
                  <a:pt x="179" y="5164"/>
                </a:cubicBezTo>
                <a:cubicBezTo>
                  <a:pt x="162" y="5157"/>
                  <a:pt x="145" y="5148"/>
                  <a:pt x="129" y="5138"/>
                </a:cubicBezTo>
                <a:cubicBezTo>
                  <a:pt x="113" y="5127"/>
                  <a:pt x="98" y="5115"/>
                  <a:pt x="85" y="5101"/>
                </a:cubicBezTo>
                <a:cubicBezTo>
                  <a:pt x="71" y="5088"/>
                  <a:pt x="59" y="5073"/>
                  <a:pt x="49" y="5057"/>
                </a:cubicBezTo>
                <a:cubicBezTo>
                  <a:pt x="38" y="5041"/>
                  <a:pt x="29" y="5025"/>
                  <a:pt x="22" y="5007"/>
                </a:cubicBezTo>
                <a:cubicBezTo>
                  <a:pt x="15" y="4989"/>
                  <a:pt x="9" y="4971"/>
                  <a:pt x="5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noFill/>
          <a:ln w="18720">
            <a:solidFill>
              <a:srgbClr val="F6C6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91" name=""/>
          <p:cNvSpPr/>
          <p:nvPr/>
        </p:nvSpPr>
        <p:spPr>
          <a:xfrm>
            <a:off x="5867280" y="2095200"/>
            <a:ext cx="457920" cy="457920"/>
          </a:xfrm>
          <a:custGeom>
            <a:avLst/>
            <a:gdLst/>
            <a:ahLst/>
            <a:rect l="0" t="0" r="r" b="b"/>
            <a:pathLst>
              <a:path w="1272" h="1272">
                <a:moveTo>
                  <a:pt x="106" y="1272"/>
                </a:moveTo>
                <a:cubicBezTo>
                  <a:pt x="77" y="1272"/>
                  <a:pt x="53" y="1262"/>
                  <a:pt x="32" y="1241"/>
                </a:cubicBezTo>
                <a:cubicBezTo>
                  <a:pt x="10" y="1219"/>
                  <a:pt x="0" y="1195"/>
                  <a:pt x="0" y="1166"/>
                </a:cubicBezTo>
                <a:lnTo>
                  <a:pt x="0" y="106"/>
                </a:lnTo>
                <a:cubicBezTo>
                  <a:pt x="0" y="78"/>
                  <a:pt x="10" y="53"/>
                  <a:pt x="32" y="32"/>
                </a:cubicBezTo>
                <a:cubicBezTo>
                  <a:pt x="53" y="11"/>
                  <a:pt x="77" y="0"/>
                  <a:pt x="106" y="0"/>
                </a:cubicBezTo>
                <a:lnTo>
                  <a:pt x="1166" y="0"/>
                </a:lnTo>
                <a:cubicBezTo>
                  <a:pt x="1194" y="0"/>
                  <a:pt x="1219" y="11"/>
                  <a:pt x="1240" y="32"/>
                </a:cubicBezTo>
                <a:cubicBezTo>
                  <a:pt x="1261" y="53"/>
                  <a:pt x="1272" y="78"/>
                  <a:pt x="1272" y="106"/>
                </a:cubicBezTo>
                <a:lnTo>
                  <a:pt x="1272" y="1166"/>
                </a:lnTo>
                <a:cubicBezTo>
                  <a:pt x="1272" y="1195"/>
                  <a:pt x="1261" y="1219"/>
                  <a:pt x="1240" y="1241"/>
                </a:cubicBezTo>
                <a:cubicBezTo>
                  <a:pt x="1219" y="1262"/>
                  <a:pt x="1194" y="1272"/>
                  <a:pt x="1166" y="1272"/>
                </a:cubicBezTo>
                <a:lnTo>
                  <a:pt x="106" y="1272"/>
                </a:lnTo>
                <a:moveTo>
                  <a:pt x="106" y="1166"/>
                </a:moveTo>
                <a:lnTo>
                  <a:pt x="1166" y="1166"/>
                </a:lnTo>
                <a:lnTo>
                  <a:pt x="1166" y="106"/>
                </a:lnTo>
                <a:lnTo>
                  <a:pt x="106" y="106"/>
                </a:lnTo>
                <a:lnTo>
                  <a:pt x="106" y="1166"/>
                </a:lnTo>
                <a:moveTo>
                  <a:pt x="204" y="995"/>
                </a:moveTo>
                <a:lnTo>
                  <a:pt x="1068" y="995"/>
                </a:lnTo>
                <a:lnTo>
                  <a:pt x="809" y="649"/>
                </a:lnTo>
                <a:lnTo>
                  <a:pt x="576" y="951"/>
                </a:lnTo>
                <a:lnTo>
                  <a:pt x="411" y="726"/>
                </a:lnTo>
                <a:lnTo>
                  <a:pt x="204" y="995"/>
                </a:ln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92" name=""/>
          <p:cNvSpPr txBox="1"/>
          <p:nvPr/>
        </p:nvSpPr>
        <p:spPr>
          <a:xfrm>
            <a:off x="1841400" y="3279600"/>
            <a:ext cx="8816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計画‧実行‧検証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93" name=""/>
          <p:cNvSpPr txBox="1"/>
          <p:nvPr/>
        </p:nvSpPr>
        <p:spPr>
          <a:xfrm>
            <a:off x="5638680" y="2783880"/>
            <a:ext cx="9151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画像生成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94" name=""/>
          <p:cNvSpPr/>
          <p:nvPr/>
        </p:nvSpPr>
        <p:spPr>
          <a:xfrm>
            <a:off x="7851600" y="1737000"/>
            <a:ext cx="3926160" cy="2204280"/>
          </a:xfrm>
          <a:custGeom>
            <a:avLst/>
            <a:gdLst/>
            <a:ahLst/>
            <a:rect l="0" t="0" r="r" b="b"/>
            <a:pathLst>
              <a:path w="10906" h="6123">
                <a:moveTo>
                  <a:pt x="441" y="678"/>
                </a:moveTo>
                <a:lnTo>
                  <a:pt x="441" y="5283"/>
                </a:lnTo>
                <a:cubicBezTo>
                  <a:pt x="441" y="5325"/>
                  <a:pt x="449" y="5365"/>
                  <a:pt x="465" y="5404"/>
                </a:cubicBezTo>
                <a:cubicBezTo>
                  <a:pt x="481" y="5443"/>
                  <a:pt x="504" y="5477"/>
                  <a:pt x="534" y="5507"/>
                </a:cubicBezTo>
                <a:cubicBezTo>
                  <a:pt x="564" y="5537"/>
                  <a:pt x="598" y="5560"/>
                  <a:pt x="637" y="5576"/>
                </a:cubicBezTo>
                <a:cubicBezTo>
                  <a:pt x="676" y="5592"/>
                  <a:pt x="716" y="5600"/>
                  <a:pt x="758" y="5600"/>
                </a:cubicBezTo>
                <a:lnTo>
                  <a:pt x="10152" y="5600"/>
                </a:lnTo>
                <a:cubicBezTo>
                  <a:pt x="10194" y="5600"/>
                  <a:pt x="10235" y="5592"/>
                  <a:pt x="10274" y="5576"/>
                </a:cubicBezTo>
                <a:cubicBezTo>
                  <a:pt x="10313" y="5560"/>
                  <a:pt x="10347" y="5537"/>
                  <a:pt x="10377" y="5507"/>
                </a:cubicBezTo>
                <a:cubicBezTo>
                  <a:pt x="10406" y="5477"/>
                  <a:pt x="10429" y="5443"/>
                  <a:pt x="10445" y="5404"/>
                </a:cubicBezTo>
                <a:cubicBezTo>
                  <a:pt x="10462" y="5365"/>
                  <a:pt x="10470" y="5325"/>
                  <a:pt x="10470" y="5283"/>
                </a:cubicBezTo>
                <a:lnTo>
                  <a:pt x="10470" y="678"/>
                </a:lnTo>
                <a:cubicBezTo>
                  <a:pt x="10470" y="636"/>
                  <a:pt x="10462" y="595"/>
                  <a:pt x="10445" y="556"/>
                </a:cubicBezTo>
                <a:cubicBezTo>
                  <a:pt x="10429" y="517"/>
                  <a:pt x="10406" y="483"/>
                  <a:pt x="10377" y="453"/>
                </a:cubicBezTo>
                <a:cubicBezTo>
                  <a:pt x="10347" y="424"/>
                  <a:pt x="10313" y="401"/>
                  <a:pt x="10274" y="385"/>
                </a:cubicBezTo>
                <a:cubicBezTo>
                  <a:pt x="10235" y="368"/>
                  <a:pt x="10194" y="360"/>
                  <a:pt x="10152" y="360"/>
                </a:cubicBezTo>
                <a:lnTo>
                  <a:pt x="758" y="360"/>
                </a:lnTo>
                <a:cubicBezTo>
                  <a:pt x="716" y="360"/>
                  <a:pt x="676" y="368"/>
                  <a:pt x="637" y="385"/>
                </a:cubicBezTo>
                <a:cubicBezTo>
                  <a:pt x="598" y="401"/>
                  <a:pt x="564" y="424"/>
                  <a:pt x="534" y="453"/>
                </a:cubicBezTo>
                <a:cubicBezTo>
                  <a:pt x="504" y="483"/>
                  <a:pt x="481" y="517"/>
                  <a:pt x="465" y="556"/>
                </a:cubicBezTo>
                <a:cubicBezTo>
                  <a:pt x="449" y="595"/>
                  <a:pt x="441" y="636"/>
                  <a:pt x="441" y="678"/>
                </a:cubicBezTo>
                <a:moveTo>
                  <a:pt x="0" y="0"/>
                </a:moveTo>
                <a:lnTo>
                  <a:pt x="10906" y="0"/>
                </a:lnTo>
                <a:lnTo>
                  <a:pt x="10906" y="6123"/>
                </a:lnTo>
                <a:lnTo>
                  <a:pt x="0" y="6123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895" name=""/>
          <p:cNvSpPr/>
          <p:nvPr/>
        </p:nvSpPr>
        <p:spPr>
          <a:xfrm>
            <a:off x="8019720" y="1876320"/>
            <a:ext cx="3591360" cy="1867320"/>
          </a:xfrm>
          <a:custGeom>
            <a:avLst/>
            <a:gdLst/>
            <a:ahLst/>
            <a:rect l="0" t="0" r="r" b="b"/>
            <a:pathLst>
              <a:path w="9976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59"/>
                  <a:pt x="9877" y="72"/>
                  <a:pt x="9891" y="85"/>
                </a:cubicBezTo>
                <a:cubicBezTo>
                  <a:pt x="9904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79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4896"/>
                </a:lnTo>
                <a:cubicBezTo>
                  <a:pt x="9976" y="4915"/>
                  <a:pt x="9974" y="4934"/>
                  <a:pt x="9971" y="4952"/>
                </a:cubicBezTo>
                <a:cubicBezTo>
                  <a:pt x="9967" y="4971"/>
                  <a:pt x="9961" y="4989"/>
                  <a:pt x="9954" y="5007"/>
                </a:cubicBezTo>
                <a:cubicBezTo>
                  <a:pt x="9947" y="5025"/>
                  <a:pt x="9938" y="5041"/>
                  <a:pt x="9927" y="5057"/>
                </a:cubicBezTo>
                <a:cubicBezTo>
                  <a:pt x="9917" y="5073"/>
                  <a:pt x="9904" y="5088"/>
                  <a:pt x="9891" y="5101"/>
                </a:cubicBezTo>
                <a:cubicBezTo>
                  <a:pt x="9877" y="5115"/>
                  <a:pt x="9863" y="5127"/>
                  <a:pt x="9847" y="5138"/>
                </a:cubicBezTo>
                <a:cubicBezTo>
                  <a:pt x="9831" y="5148"/>
                  <a:pt x="9814" y="5157"/>
                  <a:pt x="9797" y="5164"/>
                </a:cubicBezTo>
                <a:cubicBezTo>
                  <a:pt x="9779" y="5172"/>
                  <a:pt x="9761" y="5177"/>
                  <a:pt x="9742" y="5181"/>
                </a:cubicBezTo>
                <a:cubicBezTo>
                  <a:pt x="9723" y="5185"/>
                  <a:pt x="9704" y="5187"/>
                  <a:pt x="9685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5" y="5181"/>
                </a:cubicBezTo>
                <a:cubicBezTo>
                  <a:pt x="216" y="5177"/>
                  <a:pt x="198" y="5172"/>
                  <a:pt x="180" y="5164"/>
                </a:cubicBezTo>
                <a:cubicBezTo>
                  <a:pt x="162" y="5157"/>
                  <a:pt x="146" y="5148"/>
                  <a:pt x="130" y="5138"/>
                </a:cubicBezTo>
                <a:cubicBezTo>
                  <a:pt x="114" y="5127"/>
                  <a:pt x="99" y="5115"/>
                  <a:pt x="86" y="5101"/>
                </a:cubicBezTo>
                <a:cubicBezTo>
                  <a:pt x="72" y="5088"/>
                  <a:pt x="60" y="5073"/>
                  <a:pt x="49" y="5057"/>
                </a:cubicBezTo>
                <a:cubicBezTo>
                  <a:pt x="39" y="5041"/>
                  <a:pt x="30" y="5025"/>
                  <a:pt x="23" y="5007"/>
                </a:cubicBezTo>
                <a:cubicBezTo>
                  <a:pt x="15" y="4989"/>
                  <a:pt x="10" y="4971"/>
                  <a:pt x="6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solidFill>
            <a:srgbClr val="C1E6C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96" name=""/>
          <p:cNvSpPr/>
          <p:nvPr/>
        </p:nvSpPr>
        <p:spPr>
          <a:xfrm>
            <a:off x="8019720" y="1876320"/>
            <a:ext cx="3591360" cy="1867320"/>
          </a:xfrm>
          <a:custGeom>
            <a:avLst/>
            <a:gdLst/>
            <a:ahLst/>
            <a:rect l="0" t="0" r="r" b="b"/>
            <a:pathLst>
              <a:path w="9976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59"/>
                  <a:pt x="9877" y="72"/>
                  <a:pt x="9891" y="85"/>
                </a:cubicBezTo>
                <a:cubicBezTo>
                  <a:pt x="9904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79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4896"/>
                </a:lnTo>
                <a:cubicBezTo>
                  <a:pt x="9976" y="4915"/>
                  <a:pt x="9974" y="4934"/>
                  <a:pt x="9971" y="4952"/>
                </a:cubicBezTo>
                <a:cubicBezTo>
                  <a:pt x="9967" y="4971"/>
                  <a:pt x="9961" y="4989"/>
                  <a:pt x="9954" y="5007"/>
                </a:cubicBezTo>
                <a:cubicBezTo>
                  <a:pt x="9947" y="5025"/>
                  <a:pt x="9938" y="5041"/>
                  <a:pt x="9927" y="5057"/>
                </a:cubicBezTo>
                <a:cubicBezTo>
                  <a:pt x="9917" y="5073"/>
                  <a:pt x="9904" y="5088"/>
                  <a:pt x="9891" y="5101"/>
                </a:cubicBezTo>
                <a:cubicBezTo>
                  <a:pt x="9877" y="5115"/>
                  <a:pt x="9863" y="5127"/>
                  <a:pt x="9847" y="5138"/>
                </a:cubicBezTo>
                <a:cubicBezTo>
                  <a:pt x="9831" y="5148"/>
                  <a:pt x="9814" y="5157"/>
                  <a:pt x="9797" y="5164"/>
                </a:cubicBezTo>
                <a:cubicBezTo>
                  <a:pt x="9779" y="5172"/>
                  <a:pt x="9761" y="5177"/>
                  <a:pt x="9742" y="5181"/>
                </a:cubicBezTo>
                <a:cubicBezTo>
                  <a:pt x="9723" y="5185"/>
                  <a:pt x="9704" y="5187"/>
                  <a:pt x="9685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5" y="5181"/>
                </a:cubicBezTo>
                <a:cubicBezTo>
                  <a:pt x="216" y="5177"/>
                  <a:pt x="198" y="5172"/>
                  <a:pt x="180" y="5164"/>
                </a:cubicBezTo>
                <a:cubicBezTo>
                  <a:pt x="162" y="5157"/>
                  <a:pt x="146" y="5148"/>
                  <a:pt x="130" y="5138"/>
                </a:cubicBezTo>
                <a:cubicBezTo>
                  <a:pt x="114" y="5127"/>
                  <a:pt x="99" y="5115"/>
                  <a:pt x="86" y="5101"/>
                </a:cubicBezTo>
                <a:cubicBezTo>
                  <a:pt x="72" y="5088"/>
                  <a:pt x="60" y="5073"/>
                  <a:pt x="49" y="5057"/>
                </a:cubicBezTo>
                <a:cubicBezTo>
                  <a:pt x="39" y="5041"/>
                  <a:pt x="30" y="5025"/>
                  <a:pt x="23" y="5007"/>
                </a:cubicBezTo>
                <a:cubicBezTo>
                  <a:pt x="15" y="4989"/>
                  <a:pt x="10" y="4971"/>
                  <a:pt x="6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noFill/>
          <a:ln w="18720">
            <a:solidFill>
              <a:srgbClr val="C1E6C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97" name=""/>
          <p:cNvSpPr/>
          <p:nvPr/>
        </p:nvSpPr>
        <p:spPr>
          <a:xfrm>
            <a:off x="9591480" y="2095200"/>
            <a:ext cx="457920" cy="457920"/>
          </a:xfrm>
          <a:custGeom>
            <a:avLst/>
            <a:gdLst/>
            <a:ahLst/>
            <a:rect l="0" t="0" r="r" b="b"/>
            <a:pathLst>
              <a:path w="1272" h="1272">
                <a:moveTo>
                  <a:pt x="124" y="1272"/>
                </a:moveTo>
                <a:cubicBezTo>
                  <a:pt x="108" y="1272"/>
                  <a:pt x="96" y="1267"/>
                  <a:pt x="86" y="1257"/>
                </a:cubicBezTo>
                <a:cubicBezTo>
                  <a:pt x="76" y="1247"/>
                  <a:pt x="71" y="1235"/>
                  <a:pt x="71" y="1219"/>
                </a:cubicBezTo>
                <a:lnTo>
                  <a:pt x="71" y="1131"/>
                </a:lnTo>
                <a:lnTo>
                  <a:pt x="0" y="1131"/>
                </a:lnTo>
                <a:lnTo>
                  <a:pt x="0" y="867"/>
                </a:lnTo>
                <a:cubicBezTo>
                  <a:pt x="0" y="851"/>
                  <a:pt x="5" y="838"/>
                  <a:pt x="15" y="828"/>
                </a:cubicBezTo>
                <a:cubicBezTo>
                  <a:pt x="25" y="818"/>
                  <a:pt x="38" y="813"/>
                  <a:pt x="53" y="813"/>
                </a:cubicBezTo>
                <a:lnTo>
                  <a:pt x="141" y="813"/>
                </a:lnTo>
                <a:lnTo>
                  <a:pt x="141" y="266"/>
                </a:lnTo>
                <a:cubicBezTo>
                  <a:pt x="141" y="190"/>
                  <a:pt x="169" y="127"/>
                  <a:pt x="224" y="76"/>
                </a:cubicBezTo>
                <a:cubicBezTo>
                  <a:pt x="279" y="26"/>
                  <a:pt x="347" y="0"/>
                  <a:pt x="424" y="0"/>
                </a:cubicBezTo>
                <a:cubicBezTo>
                  <a:pt x="498" y="0"/>
                  <a:pt x="561" y="26"/>
                  <a:pt x="612" y="77"/>
                </a:cubicBezTo>
                <a:cubicBezTo>
                  <a:pt x="663" y="128"/>
                  <a:pt x="689" y="191"/>
                  <a:pt x="689" y="266"/>
                </a:cubicBezTo>
                <a:lnTo>
                  <a:pt x="689" y="1008"/>
                </a:lnTo>
                <a:cubicBezTo>
                  <a:pt x="689" y="1052"/>
                  <a:pt x="704" y="1090"/>
                  <a:pt x="735" y="1121"/>
                </a:cubicBezTo>
                <a:cubicBezTo>
                  <a:pt x="765" y="1151"/>
                  <a:pt x="803" y="1166"/>
                  <a:pt x="848" y="1166"/>
                </a:cubicBezTo>
                <a:cubicBezTo>
                  <a:pt x="896" y="1166"/>
                  <a:pt x="937" y="1152"/>
                  <a:pt x="973" y="1122"/>
                </a:cubicBezTo>
                <a:cubicBezTo>
                  <a:pt x="1008" y="1092"/>
                  <a:pt x="1025" y="1054"/>
                  <a:pt x="1025" y="1008"/>
                </a:cubicBezTo>
                <a:lnTo>
                  <a:pt x="1025" y="460"/>
                </a:lnTo>
                <a:lnTo>
                  <a:pt x="936" y="460"/>
                </a:lnTo>
                <a:cubicBezTo>
                  <a:pt x="921" y="460"/>
                  <a:pt x="908" y="455"/>
                  <a:pt x="898" y="445"/>
                </a:cubicBezTo>
                <a:cubicBezTo>
                  <a:pt x="888" y="435"/>
                  <a:pt x="883" y="422"/>
                  <a:pt x="883" y="407"/>
                </a:cubicBezTo>
                <a:lnTo>
                  <a:pt x="883" y="141"/>
                </a:lnTo>
                <a:lnTo>
                  <a:pt x="954" y="141"/>
                </a:lnTo>
                <a:lnTo>
                  <a:pt x="954" y="53"/>
                </a:lnTo>
                <a:cubicBezTo>
                  <a:pt x="954" y="38"/>
                  <a:pt x="960" y="25"/>
                  <a:pt x="970" y="15"/>
                </a:cubicBezTo>
                <a:cubicBezTo>
                  <a:pt x="980" y="5"/>
                  <a:pt x="992" y="0"/>
                  <a:pt x="1007" y="0"/>
                </a:cubicBezTo>
                <a:lnTo>
                  <a:pt x="1149" y="0"/>
                </a:lnTo>
                <a:cubicBezTo>
                  <a:pt x="1164" y="0"/>
                  <a:pt x="1176" y="5"/>
                  <a:pt x="1186" y="15"/>
                </a:cubicBezTo>
                <a:cubicBezTo>
                  <a:pt x="1196" y="25"/>
                  <a:pt x="1201" y="38"/>
                  <a:pt x="1201" y="53"/>
                </a:cubicBezTo>
                <a:lnTo>
                  <a:pt x="1201" y="141"/>
                </a:lnTo>
                <a:lnTo>
                  <a:pt x="1272" y="141"/>
                </a:lnTo>
                <a:lnTo>
                  <a:pt x="1272" y="407"/>
                </a:lnTo>
                <a:cubicBezTo>
                  <a:pt x="1272" y="422"/>
                  <a:pt x="1267" y="435"/>
                  <a:pt x="1257" y="445"/>
                </a:cubicBezTo>
                <a:cubicBezTo>
                  <a:pt x="1247" y="455"/>
                  <a:pt x="1234" y="460"/>
                  <a:pt x="1219" y="460"/>
                </a:cubicBezTo>
                <a:lnTo>
                  <a:pt x="1131" y="460"/>
                </a:lnTo>
                <a:lnTo>
                  <a:pt x="1131" y="1008"/>
                </a:lnTo>
                <a:cubicBezTo>
                  <a:pt x="1131" y="1083"/>
                  <a:pt x="1103" y="1146"/>
                  <a:pt x="1048" y="1196"/>
                </a:cubicBezTo>
                <a:cubicBezTo>
                  <a:pt x="993" y="1247"/>
                  <a:pt x="925" y="1272"/>
                  <a:pt x="848" y="1272"/>
                </a:cubicBezTo>
                <a:cubicBezTo>
                  <a:pt x="774" y="1272"/>
                  <a:pt x="711" y="1247"/>
                  <a:pt x="660" y="1196"/>
                </a:cubicBezTo>
                <a:cubicBezTo>
                  <a:pt x="609" y="1144"/>
                  <a:pt x="583" y="1082"/>
                  <a:pt x="583" y="1008"/>
                </a:cubicBezTo>
                <a:lnTo>
                  <a:pt x="583" y="266"/>
                </a:lnTo>
                <a:cubicBezTo>
                  <a:pt x="583" y="221"/>
                  <a:pt x="568" y="183"/>
                  <a:pt x="537" y="152"/>
                </a:cubicBezTo>
                <a:cubicBezTo>
                  <a:pt x="507" y="121"/>
                  <a:pt x="469" y="106"/>
                  <a:pt x="424" y="106"/>
                </a:cubicBezTo>
                <a:cubicBezTo>
                  <a:pt x="376" y="106"/>
                  <a:pt x="335" y="121"/>
                  <a:pt x="299" y="151"/>
                </a:cubicBezTo>
                <a:cubicBezTo>
                  <a:pt x="264" y="181"/>
                  <a:pt x="247" y="220"/>
                  <a:pt x="247" y="266"/>
                </a:cubicBezTo>
                <a:lnTo>
                  <a:pt x="247" y="813"/>
                </a:lnTo>
                <a:lnTo>
                  <a:pt x="336" y="813"/>
                </a:lnTo>
                <a:cubicBezTo>
                  <a:pt x="351" y="813"/>
                  <a:pt x="364" y="818"/>
                  <a:pt x="374" y="828"/>
                </a:cubicBezTo>
                <a:cubicBezTo>
                  <a:pt x="384" y="838"/>
                  <a:pt x="389" y="851"/>
                  <a:pt x="389" y="867"/>
                </a:cubicBezTo>
                <a:lnTo>
                  <a:pt x="389" y="1131"/>
                </a:lnTo>
                <a:lnTo>
                  <a:pt x="318" y="1131"/>
                </a:lnTo>
                <a:lnTo>
                  <a:pt x="318" y="1219"/>
                </a:lnTo>
                <a:cubicBezTo>
                  <a:pt x="318" y="1235"/>
                  <a:pt x="313" y="1247"/>
                  <a:pt x="303" y="1257"/>
                </a:cubicBezTo>
                <a:cubicBezTo>
                  <a:pt x="293" y="1267"/>
                  <a:pt x="280" y="1272"/>
                  <a:pt x="265" y="1272"/>
                </a:cubicBezTo>
                <a:lnTo>
                  <a:pt x="124" y="1272"/>
                </a:ln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98" name=""/>
          <p:cNvSpPr txBox="1"/>
          <p:nvPr/>
        </p:nvSpPr>
        <p:spPr>
          <a:xfrm>
            <a:off x="5676480" y="3279600"/>
            <a:ext cx="811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Nano Banana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99" name=""/>
          <p:cNvSpPr txBox="1"/>
          <p:nvPr/>
        </p:nvSpPr>
        <p:spPr>
          <a:xfrm>
            <a:off x="9474120" y="2783880"/>
            <a:ext cx="686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拡張性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00" name=""/>
          <p:cNvSpPr/>
          <p:nvPr/>
        </p:nvSpPr>
        <p:spPr>
          <a:xfrm>
            <a:off x="414360" y="3776400"/>
            <a:ext cx="3926160" cy="2201040"/>
          </a:xfrm>
          <a:custGeom>
            <a:avLst/>
            <a:gdLst/>
            <a:ahLst/>
            <a:rect l="0" t="0" r="r" b="b"/>
            <a:pathLst>
              <a:path w="10906" h="6114">
                <a:moveTo>
                  <a:pt x="436" y="675"/>
                </a:moveTo>
                <a:lnTo>
                  <a:pt x="436" y="5280"/>
                </a:lnTo>
                <a:cubicBezTo>
                  <a:pt x="436" y="5322"/>
                  <a:pt x="444" y="5362"/>
                  <a:pt x="460" y="5401"/>
                </a:cubicBezTo>
                <a:cubicBezTo>
                  <a:pt x="476" y="5440"/>
                  <a:pt x="499" y="5474"/>
                  <a:pt x="529" y="5504"/>
                </a:cubicBezTo>
                <a:cubicBezTo>
                  <a:pt x="559" y="5534"/>
                  <a:pt x="593" y="5557"/>
                  <a:pt x="632" y="5573"/>
                </a:cubicBezTo>
                <a:cubicBezTo>
                  <a:pt x="671" y="5589"/>
                  <a:pt x="711" y="5597"/>
                  <a:pt x="753" y="5597"/>
                </a:cubicBezTo>
                <a:lnTo>
                  <a:pt x="10147" y="5597"/>
                </a:lnTo>
                <a:cubicBezTo>
                  <a:pt x="10189" y="5597"/>
                  <a:pt x="10230" y="5589"/>
                  <a:pt x="10269" y="5573"/>
                </a:cubicBezTo>
                <a:cubicBezTo>
                  <a:pt x="10308" y="5557"/>
                  <a:pt x="10342" y="5534"/>
                  <a:pt x="10372" y="5504"/>
                </a:cubicBezTo>
                <a:cubicBezTo>
                  <a:pt x="10401" y="5474"/>
                  <a:pt x="10424" y="5440"/>
                  <a:pt x="10441" y="5401"/>
                </a:cubicBezTo>
                <a:cubicBezTo>
                  <a:pt x="10457" y="5362"/>
                  <a:pt x="10465" y="5322"/>
                  <a:pt x="10465" y="5280"/>
                </a:cubicBezTo>
                <a:lnTo>
                  <a:pt x="10465" y="675"/>
                </a:lnTo>
                <a:cubicBezTo>
                  <a:pt x="10465" y="633"/>
                  <a:pt x="10457" y="592"/>
                  <a:pt x="10441" y="553"/>
                </a:cubicBezTo>
                <a:cubicBezTo>
                  <a:pt x="10424" y="515"/>
                  <a:pt x="10401" y="480"/>
                  <a:pt x="10372" y="450"/>
                </a:cubicBezTo>
                <a:cubicBezTo>
                  <a:pt x="10342" y="421"/>
                  <a:pt x="10308" y="398"/>
                  <a:pt x="10269" y="382"/>
                </a:cubicBezTo>
                <a:cubicBezTo>
                  <a:pt x="10230" y="365"/>
                  <a:pt x="10189" y="357"/>
                  <a:pt x="10147" y="357"/>
                </a:cubicBezTo>
                <a:lnTo>
                  <a:pt x="753" y="357"/>
                </a:lnTo>
                <a:cubicBezTo>
                  <a:pt x="711" y="357"/>
                  <a:pt x="671" y="365"/>
                  <a:pt x="632" y="382"/>
                </a:cubicBezTo>
                <a:cubicBezTo>
                  <a:pt x="593" y="398"/>
                  <a:pt x="559" y="421"/>
                  <a:pt x="529" y="450"/>
                </a:cubicBezTo>
                <a:cubicBezTo>
                  <a:pt x="499" y="480"/>
                  <a:pt x="476" y="515"/>
                  <a:pt x="460" y="553"/>
                </a:cubicBezTo>
                <a:cubicBezTo>
                  <a:pt x="444" y="592"/>
                  <a:pt x="436" y="633"/>
                  <a:pt x="436" y="675"/>
                </a:cubicBezTo>
                <a:moveTo>
                  <a:pt x="0" y="0"/>
                </a:moveTo>
                <a:lnTo>
                  <a:pt x="10906" y="0"/>
                </a:lnTo>
                <a:lnTo>
                  <a:pt x="10906" y="6114"/>
                </a:lnTo>
                <a:lnTo>
                  <a:pt x="0" y="6114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901" name=""/>
          <p:cNvSpPr/>
          <p:nvPr/>
        </p:nvSpPr>
        <p:spPr>
          <a:xfrm>
            <a:off x="580680" y="3914640"/>
            <a:ext cx="3591360" cy="1867320"/>
          </a:xfrm>
          <a:custGeom>
            <a:avLst/>
            <a:gdLst/>
            <a:ahLst/>
            <a:rect l="0" t="0" r="r" b="b"/>
            <a:pathLst>
              <a:path w="9976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60"/>
                  <a:pt x="9877" y="72"/>
                  <a:pt x="9891" y="85"/>
                </a:cubicBezTo>
                <a:cubicBezTo>
                  <a:pt x="9905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80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4896"/>
                </a:lnTo>
                <a:cubicBezTo>
                  <a:pt x="9976" y="4915"/>
                  <a:pt x="9974" y="4934"/>
                  <a:pt x="9971" y="4952"/>
                </a:cubicBezTo>
                <a:cubicBezTo>
                  <a:pt x="9967" y="4971"/>
                  <a:pt x="9961" y="4989"/>
                  <a:pt x="9954" y="5007"/>
                </a:cubicBezTo>
                <a:cubicBezTo>
                  <a:pt x="9947" y="5025"/>
                  <a:pt x="9938" y="5041"/>
                  <a:pt x="9927" y="5057"/>
                </a:cubicBezTo>
                <a:cubicBezTo>
                  <a:pt x="9917" y="5073"/>
                  <a:pt x="9905" y="5088"/>
                  <a:pt x="9891" y="5101"/>
                </a:cubicBezTo>
                <a:cubicBezTo>
                  <a:pt x="9877" y="5115"/>
                  <a:pt x="9863" y="5127"/>
                  <a:pt x="9847" y="5138"/>
                </a:cubicBezTo>
                <a:cubicBezTo>
                  <a:pt x="9831" y="5148"/>
                  <a:pt x="9814" y="5157"/>
                  <a:pt x="9797" y="5165"/>
                </a:cubicBezTo>
                <a:cubicBezTo>
                  <a:pt x="9779" y="5172"/>
                  <a:pt x="9761" y="5177"/>
                  <a:pt x="9742" y="5181"/>
                </a:cubicBezTo>
                <a:cubicBezTo>
                  <a:pt x="9723" y="5185"/>
                  <a:pt x="9704" y="5187"/>
                  <a:pt x="9685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5" y="5181"/>
                </a:cubicBezTo>
                <a:cubicBezTo>
                  <a:pt x="216" y="5177"/>
                  <a:pt x="198" y="5172"/>
                  <a:pt x="180" y="5165"/>
                </a:cubicBezTo>
                <a:cubicBezTo>
                  <a:pt x="162" y="5157"/>
                  <a:pt x="146" y="5148"/>
                  <a:pt x="130" y="5138"/>
                </a:cubicBezTo>
                <a:cubicBezTo>
                  <a:pt x="114" y="5127"/>
                  <a:pt x="99" y="5115"/>
                  <a:pt x="86" y="5101"/>
                </a:cubicBezTo>
                <a:cubicBezTo>
                  <a:pt x="72" y="5088"/>
                  <a:pt x="60" y="5073"/>
                  <a:pt x="50" y="5057"/>
                </a:cubicBezTo>
                <a:cubicBezTo>
                  <a:pt x="39" y="5041"/>
                  <a:pt x="30" y="5025"/>
                  <a:pt x="23" y="5007"/>
                </a:cubicBezTo>
                <a:cubicBezTo>
                  <a:pt x="15" y="4989"/>
                  <a:pt x="10" y="4971"/>
                  <a:pt x="6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solidFill>
            <a:srgbClr val="FFE0AC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02" name=""/>
          <p:cNvSpPr/>
          <p:nvPr/>
        </p:nvSpPr>
        <p:spPr>
          <a:xfrm>
            <a:off x="580680" y="3914640"/>
            <a:ext cx="3591360" cy="1867320"/>
          </a:xfrm>
          <a:custGeom>
            <a:avLst/>
            <a:gdLst/>
            <a:ahLst/>
            <a:rect l="0" t="0" r="r" b="b"/>
            <a:pathLst>
              <a:path w="9976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60"/>
                  <a:pt x="9877" y="72"/>
                  <a:pt x="9891" y="85"/>
                </a:cubicBezTo>
                <a:cubicBezTo>
                  <a:pt x="9905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80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4896"/>
                </a:lnTo>
                <a:cubicBezTo>
                  <a:pt x="9976" y="4915"/>
                  <a:pt x="9974" y="4934"/>
                  <a:pt x="9971" y="4952"/>
                </a:cubicBezTo>
                <a:cubicBezTo>
                  <a:pt x="9967" y="4971"/>
                  <a:pt x="9961" y="4989"/>
                  <a:pt x="9954" y="5007"/>
                </a:cubicBezTo>
                <a:cubicBezTo>
                  <a:pt x="9947" y="5025"/>
                  <a:pt x="9938" y="5041"/>
                  <a:pt x="9927" y="5057"/>
                </a:cubicBezTo>
                <a:cubicBezTo>
                  <a:pt x="9917" y="5073"/>
                  <a:pt x="9905" y="5088"/>
                  <a:pt x="9891" y="5101"/>
                </a:cubicBezTo>
                <a:cubicBezTo>
                  <a:pt x="9877" y="5115"/>
                  <a:pt x="9863" y="5127"/>
                  <a:pt x="9847" y="5138"/>
                </a:cubicBezTo>
                <a:cubicBezTo>
                  <a:pt x="9831" y="5148"/>
                  <a:pt x="9814" y="5157"/>
                  <a:pt x="9797" y="5165"/>
                </a:cubicBezTo>
                <a:cubicBezTo>
                  <a:pt x="9779" y="5172"/>
                  <a:pt x="9761" y="5177"/>
                  <a:pt x="9742" y="5181"/>
                </a:cubicBezTo>
                <a:cubicBezTo>
                  <a:pt x="9723" y="5185"/>
                  <a:pt x="9704" y="5187"/>
                  <a:pt x="9685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5" y="5181"/>
                </a:cubicBezTo>
                <a:cubicBezTo>
                  <a:pt x="216" y="5177"/>
                  <a:pt x="198" y="5172"/>
                  <a:pt x="180" y="5165"/>
                </a:cubicBezTo>
                <a:cubicBezTo>
                  <a:pt x="162" y="5157"/>
                  <a:pt x="146" y="5148"/>
                  <a:pt x="130" y="5138"/>
                </a:cubicBezTo>
                <a:cubicBezTo>
                  <a:pt x="114" y="5127"/>
                  <a:pt x="99" y="5115"/>
                  <a:pt x="86" y="5101"/>
                </a:cubicBezTo>
                <a:cubicBezTo>
                  <a:pt x="72" y="5088"/>
                  <a:pt x="60" y="5073"/>
                  <a:pt x="50" y="5057"/>
                </a:cubicBezTo>
                <a:cubicBezTo>
                  <a:pt x="39" y="5041"/>
                  <a:pt x="30" y="5025"/>
                  <a:pt x="23" y="5007"/>
                </a:cubicBezTo>
                <a:cubicBezTo>
                  <a:pt x="15" y="4989"/>
                  <a:pt x="10" y="4971"/>
                  <a:pt x="6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noFill/>
          <a:ln w="18720">
            <a:solidFill>
              <a:srgbClr val="FFE0AC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03" name=""/>
          <p:cNvSpPr/>
          <p:nvPr/>
        </p:nvSpPr>
        <p:spPr>
          <a:xfrm>
            <a:off x="2143080" y="4082760"/>
            <a:ext cx="457920" cy="508320"/>
          </a:xfrm>
          <a:custGeom>
            <a:avLst/>
            <a:gdLst/>
            <a:ahLst/>
            <a:rect l="0" t="0" r="r" b="b"/>
            <a:pathLst>
              <a:path w="1272" h="1412">
                <a:moveTo>
                  <a:pt x="152" y="1261"/>
                </a:moveTo>
                <a:cubicBezTo>
                  <a:pt x="104" y="1204"/>
                  <a:pt x="66" y="1141"/>
                  <a:pt x="39" y="1071"/>
                </a:cubicBezTo>
                <a:cubicBezTo>
                  <a:pt x="13" y="1001"/>
                  <a:pt x="0" y="927"/>
                  <a:pt x="0" y="848"/>
                </a:cubicBezTo>
                <a:cubicBezTo>
                  <a:pt x="0" y="672"/>
                  <a:pt x="61" y="521"/>
                  <a:pt x="186" y="398"/>
                </a:cubicBezTo>
                <a:cubicBezTo>
                  <a:pt x="309" y="275"/>
                  <a:pt x="459" y="214"/>
                  <a:pt x="636" y="214"/>
                </a:cubicBezTo>
                <a:cubicBezTo>
                  <a:pt x="647" y="214"/>
                  <a:pt x="659" y="214"/>
                  <a:pt x="672" y="215"/>
                </a:cubicBezTo>
                <a:cubicBezTo>
                  <a:pt x="684" y="215"/>
                  <a:pt x="695" y="216"/>
                  <a:pt x="704" y="217"/>
                </a:cubicBezTo>
                <a:lnTo>
                  <a:pt x="562" y="74"/>
                </a:lnTo>
                <a:lnTo>
                  <a:pt x="636" y="0"/>
                </a:lnTo>
                <a:lnTo>
                  <a:pt x="919" y="283"/>
                </a:lnTo>
                <a:lnTo>
                  <a:pt x="636" y="565"/>
                </a:lnTo>
                <a:lnTo>
                  <a:pt x="560" y="489"/>
                </a:lnTo>
                <a:lnTo>
                  <a:pt x="723" y="327"/>
                </a:lnTo>
                <a:cubicBezTo>
                  <a:pt x="709" y="324"/>
                  <a:pt x="694" y="323"/>
                  <a:pt x="676" y="321"/>
                </a:cubicBezTo>
                <a:cubicBezTo>
                  <a:pt x="659" y="320"/>
                  <a:pt x="645" y="320"/>
                  <a:pt x="636" y="320"/>
                </a:cubicBezTo>
                <a:cubicBezTo>
                  <a:pt x="489" y="320"/>
                  <a:pt x="364" y="371"/>
                  <a:pt x="261" y="473"/>
                </a:cubicBezTo>
                <a:cubicBezTo>
                  <a:pt x="158" y="575"/>
                  <a:pt x="106" y="701"/>
                  <a:pt x="106" y="848"/>
                </a:cubicBezTo>
                <a:cubicBezTo>
                  <a:pt x="106" y="908"/>
                  <a:pt x="116" y="968"/>
                  <a:pt x="136" y="1028"/>
                </a:cubicBezTo>
                <a:cubicBezTo>
                  <a:pt x="156" y="1088"/>
                  <a:pt x="187" y="1140"/>
                  <a:pt x="228" y="1185"/>
                </a:cubicBezTo>
                <a:lnTo>
                  <a:pt x="152" y="1261"/>
                </a:lnTo>
                <a:moveTo>
                  <a:pt x="569" y="1254"/>
                </a:moveTo>
                <a:cubicBezTo>
                  <a:pt x="569" y="1229"/>
                  <a:pt x="560" y="1204"/>
                  <a:pt x="542" y="1178"/>
                </a:cubicBezTo>
                <a:cubicBezTo>
                  <a:pt x="524" y="1152"/>
                  <a:pt x="505" y="1125"/>
                  <a:pt x="485" y="1098"/>
                </a:cubicBezTo>
                <a:cubicBezTo>
                  <a:pt x="464" y="1071"/>
                  <a:pt x="445" y="1043"/>
                  <a:pt x="427" y="1013"/>
                </a:cubicBezTo>
                <a:cubicBezTo>
                  <a:pt x="410" y="983"/>
                  <a:pt x="401" y="951"/>
                  <a:pt x="401" y="919"/>
                </a:cubicBezTo>
                <a:cubicBezTo>
                  <a:pt x="401" y="854"/>
                  <a:pt x="424" y="799"/>
                  <a:pt x="470" y="753"/>
                </a:cubicBezTo>
                <a:cubicBezTo>
                  <a:pt x="516" y="707"/>
                  <a:pt x="571" y="684"/>
                  <a:pt x="636" y="684"/>
                </a:cubicBezTo>
                <a:cubicBezTo>
                  <a:pt x="700" y="684"/>
                  <a:pt x="757" y="707"/>
                  <a:pt x="802" y="753"/>
                </a:cubicBezTo>
                <a:cubicBezTo>
                  <a:pt x="848" y="799"/>
                  <a:pt x="871" y="854"/>
                  <a:pt x="871" y="919"/>
                </a:cubicBezTo>
                <a:cubicBezTo>
                  <a:pt x="871" y="951"/>
                  <a:pt x="862" y="983"/>
                  <a:pt x="845" y="1013"/>
                </a:cubicBezTo>
                <a:cubicBezTo>
                  <a:pt x="827" y="1043"/>
                  <a:pt x="808" y="1071"/>
                  <a:pt x="787" y="1098"/>
                </a:cubicBezTo>
                <a:cubicBezTo>
                  <a:pt x="767" y="1125"/>
                  <a:pt x="748" y="1152"/>
                  <a:pt x="730" y="1178"/>
                </a:cubicBezTo>
                <a:cubicBezTo>
                  <a:pt x="712" y="1204"/>
                  <a:pt x="703" y="1229"/>
                  <a:pt x="703" y="1254"/>
                </a:cubicBezTo>
                <a:lnTo>
                  <a:pt x="569" y="1254"/>
                </a:lnTo>
                <a:moveTo>
                  <a:pt x="565" y="1412"/>
                </a:moveTo>
                <a:lnTo>
                  <a:pt x="565" y="1324"/>
                </a:lnTo>
                <a:lnTo>
                  <a:pt x="706" y="1324"/>
                </a:lnTo>
                <a:lnTo>
                  <a:pt x="706" y="1412"/>
                </a:lnTo>
                <a:lnTo>
                  <a:pt x="565" y="1412"/>
                </a:lnTo>
                <a:moveTo>
                  <a:pt x="1120" y="1261"/>
                </a:moveTo>
                <a:lnTo>
                  <a:pt x="1046" y="1187"/>
                </a:lnTo>
                <a:cubicBezTo>
                  <a:pt x="1081" y="1144"/>
                  <a:pt x="1110" y="1094"/>
                  <a:pt x="1132" y="1037"/>
                </a:cubicBezTo>
                <a:cubicBezTo>
                  <a:pt x="1155" y="979"/>
                  <a:pt x="1166" y="916"/>
                  <a:pt x="1166" y="848"/>
                </a:cubicBezTo>
                <a:cubicBezTo>
                  <a:pt x="1166" y="770"/>
                  <a:pt x="1150" y="697"/>
                  <a:pt x="1117" y="626"/>
                </a:cubicBezTo>
                <a:cubicBezTo>
                  <a:pt x="1085" y="556"/>
                  <a:pt x="1036" y="494"/>
                  <a:pt x="972" y="441"/>
                </a:cubicBezTo>
                <a:lnTo>
                  <a:pt x="1049" y="364"/>
                </a:lnTo>
                <a:cubicBezTo>
                  <a:pt x="1118" y="422"/>
                  <a:pt x="1172" y="493"/>
                  <a:pt x="1212" y="576"/>
                </a:cubicBezTo>
                <a:cubicBezTo>
                  <a:pt x="1252" y="660"/>
                  <a:pt x="1272" y="750"/>
                  <a:pt x="1272" y="848"/>
                </a:cubicBezTo>
                <a:cubicBezTo>
                  <a:pt x="1272" y="927"/>
                  <a:pt x="1258" y="1001"/>
                  <a:pt x="1232" y="1071"/>
                </a:cubicBezTo>
                <a:cubicBezTo>
                  <a:pt x="1205" y="1141"/>
                  <a:pt x="1168" y="1204"/>
                  <a:pt x="1120" y="1261"/>
                </a:cubicBezTo>
                <a:close/>
              </a:path>
            </a:pathLst>
          </a:custGeom>
          <a:solidFill>
            <a:srgbClr val="E0A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04" name=""/>
          <p:cNvSpPr txBox="1"/>
          <p:nvPr/>
        </p:nvSpPr>
        <p:spPr>
          <a:xfrm>
            <a:off x="9544680" y="3279600"/>
            <a:ext cx="560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MCP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連携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05" name=""/>
          <p:cNvSpPr txBox="1"/>
          <p:nvPr/>
        </p:nvSpPr>
        <p:spPr>
          <a:xfrm>
            <a:off x="1689120" y="4831920"/>
            <a:ext cx="1372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マルチモデル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06" name=""/>
          <p:cNvSpPr/>
          <p:nvPr/>
        </p:nvSpPr>
        <p:spPr>
          <a:xfrm>
            <a:off x="4136040" y="3776400"/>
            <a:ext cx="3920040" cy="2201040"/>
          </a:xfrm>
          <a:custGeom>
            <a:avLst/>
            <a:gdLst/>
            <a:ahLst/>
            <a:rect l="0" t="0" r="r" b="b"/>
            <a:pathLst>
              <a:path w="10889" h="6114">
                <a:moveTo>
                  <a:pt x="443" y="675"/>
                </a:moveTo>
                <a:lnTo>
                  <a:pt x="443" y="5280"/>
                </a:lnTo>
                <a:cubicBezTo>
                  <a:pt x="443" y="5322"/>
                  <a:pt x="451" y="5362"/>
                  <a:pt x="467" y="5401"/>
                </a:cubicBezTo>
                <a:cubicBezTo>
                  <a:pt x="483" y="5440"/>
                  <a:pt x="506" y="5474"/>
                  <a:pt x="536" y="5504"/>
                </a:cubicBezTo>
                <a:cubicBezTo>
                  <a:pt x="566" y="5534"/>
                  <a:pt x="600" y="5557"/>
                  <a:pt x="639" y="5573"/>
                </a:cubicBezTo>
                <a:cubicBezTo>
                  <a:pt x="678" y="5589"/>
                  <a:pt x="719" y="5597"/>
                  <a:pt x="761" y="5597"/>
                </a:cubicBezTo>
                <a:lnTo>
                  <a:pt x="10128" y="5597"/>
                </a:lnTo>
                <a:cubicBezTo>
                  <a:pt x="10170" y="5597"/>
                  <a:pt x="10211" y="5589"/>
                  <a:pt x="10249" y="5573"/>
                </a:cubicBezTo>
                <a:cubicBezTo>
                  <a:pt x="10288" y="5557"/>
                  <a:pt x="10323" y="5534"/>
                  <a:pt x="10352" y="5504"/>
                </a:cubicBezTo>
                <a:cubicBezTo>
                  <a:pt x="10382" y="5474"/>
                  <a:pt x="10405" y="5440"/>
                  <a:pt x="10421" y="5401"/>
                </a:cubicBezTo>
                <a:cubicBezTo>
                  <a:pt x="10437" y="5362"/>
                  <a:pt x="10445" y="5322"/>
                  <a:pt x="10445" y="5280"/>
                </a:cubicBezTo>
                <a:lnTo>
                  <a:pt x="10445" y="675"/>
                </a:lnTo>
                <a:cubicBezTo>
                  <a:pt x="10445" y="633"/>
                  <a:pt x="10437" y="592"/>
                  <a:pt x="10421" y="553"/>
                </a:cubicBezTo>
                <a:cubicBezTo>
                  <a:pt x="10405" y="515"/>
                  <a:pt x="10382" y="480"/>
                  <a:pt x="10352" y="450"/>
                </a:cubicBezTo>
                <a:cubicBezTo>
                  <a:pt x="10323" y="421"/>
                  <a:pt x="10288" y="398"/>
                  <a:pt x="10249" y="382"/>
                </a:cubicBezTo>
                <a:cubicBezTo>
                  <a:pt x="10211" y="365"/>
                  <a:pt x="10170" y="357"/>
                  <a:pt x="10128" y="357"/>
                </a:cubicBezTo>
                <a:lnTo>
                  <a:pt x="761" y="357"/>
                </a:lnTo>
                <a:cubicBezTo>
                  <a:pt x="719" y="357"/>
                  <a:pt x="678" y="365"/>
                  <a:pt x="639" y="382"/>
                </a:cubicBezTo>
                <a:cubicBezTo>
                  <a:pt x="600" y="398"/>
                  <a:pt x="566" y="421"/>
                  <a:pt x="536" y="450"/>
                </a:cubicBezTo>
                <a:cubicBezTo>
                  <a:pt x="506" y="480"/>
                  <a:pt x="483" y="515"/>
                  <a:pt x="467" y="553"/>
                </a:cubicBezTo>
                <a:cubicBezTo>
                  <a:pt x="451" y="592"/>
                  <a:pt x="443" y="633"/>
                  <a:pt x="443" y="675"/>
                </a:cubicBezTo>
                <a:moveTo>
                  <a:pt x="0" y="0"/>
                </a:moveTo>
                <a:lnTo>
                  <a:pt x="10889" y="0"/>
                </a:lnTo>
                <a:lnTo>
                  <a:pt x="10889" y="6114"/>
                </a:lnTo>
                <a:lnTo>
                  <a:pt x="0" y="6114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907" name=""/>
          <p:cNvSpPr/>
          <p:nvPr/>
        </p:nvSpPr>
        <p:spPr>
          <a:xfrm>
            <a:off x="4305240" y="3914640"/>
            <a:ext cx="3581640" cy="1867320"/>
          </a:xfrm>
          <a:custGeom>
            <a:avLst/>
            <a:gdLst/>
            <a:ahLst/>
            <a:rect l="0" t="0" r="r" b="b"/>
            <a:pathLst>
              <a:path w="9949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5" y="234"/>
                </a:cubicBezTo>
                <a:cubicBezTo>
                  <a:pt x="9" y="215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59" y="113"/>
                  <a:pt x="71" y="99"/>
                  <a:pt x="85" y="85"/>
                </a:cubicBezTo>
                <a:cubicBezTo>
                  <a:pt x="98" y="72"/>
                  <a:pt x="113" y="60"/>
                  <a:pt x="129" y="49"/>
                </a:cubicBezTo>
                <a:cubicBezTo>
                  <a:pt x="145" y="38"/>
                  <a:pt x="162" y="29"/>
                  <a:pt x="179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9658" y="0"/>
                </a:lnTo>
                <a:cubicBezTo>
                  <a:pt x="9677" y="0"/>
                  <a:pt x="9696" y="2"/>
                  <a:pt x="9715" y="5"/>
                </a:cubicBezTo>
                <a:cubicBezTo>
                  <a:pt x="9733" y="9"/>
                  <a:pt x="9752" y="15"/>
                  <a:pt x="9769" y="22"/>
                </a:cubicBezTo>
                <a:cubicBezTo>
                  <a:pt x="9787" y="29"/>
                  <a:pt x="9804" y="38"/>
                  <a:pt x="9820" y="49"/>
                </a:cubicBezTo>
                <a:cubicBezTo>
                  <a:pt x="9836" y="60"/>
                  <a:pt x="9850" y="72"/>
                  <a:pt x="9864" y="85"/>
                </a:cubicBezTo>
                <a:cubicBezTo>
                  <a:pt x="9877" y="99"/>
                  <a:pt x="9889" y="113"/>
                  <a:pt x="9900" y="129"/>
                </a:cubicBezTo>
                <a:cubicBezTo>
                  <a:pt x="9911" y="145"/>
                  <a:pt x="9920" y="162"/>
                  <a:pt x="9927" y="180"/>
                </a:cubicBezTo>
                <a:cubicBezTo>
                  <a:pt x="9934" y="197"/>
                  <a:pt x="9940" y="215"/>
                  <a:pt x="9943" y="234"/>
                </a:cubicBezTo>
                <a:cubicBezTo>
                  <a:pt x="9947" y="253"/>
                  <a:pt x="9949" y="272"/>
                  <a:pt x="9949" y="291"/>
                </a:cubicBezTo>
                <a:lnTo>
                  <a:pt x="9949" y="4896"/>
                </a:lnTo>
                <a:cubicBezTo>
                  <a:pt x="9949" y="4915"/>
                  <a:pt x="9947" y="4934"/>
                  <a:pt x="9943" y="4952"/>
                </a:cubicBezTo>
                <a:cubicBezTo>
                  <a:pt x="9940" y="4971"/>
                  <a:pt x="9934" y="4989"/>
                  <a:pt x="9927" y="5007"/>
                </a:cubicBezTo>
                <a:cubicBezTo>
                  <a:pt x="9920" y="5025"/>
                  <a:pt x="9911" y="5041"/>
                  <a:pt x="9900" y="5057"/>
                </a:cubicBezTo>
                <a:cubicBezTo>
                  <a:pt x="9889" y="5073"/>
                  <a:pt x="9877" y="5088"/>
                  <a:pt x="9864" y="5101"/>
                </a:cubicBezTo>
                <a:cubicBezTo>
                  <a:pt x="9850" y="5115"/>
                  <a:pt x="9836" y="5127"/>
                  <a:pt x="9820" y="5138"/>
                </a:cubicBezTo>
                <a:cubicBezTo>
                  <a:pt x="9804" y="5148"/>
                  <a:pt x="9787" y="5157"/>
                  <a:pt x="9769" y="5165"/>
                </a:cubicBezTo>
                <a:cubicBezTo>
                  <a:pt x="9752" y="5172"/>
                  <a:pt x="9733" y="5177"/>
                  <a:pt x="9715" y="5181"/>
                </a:cubicBezTo>
                <a:cubicBezTo>
                  <a:pt x="9696" y="5185"/>
                  <a:pt x="9677" y="5187"/>
                  <a:pt x="9658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4" y="5181"/>
                </a:cubicBezTo>
                <a:cubicBezTo>
                  <a:pt x="215" y="5177"/>
                  <a:pt x="197" y="5172"/>
                  <a:pt x="179" y="5165"/>
                </a:cubicBezTo>
                <a:cubicBezTo>
                  <a:pt x="162" y="5157"/>
                  <a:pt x="145" y="5148"/>
                  <a:pt x="129" y="5138"/>
                </a:cubicBezTo>
                <a:cubicBezTo>
                  <a:pt x="113" y="5127"/>
                  <a:pt x="98" y="5115"/>
                  <a:pt x="85" y="5101"/>
                </a:cubicBezTo>
                <a:cubicBezTo>
                  <a:pt x="71" y="5088"/>
                  <a:pt x="59" y="5073"/>
                  <a:pt x="49" y="5057"/>
                </a:cubicBezTo>
                <a:cubicBezTo>
                  <a:pt x="38" y="5041"/>
                  <a:pt x="29" y="5025"/>
                  <a:pt x="22" y="5007"/>
                </a:cubicBezTo>
                <a:cubicBezTo>
                  <a:pt x="15" y="4989"/>
                  <a:pt x="9" y="4971"/>
                  <a:pt x="5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08" name=""/>
          <p:cNvSpPr/>
          <p:nvPr/>
        </p:nvSpPr>
        <p:spPr>
          <a:xfrm>
            <a:off x="4305240" y="3914640"/>
            <a:ext cx="3581640" cy="1867320"/>
          </a:xfrm>
          <a:custGeom>
            <a:avLst/>
            <a:gdLst/>
            <a:ahLst/>
            <a:rect l="0" t="0" r="r" b="b"/>
            <a:pathLst>
              <a:path w="9949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5" y="234"/>
                </a:cubicBezTo>
                <a:cubicBezTo>
                  <a:pt x="9" y="215"/>
                  <a:pt x="15" y="197"/>
                  <a:pt x="22" y="180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59" y="113"/>
                  <a:pt x="71" y="99"/>
                  <a:pt x="85" y="85"/>
                </a:cubicBezTo>
                <a:cubicBezTo>
                  <a:pt x="98" y="72"/>
                  <a:pt x="113" y="60"/>
                  <a:pt x="129" y="49"/>
                </a:cubicBezTo>
                <a:cubicBezTo>
                  <a:pt x="145" y="38"/>
                  <a:pt x="162" y="29"/>
                  <a:pt x="179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9658" y="0"/>
                </a:lnTo>
                <a:cubicBezTo>
                  <a:pt x="9677" y="0"/>
                  <a:pt x="9696" y="2"/>
                  <a:pt x="9715" y="5"/>
                </a:cubicBezTo>
                <a:cubicBezTo>
                  <a:pt x="9733" y="9"/>
                  <a:pt x="9752" y="15"/>
                  <a:pt x="9769" y="22"/>
                </a:cubicBezTo>
                <a:cubicBezTo>
                  <a:pt x="9787" y="29"/>
                  <a:pt x="9804" y="38"/>
                  <a:pt x="9820" y="49"/>
                </a:cubicBezTo>
                <a:cubicBezTo>
                  <a:pt x="9836" y="60"/>
                  <a:pt x="9850" y="72"/>
                  <a:pt x="9864" y="85"/>
                </a:cubicBezTo>
                <a:cubicBezTo>
                  <a:pt x="9877" y="99"/>
                  <a:pt x="9889" y="113"/>
                  <a:pt x="9900" y="129"/>
                </a:cubicBezTo>
                <a:cubicBezTo>
                  <a:pt x="9911" y="145"/>
                  <a:pt x="9920" y="162"/>
                  <a:pt x="9927" y="180"/>
                </a:cubicBezTo>
                <a:cubicBezTo>
                  <a:pt x="9934" y="197"/>
                  <a:pt x="9940" y="215"/>
                  <a:pt x="9943" y="234"/>
                </a:cubicBezTo>
                <a:cubicBezTo>
                  <a:pt x="9947" y="253"/>
                  <a:pt x="9949" y="272"/>
                  <a:pt x="9949" y="291"/>
                </a:cubicBezTo>
                <a:lnTo>
                  <a:pt x="9949" y="4896"/>
                </a:lnTo>
                <a:cubicBezTo>
                  <a:pt x="9949" y="4915"/>
                  <a:pt x="9947" y="4934"/>
                  <a:pt x="9943" y="4952"/>
                </a:cubicBezTo>
                <a:cubicBezTo>
                  <a:pt x="9940" y="4971"/>
                  <a:pt x="9934" y="4989"/>
                  <a:pt x="9927" y="5007"/>
                </a:cubicBezTo>
                <a:cubicBezTo>
                  <a:pt x="9920" y="5025"/>
                  <a:pt x="9911" y="5041"/>
                  <a:pt x="9900" y="5057"/>
                </a:cubicBezTo>
                <a:cubicBezTo>
                  <a:pt x="9889" y="5073"/>
                  <a:pt x="9877" y="5088"/>
                  <a:pt x="9864" y="5101"/>
                </a:cubicBezTo>
                <a:cubicBezTo>
                  <a:pt x="9850" y="5115"/>
                  <a:pt x="9836" y="5127"/>
                  <a:pt x="9820" y="5138"/>
                </a:cubicBezTo>
                <a:cubicBezTo>
                  <a:pt x="9804" y="5148"/>
                  <a:pt x="9787" y="5157"/>
                  <a:pt x="9769" y="5165"/>
                </a:cubicBezTo>
                <a:cubicBezTo>
                  <a:pt x="9752" y="5172"/>
                  <a:pt x="9733" y="5177"/>
                  <a:pt x="9715" y="5181"/>
                </a:cubicBezTo>
                <a:cubicBezTo>
                  <a:pt x="9696" y="5185"/>
                  <a:pt x="9677" y="5187"/>
                  <a:pt x="9658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4" y="5181"/>
                </a:cubicBezTo>
                <a:cubicBezTo>
                  <a:pt x="215" y="5177"/>
                  <a:pt x="197" y="5172"/>
                  <a:pt x="179" y="5165"/>
                </a:cubicBezTo>
                <a:cubicBezTo>
                  <a:pt x="162" y="5157"/>
                  <a:pt x="145" y="5148"/>
                  <a:pt x="129" y="5138"/>
                </a:cubicBezTo>
                <a:cubicBezTo>
                  <a:pt x="113" y="5127"/>
                  <a:pt x="98" y="5115"/>
                  <a:pt x="85" y="5101"/>
                </a:cubicBezTo>
                <a:cubicBezTo>
                  <a:pt x="71" y="5088"/>
                  <a:pt x="59" y="5073"/>
                  <a:pt x="49" y="5057"/>
                </a:cubicBezTo>
                <a:cubicBezTo>
                  <a:pt x="38" y="5041"/>
                  <a:pt x="29" y="5025"/>
                  <a:pt x="22" y="5007"/>
                </a:cubicBezTo>
                <a:cubicBezTo>
                  <a:pt x="15" y="4989"/>
                  <a:pt x="9" y="4971"/>
                  <a:pt x="5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09" name=""/>
          <p:cNvSpPr/>
          <p:nvPr/>
        </p:nvSpPr>
        <p:spPr>
          <a:xfrm>
            <a:off x="5867280" y="4133520"/>
            <a:ext cx="457920" cy="457920"/>
          </a:xfrm>
          <a:custGeom>
            <a:avLst/>
            <a:gdLst/>
            <a:ahLst/>
            <a:rect l="0" t="0" r="r" b="b"/>
            <a:pathLst>
              <a:path w="1272" h="1272">
                <a:moveTo>
                  <a:pt x="542" y="1272"/>
                </a:moveTo>
                <a:lnTo>
                  <a:pt x="542" y="875"/>
                </a:lnTo>
                <a:lnTo>
                  <a:pt x="648" y="875"/>
                </a:lnTo>
                <a:lnTo>
                  <a:pt x="648" y="1022"/>
                </a:lnTo>
                <a:lnTo>
                  <a:pt x="1272" y="1022"/>
                </a:lnTo>
                <a:lnTo>
                  <a:pt x="1272" y="1128"/>
                </a:lnTo>
                <a:lnTo>
                  <a:pt x="648" y="1128"/>
                </a:lnTo>
                <a:lnTo>
                  <a:pt x="648" y="1272"/>
                </a:lnTo>
                <a:lnTo>
                  <a:pt x="542" y="1272"/>
                </a:lnTo>
                <a:moveTo>
                  <a:pt x="0" y="1128"/>
                </a:moveTo>
                <a:lnTo>
                  <a:pt x="0" y="1022"/>
                </a:lnTo>
                <a:lnTo>
                  <a:pt x="436" y="1022"/>
                </a:lnTo>
                <a:lnTo>
                  <a:pt x="436" y="1128"/>
                </a:lnTo>
                <a:lnTo>
                  <a:pt x="0" y="1128"/>
                </a:lnTo>
                <a:moveTo>
                  <a:pt x="330" y="834"/>
                </a:moveTo>
                <a:lnTo>
                  <a:pt x="330" y="689"/>
                </a:lnTo>
                <a:lnTo>
                  <a:pt x="0" y="689"/>
                </a:lnTo>
                <a:lnTo>
                  <a:pt x="0" y="583"/>
                </a:lnTo>
                <a:lnTo>
                  <a:pt x="330" y="583"/>
                </a:lnTo>
                <a:lnTo>
                  <a:pt x="330" y="435"/>
                </a:lnTo>
                <a:lnTo>
                  <a:pt x="436" y="435"/>
                </a:lnTo>
                <a:lnTo>
                  <a:pt x="436" y="834"/>
                </a:lnTo>
                <a:lnTo>
                  <a:pt x="330" y="834"/>
                </a:lnTo>
                <a:moveTo>
                  <a:pt x="542" y="689"/>
                </a:moveTo>
                <a:lnTo>
                  <a:pt x="542" y="583"/>
                </a:lnTo>
                <a:lnTo>
                  <a:pt x="1272" y="583"/>
                </a:lnTo>
                <a:lnTo>
                  <a:pt x="1272" y="689"/>
                </a:lnTo>
                <a:lnTo>
                  <a:pt x="542" y="689"/>
                </a:lnTo>
                <a:moveTo>
                  <a:pt x="835" y="398"/>
                </a:moveTo>
                <a:lnTo>
                  <a:pt x="835" y="0"/>
                </a:lnTo>
                <a:lnTo>
                  <a:pt x="941" y="0"/>
                </a:lnTo>
                <a:lnTo>
                  <a:pt x="941" y="145"/>
                </a:lnTo>
                <a:lnTo>
                  <a:pt x="1272" y="145"/>
                </a:lnTo>
                <a:lnTo>
                  <a:pt x="1272" y="251"/>
                </a:lnTo>
                <a:lnTo>
                  <a:pt x="941" y="251"/>
                </a:lnTo>
                <a:lnTo>
                  <a:pt x="941" y="398"/>
                </a:lnTo>
                <a:lnTo>
                  <a:pt x="835" y="398"/>
                </a:lnTo>
                <a:moveTo>
                  <a:pt x="0" y="251"/>
                </a:moveTo>
                <a:lnTo>
                  <a:pt x="0" y="145"/>
                </a:lnTo>
                <a:lnTo>
                  <a:pt x="729" y="145"/>
                </a:lnTo>
                <a:lnTo>
                  <a:pt x="729" y="251"/>
                </a:lnTo>
                <a:lnTo>
                  <a:pt x="0" y="251"/>
                </a:ln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910" name=""/>
          <p:cNvSpPr txBox="1"/>
          <p:nvPr/>
        </p:nvSpPr>
        <p:spPr>
          <a:xfrm>
            <a:off x="2108160" y="5317920"/>
            <a:ext cx="5310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適材適所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11" name=""/>
          <p:cNvSpPr txBox="1"/>
          <p:nvPr/>
        </p:nvSpPr>
        <p:spPr>
          <a:xfrm>
            <a:off x="5413320" y="4831920"/>
            <a:ext cx="1372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カスタマイズ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12" name=""/>
          <p:cNvSpPr/>
          <p:nvPr/>
        </p:nvSpPr>
        <p:spPr>
          <a:xfrm>
            <a:off x="7851600" y="3776400"/>
            <a:ext cx="3926160" cy="2201040"/>
          </a:xfrm>
          <a:custGeom>
            <a:avLst/>
            <a:gdLst/>
            <a:ahLst/>
            <a:rect l="0" t="0" r="r" b="b"/>
            <a:pathLst>
              <a:path w="10906" h="6114">
                <a:moveTo>
                  <a:pt x="441" y="675"/>
                </a:moveTo>
                <a:lnTo>
                  <a:pt x="441" y="5280"/>
                </a:lnTo>
                <a:cubicBezTo>
                  <a:pt x="441" y="5322"/>
                  <a:pt x="449" y="5362"/>
                  <a:pt x="465" y="5401"/>
                </a:cubicBezTo>
                <a:cubicBezTo>
                  <a:pt x="481" y="5440"/>
                  <a:pt x="504" y="5474"/>
                  <a:pt x="534" y="5504"/>
                </a:cubicBezTo>
                <a:cubicBezTo>
                  <a:pt x="564" y="5534"/>
                  <a:pt x="598" y="5557"/>
                  <a:pt x="637" y="5573"/>
                </a:cubicBezTo>
                <a:cubicBezTo>
                  <a:pt x="676" y="5589"/>
                  <a:pt x="716" y="5597"/>
                  <a:pt x="758" y="5597"/>
                </a:cubicBezTo>
                <a:lnTo>
                  <a:pt x="10152" y="5597"/>
                </a:lnTo>
                <a:cubicBezTo>
                  <a:pt x="10194" y="5597"/>
                  <a:pt x="10235" y="5589"/>
                  <a:pt x="10274" y="5573"/>
                </a:cubicBezTo>
                <a:cubicBezTo>
                  <a:pt x="10313" y="5557"/>
                  <a:pt x="10347" y="5534"/>
                  <a:pt x="10377" y="5504"/>
                </a:cubicBezTo>
                <a:cubicBezTo>
                  <a:pt x="10406" y="5474"/>
                  <a:pt x="10429" y="5440"/>
                  <a:pt x="10445" y="5401"/>
                </a:cubicBezTo>
                <a:cubicBezTo>
                  <a:pt x="10462" y="5362"/>
                  <a:pt x="10470" y="5322"/>
                  <a:pt x="10470" y="5280"/>
                </a:cubicBezTo>
                <a:lnTo>
                  <a:pt x="10470" y="675"/>
                </a:lnTo>
                <a:cubicBezTo>
                  <a:pt x="10470" y="633"/>
                  <a:pt x="10462" y="592"/>
                  <a:pt x="10445" y="553"/>
                </a:cubicBezTo>
                <a:cubicBezTo>
                  <a:pt x="10429" y="515"/>
                  <a:pt x="10406" y="480"/>
                  <a:pt x="10377" y="450"/>
                </a:cubicBezTo>
                <a:cubicBezTo>
                  <a:pt x="10347" y="421"/>
                  <a:pt x="10313" y="398"/>
                  <a:pt x="10274" y="382"/>
                </a:cubicBezTo>
                <a:cubicBezTo>
                  <a:pt x="10235" y="365"/>
                  <a:pt x="10194" y="357"/>
                  <a:pt x="10152" y="357"/>
                </a:cubicBezTo>
                <a:lnTo>
                  <a:pt x="758" y="357"/>
                </a:lnTo>
                <a:cubicBezTo>
                  <a:pt x="716" y="357"/>
                  <a:pt x="676" y="365"/>
                  <a:pt x="637" y="382"/>
                </a:cubicBezTo>
                <a:cubicBezTo>
                  <a:pt x="598" y="398"/>
                  <a:pt x="564" y="421"/>
                  <a:pt x="534" y="450"/>
                </a:cubicBezTo>
                <a:cubicBezTo>
                  <a:pt x="504" y="480"/>
                  <a:pt x="481" y="515"/>
                  <a:pt x="465" y="553"/>
                </a:cubicBezTo>
                <a:cubicBezTo>
                  <a:pt x="449" y="592"/>
                  <a:pt x="441" y="633"/>
                  <a:pt x="441" y="675"/>
                </a:cubicBezTo>
                <a:moveTo>
                  <a:pt x="0" y="0"/>
                </a:moveTo>
                <a:lnTo>
                  <a:pt x="10906" y="0"/>
                </a:lnTo>
                <a:lnTo>
                  <a:pt x="10906" y="6114"/>
                </a:lnTo>
                <a:lnTo>
                  <a:pt x="0" y="6114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913" name=""/>
          <p:cNvSpPr/>
          <p:nvPr/>
        </p:nvSpPr>
        <p:spPr>
          <a:xfrm>
            <a:off x="8019720" y="3914640"/>
            <a:ext cx="3591360" cy="1867320"/>
          </a:xfrm>
          <a:custGeom>
            <a:avLst/>
            <a:gdLst/>
            <a:ahLst/>
            <a:rect l="0" t="0" r="r" b="b"/>
            <a:pathLst>
              <a:path w="9976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60"/>
                  <a:pt x="9877" y="72"/>
                  <a:pt x="9891" y="85"/>
                </a:cubicBezTo>
                <a:cubicBezTo>
                  <a:pt x="9904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80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4896"/>
                </a:lnTo>
                <a:cubicBezTo>
                  <a:pt x="9976" y="4915"/>
                  <a:pt x="9974" y="4934"/>
                  <a:pt x="9971" y="4952"/>
                </a:cubicBezTo>
                <a:cubicBezTo>
                  <a:pt x="9967" y="4971"/>
                  <a:pt x="9961" y="4989"/>
                  <a:pt x="9954" y="5007"/>
                </a:cubicBezTo>
                <a:cubicBezTo>
                  <a:pt x="9947" y="5025"/>
                  <a:pt x="9938" y="5041"/>
                  <a:pt x="9927" y="5057"/>
                </a:cubicBezTo>
                <a:cubicBezTo>
                  <a:pt x="9917" y="5073"/>
                  <a:pt x="9904" y="5088"/>
                  <a:pt x="9891" y="5101"/>
                </a:cubicBezTo>
                <a:cubicBezTo>
                  <a:pt x="9877" y="5115"/>
                  <a:pt x="9863" y="5127"/>
                  <a:pt x="9847" y="5138"/>
                </a:cubicBezTo>
                <a:cubicBezTo>
                  <a:pt x="9831" y="5148"/>
                  <a:pt x="9814" y="5157"/>
                  <a:pt x="9797" y="5165"/>
                </a:cubicBezTo>
                <a:cubicBezTo>
                  <a:pt x="9779" y="5172"/>
                  <a:pt x="9761" y="5177"/>
                  <a:pt x="9742" y="5181"/>
                </a:cubicBezTo>
                <a:cubicBezTo>
                  <a:pt x="9723" y="5185"/>
                  <a:pt x="9704" y="5187"/>
                  <a:pt x="9685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5" y="5181"/>
                </a:cubicBezTo>
                <a:cubicBezTo>
                  <a:pt x="216" y="5177"/>
                  <a:pt x="198" y="5172"/>
                  <a:pt x="180" y="5165"/>
                </a:cubicBezTo>
                <a:cubicBezTo>
                  <a:pt x="162" y="5157"/>
                  <a:pt x="146" y="5148"/>
                  <a:pt x="130" y="5138"/>
                </a:cubicBezTo>
                <a:cubicBezTo>
                  <a:pt x="114" y="5127"/>
                  <a:pt x="99" y="5115"/>
                  <a:pt x="86" y="5101"/>
                </a:cubicBezTo>
                <a:cubicBezTo>
                  <a:pt x="72" y="5088"/>
                  <a:pt x="60" y="5073"/>
                  <a:pt x="49" y="5057"/>
                </a:cubicBezTo>
                <a:cubicBezTo>
                  <a:pt x="39" y="5041"/>
                  <a:pt x="30" y="5025"/>
                  <a:pt x="23" y="5007"/>
                </a:cubicBezTo>
                <a:cubicBezTo>
                  <a:pt x="15" y="4989"/>
                  <a:pt x="10" y="4971"/>
                  <a:pt x="6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solidFill>
            <a:srgbClr val="C1E6C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14" name=""/>
          <p:cNvSpPr/>
          <p:nvPr/>
        </p:nvSpPr>
        <p:spPr>
          <a:xfrm>
            <a:off x="8019720" y="3914640"/>
            <a:ext cx="3591360" cy="1867320"/>
          </a:xfrm>
          <a:custGeom>
            <a:avLst/>
            <a:gdLst/>
            <a:ahLst/>
            <a:rect l="0" t="0" r="r" b="b"/>
            <a:pathLst>
              <a:path w="9976" h="5187">
                <a:moveTo>
                  <a:pt x="0" y="4896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80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5"/>
                </a:cubicBezTo>
                <a:cubicBezTo>
                  <a:pt x="9761" y="9"/>
                  <a:pt x="9779" y="15"/>
                  <a:pt x="9797" y="22"/>
                </a:cubicBezTo>
                <a:cubicBezTo>
                  <a:pt x="9814" y="29"/>
                  <a:pt x="9831" y="38"/>
                  <a:pt x="9847" y="49"/>
                </a:cubicBezTo>
                <a:cubicBezTo>
                  <a:pt x="9863" y="60"/>
                  <a:pt x="9877" y="72"/>
                  <a:pt x="9891" y="85"/>
                </a:cubicBezTo>
                <a:cubicBezTo>
                  <a:pt x="9904" y="99"/>
                  <a:pt x="9917" y="113"/>
                  <a:pt x="9927" y="129"/>
                </a:cubicBezTo>
                <a:cubicBezTo>
                  <a:pt x="9938" y="145"/>
                  <a:pt x="9947" y="162"/>
                  <a:pt x="9954" y="180"/>
                </a:cubicBezTo>
                <a:cubicBezTo>
                  <a:pt x="9961" y="197"/>
                  <a:pt x="9967" y="215"/>
                  <a:pt x="9971" y="234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4896"/>
                </a:lnTo>
                <a:cubicBezTo>
                  <a:pt x="9976" y="4915"/>
                  <a:pt x="9974" y="4934"/>
                  <a:pt x="9971" y="4952"/>
                </a:cubicBezTo>
                <a:cubicBezTo>
                  <a:pt x="9967" y="4971"/>
                  <a:pt x="9961" y="4989"/>
                  <a:pt x="9954" y="5007"/>
                </a:cubicBezTo>
                <a:cubicBezTo>
                  <a:pt x="9947" y="5025"/>
                  <a:pt x="9938" y="5041"/>
                  <a:pt x="9927" y="5057"/>
                </a:cubicBezTo>
                <a:cubicBezTo>
                  <a:pt x="9917" y="5073"/>
                  <a:pt x="9904" y="5088"/>
                  <a:pt x="9891" y="5101"/>
                </a:cubicBezTo>
                <a:cubicBezTo>
                  <a:pt x="9877" y="5115"/>
                  <a:pt x="9863" y="5127"/>
                  <a:pt x="9847" y="5138"/>
                </a:cubicBezTo>
                <a:cubicBezTo>
                  <a:pt x="9831" y="5148"/>
                  <a:pt x="9814" y="5157"/>
                  <a:pt x="9797" y="5165"/>
                </a:cubicBezTo>
                <a:cubicBezTo>
                  <a:pt x="9779" y="5172"/>
                  <a:pt x="9761" y="5177"/>
                  <a:pt x="9742" y="5181"/>
                </a:cubicBezTo>
                <a:cubicBezTo>
                  <a:pt x="9723" y="5185"/>
                  <a:pt x="9704" y="5187"/>
                  <a:pt x="9685" y="5187"/>
                </a:cubicBezTo>
                <a:lnTo>
                  <a:pt x="291" y="5187"/>
                </a:lnTo>
                <a:cubicBezTo>
                  <a:pt x="272" y="5187"/>
                  <a:pt x="253" y="5185"/>
                  <a:pt x="235" y="5181"/>
                </a:cubicBezTo>
                <a:cubicBezTo>
                  <a:pt x="216" y="5177"/>
                  <a:pt x="198" y="5172"/>
                  <a:pt x="180" y="5165"/>
                </a:cubicBezTo>
                <a:cubicBezTo>
                  <a:pt x="162" y="5157"/>
                  <a:pt x="146" y="5148"/>
                  <a:pt x="130" y="5138"/>
                </a:cubicBezTo>
                <a:cubicBezTo>
                  <a:pt x="114" y="5127"/>
                  <a:pt x="99" y="5115"/>
                  <a:pt x="86" y="5101"/>
                </a:cubicBezTo>
                <a:cubicBezTo>
                  <a:pt x="72" y="5088"/>
                  <a:pt x="60" y="5073"/>
                  <a:pt x="49" y="5057"/>
                </a:cubicBezTo>
                <a:cubicBezTo>
                  <a:pt x="39" y="5041"/>
                  <a:pt x="30" y="5025"/>
                  <a:pt x="23" y="5007"/>
                </a:cubicBezTo>
                <a:cubicBezTo>
                  <a:pt x="15" y="4989"/>
                  <a:pt x="10" y="4971"/>
                  <a:pt x="6" y="4952"/>
                </a:cubicBezTo>
                <a:cubicBezTo>
                  <a:pt x="2" y="4934"/>
                  <a:pt x="0" y="4915"/>
                  <a:pt x="0" y="4896"/>
                </a:cubicBezTo>
                <a:close/>
              </a:path>
            </a:pathLst>
          </a:custGeom>
          <a:noFill/>
          <a:ln w="18720">
            <a:solidFill>
              <a:srgbClr val="C1E6C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15" name=""/>
          <p:cNvSpPr/>
          <p:nvPr/>
        </p:nvSpPr>
        <p:spPr>
          <a:xfrm>
            <a:off x="9565920" y="4108320"/>
            <a:ext cx="508680" cy="482760"/>
          </a:xfrm>
          <a:custGeom>
            <a:avLst/>
            <a:gdLst/>
            <a:ahLst/>
            <a:rect l="0" t="0" r="r" b="b"/>
            <a:pathLst>
              <a:path w="1413" h="1341">
                <a:moveTo>
                  <a:pt x="1040" y="615"/>
                </a:moveTo>
                <a:cubicBezTo>
                  <a:pt x="1053" y="601"/>
                  <a:pt x="1060" y="584"/>
                  <a:pt x="1060" y="564"/>
                </a:cubicBezTo>
                <a:cubicBezTo>
                  <a:pt x="1060" y="544"/>
                  <a:pt x="1053" y="528"/>
                  <a:pt x="1040" y="514"/>
                </a:cubicBezTo>
                <a:cubicBezTo>
                  <a:pt x="1026" y="501"/>
                  <a:pt x="1009" y="494"/>
                  <a:pt x="989" y="494"/>
                </a:cubicBezTo>
                <a:cubicBezTo>
                  <a:pt x="969" y="494"/>
                  <a:pt x="953" y="501"/>
                  <a:pt x="938" y="514"/>
                </a:cubicBezTo>
                <a:cubicBezTo>
                  <a:pt x="924" y="528"/>
                  <a:pt x="918" y="544"/>
                  <a:pt x="918" y="564"/>
                </a:cubicBezTo>
                <a:cubicBezTo>
                  <a:pt x="918" y="584"/>
                  <a:pt x="924" y="601"/>
                  <a:pt x="938" y="615"/>
                </a:cubicBezTo>
                <a:cubicBezTo>
                  <a:pt x="953" y="628"/>
                  <a:pt x="969" y="635"/>
                  <a:pt x="989" y="635"/>
                </a:cubicBezTo>
                <a:cubicBezTo>
                  <a:pt x="1009" y="635"/>
                  <a:pt x="1026" y="628"/>
                  <a:pt x="1040" y="615"/>
                </a:cubicBezTo>
                <a:moveTo>
                  <a:pt x="424" y="458"/>
                </a:moveTo>
                <a:lnTo>
                  <a:pt x="777" y="458"/>
                </a:lnTo>
                <a:lnTo>
                  <a:pt x="777" y="353"/>
                </a:lnTo>
                <a:lnTo>
                  <a:pt x="424" y="353"/>
                </a:lnTo>
                <a:lnTo>
                  <a:pt x="424" y="458"/>
                </a:lnTo>
                <a:moveTo>
                  <a:pt x="177" y="1341"/>
                </a:moveTo>
                <a:cubicBezTo>
                  <a:pt x="137" y="1206"/>
                  <a:pt x="97" y="1073"/>
                  <a:pt x="59" y="939"/>
                </a:cubicBezTo>
                <a:cubicBezTo>
                  <a:pt x="20" y="806"/>
                  <a:pt x="0" y="669"/>
                  <a:pt x="0" y="529"/>
                </a:cubicBezTo>
                <a:cubicBezTo>
                  <a:pt x="0" y="421"/>
                  <a:pt x="38" y="329"/>
                  <a:pt x="113" y="254"/>
                </a:cubicBezTo>
                <a:cubicBezTo>
                  <a:pt x="189" y="179"/>
                  <a:pt x="280" y="141"/>
                  <a:pt x="389" y="141"/>
                </a:cubicBezTo>
                <a:lnTo>
                  <a:pt x="741" y="141"/>
                </a:lnTo>
                <a:cubicBezTo>
                  <a:pt x="775" y="96"/>
                  <a:pt x="817" y="62"/>
                  <a:pt x="866" y="37"/>
                </a:cubicBezTo>
                <a:cubicBezTo>
                  <a:pt x="914" y="12"/>
                  <a:pt x="968" y="0"/>
                  <a:pt x="1025" y="0"/>
                </a:cubicBezTo>
                <a:cubicBezTo>
                  <a:pt x="1054" y="0"/>
                  <a:pt x="1079" y="10"/>
                  <a:pt x="1100" y="31"/>
                </a:cubicBezTo>
                <a:cubicBezTo>
                  <a:pt x="1120" y="51"/>
                  <a:pt x="1130" y="76"/>
                  <a:pt x="1130" y="106"/>
                </a:cubicBezTo>
                <a:cubicBezTo>
                  <a:pt x="1130" y="113"/>
                  <a:pt x="1129" y="120"/>
                  <a:pt x="1128" y="127"/>
                </a:cubicBezTo>
                <a:cubicBezTo>
                  <a:pt x="1126" y="134"/>
                  <a:pt x="1124" y="140"/>
                  <a:pt x="1122" y="146"/>
                </a:cubicBezTo>
                <a:cubicBezTo>
                  <a:pt x="1117" y="159"/>
                  <a:pt x="1112" y="172"/>
                  <a:pt x="1108" y="186"/>
                </a:cubicBezTo>
                <a:cubicBezTo>
                  <a:pt x="1104" y="199"/>
                  <a:pt x="1101" y="213"/>
                  <a:pt x="1099" y="227"/>
                </a:cubicBezTo>
                <a:lnTo>
                  <a:pt x="1259" y="388"/>
                </a:lnTo>
                <a:lnTo>
                  <a:pt x="1413" y="388"/>
                </a:lnTo>
                <a:lnTo>
                  <a:pt x="1413" y="880"/>
                </a:lnTo>
                <a:lnTo>
                  <a:pt x="1213" y="945"/>
                </a:lnTo>
                <a:lnTo>
                  <a:pt x="1095" y="1341"/>
                </a:lnTo>
                <a:lnTo>
                  <a:pt x="706" y="1341"/>
                </a:lnTo>
                <a:lnTo>
                  <a:pt x="706" y="1199"/>
                </a:lnTo>
                <a:lnTo>
                  <a:pt x="565" y="1199"/>
                </a:lnTo>
                <a:lnTo>
                  <a:pt x="565" y="1341"/>
                </a:lnTo>
                <a:lnTo>
                  <a:pt x="177" y="1341"/>
                </a:lnTo>
                <a:moveTo>
                  <a:pt x="256" y="1235"/>
                </a:moveTo>
                <a:lnTo>
                  <a:pt x="459" y="1235"/>
                </a:lnTo>
                <a:lnTo>
                  <a:pt x="459" y="1093"/>
                </a:lnTo>
                <a:lnTo>
                  <a:pt x="812" y="1093"/>
                </a:lnTo>
                <a:lnTo>
                  <a:pt x="812" y="1235"/>
                </a:lnTo>
                <a:lnTo>
                  <a:pt x="1016" y="1235"/>
                </a:lnTo>
                <a:lnTo>
                  <a:pt x="1127" y="864"/>
                </a:lnTo>
                <a:lnTo>
                  <a:pt x="1307" y="802"/>
                </a:lnTo>
                <a:lnTo>
                  <a:pt x="1307" y="494"/>
                </a:lnTo>
                <a:lnTo>
                  <a:pt x="1215" y="494"/>
                </a:lnTo>
                <a:lnTo>
                  <a:pt x="989" y="268"/>
                </a:lnTo>
                <a:cubicBezTo>
                  <a:pt x="990" y="239"/>
                  <a:pt x="994" y="210"/>
                  <a:pt x="1001" y="182"/>
                </a:cubicBezTo>
                <a:cubicBezTo>
                  <a:pt x="1007" y="155"/>
                  <a:pt x="1014" y="127"/>
                  <a:pt x="1021" y="99"/>
                </a:cubicBezTo>
                <a:cubicBezTo>
                  <a:pt x="976" y="110"/>
                  <a:pt x="933" y="128"/>
                  <a:pt x="893" y="151"/>
                </a:cubicBezTo>
                <a:cubicBezTo>
                  <a:pt x="853" y="174"/>
                  <a:pt x="822" y="206"/>
                  <a:pt x="801" y="247"/>
                </a:cubicBezTo>
                <a:lnTo>
                  <a:pt x="389" y="247"/>
                </a:lnTo>
                <a:cubicBezTo>
                  <a:pt x="311" y="247"/>
                  <a:pt x="244" y="274"/>
                  <a:pt x="189" y="329"/>
                </a:cubicBezTo>
                <a:cubicBezTo>
                  <a:pt x="134" y="385"/>
                  <a:pt x="106" y="451"/>
                  <a:pt x="106" y="529"/>
                </a:cubicBezTo>
                <a:cubicBezTo>
                  <a:pt x="106" y="650"/>
                  <a:pt x="123" y="769"/>
                  <a:pt x="157" y="885"/>
                </a:cubicBezTo>
                <a:cubicBezTo>
                  <a:pt x="192" y="1000"/>
                  <a:pt x="224" y="1117"/>
                  <a:pt x="256" y="1235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16" name=""/>
          <p:cNvSpPr txBox="1"/>
          <p:nvPr/>
        </p:nvSpPr>
        <p:spPr>
          <a:xfrm>
            <a:off x="5527800" y="5317920"/>
            <a:ext cx="11131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GEMINI.md / Skills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17" name=""/>
          <p:cNvSpPr txBox="1"/>
          <p:nvPr/>
        </p:nvSpPr>
        <p:spPr>
          <a:xfrm>
            <a:off x="8902440" y="4831920"/>
            <a:ext cx="18295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無料で始められる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18" name=""/>
          <p:cNvSpPr txBox="1"/>
          <p:nvPr/>
        </p:nvSpPr>
        <p:spPr>
          <a:xfrm>
            <a:off x="9349560" y="5317920"/>
            <a:ext cx="936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Free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プラン対応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19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42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23" name=""/>
          <p:cNvSpPr/>
          <p:nvPr/>
        </p:nvSpPr>
        <p:spPr>
          <a:xfrm>
            <a:off x="571320" y="2552400"/>
            <a:ext cx="11049480" cy="29160"/>
          </a:xfrm>
          <a:custGeom>
            <a:avLst/>
            <a:gdLst/>
            <a:ahLst/>
            <a:rect l="0" t="0" r="r" b="b"/>
            <a:pathLst>
              <a:path w="30693" h="81">
                <a:moveTo>
                  <a:pt x="0" y="0"/>
                </a:moveTo>
                <a:lnTo>
                  <a:pt x="30693" y="0"/>
                </a:lnTo>
                <a:lnTo>
                  <a:pt x="3069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24" name=""/>
          <p:cNvSpPr/>
          <p:nvPr/>
        </p:nvSpPr>
        <p:spPr>
          <a:xfrm>
            <a:off x="591120" y="1983240"/>
            <a:ext cx="437040" cy="357840"/>
          </a:xfrm>
          <a:custGeom>
            <a:avLst/>
            <a:gdLst/>
            <a:ahLst/>
            <a:rect l="0" t="0" r="r" b="b"/>
            <a:pathLst>
              <a:path w="1214" h="994">
                <a:moveTo>
                  <a:pt x="606" y="994"/>
                </a:moveTo>
                <a:lnTo>
                  <a:pt x="206" y="774"/>
                </a:lnTo>
                <a:lnTo>
                  <a:pt x="206" y="443"/>
                </a:lnTo>
                <a:lnTo>
                  <a:pt x="0" y="331"/>
                </a:lnTo>
                <a:lnTo>
                  <a:pt x="606" y="0"/>
                </a:lnTo>
                <a:lnTo>
                  <a:pt x="1214" y="331"/>
                </a:lnTo>
                <a:lnTo>
                  <a:pt x="1214" y="768"/>
                </a:lnTo>
                <a:lnTo>
                  <a:pt x="1131" y="768"/>
                </a:lnTo>
                <a:lnTo>
                  <a:pt x="1131" y="379"/>
                </a:lnTo>
                <a:lnTo>
                  <a:pt x="1006" y="443"/>
                </a:lnTo>
                <a:lnTo>
                  <a:pt x="1006" y="774"/>
                </a:lnTo>
                <a:lnTo>
                  <a:pt x="606" y="994"/>
                </a:lnTo>
                <a:moveTo>
                  <a:pt x="606" y="568"/>
                </a:moveTo>
                <a:lnTo>
                  <a:pt x="1040" y="331"/>
                </a:lnTo>
                <a:lnTo>
                  <a:pt x="606" y="98"/>
                </a:lnTo>
                <a:lnTo>
                  <a:pt x="174" y="331"/>
                </a:lnTo>
                <a:lnTo>
                  <a:pt x="606" y="568"/>
                </a:lnTo>
                <a:moveTo>
                  <a:pt x="606" y="899"/>
                </a:moveTo>
                <a:lnTo>
                  <a:pt x="923" y="724"/>
                </a:lnTo>
                <a:lnTo>
                  <a:pt x="923" y="492"/>
                </a:lnTo>
                <a:lnTo>
                  <a:pt x="606" y="662"/>
                </a:lnTo>
                <a:lnTo>
                  <a:pt x="289" y="490"/>
                </a:lnTo>
                <a:lnTo>
                  <a:pt x="289" y="724"/>
                </a:lnTo>
                <a:lnTo>
                  <a:pt x="606" y="899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25" name=""/>
          <p:cNvSpPr/>
          <p:nvPr/>
        </p:nvSpPr>
        <p:spPr>
          <a:xfrm>
            <a:off x="414360" y="2642400"/>
            <a:ext cx="3926160" cy="2441880"/>
          </a:xfrm>
          <a:custGeom>
            <a:avLst/>
            <a:gdLst/>
            <a:ahLst/>
            <a:rect l="0" t="0" r="r" b="b"/>
            <a:pathLst>
              <a:path w="10906" h="6783">
                <a:moveTo>
                  <a:pt x="436" y="676"/>
                </a:moveTo>
                <a:lnTo>
                  <a:pt x="436" y="5943"/>
                </a:lnTo>
                <a:cubicBezTo>
                  <a:pt x="436" y="5985"/>
                  <a:pt x="444" y="6025"/>
                  <a:pt x="460" y="6064"/>
                </a:cubicBezTo>
                <a:cubicBezTo>
                  <a:pt x="476" y="6103"/>
                  <a:pt x="499" y="6137"/>
                  <a:pt x="529" y="6167"/>
                </a:cubicBezTo>
                <a:cubicBezTo>
                  <a:pt x="559" y="6197"/>
                  <a:pt x="593" y="6220"/>
                  <a:pt x="632" y="6236"/>
                </a:cubicBezTo>
                <a:cubicBezTo>
                  <a:pt x="671" y="6252"/>
                  <a:pt x="711" y="6260"/>
                  <a:pt x="753" y="6260"/>
                </a:cubicBezTo>
                <a:lnTo>
                  <a:pt x="10147" y="6260"/>
                </a:lnTo>
                <a:cubicBezTo>
                  <a:pt x="10189" y="6260"/>
                  <a:pt x="10230" y="6252"/>
                  <a:pt x="10269" y="6236"/>
                </a:cubicBezTo>
                <a:cubicBezTo>
                  <a:pt x="10308" y="6220"/>
                  <a:pt x="10342" y="6197"/>
                  <a:pt x="10372" y="6167"/>
                </a:cubicBezTo>
                <a:cubicBezTo>
                  <a:pt x="10401" y="6137"/>
                  <a:pt x="10424" y="6103"/>
                  <a:pt x="10441" y="6064"/>
                </a:cubicBezTo>
                <a:cubicBezTo>
                  <a:pt x="10457" y="6025"/>
                  <a:pt x="10465" y="5985"/>
                  <a:pt x="10465" y="5943"/>
                </a:cubicBezTo>
                <a:lnTo>
                  <a:pt x="10465" y="676"/>
                </a:lnTo>
                <a:cubicBezTo>
                  <a:pt x="10465" y="634"/>
                  <a:pt x="10457" y="594"/>
                  <a:pt x="10441" y="555"/>
                </a:cubicBezTo>
                <a:cubicBezTo>
                  <a:pt x="10424" y="516"/>
                  <a:pt x="10401" y="482"/>
                  <a:pt x="10372" y="452"/>
                </a:cubicBezTo>
                <a:cubicBezTo>
                  <a:pt x="10342" y="422"/>
                  <a:pt x="10308" y="399"/>
                  <a:pt x="10269" y="383"/>
                </a:cubicBezTo>
                <a:cubicBezTo>
                  <a:pt x="10230" y="367"/>
                  <a:pt x="10189" y="359"/>
                  <a:pt x="10147" y="359"/>
                </a:cubicBezTo>
                <a:lnTo>
                  <a:pt x="753" y="359"/>
                </a:lnTo>
                <a:cubicBezTo>
                  <a:pt x="711" y="359"/>
                  <a:pt x="671" y="367"/>
                  <a:pt x="632" y="383"/>
                </a:cubicBezTo>
                <a:cubicBezTo>
                  <a:pt x="593" y="399"/>
                  <a:pt x="559" y="422"/>
                  <a:pt x="529" y="452"/>
                </a:cubicBezTo>
                <a:cubicBezTo>
                  <a:pt x="499" y="482"/>
                  <a:pt x="476" y="516"/>
                  <a:pt x="460" y="555"/>
                </a:cubicBezTo>
                <a:cubicBezTo>
                  <a:pt x="444" y="594"/>
                  <a:pt x="436" y="634"/>
                  <a:pt x="436" y="676"/>
                </a:cubicBezTo>
                <a:moveTo>
                  <a:pt x="0" y="0"/>
                </a:moveTo>
                <a:lnTo>
                  <a:pt x="10906" y="0"/>
                </a:lnTo>
                <a:lnTo>
                  <a:pt x="10906" y="6783"/>
                </a:lnTo>
                <a:lnTo>
                  <a:pt x="0" y="6783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926" name=""/>
          <p:cNvSpPr/>
          <p:nvPr/>
        </p:nvSpPr>
        <p:spPr>
          <a:xfrm>
            <a:off x="580680" y="2781000"/>
            <a:ext cx="3591360" cy="2105640"/>
          </a:xfrm>
          <a:custGeom>
            <a:avLst/>
            <a:gdLst/>
            <a:ahLst/>
            <a:rect l="0" t="0" r="r" b="b"/>
            <a:pathLst>
              <a:path w="9976" h="5849">
                <a:moveTo>
                  <a:pt x="0" y="5558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6"/>
                  <a:pt x="50" y="130"/>
                </a:cubicBezTo>
                <a:cubicBezTo>
                  <a:pt x="60" y="114"/>
                  <a:pt x="72" y="99"/>
                  <a:pt x="86" y="86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6"/>
                </a:cubicBezTo>
                <a:cubicBezTo>
                  <a:pt x="9761" y="10"/>
                  <a:pt x="9779" y="15"/>
                  <a:pt x="9797" y="22"/>
                </a:cubicBezTo>
                <a:cubicBezTo>
                  <a:pt x="9814" y="30"/>
                  <a:pt x="9831" y="39"/>
                  <a:pt x="9847" y="49"/>
                </a:cubicBezTo>
                <a:cubicBezTo>
                  <a:pt x="9863" y="60"/>
                  <a:pt x="9877" y="72"/>
                  <a:pt x="9891" y="86"/>
                </a:cubicBezTo>
                <a:cubicBezTo>
                  <a:pt x="9905" y="99"/>
                  <a:pt x="9917" y="114"/>
                  <a:pt x="9927" y="130"/>
                </a:cubicBezTo>
                <a:cubicBezTo>
                  <a:pt x="9938" y="146"/>
                  <a:pt x="9947" y="162"/>
                  <a:pt x="9954" y="180"/>
                </a:cubicBezTo>
                <a:cubicBezTo>
                  <a:pt x="9961" y="198"/>
                  <a:pt x="9967" y="216"/>
                  <a:pt x="9971" y="235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5558"/>
                </a:lnTo>
                <a:cubicBezTo>
                  <a:pt x="9976" y="5577"/>
                  <a:pt x="9974" y="5596"/>
                  <a:pt x="9971" y="5614"/>
                </a:cubicBezTo>
                <a:cubicBezTo>
                  <a:pt x="9967" y="5633"/>
                  <a:pt x="9961" y="5651"/>
                  <a:pt x="9954" y="5669"/>
                </a:cubicBezTo>
                <a:cubicBezTo>
                  <a:pt x="9947" y="5687"/>
                  <a:pt x="9938" y="5703"/>
                  <a:pt x="9927" y="5719"/>
                </a:cubicBezTo>
                <a:cubicBezTo>
                  <a:pt x="9917" y="5735"/>
                  <a:pt x="9905" y="5750"/>
                  <a:pt x="9891" y="5763"/>
                </a:cubicBezTo>
                <a:cubicBezTo>
                  <a:pt x="9877" y="5777"/>
                  <a:pt x="9863" y="5789"/>
                  <a:pt x="9847" y="5800"/>
                </a:cubicBezTo>
                <a:cubicBezTo>
                  <a:pt x="9831" y="5810"/>
                  <a:pt x="9814" y="5819"/>
                  <a:pt x="9797" y="5826"/>
                </a:cubicBezTo>
                <a:cubicBezTo>
                  <a:pt x="9779" y="5834"/>
                  <a:pt x="9761" y="5839"/>
                  <a:pt x="9742" y="5843"/>
                </a:cubicBezTo>
                <a:cubicBezTo>
                  <a:pt x="9723" y="5847"/>
                  <a:pt x="9704" y="5849"/>
                  <a:pt x="9685" y="5849"/>
                </a:cubicBezTo>
                <a:lnTo>
                  <a:pt x="291" y="5849"/>
                </a:lnTo>
                <a:cubicBezTo>
                  <a:pt x="272" y="5849"/>
                  <a:pt x="253" y="5847"/>
                  <a:pt x="235" y="5843"/>
                </a:cubicBezTo>
                <a:cubicBezTo>
                  <a:pt x="216" y="5839"/>
                  <a:pt x="198" y="5834"/>
                  <a:pt x="180" y="5826"/>
                </a:cubicBezTo>
                <a:cubicBezTo>
                  <a:pt x="162" y="5819"/>
                  <a:pt x="146" y="5810"/>
                  <a:pt x="130" y="5800"/>
                </a:cubicBezTo>
                <a:cubicBezTo>
                  <a:pt x="114" y="5789"/>
                  <a:pt x="99" y="5777"/>
                  <a:pt x="86" y="5763"/>
                </a:cubicBezTo>
                <a:cubicBezTo>
                  <a:pt x="72" y="5750"/>
                  <a:pt x="60" y="5735"/>
                  <a:pt x="50" y="5719"/>
                </a:cubicBezTo>
                <a:cubicBezTo>
                  <a:pt x="39" y="5703"/>
                  <a:pt x="30" y="5687"/>
                  <a:pt x="23" y="5669"/>
                </a:cubicBezTo>
                <a:cubicBezTo>
                  <a:pt x="15" y="5651"/>
                  <a:pt x="10" y="5633"/>
                  <a:pt x="6" y="5614"/>
                </a:cubicBezTo>
                <a:cubicBezTo>
                  <a:pt x="2" y="5596"/>
                  <a:pt x="0" y="5577"/>
                  <a:pt x="0" y="5558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27" name=""/>
          <p:cNvSpPr/>
          <p:nvPr/>
        </p:nvSpPr>
        <p:spPr>
          <a:xfrm>
            <a:off x="580680" y="2781000"/>
            <a:ext cx="3591360" cy="2105640"/>
          </a:xfrm>
          <a:custGeom>
            <a:avLst/>
            <a:gdLst/>
            <a:ahLst/>
            <a:rect l="0" t="0" r="r" b="b"/>
            <a:pathLst>
              <a:path w="9976" h="5849">
                <a:moveTo>
                  <a:pt x="0" y="5558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6"/>
                  <a:pt x="50" y="130"/>
                </a:cubicBezTo>
                <a:cubicBezTo>
                  <a:pt x="60" y="114"/>
                  <a:pt x="72" y="99"/>
                  <a:pt x="86" y="86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6"/>
                </a:cubicBezTo>
                <a:cubicBezTo>
                  <a:pt x="9761" y="10"/>
                  <a:pt x="9779" y="15"/>
                  <a:pt x="9797" y="22"/>
                </a:cubicBezTo>
                <a:cubicBezTo>
                  <a:pt x="9814" y="30"/>
                  <a:pt x="9831" y="39"/>
                  <a:pt x="9847" y="49"/>
                </a:cubicBezTo>
                <a:cubicBezTo>
                  <a:pt x="9863" y="60"/>
                  <a:pt x="9877" y="72"/>
                  <a:pt x="9891" y="86"/>
                </a:cubicBezTo>
                <a:cubicBezTo>
                  <a:pt x="9905" y="99"/>
                  <a:pt x="9917" y="114"/>
                  <a:pt x="9927" y="130"/>
                </a:cubicBezTo>
                <a:cubicBezTo>
                  <a:pt x="9938" y="146"/>
                  <a:pt x="9947" y="162"/>
                  <a:pt x="9954" y="180"/>
                </a:cubicBezTo>
                <a:cubicBezTo>
                  <a:pt x="9961" y="198"/>
                  <a:pt x="9967" y="216"/>
                  <a:pt x="9971" y="235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5558"/>
                </a:lnTo>
                <a:cubicBezTo>
                  <a:pt x="9976" y="5577"/>
                  <a:pt x="9974" y="5596"/>
                  <a:pt x="9971" y="5614"/>
                </a:cubicBezTo>
                <a:cubicBezTo>
                  <a:pt x="9967" y="5633"/>
                  <a:pt x="9961" y="5651"/>
                  <a:pt x="9954" y="5669"/>
                </a:cubicBezTo>
                <a:cubicBezTo>
                  <a:pt x="9947" y="5687"/>
                  <a:pt x="9938" y="5703"/>
                  <a:pt x="9927" y="5719"/>
                </a:cubicBezTo>
                <a:cubicBezTo>
                  <a:pt x="9917" y="5735"/>
                  <a:pt x="9905" y="5750"/>
                  <a:pt x="9891" y="5763"/>
                </a:cubicBezTo>
                <a:cubicBezTo>
                  <a:pt x="9877" y="5777"/>
                  <a:pt x="9863" y="5789"/>
                  <a:pt x="9847" y="5800"/>
                </a:cubicBezTo>
                <a:cubicBezTo>
                  <a:pt x="9831" y="5810"/>
                  <a:pt x="9814" y="5819"/>
                  <a:pt x="9797" y="5826"/>
                </a:cubicBezTo>
                <a:cubicBezTo>
                  <a:pt x="9779" y="5834"/>
                  <a:pt x="9761" y="5839"/>
                  <a:pt x="9742" y="5843"/>
                </a:cubicBezTo>
                <a:cubicBezTo>
                  <a:pt x="9723" y="5847"/>
                  <a:pt x="9704" y="5849"/>
                  <a:pt x="9685" y="5849"/>
                </a:cubicBezTo>
                <a:lnTo>
                  <a:pt x="291" y="5849"/>
                </a:lnTo>
                <a:cubicBezTo>
                  <a:pt x="272" y="5849"/>
                  <a:pt x="253" y="5847"/>
                  <a:pt x="235" y="5843"/>
                </a:cubicBezTo>
                <a:cubicBezTo>
                  <a:pt x="216" y="5839"/>
                  <a:pt x="198" y="5834"/>
                  <a:pt x="180" y="5826"/>
                </a:cubicBezTo>
                <a:cubicBezTo>
                  <a:pt x="162" y="5819"/>
                  <a:pt x="146" y="5810"/>
                  <a:pt x="130" y="5800"/>
                </a:cubicBezTo>
                <a:cubicBezTo>
                  <a:pt x="114" y="5789"/>
                  <a:pt x="99" y="5777"/>
                  <a:pt x="86" y="5763"/>
                </a:cubicBezTo>
                <a:cubicBezTo>
                  <a:pt x="72" y="5750"/>
                  <a:pt x="60" y="5735"/>
                  <a:pt x="50" y="5719"/>
                </a:cubicBezTo>
                <a:cubicBezTo>
                  <a:pt x="39" y="5703"/>
                  <a:pt x="30" y="5687"/>
                  <a:pt x="23" y="5669"/>
                </a:cubicBezTo>
                <a:cubicBezTo>
                  <a:pt x="15" y="5651"/>
                  <a:pt x="10" y="5633"/>
                  <a:pt x="6" y="5614"/>
                </a:cubicBezTo>
                <a:cubicBezTo>
                  <a:pt x="2" y="5596"/>
                  <a:pt x="0" y="5577"/>
                  <a:pt x="0" y="5558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28" name=""/>
          <p:cNvSpPr/>
          <p:nvPr/>
        </p:nvSpPr>
        <p:spPr>
          <a:xfrm>
            <a:off x="2143080" y="3000240"/>
            <a:ext cx="457920" cy="457920"/>
          </a:xfrm>
          <a:custGeom>
            <a:avLst/>
            <a:gdLst/>
            <a:ahLst/>
            <a:rect l="0" t="0" r="r" b="b"/>
            <a:pathLst>
              <a:path w="1272" h="1272">
                <a:moveTo>
                  <a:pt x="278" y="991"/>
                </a:moveTo>
                <a:lnTo>
                  <a:pt x="764" y="991"/>
                </a:lnTo>
                <a:lnTo>
                  <a:pt x="764" y="886"/>
                </a:lnTo>
                <a:lnTo>
                  <a:pt x="278" y="886"/>
                </a:lnTo>
                <a:lnTo>
                  <a:pt x="278" y="991"/>
                </a:lnTo>
                <a:moveTo>
                  <a:pt x="278" y="689"/>
                </a:moveTo>
                <a:lnTo>
                  <a:pt x="995" y="689"/>
                </a:lnTo>
                <a:lnTo>
                  <a:pt x="995" y="583"/>
                </a:lnTo>
                <a:lnTo>
                  <a:pt x="278" y="583"/>
                </a:lnTo>
                <a:lnTo>
                  <a:pt x="278" y="689"/>
                </a:lnTo>
                <a:moveTo>
                  <a:pt x="278" y="387"/>
                </a:moveTo>
                <a:lnTo>
                  <a:pt x="995" y="387"/>
                </a:lnTo>
                <a:lnTo>
                  <a:pt x="995" y="281"/>
                </a:lnTo>
                <a:lnTo>
                  <a:pt x="278" y="281"/>
                </a:lnTo>
                <a:lnTo>
                  <a:pt x="278" y="387"/>
                </a:lnTo>
                <a:moveTo>
                  <a:pt x="106" y="1272"/>
                </a:moveTo>
                <a:cubicBezTo>
                  <a:pt x="78" y="1272"/>
                  <a:pt x="53" y="1261"/>
                  <a:pt x="31" y="1240"/>
                </a:cubicBezTo>
                <a:cubicBezTo>
                  <a:pt x="10" y="1219"/>
                  <a:pt x="0" y="1194"/>
                  <a:pt x="0" y="1166"/>
                </a:cubicBezTo>
                <a:lnTo>
                  <a:pt x="0" y="106"/>
                </a:lnTo>
                <a:cubicBezTo>
                  <a:pt x="0" y="77"/>
                  <a:pt x="10" y="53"/>
                  <a:pt x="31" y="32"/>
                </a:cubicBezTo>
                <a:cubicBezTo>
                  <a:pt x="53" y="10"/>
                  <a:pt x="78" y="0"/>
                  <a:pt x="106" y="0"/>
                </a:cubicBezTo>
                <a:lnTo>
                  <a:pt x="1166" y="0"/>
                </a:lnTo>
                <a:cubicBezTo>
                  <a:pt x="1194" y="0"/>
                  <a:pt x="1219" y="10"/>
                  <a:pt x="1240" y="32"/>
                </a:cubicBezTo>
                <a:cubicBezTo>
                  <a:pt x="1261" y="53"/>
                  <a:pt x="1272" y="77"/>
                  <a:pt x="1272" y="106"/>
                </a:cubicBezTo>
                <a:lnTo>
                  <a:pt x="1272" y="1166"/>
                </a:lnTo>
                <a:cubicBezTo>
                  <a:pt x="1272" y="1194"/>
                  <a:pt x="1261" y="1219"/>
                  <a:pt x="1240" y="1240"/>
                </a:cubicBezTo>
                <a:cubicBezTo>
                  <a:pt x="1219" y="1261"/>
                  <a:pt x="1194" y="1272"/>
                  <a:pt x="1166" y="1272"/>
                </a:cubicBezTo>
                <a:lnTo>
                  <a:pt x="106" y="1272"/>
                </a:lnTo>
                <a:moveTo>
                  <a:pt x="106" y="1166"/>
                </a:moveTo>
                <a:lnTo>
                  <a:pt x="1166" y="1166"/>
                </a:lnTo>
                <a:lnTo>
                  <a:pt x="1166" y="106"/>
                </a:lnTo>
                <a:lnTo>
                  <a:pt x="106" y="106"/>
                </a:lnTo>
                <a:lnTo>
                  <a:pt x="106" y="1166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29" name=""/>
          <p:cNvSpPr txBox="1"/>
          <p:nvPr/>
        </p:nvSpPr>
        <p:spPr>
          <a:xfrm>
            <a:off x="1047600" y="2072880"/>
            <a:ext cx="227088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学習リソース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30" name=""/>
          <p:cNvSpPr/>
          <p:nvPr/>
        </p:nvSpPr>
        <p:spPr>
          <a:xfrm>
            <a:off x="1647720" y="4362120"/>
            <a:ext cx="1457640" cy="19440"/>
          </a:xfrm>
          <a:custGeom>
            <a:avLst/>
            <a:gdLst/>
            <a:ahLst/>
            <a:rect l="0" t="0" r="r" b="b"/>
            <a:pathLst>
              <a:path w="4049" h="54">
                <a:moveTo>
                  <a:pt x="0" y="0"/>
                </a:moveTo>
                <a:lnTo>
                  <a:pt x="4049" y="0"/>
                </a:lnTo>
                <a:lnTo>
                  <a:pt x="404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A8D8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31" name=""/>
          <p:cNvSpPr txBox="1"/>
          <p:nvPr/>
        </p:nvSpPr>
        <p:spPr>
          <a:xfrm>
            <a:off x="1612800" y="3875760"/>
            <a:ext cx="152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公式ドキュメント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32" name=""/>
          <p:cNvSpPr/>
          <p:nvPr/>
        </p:nvSpPr>
        <p:spPr>
          <a:xfrm>
            <a:off x="4136040" y="2642400"/>
            <a:ext cx="3920040" cy="2441880"/>
          </a:xfrm>
          <a:custGeom>
            <a:avLst/>
            <a:gdLst/>
            <a:ahLst/>
            <a:rect l="0" t="0" r="r" b="b"/>
            <a:pathLst>
              <a:path w="10889" h="6783">
                <a:moveTo>
                  <a:pt x="443" y="676"/>
                </a:moveTo>
                <a:lnTo>
                  <a:pt x="443" y="5943"/>
                </a:lnTo>
                <a:cubicBezTo>
                  <a:pt x="443" y="5985"/>
                  <a:pt x="451" y="6025"/>
                  <a:pt x="467" y="6064"/>
                </a:cubicBezTo>
                <a:cubicBezTo>
                  <a:pt x="483" y="6103"/>
                  <a:pt x="506" y="6137"/>
                  <a:pt x="536" y="6167"/>
                </a:cubicBezTo>
                <a:cubicBezTo>
                  <a:pt x="566" y="6197"/>
                  <a:pt x="600" y="6220"/>
                  <a:pt x="639" y="6236"/>
                </a:cubicBezTo>
                <a:cubicBezTo>
                  <a:pt x="678" y="6252"/>
                  <a:pt x="719" y="6260"/>
                  <a:pt x="761" y="6260"/>
                </a:cubicBezTo>
                <a:lnTo>
                  <a:pt x="10128" y="6260"/>
                </a:lnTo>
                <a:cubicBezTo>
                  <a:pt x="10170" y="6260"/>
                  <a:pt x="10211" y="6252"/>
                  <a:pt x="10249" y="6236"/>
                </a:cubicBezTo>
                <a:cubicBezTo>
                  <a:pt x="10288" y="6220"/>
                  <a:pt x="10323" y="6197"/>
                  <a:pt x="10352" y="6167"/>
                </a:cubicBezTo>
                <a:cubicBezTo>
                  <a:pt x="10382" y="6137"/>
                  <a:pt x="10405" y="6103"/>
                  <a:pt x="10421" y="6064"/>
                </a:cubicBezTo>
                <a:cubicBezTo>
                  <a:pt x="10437" y="6025"/>
                  <a:pt x="10445" y="5985"/>
                  <a:pt x="10445" y="5943"/>
                </a:cubicBezTo>
                <a:lnTo>
                  <a:pt x="10445" y="676"/>
                </a:lnTo>
                <a:cubicBezTo>
                  <a:pt x="10445" y="634"/>
                  <a:pt x="10437" y="594"/>
                  <a:pt x="10421" y="555"/>
                </a:cubicBezTo>
                <a:cubicBezTo>
                  <a:pt x="10405" y="516"/>
                  <a:pt x="10382" y="482"/>
                  <a:pt x="10352" y="452"/>
                </a:cubicBezTo>
                <a:cubicBezTo>
                  <a:pt x="10323" y="422"/>
                  <a:pt x="10288" y="399"/>
                  <a:pt x="10249" y="383"/>
                </a:cubicBezTo>
                <a:cubicBezTo>
                  <a:pt x="10211" y="367"/>
                  <a:pt x="10170" y="359"/>
                  <a:pt x="10128" y="359"/>
                </a:cubicBezTo>
                <a:lnTo>
                  <a:pt x="761" y="359"/>
                </a:lnTo>
                <a:cubicBezTo>
                  <a:pt x="719" y="359"/>
                  <a:pt x="678" y="367"/>
                  <a:pt x="639" y="383"/>
                </a:cubicBezTo>
                <a:cubicBezTo>
                  <a:pt x="600" y="399"/>
                  <a:pt x="566" y="422"/>
                  <a:pt x="536" y="452"/>
                </a:cubicBezTo>
                <a:cubicBezTo>
                  <a:pt x="506" y="482"/>
                  <a:pt x="483" y="516"/>
                  <a:pt x="467" y="555"/>
                </a:cubicBezTo>
                <a:cubicBezTo>
                  <a:pt x="451" y="594"/>
                  <a:pt x="443" y="634"/>
                  <a:pt x="443" y="676"/>
                </a:cubicBezTo>
                <a:moveTo>
                  <a:pt x="0" y="0"/>
                </a:moveTo>
                <a:lnTo>
                  <a:pt x="10889" y="0"/>
                </a:lnTo>
                <a:lnTo>
                  <a:pt x="10889" y="6783"/>
                </a:lnTo>
                <a:lnTo>
                  <a:pt x="0" y="6783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933" name=""/>
          <p:cNvSpPr/>
          <p:nvPr/>
        </p:nvSpPr>
        <p:spPr>
          <a:xfrm>
            <a:off x="4305240" y="2781000"/>
            <a:ext cx="3581640" cy="2105640"/>
          </a:xfrm>
          <a:custGeom>
            <a:avLst/>
            <a:gdLst/>
            <a:ahLst/>
            <a:rect l="0" t="0" r="r" b="b"/>
            <a:pathLst>
              <a:path w="9949" h="5849">
                <a:moveTo>
                  <a:pt x="0" y="5558"/>
                </a:moveTo>
                <a:lnTo>
                  <a:pt x="0" y="291"/>
                </a:lnTo>
                <a:cubicBezTo>
                  <a:pt x="0" y="272"/>
                  <a:pt x="2" y="253"/>
                  <a:pt x="5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2"/>
                  <a:pt x="38" y="146"/>
                  <a:pt x="49" y="130"/>
                </a:cubicBezTo>
                <a:cubicBezTo>
                  <a:pt x="59" y="114"/>
                  <a:pt x="71" y="99"/>
                  <a:pt x="85" y="86"/>
                </a:cubicBezTo>
                <a:cubicBezTo>
                  <a:pt x="98" y="72"/>
                  <a:pt x="113" y="60"/>
                  <a:pt x="129" y="49"/>
                </a:cubicBezTo>
                <a:cubicBezTo>
                  <a:pt x="145" y="39"/>
                  <a:pt x="162" y="30"/>
                  <a:pt x="179" y="22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9658" y="0"/>
                </a:lnTo>
                <a:cubicBezTo>
                  <a:pt x="9677" y="0"/>
                  <a:pt x="9696" y="2"/>
                  <a:pt x="9715" y="6"/>
                </a:cubicBezTo>
                <a:cubicBezTo>
                  <a:pt x="9733" y="10"/>
                  <a:pt x="9752" y="15"/>
                  <a:pt x="9769" y="22"/>
                </a:cubicBezTo>
                <a:cubicBezTo>
                  <a:pt x="9787" y="30"/>
                  <a:pt x="9804" y="39"/>
                  <a:pt x="9820" y="49"/>
                </a:cubicBezTo>
                <a:cubicBezTo>
                  <a:pt x="9836" y="60"/>
                  <a:pt x="9850" y="72"/>
                  <a:pt x="9864" y="86"/>
                </a:cubicBezTo>
                <a:cubicBezTo>
                  <a:pt x="9877" y="99"/>
                  <a:pt x="9889" y="114"/>
                  <a:pt x="9900" y="130"/>
                </a:cubicBezTo>
                <a:cubicBezTo>
                  <a:pt x="9911" y="146"/>
                  <a:pt x="9920" y="162"/>
                  <a:pt x="9927" y="180"/>
                </a:cubicBezTo>
                <a:cubicBezTo>
                  <a:pt x="9934" y="198"/>
                  <a:pt x="9940" y="216"/>
                  <a:pt x="9943" y="235"/>
                </a:cubicBezTo>
                <a:cubicBezTo>
                  <a:pt x="9947" y="253"/>
                  <a:pt x="9949" y="272"/>
                  <a:pt x="9949" y="291"/>
                </a:cubicBezTo>
                <a:lnTo>
                  <a:pt x="9949" y="5558"/>
                </a:lnTo>
                <a:cubicBezTo>
                  <a:pt x="9949" y="5577"/>
                  <a:pt x="9947" y="5596"/>
                  <a:pt x="9943" y="5614"/>
                </a:cubicBezTo>
                <a:cubicBezTo>
                  <a:pt x="9940" y="5633"/>
                  <a:pt x="9934" y="5651"/>
                  <a:pt x="9927" y="5669"/>
                </a:cubicBezTo>
                <a:cubicBezTo>
                  <a:pt x="9920" y="5687"/>
                  <a:pt x="9911" y="5703"/>
                  <a:pt x="9900" y="5719"/>
                </a:cubicBezTo>
                <a:cubicBezTo>
                  <a:pt x="9889" y="5735"/>
                  <a:pt x="9877" y="5750"/>
                  <a:pt x="9864" y="5763"/>
                </a:cubicBezTo>
                <a:cubicBezTo>
                  <a:pt x="9850" y="5777"/>
                  <a:pt x="9836" y="5789"/>
                  <a:pt x="9820" y="5800"/>
                </a:cubicBezTo>
                <a:cubicBezTo>
                  <a:pt x="9804" y="5810"/>
                  <a:pt x="9787" y="5819"/>
                  <a:pt x="9769" y="5826"/>
                </a:cubicBezTo>
                <a:cubicBezTo>
                  <a:pt x="9752" y="5834"/>
                  <a:pt x="9733" y="5839"/>
                  <a:pt x="9715" y="5843"/>
                </a:cubicBezTo>
                <a:cubicBezTo>
                  <a:pt x="9696" y="5847"/>
                  <a:pt x="9677" y="5849"/>
                  <a:pt x="9658" y="5849"/>
                </a:cubicBezTo>
                <a:lnTo>
                  <a:pt x="291" y="5849"/>
                </a:lnTo>
                <a:cubicBezTo>
                  <a:pt x="272" y="5849"/>
                  <a:pt x="253" y="5847"/>
                  <a:pt x="234" y="5843"/>
                </a:cubicBezTo>
                <a:cubicBezTo>
                  <a:pt x="215" y="5839"/>
                  <a:pt x="197" y="5834"/>
                  <a:pt x="179" y="5826"/>
                </a:cubicBezTo>
                <a:cubicBezTo>
                  <a:pt x="162" y="5819"/>
                  <a:pt x="145" y="5810"/>
                  <a:pt x="129" y="5800"/>
                </a:cubicBezTo>
                <a:cubicBezTo>
                  <a:pt x="113" y="5789"/>
                  <a:pt x="98" y="5777"/>
                  <a:pt x="85" y="5763"/>
                </a:cubicBezTo>
                <a:cubicBezTo>
                  <a:pt x="71" y="5750"/>
                  <a:pt x="59" y="5735"/>
                  <a:pt x="49" y="5719"/>
                </a:cubicBezTo>
                <a:cubicBezTo>
                  <a:pt x="38" y="5703"/>
                  <a:pt x="29" y="5687"/>
                  <a:pt x="22" y="5669"/>
                </a:cubicBezTo>
                <a:cubicBezTo>
                  <a:pt x="15" y="5651"/>
                  <a:pt x="9" y="5633"/>
                  <a:pt x="5" y="5614"/>
                </a:cubicBezTo>
                <a:cubicBezTo>
                  <a:pt x="2" y="5596"/>
                  <a:pt x="0" y="5577"/>
                  <a:pt x="0" y="5558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34" name=""/>
          <p:cNvSpPr/>
          <p:nvPr/>
        </p:nvSpPr>
        <p:spPr>
          <a:xfrm>
            <a:off x="4305240" y="2781000"/>
            <a:ext cx="3581640" cy="2105640"/>
          </a:xfrm>
          <a:custGeom>
            <a:avLst/>
            <a:gdLst/>
            <a:ahLst/>
            <a:rect l="0" t="0" r="r" b="b"/>
            <a:pathLst>
              <a:path w="9949" h="5849">
                <a:moveTo>
                  <a:pt x="0" y="5558"/>
                </a:moveTo>
                <a:lnTo>
                  <a:pt x="0" y="291"/>
                </a:lnTo>
                <a:cubicBezTo>
                  <a:pt x="0" y="272"/>
                  <a:pt x="2" y="253"/>
                  <a:pt x="5" y="235"/>
                </a:cubicBezTo>
                <a:cubicBezTo>
                  <a:pt x="9" y="216"/>
                  <a:pt x="15" y="198"/>
                  <a:pt x="22" y="180"/>
                </a:cubicBezTo>
                <a:cubicBezTo>
                  <a:pt x="29" y="162"/>
                  <a:pt x="38" y="146"/>
                  <a:pt x="49" y="130"/>
                </a:cubicBezTo>
                <a:cubicBezTo>
                  <a:pt x="59" y="114"/>
                  <a:pt x="71" y="99"/>
                  <a:pt x="85" y="86"/>
                </a:cubicBezTo>
                <a:cubicBezTo>
                  <a:pt x="98" y="72"/>
                  <a:pt x="113" y="60"/>
                  <a:pt x="129" y="49"/>
                </a:cubicBezTo>
                <a:cubicBezTo>
                  <a:pt x="145" y="39"/>
                  <a:pt x="162" y="30"/>
                  <a:pt x="179" y="22"/>
                </a:cubicBezTo>
                <a:cubicBezTo>
                  <a:pt x="197" y="15"/>
                  <a:pt x="215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9658" y="0"/>
                </a:lnTo>
                <a:cubicBezTo>
                  <a:pt x="9677" y="0"/>
                  <a:pt x="9696" y="2"/>
                  <a:pt x="9715" y="6"/>
                </a:cubicBezTo>
                <a:cubicBezTo>
                  <a:pt x="9733" y="10"/>
                  <a:pt x="9752" y="15"/>
                  <a:pt x="9769" y="22"/>
                </a:cubicBezTo>
                <a:cubicBezTo>
                  <a:pt x="9787" y="30"/>
                  <a:pt x="9804" y="39"/>
                  <a:pt x="9820" y="49"/>
                </a:cubicBezTo>
                <a:cubicBezTo>
                  <a:pt x="9836" y="60"/>
                  <a:pt x="9850" y="72"/>
                  <a:pt x="9864" y="86"/>
                </a:cubicBezTo>
                <a:cubicBezTo>
                  <a:pt x="9877" y="99"/>
                  <a:pt x="9889" y="114"/>
                  <a:pt x="9900" y="130"/>
                </a:cubicBezTo>
                <a:cubicBezTo>
                  <a:pt x="9911" y="146"/>
                  <a:pt x="9920" y="162"/>
                  <a:pt x="9927" y="180"/>
                </a:cubicBezTo>
                <a:cubicBezTo>
                  <a:pt x="9934" y="198"/>
                  <a:pt x="9940" y="216"/>
                  <a:pt x="9943" y="235"/>
                </a:cubicBezTo>
                <a:cubicBezTo>
                  <a:pt x="9947" y="253"/>
                  <a:pt x="9949" y="272"/>
                  <a:pt x="9949" y="291"/>
                </a:cubicBezTo>
                <a:lnTo>
                  <a:pt x="9949" y="5558"/>
                </a:lnTo>
                <a:cubicBezTo>
                  <a:pt x="9949" y="5577"/>
                  <a:pt x="9947" y="5596"/>
                  <a:pt x="9943" y="5614"/>
                </a:cubicBezTo>
                <a:cubicBezTo>
                  <a:pt x="9940" y="5633"/>
                  <a:pt x="9934" y="5651"/>
                  <a:pt x="9927" y="5669"/>
                </a:cubicBezTo>
                <a:cubicBezTo>
                  <a:pt x="9920" y="5687"/>
                  <a:pt x="9911" y="5703"/>
                  <a:pt x="9900" y="5719"/>
                </a:cubicBezTo>
                <a:cubicBezTo>
                  <a:pt x="9889" y="5735"/>
                  <a:pt x="9877" y="5750"/>
                  <a:pt x="9864" y="5763"/>
                </a:cubicBezTo>
                <a:cubicBezTo>
                  <a:pt x="9850" y="5777"/>
                  <a:pt x="9836" y="5789"/>
                  <a:pt x="9820" y="5800"/>
                </a:cubicBezTo>
                <a:cubicBezTo>
                  <a:pt x="9804" y="5810"/>
                  <a:pt x="9787" y="5819"/>
                  <a:pt x="9769" y="5826"/>
                </a:cubicBezTo>
                <a:cubicBezTo>
                  <a:pt x="9752" y="5834"/>
                  <a:pt x="9733" y="5839"/>
                  <a:pt x="9715" y="5843"/>
                </a:cubicBezTo>
                <a:cubicBezTo>
                  <a:pt x="9696" y="5847"/>
                  <a:pt x="9677" y="5849"/>
                  <a:pt x="9658" y="5849"/>
                </a:cubicBezTo>
                <a:lnTo>
                  <a:pt x="291" y="5849"/>
                </a:lnTo>
                <a:cubicBezTo>
                  <a:pt x="272" y="5849"/>
                  <a:pt x="253" y="5847"/>
                  <a:pt x="234" y="5843"/>
                </a:cubicBezTo>
                <a:cubicBezTo>
                  <a:pt x="215" y="5839"/>
                  <a:pt x="197" y="5834"/>
                  <a:pt x="179" y="5826"/>
                </a:cubicBezTo>
                <a:cubicBezTo>
                  <a:pt x="162" y="5819"/>
                  <a:pt x="145" y="5810"/>
                  <a:pt x="129" y="5800"/>
                </a:cubicBezTo>
                <a:cubicBezTo>
                  <a:pt x="113" y="5789"/>
                  <a:pt x="98" y="5777"/>
                  <a:pt x="85" y="5763"/>
                </a:cubicBezTo>
                <a:cubicBezTo>
                  <a:pt x="71" y="5750"/>
                  <a:pt x="59" y="5735"/>
                  <a:pt x="49" y="5719"/>
                </a:cubicBezTo>
                <a:cubicBezTo>
                  <a:pt x="38" y="5703"/>
                  <a:pt x="29" y="5687"/>
                  <a:pt x="22" y="5669"/>
                </a:cubicBezTo>
                <a:cubicBezTo>
                  <a:pt x="15" y="5651"/>
                  <a:pt x="9" y="5633"/>
                  <a:pt x="5" y="5614"/>
                </a:cubicBezTo>
                <a:cubicBezTo>
                  <a:pt x="2" y="5596"/>
                  <a:pt x="0" y="5577"/>
                  <a:pt x="0" y="5558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35" name=""/>
          <p:cNvSpPr/>
          <p:nvPr/>
        </p:nvSpPr>
        <p:spPr>
          <a:xfrm>
            <a:off x="5790960" y="3076560"/>
            <a:ext cx="609840" cy="304920"/>
          </a:xfrm>
          <a:custGeom>
            <a:avLst/>
            <a:gdLst/>
            <a:ahLst/>
            <a:rect l="0" t="0" r="r" b="b"/>
            <a:pathLst>
              <a:path w="1694" h="847">
                <a:moveTo>
                  <a:pt x="0" y="847"/>
                </a:moveTo>
                <a:lnTo>
                  <a:pt x="0" y="754"/>
                </a:lnTo>
                <a:cubicBezTo>
                  <a:pt x="0" y="708"/>
                  <a:pt x="25" y="671"/>
                  <a:pt x="73" y="643"/>
                </a:cubicBezTo>
                <a:cubicBezTo>
                  <a:pt x="122" y="615"/>
                  <a:pt x="186" y="600"/>
                  <a:pt x="265" y="600"/>
                </a:cubicBezTo>
                <a:cubicBezTo>
                  <a:pt x="280" y="600"/>
                  <a:pt x="293" y="601"/>
                  <a:pt x="307" y="601"/>
                </a:cubicBezTo>
                <a:cubicBezTo>
                  <a:pt x="320" y="602"/>
                  <a:pt x="333" y="603"/>
                  <a:pt x="346" y="605"/>
                </a:cubicBezTo>
                <a:cubicBezTo>
                  <a:pt x="336" y="625"/>
                  <a:pt x="329" y="646"/>
                  <a:pt x="325" y="667"/>
                </a:cubicBezTo>
                <a:cubicBezTo>
                  <a:pt x="320" y="688"/>
                  <a:pt x="318" y="710"/>
                  <a:pt x="318" y="733"/>
                </a:cubicBezTo>
                <a:lnTo>
                  <a:pt x="318" y="847"/>
                </a:lnTo>
                <a:lnTo>
                  <a:pt x="0" y="847"/>
                </a:lnTo>
                <a:moveTo>
                  <a:pt x="423" y="847"/>
                </a:moveTo>
                <a:lnTo>
                  <a:pt x="423" y="733"/>
                </a:lnTo>
                <a:cubicBezTo>
                  <a:pt x="423" y="695"/>
                  <a:pt x="434" y="661"/>
                  <a:pt x="454" y="629"/>
                </a:cubicBezTo>
                <a:cubicBezTo>
                  <a:pt x="475" y="598"/>
                  <a:pt x="504" y="571"/>
                  <a:pt x="542" y="547"/>
                </a:cubicBezTo>
                <a:cubicBezTo>
                  <a:pt x="579" y="524"/>
                  <a:pt x="624" y="506"/>
                  <a:pt x="677" y="494"/>
                </a:cubicBezTo>
                <a:cubicBezTo>
                  <a:pt x="729" y="483"/>
                  <a:pt x="786" y="477"/>
                  <a:pt x="847" y="477"/>
                </a:cubicBezTo>
                <a:cubicBezTo>
                  <a:pt x="909" y="477"/>
                  <a:pt x="966" y="483"/>
                  <a:pt x="1019" y="494"/>
                </a:cubicBezTo>
                <a:cubicBezTo>
                  <a:pt x="1071" y="506"/>
                  <a:pt x="1116" y="524"/>
                  <a:pt x="1154" y="547"/>
                </a:cubicBezTo>
                <a:cubicBezTo>
                  <a:pt x="1191" y="571"/>
                  <a:pt x="1220" y="598"/>
                  <a:pt x="1240" y="629"/>
                </a:cubicBezTo>
                <a:cubicBezTo>
                  <a:pt x="1260" y="661"/>
                  <a:pt x="1270" y="695"/>
                  <a:pt x="1270" y="733"/>
                </a:cubicBezTo>
                <a:lnTo>
                  <a:pt x="1270" y="847"/>
                </a:lnTo>
                <a:lnTo>
                  <a:pt x="423" y="847"/>
                </a:lnTo>
                <a:moveTo>
                  <a:pt x="1376" y="847"/>
                </a:moveTo>
                <a:lnTo>
                  <a:pt x="1376" y="733"/>
                </a:lnTo>
                <a:cubicBezTo>
                  <a:pt x="1376" y="709"/>
                  <a:pt x="1374" y="687"/>
                  <a:pt x="1370" y="667"/>
                </a:cubicBezTo>
                <a:cubicBezTo>
                  <a:pt x="1366" y="646"/>
                  <a:pt x="1359" y="625"/>
                  <a:pt x="1350" y="605"/>
                </a:cubicBezTo>
                <a:cubicBezTo>
                  <a:pt x="1362" y="603"/>
                  <a:pt x="1376" y="602"/>
                  <a:pt x="1389" y="601"/>
                </a:cubicBezTo>
                <a:cubicBezTo>
                  <a:pt x="1402" y="601"/>
                  <a:pt x="1415" y="600"/>
                  <a:pt x="1429" y="600"/>
                </a:cubicBezTo>
                <a:cubicBezTo>
                  <a:pt x="1508" y="600"/>
                  <a:pt x="1572" y="614"/>
                  <a:pt x="1621" y="642"/>
                </a:cubicBezTo>
                <a:cubicBezTo>
                  <a:pt x="1669" y="670"/>
                  <a:pt x="1694" y="707"/>
                  <a:pt x="1694" y="754"/>
                </a:cubicBezTo>
                <a:lnTo>
                  <a:pt x="1694" y="847"/>
                </a:lnTo>
                <a:lnTo>
                  <a:pt x="1376" y="847"/>
                </a:lnTo>
                <a:moveTo>
                  <a:pt x="529" y="741"/>
                </a:moveTo>
                <a:lnTo>
                  <a:pt x="1164" y="741"/>
                </a:lnTo>
                <a:lnTo>
                  <a:pt x="1164" y="731"/>
                </a:lnTo>
                <a:cubicBezTo>
                  <a:pt x="1164" y="687"/>
                  <a:pt x="1135" y="652"/>
                  <a:pt x="1075" y="624"/>
                </a:cubicBezTo>
                <a:cubicBezTo>
                  <a:pt x="1016" y="596"/>
                  <a:pt x="940" y="583"/>
                  <a:pt x="847" y="583"/>
                </a:cubicBezTo>
                <a:cubicBezTo>
                  <a:pt x="754" y="583"/>
                  <a:pt x="678" y="596"/>
                  <a:pt x="618" y="624"/>
                </a:cubicBezTo>
                <a:cubicBezTo>
                  <a:pt x="559" y="652"/>
                  <a:pt x="529" y="688"/>
                  <a:pt x="529" y="733"/>
                </a:cubicBezTo>
                <a:lnTo>
                  <a:pt x="529" y="741"/>
                </a:lnTo>
                <a:moveTo>
                  <a:pt x="264" y="547"/>
                </a:moveTo>
                <a:cubicBezTo>
                  <a:pt x="230" y="547"/>
                  <a:pt x="202" y="535"/>
                  <a:pt x="177" y="511"/>
                </a:cubicBezTo>
                <a:cubicBezTo>
                  <a:pt x="153" y="487"/>
                  <a:pt x="141" y="458"/>
                  <a:pt x="141" y="424"/>
                </a:cubicBezTo>
                <a:cubicBezTo>
                  <a:pt x="141" y="390"/>
                  <a:pt x="153" y="361"/>
                  <a:pt x="178" y="336"/>
                </a:cubicBezTo>
                <a:cubicBezTo>
                  <a:pt x="202" y="311"/>
                  <a:pt x="231" y="299"/>
                  <a:pt x="265" y="299"/>
                </a:cubicBezTo>
                <a:cubicBezTo>
                  <a:pt x="299" y="299"/>
                  <a:pt x="328" y="311"/>
                  <a:pt x="352" y="336"/>
                </a:cubicBezTo>
                <a:cubicBezTo>
                  <a:pt x="376" y="361"/>
                  <a:pt x="388" y="390"/>
                  <a:pt x="388" y="425"/>
                </a:cubicBezTo>
                <a:cubicBezTo>
                  <a:pt x="388" y="458"/>
                  <a:pt x="376" y="487"/>
                  <a:pt x="352" y="511"/>
                </a:cubicBezTo>
                <a:cubicBezTo>
                  <a:pt x="328" y="535"/>
                  <a:pt x="299" y="547"/>
                  <a:pt x="264" y="547"/>
                </a:cubicBezTo>
                <a:moveTo>
                  <a:pt x="1428" y="547"/>
                </a:moveTo>
                <a:cubicBezTo>
                  <a:pt x="1395" y="547"/>
                  <a:pt x="1366" y="535"/>
                  <a:pt x="1342" y="511"/>
                </a:cubicBezTo>
                <a:cubicBezTo>
                  <a:pt x="1317" y="487"/>
                  <a:pt x="1305" y="458"/>
                  <a:pt x="1305" y="424"/>
                </a:cubicBezTo>
                <a:cubicBezTo>
                  <a:pt x="1305" y="390"/>
                  <a:pt x="1318" y="361"/>
                  <a:pt x="1342" y="336"/>
                </a:cubicBezTo>
                <a:cubicBezTo>
                  <a:pt x="1366" y="311"/>
                  <a:pt x="1395" y="299"/>
                  <a:pt x="1429" y="299"/>
                </a:cubicBezTo>
                <a:cubicBezTo>
                  <a:pt x="1463" y="299"/>
                  <a:pt x="1492" y="311"/>
                  <a:pt x="1516" y="336"/>
                </a:cubicBezTo>
                <a:cubicBezTo>
                  <a:pt x="1540" y="361"/>
                  <a:pt x="1552" y="390"/>
                  <a:pt x="1552" y="425"/>
                </a:cubicBezTo>
                <a:cubicBezTo>
                  <a:pt x="1552" y="458"/>
                  <a:pt x="1540" y="487"/>
                  <a:pt x="1516" y="511"/>
                </a:cubicBezTo>
                <a:cubicBezTo>
                  <a:pt x="1492" y="535"/>
                  <a:pt x="1463" y="547"/>
                  <a:pt x="1428" y="547"/>
                </a:cubicBezTo>
                <a:moveTo>
                  <a:pt x="847" y="424"/>
                </a:moveTo>
                <a:cubicBezTo>
                  <a:pt x="788" y="424"/>
                  <a:pt x="738" y="403"/>
                  <a:pt x="697" y="362"/>
                </a:cubicBezTo>
                <a:cubicBezTo>
                  <a:pt x="656" y="320"/>
                  <a:pt x="635" y="270"/>
                  <a:pt x="635" y="211"/>
                </a:cubicBezTo>
                <a:cubicBezTo>
                  <a:pt x="635" y="151"/>
                  <a:pt x="656" y="101"/>
                  <a:pt x="697" y="60"/>
                </a:cubicBezTo>
                <a:cubicBezTo>
                  <a:pt x="738" y="20"/>
                  <a:pt x="788" y="0"/>
                  <a:pt x="847" y="0"/>
                </a:cubicBezTo>
                <a:cubicBezTo>
                  <a:pt x="907" y="0"/>
                  <a:pt x="957" y="20"/>
                  <a:pt x="998" y="60"/>
                </a:cubicBezTo>
                <a:cubicBezTo>
                  <a:pt x="1038" y="101"/>
                  <a:pt x="1058" y="151"/>
                  <a:pt x="1058" y="211"/>
                </a:cubicBezTo>
                <a:cubicBezTo>
                  <a:pt x="1058" y="270"/>
                  <a:pt x="1038" y="320"/>
                  <a:pt x="998" y="362"/>
                </a:cubicBezTo>
                <a:cubicBezTo>
                  <a:pt x="957" y="403"/>
                  <a:pt x="907" y="424"/>
                  <a:pt x="847" y="424"/>
                </a:cubicBezTo>
                <a:moveTo>
                  <a:pt x="847" y="317"/>
                </a:moveTo>
                <a:cubicBezTo>
                  <a:pt x="878" y="317"/>
                  <a:pt x="903" y="307"/>
                  <a:pt x="923" y="286"/>
                </a:cubicBezTo>
                <a:cubicBezTo>
                  <a:pt x="943" y="266"/>
                  <a:pt x="953" y="241"/>
                  <a:pt x="953" y="211"/>
                </a:cubicBezTo>
                <a:cubicBezTo>
                  <a:pt x="953" y="180"/>
                  <a:pt x="943" y="155"/>
                  <a:pt x="922" y="135"/>
                </a:cubicBezTo>
                <a:cubicBezTo>
                  <a:pt x="902" y="115"/>
                  <a:pt x="877" y="105"/>
                  <a:pt x="847" y="105"/>
                </a:cubicBezTo>
                <a:cubicBezTo>
                  <a:pt x="818" y="105"/>
                  <a:pt x="792" y="115"/>
                  <a:pt x="772" y="136"/>
                </a:cubicBezTo>
                <a:cubicBezTo>
                  <a:pt x="751" y="156"/>
                  <a:pt x="741" y="181"/>
                  <a:pt x="741" y="211"/>
                </a:cubicBezTo>
                <a:cubicBezTo>
                  <a:pt x="741" y="240"/>
                  <a:pt x="751" y="266"/>
                  <a:pt x="772" y="286"/>
                </a:cubicBezTo>
                <a:cubicBezTo>
                  <a:pt x="792" y="307"/>
                  <a:pt x="817" y="317"/>
                  <a:pt x="847" y="317"/>
                </a:cubicBez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936" name=""/>
          <p:cNvSpPr txBox="1"/>
          <p:nvPr/>
        </p:nvSpPr>
        <p:spPr>
          <a:xfrm>
            <a:off x="1644120" y="4203720"/>
            <a:ext cx="1356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6A90C8"/>
                </a:solidFill>
                <a:effectLst/>
                <a:uFillTx/>
                <a:latin typeface="NotoSansJP-Thin_"/>
                <a:ea typeface="NotoSansJP-Thin_"/>
              </a:rPr>
              <a:t>antigravity.google/docs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37" name=""/>
          <p:cNvSpPr txBox="1"/>
          <p:nvPr/>
        </p:nvSpPr>
        <p:spPr>
          <a:xfrm>
            <a:off x="5529960" y="3875760"/>
            <a:ext cx="1143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コミュニティ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38" name=""/>
          <p:cNvSpPr txBox="1"/>
          <p:nvPr/>
        </p:nvSpPr>
        <p:spPr>
          <a:xfrm>
            <a:off x="5128200" y="4203720"/>
            <a:ext cx="18504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Discord: Antigravity Developers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39" name=""/>
          <p:cNvSpPr/>
          <p:nvPr/>
        </p:nvSpPr>
        <p:spPr>
          <a:xfrm>
            <a:off x="7851600" y="2642400"/>
            <a:ext cx="3926160" cy="2441880"/>
          </a:xfrm>
          <a:custGeom>
            <a:avLst/>
            <a:gdLst/>
            <a:ahLst/>
            <a:rect l="0" t="0" r="r" b="b"/>
            <a:pathLst>
              <a:path w="10906" h="6783">
                <a:moveTo>
                  <a:pt x="441" y="676"/>
                </a:moveTo>
                <a:lnTo>
                  <a:pt x="441" y="5943"/>
                </a:lnTo>
                <a:cubicBezTo>
                  <a:pt x="441" y="5985"/>
                  <a:pt x="449" y="6025"/>
                  <a:pt x="465" y="6064"/>
                </a:cubicBezTo>
                <a:cubicBezTo>
                  <a:pt x="481" y="6103"/>
                  <a:pt x="504" y="6137"/>
                  <a:pt x="534" y="6167"/>
                </a:cubicBezTo>
                <a:cubicBezTo>
                  <a:pt x="564" y="6197"/>
                  <a:pt x="598" y="6220"/>
                  <a:pt x="637" y="6236"/>
                </a:cubicBezTo>
                <a:cubicBezTo>
                  <a:pt x="676" y="6252"/>
                  <a:pt x="716" y="6260"/>
                  <a:pt x="758" y="6260"/>
                </a:cubicBezTo>
                <a:lnTo>
                  <a:pt x="10152" y="6260"/>
                </a:lnTo>
                <a:cubicBezTo>
                  <a:pt x="10194" y="6260"/>
                  <a:pt x="10235" y="6252"/>
                  <a:pt x="10274" y="6236"/>
                </a:cubicBezTo>
                <a:cubicBezTo>
                  <a:pt x="10313" y="6220"/>
                  <a:pt x="10347" y="6197"/>
                  <a:pt x="10377" y="6167"/>
                </a:cubicBezTo>
                <a:cubicBezTo>
                  <a:pt x="10406" y="6137"/>
                  <a:pt x="10429" y="6103"/>
                  <a:pt x="10445" y="6064"/>
                </a:cubicBezTo>
                <a:cubicBezTo>
                  <a:pt x="10462" y="6025"/>
                  <a:pt x="10470" y="5985"/>
                  <a:pt x="10470" y="5943"/>
                </a:cubicBezTo>
                <a:lnTo>
                  <a:pt x="10470" y="676"/>
                </a:lnTo>
                <a:cubicBezTo>
                  <a:pt x="10470" y="634"/>
                  <a:pt x="10462" y="594"/>
                  <a:pt x="10445" y="555"/>
                </a:cubicBezTo>
                <a:cubicBezTo>
                  <a:pt x="10429" y="516"/>
                  <a:pt x="10406" y="482"/>
                  <a:pt x="10377" y="452"/>
                </a:cubicBezTo>
                <a:cubicBezTo>
                  <a:pt x="10347" y="422"/>
                  <a:pt x="10313" y="399"/>
                  <a:pt x="10274" y="383"/>
                </a:cubicBezTo>
                <a:cubicBezTo>
                  <a:pt x="10235" y="367"/>
                  <a:pt x="10194" y="359"/>
                  <a:pt x="10152" y="359"/>
                </a:cubicBezTo>
                <a:lnTo>
                  <a:pt x="758" y="359"/>
                </a:lnTo>
                <a:cubicBezTo>
                  <a:pt x="716" y="359"/>
                  <a:pt x="676" y="367"/>
                  <a:pt x="637" y="383"/>
                </a:cubicBezTo>
                <a:cubicBezTo>
                  <a:pt x="598" y="399"/>
                  <a:pt x="564" y="422"/>
                  <a:pt x="534" y="452"/>
                </a:cubicBezTo>
                <a:cubicBezTo>
                  <a:pt x="504" y="482"/>
                  <a:pt x="481" y="516"/>
                  <a:pt x="465" y="555"/>
                </a:cubicBezTo>
                <a:cubicBezTo>
                  <a:pt x="449" y="594"/>
                  <a:pt x="441" y="634"/>
                  <a:pt x="441" y="676"/>
                </a:cubicBezTo>
                <a:moveTo>
                  <a:pt x="0" y="0"/>
                </a:moveTo>
                <a:lnTo>
                  <a:pt x="10906" y="0"/>
                </a:lnTo>
                <a:lnTo>
                  <a:pt x="10906" y="6783"/>
                </a:lnTo>
                <a:lnTo>
                  <a:pt x="0" y="6783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940" name=""/>
          <p:cNvSpPr/>
          <p:nvPr/>
        </p:nvSpPr>
        <p:spPr>
          <a:xfrm>
            <a:off x="8019720" y="2781000"/>
            <a:ext cx="3591360" cy="2105640"/>
          </a:xfrm>
          <a:custGeom>
            <a:avLst/>
            <a:gdLst/>
            <a:ahLst/>
            <a:rect l="0" t="0" r="r" b="b"/>
            <a:pathLst>
              <a:path w="9976" h="5849">
                <a:moveTo>
                  <a:pt x="0" y="5558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6"/>
                  <a:pt x="49" y="130"/>
                </a:cubicBezTo>
                <a:cubicBezTo>
                  <a:pt x="60" y="114"/>
                  <a:pt x="72" y="99"/>
                  <a:pt x="86" y="86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6"/>
                </a:cubicBezTo>
                <a:cubicBezTo>
                  <a:pt x="9761" y="10"/>
                  <a:pt x="9779" y="15"/>
                  <a:pt x="9797" y="22"/>
                </a:cubicBezTo>
                <a:cubicBezTo>
                  <a:pt x="9814" y="30"/>
                  <a:pt x="9831" y="39"/>
                  <a:pt x="9847" y="49"/>
                </a:cubicBezTo>
                <a:cubicBezTo>
                  <a:pt x="9863" y="60"/>
                  <a:pt x="9877" y="72"/>
                  <a:pt x="9891" y="86"/>
                </a:cubicBezTo>
                <a:cubicBezTo>
                  <a:pt x="9904" y="99"/>
                  <a:pt x="9917" y="114"/>
                  <a:pt x="9927" y="130"/>
                </a:cubicBezTo>
                <a:cubicBezTo>
                  <a:pt x="9938" y="146"/>
                  <a:pt x="9947" y="162"/>
                  <a:pt x="9954" y="180"/>
                </a:cubicBezTo>
                <a:cubicBezTo>
                  <a:pt x="9961" y="198"/>
                  <a:pt x="9967" y="216"/>
                  <a:pt x="9971" y="235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5558"/>
                </a:lnTo>
                <a:cubicBezTo>
                  <a:pt x="9976" y="5577"/>
                  <a:pt x="9974" y="5596"/>
                  <a:pt x="9971" y="5614"/>
                </a:cubicBezTo>
                <a:cubicBezTo>
                  <a:pt x="9967" y="5633"/>
                  <a:pt x="9961" y="5651"/>
                  <a:pt x="9954" y="5669"/>
                </a:cubicBezTo>
                <a:cubicBezTo>
                  <a:pt x="9947" y="5687"/>
                  <a:pt x="9938" y="5703"/>
                  <a:pt x="9927" y="5719"/>
                </a:cubicBezTo>
                <a:cubicBezTo>
                  <a:pt x="9917" y="5735"/>
                  <a:pt x="9904" y="5750"/>
                  <a:pt x="9891" y="5763"/>
                </a:cubicBezTo>
                <a:cubicBezTo>
                  <a:pt x="9877" y="5777"/>
                  <a:pt x="9863" y="5789"/>
                  <a:pt x="9847" y="5800"/>
                </a:cubicBezTo>
                <a:cubicBezTo>
                  <a:pt x="9831" y="5810"/>
                  <a:pt x="9814" y="5819"/>
                  <a:pt x="9797" y="5826"/>
                </a:cubicBezTo>
                <a:cubicBezTo>
                  <a:pt x="9779" y="5834"/>
                  <a:pt x="9761" y="5839"/>
                  <a:pt x="9742" y="5843"/>
                </a:cubicBezTo>
                <a:cubicBezTo>
                  <a:pt x="9723" y="5847"/>
                  <a:pt x="9704" y="5849"/>
                  <a:pt x="9685" y="5849"/>
                </a:cubicBezTo>
                <a:lnTo>
                  <a:pt x="291" y="5849"/>
                </a:lnTo>
                <a:cubicBezTo>
                  <a:pt x="272" y="5849"/>
                  <a:pt x="253" y="5847"/>
                  <a:pt x="235" y="5843"/>
                </a:cubicBezTo>
                <a:cubicBezTo>
                  <a:pt x="216" y="5839"/>
                  <a:pt x="198" y="5834"/>
                  <a:pt x="180" y="5826"/>
                </a:cubicBezTo>
                <a:cubicBezTo>
                  <a:pt x="162" y="5819"/>
                  <a:pt x="146" y="5810"/>
                  <a:pt x="130" y="5800"/>
                </a:cubicBezTo>
                <a:cubicBezTo>
                  <a:pt x="114" y="5789"/>
                  <a:pt x="99" y="5777"/>
                  <a:pt x="86" y="5763"/>
                </a:cubicBezTo>
                <a:cubicBezTo>
                  <a:pt x="72" y="5750"/>
                  <a:pt x="60" y="5735"/>
                  <a:pt x="49" y="5719"/>
                </a:cubicBezTo>
                <a:cubicBezTo>
                  <a:pt x="39" y="5703"/>
                  <a:pt x="30" y="5687"/>
                  <a:pt x="23" y="5669"/>
                </a:cubicBezTo>
                <a:cubicBezTo>
                  <a:pt x="15" y="5651"/>
                  <a:pt x="10" y="5633"/>
                  <a:pt x="6" y="5614"/>
                </a:cubicBezTo>
                <a:cubicBezTo>
                  <a:pt x="2" y="5596"/>
                  <a:pt x="0" y="5577"/>
                  <a:pt x="0" y="5558"/>
                </a:cubicBezTo>
                <a:close/>
              </a:path>
            </a:pathLst>
          </a:custGeom>
          <a:solidFill>
            <a:srgbClr val="F6C6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41" name=""/>
          <p:cNvSpPr/>
          <p:nvPr/>
        </p:nvSpPr>
        <p:spPr>
          <a:xfrm>
            <a:off x="8019720" y="2781000"/>
            <a:ext cx="3591360" cy="2105640"/>
          </a:xfrm>
          <a:custGeom>
            <a:avLst/>
            <a:gdLst/>
            <a:ahLst/>
            <a:rect l="0" t="0" r="r" b="b"/>
            <a:pathLst>
              <a:path w="9976" h="5849">
                <a:moveTo>
                  <a:pt x="0" y="5558"/>
                </a:moveTo>
                <a:lnTo>
                  <a:pt x="0" y="291"/>
                </a:ln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6"/>
                  <a:pt x="49" y="130"/>
                </a:cubicBezTo>
                <a:cubicBezTo>
                  <a:pt x="60" y="114"/>
                  <a:pt x="72" y="99"/>
                  <a:pt x="86" y="86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lnTo>
                  <a:pt x="9685" y="0"/>
                </a:lnTo>
                <a:cubicBezTo>
                  <a:pt x="9704" y="0"/>
                  <a:pt x="9723" y="2"/>
                  <a:pt x="9742" y="6"/>
                </a:cubicBezTo>
                <a:cubicBezTo>
                  <a:pt x="9761" y="10"/>
                  <a:pt x="9779" y="15"/>
                  <a:pt x="9797" y="22"/>
                </a:cubicBezTo>
                <a:cubicBezTo>
                  <a:pt x="9814" y="30"/>
                  <a:pt x="9831" y="39"/>
                  <a:pt x="9847" y="49"/>
                </a:cubicBezTo>
                <a:cubicBezTo>
                  <a:pt x="9863" y="60"/>
                  <a:pt x="9877" y="72"/>
                  <a:pt x="9891" y="86"/>
                </a:cubicBezTo>
                <a:cubicBezTo>
                  <a:pt x="9904" y="99"/>
                  <a:pt x="9917" y="114"/>
                  <a:pt x="9927" y="130"/>
                </a:cubicBezTo>
                <a:cubicBezTo>
                  <a:pt x="9938" y="146"/>
                  <a:pt x="9947" y="162"/>
                  <a:pt x="9954" y="180"/>
                </a:cubicBezTo>
                <a:cubicBezTo>
                  <a:pt x="9961" y="198"/>
                  <a:pt x="9967" y="216"/>
                  <a:pt x="9971" y="235"/>
                </a:cubicBezTo>
                <a:cubicBezTo>
                  <a:pt x="9974" y="253"/>
                  <a:pt x="9976" y="272"/>
                  <a:pt x="9976" y="291"/>
                </a:cubicBezTo>
                <a:lnTo>
                  <a:pt x="9976" y="5558"/>
                </a:lnTo>
                <a:cubicBezTo>
                  <a:pt x="9976" y="5577"/>
                  <a:pt x="9974" y="5596"/>
                  <a:pt x="9971" y="5614"/>
                </a:cubicBezTo>
                <a:cubicBezTo>
                  <a:pt x="9967" y="5633"/>
                  <a:pt x="9961" y="5651"/>
                  <a:pt x="9954" y="5669"/>
                </a:cubicBezTo>
                <a:cubicBezTo>
                  <a:pt x="9947" y="5687"/>
                  <a:pt x="9938" y="5703"/>
                  <a:pt x="9927" y="5719"/>
                </a:cubicBezTo>
                <a:cubicBezTo>
                  <a:pt x="9917" y="5735"/>
                  <a:pt x="9904" y="5750"/>
                  <a:pt x="9891" y="5763"/>
                </a:cubicBezTo>
                <a:cubicBezTo>
                  <a:pt x="9877" y="5777"/>
                  <a:pt x="9863" y="5789"/>
                  <a:pt x="9847" y="5800"/>
                </a:cubicBezTo>
                <a:cubicBezTo>
                  <a:pt x="9831" y="5810"/>
                  <a:pt x="9814" y="5819"/>
                  <a:pt x="9797" y="5826"/>
                </a:cubicBezTo>
                <a:cubicBezTo>
                  <a:pt x="9779" y="5834"/>
                  <a:pt x="9761" y="5839"/>
                  <a:pt x="9742" y="5843"/>
                </a:cubicBezTo>
                <a:cubicBezTo>
                  <a:pt x="9723" y="5847"/>
                  <a:pt x="9704" y="5849"/>
                  <a:pt x="9685" y="5849"/>
                </a:cubicBezTo>
                <a:lnTo>
                  <a:pt x="291" y="5849"/>
                </a:lnTo>
                <a:cubicBezTo>
                  <a:pt x="272" y="5849"/>
                  <a:pt x="253" y="5847"/>
                  <a:pt x="235" y="5843"/>
                </a:cubicBezTo>
                <a:cubicBezTo>
                  <a:pt x="216" y="5839"/>
                  <a:pt x="198" y="5834"/>
                  <a:pt x="180" y="5826"/>
                </a:cubicBezTo>
                <a:cubicBezTo>
                  <a:pt x="162" y="5819"/>
                  <a:pt x="146" y="5810"/>
                  <a:pt x="130" y="5800"/>
                </a:cubicBezTo>
                <a:cubicBezTo>
                  <a:pt x="114" y="5789"/>
                  <a:pt x="99" y="5777"/>
                  <a:pt x="86" y="5763"/>
                </a:cubicBezTo>
                <a:cubicBezTo>
                  <a:pt x="72" y="5750"/>
                  <a:pt x="60" y="5735"/>
                  <a:pt x="49" y="5719"/>
                </a:cubicBezTo>
                <a:cubicBezTo>
                  <a:pt x="39" y="5703"/>
                  <a:pt x="30" y="5687"/>
                  <a:pt x="23" y="5669"/>
                </a:cubicBezTo>
                <a:cubicBezTo>
                  <a:pt x="15" y="5651"/>
                  <a:pt x="10" y="5633"/>
                  <a:pt x="6" y="5614"/>
                </a:cubicBezTo>
                <a:cubicBezTo>
                  <a:pt x="2" y="5596"/>
                  <a:pt x="0" y="5577"/>
                  <a:pt x="0" y="5558"/>
                </a:cubicBezTo>
                <a:close/>
              </a:path>
            </a:pathLst>
          </a:custGeom>
          <a:noFill/>
          <a:ln w="18720">
            <a:solidFill>
              <a:srgbClr val="F6C6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42" name=""/>
          <p:cNvSpPr/>
          <p:nvPr/>
        </p:nvSpPr>
        <p:spPr>
          <a:xfrm>
            <a:off x="9565920" y="2974680"/>
            <a:ext cx="508680" cy="508320"/>
          </a:xfrm>
          <a:custGeom>
            <a:avLst/>
            <a:gdLst/>
            <a:ahLst/>
            <a:rect l="0" t="0" r="r" b="b"/>
            <a:pathLst>
              <a:path w="1413" h="1412">
                <a:moveTo>
                  <a:pt x="535" y="1007"/>
                </a:moveTo>
                <a:lnTo>
                  <a:pt x="1007" y="706"/>
                </a:lnTo>
                <a:lnTo>
                  <a:pt x="535" y="406"/>
                </a:lnTo>
                <a:lnTo>
                  <a:pt x="535" y="1007"/>
                </a:lnTo>
                <a:moveTo>
                  <a:pt x="706" y="1412"/>
                </a:moveTo>
                <a:cubicBezTo>
                  <a:pt x="610" y="1412"/>
                  <a:pt x="518" y="1394"/>
                  <a:pt x="433" y="1357"/>
                </a:cubicBezTo>
                <a:cubicBezTo>
                  <a:pt x="347" y="1320"/>
                  <a:pt x="272" y="1269"/>
                  <a:pt x="208" y="1205"/>
                </a:cubicBezTo>
                <a:cubicBezTo>
                  <a:pt x="144" y="1141"/>
                  <a:pt x="93" y="1066"/>
                  <a:pt x="56" y="980"/>
                </a:cubicBezTo>
                <a:cubicBezTo>
                  <a:pt x="19" y="893"/>
                  <a:pt x="0" y="802"/>
                  <a:pt x="0" y="706"/>
                </a:cubicBezTo>
                <a:cubicBezTo>
                  <a:pt x="0" y="608"/>
                  <a:pt x="19" y="517"/>
                  <a:pt x="56" y="431"/>
                </a:cubicBezTo>
                <a:cubicBezTo>
                  <a:pt x="93" y="345"/>
                  <a:pt x="144" y="270"/>
                  <a:pt x="208" y="207"/>
                </a:cubicBezTo>
                <a:cubicBezTo>
                  <a:pt x="272" y="143"/>
                  <a:pt x="347" y="93"/>
                  <a:pt x="433" y="56"/>
                </a:cubicBezTo>
                <a:cubicBezTo>
                  <a:pt x="518" y="19"/>
                  <a:pt x="610" y="0"/>
                  <a:pt x="706" y="0"/>
                </a:cubicBezTo>
                <a:cubicBezTo>
                  <a:pt x="804" y="0"/>
                  <a:pt x="895" y="19"/>
                  <a:pt x="982" y="56"/>
                </a:cubicBezTo>
                <a:cubicBezTo>
                  <a:pt x="1068" y="93"/>
                  <a:pt x="1143" y="143"/>
                  <a:pt x="1206" y="207"/>
                </a:cubicBezTo>
                <a:cubicBezTo>
                  <a:pt x="1270" y="270"/>
                  <a:pt x="1320" y="345"/>
                  <a:pt x="1357" y="431"/>
                </a:cubicBezTo>
                <a:cubicBezTo>
                  <a:pt x="1394" y="517"/>
                  <a:pt x="1413" y="608"/>
                  <a:pt x="1413" y="706"/>
                </a:cubicBezTo>
                <a:cubicBezTo>
                  <a:pt x="1413" y="802"/>
                  <a:pt x="1394" y="893"/>
                  <a:pt x="1357" y="980"/>
                </a:cubicBezTo>
                <a:cubicBezTo>
                  <a:pt x="1320" y="1066"/>
                  <a:pt x="1270" y="1141"/>
                  <a:pt x="1206" y="1205"/>
                </a:cubicBezTo>
                <a:cubicBezTo>
                  <a:pt x="1143" y="1269"/>
                  <a:pt x="1068" y="1320"/>
                  <a:pt x="982" y="1357"/>
                </a:cubicBezTo>
                <a:cubicBezTo>
                  <a:pt x="895" y="1394"/>
                  <a:pt x="804" y="1412"/>
                  <a:pt x="706" y="1412"/>
                </a:cubicBezTo>
                <a:moveTo>
                  <a:pt x="706" y="1307"/>
                </a:moveTo>
                <a:cubicBezTo>
                  <a:pt x="873" y="1307"/>
                  <a:pt x="1016" y="1248"/>
                  <a:pt x="1132" y="1131"/>
                </a:cubicBezTo>
                <a:cubicBezTo>
                  <a:pt x="1249" y="1014"/>
                  <a:pt x="1307" y="872"/>
                  <a:pt x="1307" y="706"/>
                </a:cubicBezTo>
                <a:cubicBezTo>
                  <a:pt x="1307" y="539"/>
                  <a:pt x="1249" y="397"/>
                  <a:pt x="1132" y="281"/>
                </a:cubicBezTo>
                <a:cubicBezTo>
                  <a:pt x="1016" y="164"/>
                  <a:pt x="873" y="106"/>
                  <a:pt x="706" y="106"/>
                </a:cubicBezTo>
                <a:cubicBezTo>
                  <a:pt x="540" y="106"/>
                  <a:pt x="399" y="164"/>
                  <a:pt x="282" y="281"/>
                </a:cubicBezTo>
                <a:cubicBezTo>
                  <a:pt x="165" y="397"/>
                  <a:pt x="106" y="539"/>
                  <a:pt x="106" y="706"/>
                </a:cubicBezTo>
                <a:cubicBezTo>
                  <a:pt x="106" y="872"/>
                  <a:pt x="165" y="1014"/>
                  <a:pt x="282" y="1131"/>
                </a:cubicBezTo>
                <a:cubicBezTo>
                  <a:pt x="399" y="1248"/>
                  <a:pt x="540" y="1307"/>
                  <a:pt x="706" y="1307"/>
                </a:cubicBezTo>
                <a:close/>
              </a:path>
            </a:pathLst>
          </a:custGeom>
          <a:solidFill>
            <a:srgbClr val="E08A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43" name=""/>
          <p:cNvSpPr txBox="1"/>
          <p:nvPr/>
        </p:nvSpPr>
        <p:spPr>
          <a:xfrm>
            <a:off x="5189760" y="4413240"/>
            <a:ext cx="1702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GitHub: antigravity-examples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44" name=""/>
          <p:cNvSpPr txBox="1"/>
          <p:nvPr/>
        </p:nvSpPr>
        <p:spPr>
          <a:xfrm>
            <a:off x="9151200" y="3875760"/>
            <a:ext cx="1334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チュートリアル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45" name=""/>
          <p:cNvSpPr txBox="1"/>
          <p:nvPr/>
        </p:nvSpPr>
        <p:spPr>
          <a:xfrm>
            <a:off x="9086040" y="4203720"/>
            <a:ext cx="1467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YouTube</a:t>
            </a:r>
            <a:r>
              <a:rPr lang="ja-JP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公式チャンネル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46" name=""/>
          <p:cNvSpPr txBox="1"/>
          <p:nvPr/>
        </p:nvSpPr>
        <p:spPr>
          <a:xfrm>
            <a:off x="9281160" y="4413240"/>
            <a:ext cx="1002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9A8AAD"/>
                </a:solidFill>
                <a:effectLst/>
                <a:uFillTx/>
                <a:latin typeface="NotoSansJP-Thin_"/>
                <a:ea typeface="NotoSansJP-Thin_"/>
              </a:rPr>
              <a:t>Qiita #Antigravity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47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43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51" name=""/>
          <p:cNvSpPr/>
          <p:nvPr/>
        </p:nvSpPr>
        <p:spPr>
          <a:xfrm>
            <a:off x="571320" y="247644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52" name=""/>
          <p:cNvSpPr/>
          <p:nvPr/>
        </p:nvSpPr>
        <p:spPr>
          <a:xfrm>
            <a:off x="580680" y="2666880"/>
            <a:ext cx="11030400" cy="1886400"/>
          </a:xfrm>
          <a:custGeom>
            <a:avLst/>
            <a:gdLst/>
            <a:ahLst/>
            <a:rect l="0" t="0" r="r" b="b"/>
            <a:pathLst>
              <a:path w="30640" h="5240">
                <a:moveTo>
                  <a:pt x="0" y="494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5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29"/>
                  <a:pt x="30495" y="38"/>
                  <a:pt x="30511" y="49"/>
                </a:cubicBezTo>
                <a:cubicBezTo>
                  <a:pt x="30527" y="59"/>
                  <a:pt x="30541" y="72"/>
                  <a:pt x="30555" y="85"/>
                </a:cubicBezTo>
                <a:cubicBezTo>
                  <a:pt x="30568" y="99"/>
                  <a:pt x="30581" y="113"/>
                  <a:pt x="30591" y="129"/>
                </a:cubicBezTo>
                <a:cubicBezTo>
                  <a:pt x="30602" y="145"/>
                  <a:pt x="30611" y="162"/>
                  <a:pt x="30618" y="179"/>
                </a:cubicBezTo>
                <a:cubicBezTo>
                  <a:pt x="30625" y="197"/>
                  <a:pt x="30631" y="215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4949"/>
                </a:lnTo>
                <a:cubicBezTo>
                  <a:pt x="30640" y="4968"/>
                  <a:pt x="30638" y="4987"/>
                  <a:pt x="30635" y="5005"/>
                </a:cubicBezTo>
                <a:cubicBezTo>
                  <a:pt x="30631" y="5024"/>
                  <a:pt x="30625" y="5042"/>
                  <a:pt x="30618" y="5060"/>
                </a:cubicBezTo>
                <a:cubicBezTo>
                  <a:pt x="30611" y="5078"/>
                  <a:pt x="30602" y="5094"/>
                  <a:pt x="30591" y="5110"/>
                </a:cubicBezTo>
                <a:cubicBezTo>
                  <a:pt x="30581" y="5126"/>
                  <a:pt x="30568" y="5141"/>
                  <a:pt x="30555" y="5154"/>
                </a:cubicBezTo>
                <a:cubicBezTo>
                  <a:pt x="30541" y="5168"/>
                  <a:pt x="30527" y="5180"/>
                  <a:pt x="30511" y="5191"/>
                </a:cubicBezTo>
                <a:cubicBezTo>
                  <a:pt x="30495" y="5201"/>
                  <a:pt x="30478" y="5210"/>
                  <a:pt x="30461" y="5217"/>
                </a:cubicBezTo>
                <a:cubicBezTo>
                  <a:pt x="30443" y="5225"/>
                  <a:pt x="30425" y="5230"/>
                  <a:pt x="30406" y="5234"/>
                </a:cubicBezTo>
                <a:cubicBezTo>
                  <a:pt x="30387" y="5238"/>
                  <a:pt x="30368" y="5240"/>
                  <a:pt x="30349" y="5240"/>
                </a:cubicBezTo>
                <a:lnTo>
                  <a:pt x="291" y="5240"/>
                </a:lnTo>
                <a:cubicBezTo>
                  <a:pt x="272" y="5240"/>
                  <a:pt x="253" y="5238"/>
                  <a:pt x="235" y="5234"/>
                </a:cubicBezTo>
                <a:cubicBezTo>
                  <a:pt x="216" y="5230"/>
                  <a:pt x="198" y="5225"/>
                  <a:pt x="180" y="5217"/>
                </a:cubicBezTo>
                <a:cubicBezTo>
                  <a:pt x="162" y="5210"/>
                  <a:pt x="146" y="5201"/>
                  <a:pt x="130" y="5191"/>
                </a:cubicBezTo>
                <a:cubicBezTo>
                  <a:pt x="114" y="5180"/>
                  <a:pt x="99" y="5168"/>
                  <a:pt x="86" y="5154"/>
                </a:cubicBezTo>
                <a:cubicBezTo>
                  <a:pt x="72" y="5141"/>
                  <a:pt x="60" y="5126"/>
                  <a:pt x="50" y="5110"/>
                </a:cubicBezTo>
                <a:cubicBezTo>
                  <a:pt x="39" y="5094"/>
                  <a:pt x="30" y="5078"/>
                  <a:pt x="23" y="5060"/>
                </a:cubicBezTo>
                <a:cubicBezTo>
                  <a:pt x="15" y="5042"/>
                  <a:pt x="10" y="5024"/>
                  <a:pt x="6" y="5005"/>
                </a:cubicBezTo>
                <a:cubicBezTo>
                  <a:pt x="2" y="4987"/>
                  <a:pt x="0" y="4968"/>
                  <a:pt x="0" y="4949"/>
                </a:cubicBezTo>
                <a:close/>
              </a:path>
            </a:pathLst>
          </a:custGeom>
          <a:solidFill>
            <a:srgbClr val="D5C6E0">
              <a:alpha val="1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53" name=""/>
          <p:cNvSpPr/>
          <p:nvPr/>
        </p:nvSpPr>
        <p:spPr>
          <a:xfrm>
            <a:off x="580680" y="2666880"/>
            <a:ext cx="11030400" cy="1886400"/>
          </a:xfrm>
          <a:custGeom>
            <a:avLst/>
            <a:gdLst/>
            <a:ahLst/>
            <a:rect l="0" t="0" r="r" b="b"/>
            <a:pathLst>
              <a:path w="30640" h="5240">
                <a:moveTo>
                  <a:pt x="0" y="494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30349" y="0"/>
                </a:lnTo>
                <a:cubicBezTo>
                  <a:pt x="30368" y="0"/>
                  <a:pt x="30387" y="2"/>
                  <a:pt x="30406" y="5"/>
                </a:cubicBezTo>
                <a:cubicBezTo>
                  <a:pt x="30425" y="9"/>
                  <a:pt x="30443" y="15"/>
                  <a:pt x="30461" y="22"/>
                </a:cubicBezTo>
                <a:cubicBezTo>
                  <a:pt x="30478" y="29"/>
                  <a:pt x="30495" y="38"/>
                  <a:pt x="30511" y="49"/>
                </a:cubicBezTo>
                <a:cubicBezTo>
                  <a:pt x="30527" y="59"/>
                  <a:pt x="30541" y="72"/>
                  <a:pt x="30555" y="85"/>
                </a:cubicBezTo>
                <a:cubicBezTo>
                  <a:pt x="30568" y="99"/>
                  <a:pt x="30581" y="113"/>
                  <a:pt x="30591" y="129"/>
                </a:cubicBezTo>
                <a:cubicBezTo>
                  <a:pt x="30602" y="145"/>
                  <a:pt x="30611" y="162"/>
                  <a:pt x="30618" y="179"/>
                </a:cubicBezTo>
                <a:cubicBezTo>
                  <a:pt x="30625" y="197"/>
                  <a:pt x="30631" y="215"/>
                  <a:pt x="30635" y="234"/>
                </a:cubicBezTo>
                <a:cubicBezTo>
                  <a:pt x="30638" y="253"/>
                  <a:pt x="30640" y="272"/>
                  <a:pt x="30640" y="291"/>
                </a:cubicBezTo>
                <a:lnTo>
                  <a:pt x="30640" y="4949"/>
                </a:lnTo>
                <a:cubicBezTo>
                  <a:pt x="30640" y="4968"/>
                  <a:pt x="30638" y="4987"/>
                  <a:pt x="30635" y="5005"/>
                </a:cubicBezTo>
                <a:cubicBezTo>
                  <a:pt x="30631" y="5024"/>
                  <a:pt x="30625" y="5042"/>
                  <a:pt x="30618" y="5060"/>
                </a:cubicBezTo>
                <a:cubicBezTo>
                  <a:pt x="30611" y="5078"/>
                  <a:pt x="30602" y="5094"/>
                  <a:pt x="30591" y="5110"/>
                </a:cubicBezTo>
                <a:cubicBezTo>
                  <a:pt x="30581" y="5126"/>
                  <a:pt x="30568" y="5141"/>
                  <a:pt x="30555" y="5154"/>
                </a:cubicBezTo>
                <a:cubicBezTo>
                  <a:pt x="30541" y="5168"/>
                  <a:pt x="30527" y="5180"/>
                  <a:pt x="30511" y="5191"/>
                </a:cubicBezTo>
                <a:cubicBezTo>
                  <a:pt x="30495" y="5201"/>
                  <a:pt x="30478" y="5210"/>
                  <a:pt x="30461" y="5217"/>
                </a:cubicBezTo>
                <a:cubicBezTo>
                  <a:pt x="30443" y="5225"/>
                  <a:pt x="30425" y="5230"/>
                  <a:pt x="30406" y="5234"/>
                </a:cubicBezTo>
                <a:cubicBezTo>
                  <a:pt x="30387" y="5238"/>
                  <a:pt x="30368" y="5240"/>
                  <a:pt x="30349" y="5240"/>
                </a:cubicBezTo>
                <a:lnTo>
                  <a:pt x="291" y="5240"/>
                </a:lnTo>
                <a:cubicBezTo>
                  <a:pt x="272" y="5240"/>
                  <a:pt x="253" y="5238"/>
                  <a:pt x="235" y="5234"/>
                </a:cubicBezTo>
                <a:cubicBezTo>
                  <a:pt x="216" y="5230"/>
                  <a:pt x="198" y="5225"/>
                  <a:pt x="180" y="5217"/>
                </a:cubicBezTo>
                <a:cubicBezTo>
                  <a:pt x="162" y="5210"/>
                  <a:pt x="146" y="5201"/>
                  <a:pt x="130" y="5191"/>
                </a:cubicBezTo>
                <a:cubicBezTo>
                  <a:pt x="114" y="5180"/>
                  <a:pt x="99" y="5168"/>
                  <a:pt x="86" y="5154"/>
                </a:cubicBezTo>
                <a:cubicBezTo>
                  <a:pt x="72" y="5141"/>
                  <a:pt x="60" y="5126"/>
                  <a:pt x="50" y="5110"/>
                </a:cubicBezTo>
                <a:cubicBezTo>
                  <a:pt x="39" y="5094"/>
                  <a:pt x="30" y="5078"/>
                  <a:pt x="23" y="5060"/>
                </a:cubicBezTo>
                <a:cubicBezTo>
                  <a:pt x="15" y="5042"/>
                  <a:pt x="10" y="5024"/>
                  <a:pt x="6" y="5005"/>
                </a:cubicBezTo>
                <a:cubicBezTo>
                  <a:pt x="2" y="4987"/>
                  <a:pt x="0" y="4968"/>
                  <a:pt x="0" y="4949"/>
                </a:cubicBezTo>
                <a:close/>
              </a:path>
            </a:pathLst>
          </a:custGeom>
          <a:noFill/>
          <a:ln w="18720">
            <a:solidFill>
              <a:srgbClr val="D0C0E4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54" name=""/>
          <p:cNvSpPr/>
          <p:nvPr/>
        </p:nvSpPr>
        <p:spPr>
          <a:xfrm>
            <a:off x="608400" y="1897560"/>
            <a:ext cx="401040" cy="397440"/>
          </a:xfrm>
          <a:custGeom>
            <a:avLst/>
            <a:gdLst/>
            <a:ahLst/>
            <a:rect l="0" t="0" r="r" b="b"/>
            <a:pathLst>
              <a:path w="1114" h="1104">
                <a:moveTo>
                  <a:pt x="155" y="451"/>
                </a:moveTo>
                <a:lnTo>
                  <a:pt x="301" y="514"/>
                </a:lnTo>
                <a:cubicBezTo>
                  <a:pt x="317" y="480"/>
                  <a:pt x="335" y="448"/>
                  <a:pt x="354" y="416"/>
                </a:cubicBezTo>
                <a:cubicBezTo>
                  <a:pt x="373" y="384"/>
                  <a:pt x="393" y="353"/>
                  <a:pt x="414" y="323"/>
                </a:cubicBezTo>
                <a:lnTo>
                  <a:pt x="305" y="301"/>
                </a:lnTo>
                <a:lnTo>
                  <a:pt x="155" y="451"/>
                </a:lnTo>
                <a:moveTo>
                  <a:pt x="367" y="563"/>
                </a:moveTo>
                <a:lnTo>
                  <a:pt x="550" y="746"/>
                </a:lnTo>
                <a:cubicBezTo>
                  <a:pt x="603" y="723"/>
                  <a:pt x="652" y="695"/>
                  <a:pt x="698" y="665"/>
                </a:cubicBezTo>
                <a:cubicBezTo>
                  <a:pt x="744" y="635"/>
                  <a:pt x="781" y="605"/>
                  <a:pt x="809" y="577"/>
                </a:cubicBezTo>
                <a:cubicBezTo>
                  <a:pt x="884" y="502"/>
                  <a:pt x="938" y="426"/>
                  <a:pt x="973" y="348"/>
                </a:cubicBezTo>
                <a:cubicBezTo>
                  <a:pt x="1008" y="270"/>
                  <a:pt x="1027" y="182"/>
                  <a:pt x="1030" y="84"/>
                </a:cubicBezTo>
                <a:cubicBezTo>
                  <a:pt x="931" y="86"/>
                  <a:pt x="843" y="105"/>
                  <a:pt x="765" y="140"/>
                </a:cubicBezTo>
                <a:cubicBezTo>
                  <a:pt x="687" y="175"/>
                  <a:pt x="611" y="230"/>
                  <a:pt x="536" y="304"/>
                </a:cubicBezTo>
                <a:cubicBezTo>
                  <a:pt x="508" y="333"/>
                  <a:pt x="479" y="370"/>
                  <a:pt x="448" y="416"/>
                </a:cubicBezTo>
                <a:cubicBezTo>
                  <a:pt x="418" y="462"/>
                  <a:pt x="391" y="511"/>
                  <a:pt x="367" y="563"/>
                </a:cubicBezTo>
                <a:moveTo>
                  <a:pt x="655" y="363"/>
                </a:moveTo>
                <a:cubicBezTo>
                  <a:pt x="655" y="336"/>
                  <a:pt x="664" y="313"/>
                  <a:pt x="682" y="294"/>
                </a:cubicBezTo>
                <a:cubicBezTo>
                  <a:pt x="701" y="276"/>
                  <a:pt x="724" y="267"/>
                  <a:pt x="751" y="267"/>
                </a:cubicBezTo>
                <a:cubicBezTo>
                  <a:pt x="778" y="267"/>
                  <a:pt x="801" y="276"/>
                  <a:pt x="819" y="294"/>
                </a:cubicBezTo>
                <a:cubicBezTo>
                  <a:pt x="837" y="313"/>
                  <a:pt x="846" y="336"/>
                  <a:pt x="846" y="363"/>
                </a:cubicBezTo>
                <a:cubicBezTo>
                  <a:pt x="846" y="390"/>
                  <a:pt x="837" y="412"/>
                  <a:pt x="819" y="431"/>
                </a:cubicBezTo>
                <a:cubicBezTo>
                  <a:pt x="801" y="449"/>
                  <a:pt x="778" y="458"/>
                  <a:pt x="751" y="458"/>
                </a:cubicBezTo>
                <a:cubicBezTo>
                  <a:pt x="724" y="458"/>
                  <a:pt x="701" y="449"/>
                  <a:pt x="682" y="431"/>
                </a:cubicBezTo>
                <a:cubicBezTo>
                  <a:pt x="664" y="412"/>
                  <a:pt x="655" y="390"/>
                  <a:pt x="655" y="363"/>
                </a:cubicBezTo>
                <a:moveTo>
                  <a:pt x="662" y="960"/>
                </a:moveTo>
                <a:lnTo>
                  <a:pt x="812" y="809"/>
                </a:lnTo>
                <a:lnTo>
                  <a:pt x="790" y="700"/>
                </a:lnTo>
                <a:cubicBezTo>
                  <a:pt x="761" y="721"/>
                  <a:pt x="730" y="741"/>
                  <a:pt x="698" y="759"/>
                </a:cubicBezTo>
                <a:cubicBezTo>
                  <a:pt x="665" y="778"/>
                  <a:pt x="633" y="797"/>
                  <a:pt x="600" y="814"/>
                </a:cubicBezTo>
                <a:lnTo>
                  <a:pt x="662" y="960"/>
                </a:lnTo>
                <a:moveTo>
                  <a:pt x="1112" y="2"/>
                </a:moveTo>
                <a:cubicBezTo>
                  <a:pt x="1120" y="127"/>
                  <a:pt x="1105" y="241"/>
                  <a:pt x="1064" y="344"/>
                </a:cubicBezTo>
                <a:cubicBezTo>
                  <a:pt x="1025" y="447"/>
                  <a:pt x="959" y="544"/>
                  <a:pt x="869" y="635"/>
                </a:cubicBezTo>
                <a:lnTo>
                  <a:pt x="866" y="638"/>
                </a:lnTo>
                <a:lnTo>
                  <a:pt x="863" y="640"/>
                </a:lnTo>
                <a:lnTo>
                  <a:pt x="893" y="792"/>
                </a:lnTo>
                <a:cubicBezTo>
                  <a:pt x="896" y="807"/>
                  <a:pt x="895" y="820"/>
                  <a:pt x="891" y="833"/>
                </a:cubicBezTo>
                <a:cubicBezTo>
                  <a:pt x="887" y="846"/>
                  <a:pt x="880" y="857"/>
                  <a:pt x="870" y="867"/>
                </a:cubicBezTo>
                <a:lnTo>
                  <a:pt x="634" y="1104"/>
                </a:lnTo>
                <a:lnTo>
                  <a:pt x="517" y="831"/>
                </a:lnTo>
                <a:lnTo>
                  <a:pt x="283" y="596"/>
                </a:lnTo>
                <a:lnTo>
                  <a:pt x="10" y="479"/>
                </a:lnTo>
                <a:lnTo>
                  <a:pt x="247" y="243"/>
                </a:lnTo>
                <a:cubicBezTo>
                  <a:pt x="257" y="233"/>
                  <a:pt x="269" y="226"/>
                  <a:pt x="281" y="222"/>
                </a:cubicBezTo>
                <a:cubicBezTo>
                  <a:pt x="294" y="218"/>
                  <a:pt x="308" y="217"/>
                  <a:pt x="321" y="220"/>
                </a:cubicBezTo>
                <a:lnTo>
                  <a:pt x="473" y="250"/>
                </a:lnTo>
                <a:cubicBezTo>
                  <a:pt x="474" y="249"/>
                  <a:pt x="475" y="249"/>
                  <a:pt x="476" y="248"/>
                </a:cubicBezTo>
                <a:cubicBezTo>
                  <a:pt x="477" y="248"/>
                  <a:pt x="478" y="247"/>
                  <a:pt x="479" y="246"/>
                </a:cubicBezTo>
                <a:cubicBezTo>
                  <a:pt x="569" y="155"/>
                  <a:pt x="666" y="90"/>
                  <a:pt x="769" y="50"/>
                </a:cubicBezTo>
                <a:cubicBezTo>
                  <a:pt x="872" y="10"/>
                  <a:pt x="986" y="-6"/>
                  <a:pt x="1112" y="2"/>
                </a:cubicBezTo>
                <a:moveTo>
                  <a:pt x="102" y="763"/>
                </a:moveTo>
                <a:cubicBezTo>
                  <a:pt x="134" y="731"/>
                  <a:pt x="174" y="714"/>
                  <a:pt x="220" y="714"/>
                </a:cubicBezTo>
                <a:cubicBezTo>
                  <a:pt x="267" y="714"/>
                  <a:pt x="306" y="729"/>
                  <a:pt x="338" y="762"/>
                </a:cubicBezTo>
                <a:cubicBezTo>
                  <a:pt x="370" y="794"/>
                  <a:pt x="386" y="834"/>
                  <a:pt x="386" y="880"/>
                </a:cubicBezTo>
                <a:cubicBezTo>
                  <a:pt x="385" y="927"/>
                  <a:pt x="369" y="966"/>
                  <a:pt x="337" y="998"/>
                </a:cubicBezTo>
                <a:cubicBezTo>
                  <a:pt x="313" y="1022"/>
                  <a:pt x="276" y="1042"/>
                  <a:pt x="226" y="1057"/>
                </a:cubicBezTo>
                <a:cubicBezTo>
                  <a:pt x="176" y="1073"/>
                  <a:pt x="100" y="1088"/>
                  <a:pt x="0" y="1102"/>
                </a:cubicBezTo>
                <a:cubicBezTo>
                  <a:pt x="14" y="1001"/>
                  <a:pt x="29" y="926"/>
                  <a:pt x="44" y="876"/>
                </a:cubicBezTo>
                <a:cubicBezTo>
                  <a:pt x="59" y="825"/>
                  <a:pt x="78" y="787"/>
                  <a:pt x="102" y="763"/>
                </a:cubicBezTo>
                <a:moveTo>
                  <a:pt x="160" y="823"/>
                </a:moveTo>
                <a:cubicBezTo>
                  <a:pt x="147" y="837"/>
                  <a:pt x="136" y="859"/>
                  <a:pt x="126" y="888"/>
                </a:cubicBezTo>
                <a:cubicBezTo>
                  <a:pt x="116" y="917"/>
                  <a:pt x="107" y="955"/>
                  <a:pt x="100" y="1001"/>
                </a:cubicBezTo>
                <a:cubicBezTo>
                  <a:pt x="146" y="994"/>
                  <a:pt x="183" y="985"/>
                  <a:pt x="213" y="975"/>
                </a:cubicBezTo>
                <a:cubicBezTo>
                  <a:pt x="242" y="965"/>
                  <a:pt x="264" y="953"/>
                  <a:pt x="277" y="940"/>
                </a:cubicBezTo>
                <a:cubicBezTo>
                  <a:pt x="295" y="925"/>
                  <a:pt x="304" y="905"/>
                  <a:pt x="304" y="882"/>
                </a:cubicBezTo>
                <a:cubicBezTo>
                  <a:pt x="305" y="858"/>
                  <a:pt x="297" y="838"/>
                  <a:pt x="280" y="820"/>
                </a:cubicBezTo>
                <a:cubicBezTo>
                  <a:pt x="263" y="804"/>
                  <a:pt x="242" y="795"/>
                  <a:pt x="219" y="795"/>
                </a:cubicBezTo>
                <a:cubicBezTo>
                  <a:pt x="195" y="797"/>
                  <a:pt x="176" y="806"/>
                  <a:pt x="160" y="823"/>
                </a:cubicBezTo>
                <a:close/>
              </a:path>
            </a:pathLst>
          </a:custGeom>
          <a:solidFill>
            <a:srgbClr val="6BB8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55" name=""/>
          <p:cNvSpPr/>
          <p:nvPr/>
        </p:nvSpPr>
        <p:spPr>
          <a:xfrm>
            <a:off x="780840" y="2876400"/>
            <a:ext cx="324360" cy="324000"/>
          </a:xfrm>
          <a:custGeom>
            <a:avLst/>
            <a:gdLst/>
            <a:ahLst/>
            <a:rect l="0" t="0" r="r" b="b"/>
            <a:pathLst>
              <a:path w="901" h="900">
                <a:moveTo>
                  <a:pt x="901" y="450"/>
                </a:moveTo>
                <a:cubicBezTo>
                  <a:pt x="901" y="479"/>
                  <a:pt x="898" y="508"/>
                  <a:pt x="892" y="537"/>
                </a:cubicBezTo>
                <a:cubicBezTo>
                  <a:pt x="886" y="567"/>
                  <a:pt x="878" y="596"/>
                  <a:pt x="866" y="623"/>
                </a:cubicBezTo>
                <a:cubicBezTo>
                  <a:pt x="855" y="650"/>
                  <a:pt x="841" y="676"/>
                  <a:pt x="825" y="701"/>
                </a:cubicBezTo>
                <a:cubicBezTo>
                  <a:pt x="808" y="725"/>
                  <a:pt x="790" y="748"/>
                  <a:pt x="769" y="769"/>
                </a:cubicBezTo>
                <a:cubicBezTo>
                  <a:pt x="748" y="790"/>
                  <a:pt x="725" y="808"/>
                  <a:pt x="701" y="825"/>
                </a:cubicBezTo>
                <a:cubicBezTo>
                  <a:pt x="676" y="841"/>
                  <a:pt x="650" y="855"/>
                  <a:pt x="623" y="866"/>
                </a:cubicBezTo>
                <a:cubicBezTo>
                  <a:pt x="596" y="878"/>
                  <a:pt x="568" y="886"/>
                  <a:pt x="539" y="892"/>
                </a:cubicBezTo>
                <a:cubicBezTo>
                  <a:pt x="510" y="898"/>
                  <a:pt x="480" y="900"/>
                  <a:pt x="451" y="900"/>
                </a:cubicBezTo>
                <a:cubicBezTo>
                  <a:pt x="421" y="900"/>
                  <a:pt x="392" y="898"/>
                  <a:pt x="363" y="892"/>
                </a:cubicBezTo>
                <a:cubicBezTo>
                  <a:pt x="334" y="886"/>
                  <a:pt x="306" y="878"/>
                  <a:pt x="279" y="866"/>
                </a:cubicBezTo>
                <a:cubicBezTo>
                  <a:pt x="251" y="855"/>
                  <a:pt x="226" y="841"/>
                  <a:pt x="201" y="825"/>
                </a:cubicBezTo>
                <a:cubicBezTo>
                  <a:pt x="176" y="808"/>
                  <a:pt x="154" y="790"/>
                  <a:pt x="133" y="769"/>
                </a:cubicBezTo>
                <a:cubicBezTo>
                  <a:pt x="112" y="748"/>
                  <a:pt x="93" y="725"/>
                  <a:pt x="76" y="701"/>
                </a:cubicBezTo>
                <a:cubicBezTo>
                  <a:pt x="59" y="676"/>
                  <a:pt x="46" y="650"/>
                  <a:pt x="34" y="623"/>
                </a:cubicBezTo>
                <a:cubicBezTo>
                  <a:pt x="23" y="596"/>
                  <a:pt x="14" y="567"/>
                  <a:pt x="9" y="537"/>
                </a:cubicBezTo>
                <a:cubicBezTo>
                  <a:pt x="3" y="508"/>
                  <a:pt x="0" y="479"/>
                  <a:pt x="0" y="450"/>
                </a:cubicBezTo>
                <a:cubicBezTo>
                  <a:pt x="0" y="420"/>
                  <a:pt x="3" y="391"/>
                  <a:pt x="9" y="362"/>
                </a:cubicBezTo>
                <a:cubicBezTo>
                  <a:pt x="14" y="333"/>
                  <a:pt x="23" y="305"/>
                  <a:pt x="34" y="278"/>
                </a:cubicBezTo>
                <a:cubicBezTo>
                  <a:pt x="46" y="250"/>
                  <a:pt x="59" y="224"/>
                  <a:pt x="76" y="200"/>
                </a:cubicBezTo>
                <a:cubicBezTo>
                  <a:pt x="93" y="175"/>
                  <a:pt x="112" y="153"/>
                  <a:pt x="133" y="132"/>
                </a:cubicBezTo>
                <a:cubicBezTo>
                  <a:pt x="154" y="111"/>
                  <a:pt x="176" y="92"/>
                  <a:pt x="201" y="76"/>
                </a:cubicBezTo>
                <a:cubicBezTo>
                  <a:pt x="226" y="59"/>
                  <a:pt x="251" y="45"/>
                  <a:pt x="279" y="34"/>
                </a:cubicBezTo>
                <a:cubicBezTo>
                  <a:pt x="306" y="23"/>
                  <a:pt x="334" y="14"/>
                  <a:pt x="363" y="9"/>
                </a:cubicBezTo>
                <a:cubicBezTo>
                  <a:pt x="392" y="3"/>
                  <a:pt x="421" y="0"/>
                  <a:pt x="451" y="0"/>
                </a:cubicBezTo>
                <a:cubicBezTo>
                  <a:pt x="480" y="0"/>
                  <a:pt x="510" y="3"/>
                  <a:pt x="539" y="9"/>
                </a:cubicBezTo>
                <a:cubicBezTo>
                  <a:pt x="568" y="14"/>
                  <a:pt x="596" y="23"/>
                  <a:pt x="623" y="34"/>
                </a:cubicBezTo>
                <a:cubicBezTo>
                  <a:pt x="650" y="45"/>
                  <a:pt x="676" y="59"/>
                  <a:pt x="701" y="76"/>
                </a:cubicBezTo>
                <a:cubicBezTo>
                  <a:pt x="725" y="92"/>
                  <a:pt x="748" y="111"/>
                  <a:pt x="769" y="132"/>
                </a:cubicBezTo>
                <a:cubicBezTo>
                  <a:pt x="790" y="153"/>
                  <a:pt x="808" y="175"/>
                  <a:pt x="825" y="200"/>
                </a:cubicBezTo>
                <a:cubicBezTo>
                  <a:pt x="841" y="224"/>
                  <a:pt x="855" y="250"/>
                  <a:pt x="866" y="278"/>
                </a:cubicBezTo>
                <a:cubicBezTo>
                  <a:pt x="878" y="305"/>
                  <a:pt x="886" y="333"/>
                  <a:pt x="892" y="362"/>
                </a:cubicBezTo>
                <a:cubicBezTo>
                  <a:pt x="898" y="391"/>
                  <a:pt x="901" y="420"/>
                  <a:pt x="901" y="450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56" name=""/>
          <p:cNvSpPr txBox="1"/>
          <p:nvPr/>
        </p:nvSpPr>
        <p:spPr>
          <a:xfrm>
            <a:off x="1047600" y="2005920"/>
            <a:ext cx="335448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今日から始めよう！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57" name=""/>
          <p:cNvSpPr txBox="1"/>
          <p:nvPr/>
        </p:nvSpPr>
        <p:spPr>
          <a:xfrm>
            <a:off x="890640" y="294984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58" name=""/>
          <p:cNvSpPr/>
          <p:nvPr/>
        </p:nvSpPr>
        <p:spPr>
          <a:xfrm>
            <a:off x="2933640" y="3171600"/>
            <a:ext cx="1914840" cy="19440"/>
          </a:xfrm>
          <a:custGeom>
            <a:avLst/>
            <a:gdLst/>
            <a:ahLst/>
            <a:rect l="0" t="0" r="r" b="b"/>
            <a:pathLst>
              <a:path w="5319" h="54">
                <a:moveTo>
                  <a:pt x="0" y="0"/>
                </a:moveTo>
                <a:lnTo>
                  <a:pt x="5319" y="0"/>
                </a:lnTo>
                <a:lnTo>
                  <a:pt x="531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A8D8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59" name=""/>
          <p:cNvSpPr/>
          <p:nvPr/>
        </p:nvSpPr>
        <p:spPr>
          <a:xfrm>
            <a:off x="780840" y="3390840"/>
            <a:ext cx="324360" cy="324000"/>
          </a:xfrm>
          <a:custGeom>
            <a:avLst/>
            <a:gdLst/>
            <a:ahLst/>
            <a:rect l="0" t="0" r="r" b="b"/>
            <a:pathLst>
              <a:path w="901" h="900">
                <a:moveTo>
                  <a:pt x="901" y="450"/>
                </a:moveTo>
                <a:cubicBezTo>
                  <a:pt x="901" y="480"/>
                  <a:pt x="898" y="509"/>
                  <a:pt x="892" y="538"/>
                </a:cubicBezTo>
                <a:cubicBezTo>
                  <a:pt x="886" y="567"/>
                  <a:pt x="878" y="595"/>
                  <a:pt x="866" y="623"/>
                </a:cubicBezTo>
                <a:cubicBezTo>
                  <a:pt x="855" y="650"/>
                  <a:pt x="841" y="676"/>
                  <a:pt x="825" y="700"/>
                </a:cubicBezTo>
                <a:cubicBezTo>
                  <a:pt x="808" y="725"/>
                  <a:pt x="790" y="748"/>
                  <a:pt x="769" y="769"/>
                </a:cubicBezTo>
                <a:cubicBezTo>
                  <a:pt x="748" y="789"/>
                  <a:pt x="725" y="808"/>
                  <a:pt x="701" y="824"/>
                </a:cubicBezTo>
                <a:cubicBezTo>
                  <a:pt x="676" y="841"/>
                  <a:pt x="650" y="855"/>
                  <a:pt x="623" y="866"/>
                </a:cubicBezTo>
                <a:cubicBezTo>
                  <a:pt x="596" y="877"/>
                  <a:pt x="568" y="886"/>
                  <a:pt x="539" y="892"/>
                </a:cubicBezTo>
                <a:cubicBezTo>
                  <a:pt x="510" y="897"/>
                  <a:pt x="480" y="900"/>
                  <a:pt x="451" y="900"/>
                </a:cubicBezTo>
                <a:cubicBezTo>
                  <a:pt x="421" y="900"/>
                  <a:pt x="392" y="897"/>
                  <a:pt x="363" y="892"/>
                </a:cubicBezTo>
                <a:cubicBezTo>
                  <a:pt x="334" y="886"/>
                  <a:pt x="306" y="877"/>
                  <a:pt x="279" y="866"/>
                </a:cubicBezTo>
                <a:cubicBezTo>
                  <a:pt x="251" y="855"/>
                  <a:pt x="226" y="841"/>
                  <a:pt x="201" y="824"/>
                </a:cubicBezTo>
                <a:cubicBezTo>
                  <a:pt x="176" y="808"/>
                  <a:pt x="154" y="789"/>
                  <a:pt x="133" y="769"/>
                </a:cubicBezTo>
                <a:cubicBezTo>
                  <a:pt x="112" y="748"/>
                  <a:pt x="93" y="725"/>
                  <a:pt x="76" y="700"/>
                </a:cubicBezTo>
                <a:cubicBezTo>
                  <a:pt x="59" y="676"/>
                  <a:pt x="46" y="650"/>
                  <a:pt x="34" y="623"/>
                </a:cubicBezTo>
                <a:cubicBezTo>
                  <a:pt x="23" y="595"/>
                  <a:pt x="14" y="567"/>
                  <a:pt x="9" y="538"/>
                </a:cubicBezTo>
                <a:cubicBezTo>
                  <a:pt x="3" y="509"/>
                  <a:pt x="0" y="480"/>
                  <a:pt x="0" y="450"/>
                </a:cubicBezTo>
                <a:cubicBezTo>
                  <a:pt x="0" y="421"/>
                  <a:pt x="3" y="392"/>
                  <a:pt x="9" y="363"/>
                </a:cubicBezTo>
                <a:cubicBezTo>
                  <a:pt x="14" y="334"/>
                  <a:pt x="23" y="306"/>
                  <a:pt x="34" y="278"/>
                </a:cubicBezTo>
                <a:cubicBezTo>
                  <a:pt x="46" y="251"/>
                  <a:pt x="59" y="225"/>
                  <a:pt x="76" y="201"/>
                </a:cubicBezTo>
                <a:cubicBezTo>
                  <a:pt x="93" y="176"/>
                  <a:pt x="112" y="153"/>
                  <a:pt x="133" y="132"/>
                </a:cubicBezTo>
                <a:cubicBezTo>
                  <a:pt x="154" y="112"/>
                  <a:pt x="176" y="93"/>
                  <a:pt x="201" y="76"/>
                </a:cubicBezTo>
                <a:cubicBezTo>
                  <a:pt x="226" y="60"/>
                  <a:pt x="251" y="46"/>
                  <a:pt x="279" y="35"/>
                </a:cubicBezTo>
                <a:cubicBezTo>
                  <a:pt x="306" y="24"/>
                  <a:pt x="334" y="14"/>
                  <a:pt x="363" y="8"/>
                </a:cubicBezTo>
                <a:cubicBezTo>
                  <a:pt x="392" y="3"/>
                  <a:pt x="421" y="0"/>
                  <a:pt x="451" y="0"/>
                </a:cubicBezTo>
                <a:cubicBezTo>
                  <a:pt x="480" y="0"/>
                  <a:pt x="510" y="3"/>
                  <a:pt x="539" y="8"/>
                </a:cubicBezTo>
                <a:cubicBezTo>
                  <a:pt x="568" y="14"/>
                  <a:pt x="596" y="24"/>
                  <a:pt x="623" y="35"/>
                </a:cubicBezTo>
                <a:cubicBezTo>
                  <a:pt x="650" y="46"/>
                  <a:pt x="676" y="60"/>
                  <a:pt x="701" y="76"/>
                </a:cubicBezTo>
                <a:cubicBezTo>
                  <a:pt x="725" y="93"/>
                  <a:pt x="748" y="112"/>
                  <a:pt x="769" y="132"/>
                </a:cubicBezTo>
                <a:cubicBezTo>
                  <a:pt x="790" y="153"/>
                  <a:pt x="808" y="176"/>
                  <a:pt x="825" y="201"/>
                </a:cubicBezTo>
                <a:cubicBezTo>
                  <a:pt x="841" y="225"/>
                  <a:pt x="855" y="251"/>
                  <a:pt x="866" y="278"/>
                </a:cubicBezTo>
                <a:cubicBezTo>
                  <a:pt x="878" y="306"/>
                  <a:pt x="886" y="334"/>
                  <a:pt x="892" y="363"/>
                </a:cubicBezTo>
                <a:cubicBezTo>
                  <a:pt x="898" y="392"/>
                  <a:pt x="901" y="421"/>
                  <a:pt x="901" y="450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60" name=""/>
          <p:cNvSpPr txBox="1"/>
          <p:nvPr/>
        </p:nvSpPr>
        <p:spPr>
          <a:xfrm>
            <a:off x="1232280" y="2898360"/>
            <a:ext cx="35449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インストール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― </a:t>
            </a:r>
            <a:r>
              <a:rPr lang="en-US" sz="1800" b="0" u="none" strike="noStrike">
                <a:solidFill>
                  <a:srgbClr val="6A90C8"/>
                </a:solidFill>
                <a:effectLst/>
                <a:uFillTx/>
                <a:latin typeface="NotoSansJP-Thin_"/>
                <a:ea typeface="NotoSansJP-Thin_"/>
              </a:rPr>
              <a:t>antigravity.google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61" name=""/>
          <p:cNvSpPr txBox="1"/>
          <p:nvPr/>
        </p:nvSpPr>
        <p:spPr>
          <a:xfrm>
            <a:off x="890640" y="347400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62" name=""/>
          <p:cNvSpPr/>
          <p:nvPr/>
        </p:nvSpPr>
        <p:spPr>
          <a:xfrm>
            <a:off x="780840" y="3914640"/>
            <a:ext cx="324360" cy="324000"/>
          </a:xfrm>
          <a:custGeom>
            <a:avLst/>
            <a:gdLst/>
            <a:ahLst/>
            <a:rect l="0" t="0" r="r" b="b"/>
            <a:pathLst>
              <a:path w="901" h="900">
                <a:moveTo>
                  <a:pt x="901" y="451"/>
                </a:moveTo>
                <a:cubicBezTo>
                  <a:pt x="901" y="480"/>
                  <a:pt x="898" y="509"/>
                  <a:pt x="892" y="538"/>
                </a:cubicBezTo>
                <a:cubicBezTo>
                  <a:pt x="886" y="567"/>
                  <a:pt x="878" y="596"/>
                  <a:pt x="866" y="623"/>
                </a:cubicBezTo>
                <a:cubicBezTo>
                  <a:pt x="855" y="650"/>
                  <a:pt x="841" y="676"/>
                  <a:pt x="825" y="701"/>
                </a:cubicBezTo>
                <a:cubicBezTo>
                  <a:pt x="808" y="725"/>
                  <a:pt x="790" y="748"/>
                  <a:pt x="769" y="769"/>
                </a:cubicBezTo>
                <a:cubicBezTo>
                  <a:pt x="748" y="790"/>
                  <a:pt x="725" y="808"/>
                  <a:pt x="701" y="825"/>
                </a:cubicBezTo>
                <a:cubicBezTo>
                  <a:pt x="676" y="841"/>
                  <a:pt x="650" y="855"/>
                  <a:pt x="623" y="866"/>
                </a:cubicBezTo>
                <a:cubicBezTo>
                  <a:pt x="596" y="878"/>
                  <a:pt x="568" y="886"/>
                  <a:pt x="539" y="892"/>
                </a:cubicBezTo>
                <a:cubicBezTo>
                  <a:pt x="510" y="898"/>
                  <a:pt x="480" y="900"/>
                  <a:pt x="451" y="900"/>
                </a:cubicBezTo>
                <a:cubicBezTo>
                  <a:pt x="421" y="900"/>
                  <a:pt x="392" y="898"/>
                  <a:pt x="363" y="892"/>
                </a:cubicBezTo>
                <a:cubicBezTo>
                  <a:pt x="334" y="886"/>
                  <a:pt x="306" y="878"/>
                  <a:pt x="279" y="866"/>
                </a:cubicBezTo>
                <a:cubicBezTo>
                  <a:pt x="251" y="855"/>
                  <a:pt x="226" y="841"/>
                  <a:pt x="201" y="825"/>
                </a:cubicBezTo>
                <a:cubicBezTo>
                  <a:pt x="176" y="808"/>
                  <a:pt x="154" y="790"/>
                  <a:pt x="133" y="769"/>
                </a:cubicBezTo>
                <a:cubicBezTo>
                  <a:pt x="112" y="748"/>
                  <a:pt x="93" y="725"/>
                  <a:pt x="76" y="701"/>
                </a:cubicBezTo>
                <a:cubicBezTo>
                  <a:pt x="59" y="676"/>
                  <a:pt x="46" y="650"/>
                  <a:pt x="34" y="623"/>
                </a:cubicBezTo>
                <a:cubicBezTo>
                  <a:pt x="23" y="596"/>
                  <a:pt x="14" y="567"/>
                  <a:pt x="9" y="538"/>
                </a:cubicBezTo>
                <a:cubicBezTo>
                  <a:pt x="3" y="509"/>
                  <a:pt x="0" y="480"/>
                  <a:pt x="0" y="451"/>
                </a:cubicBezTo>
                <a:cubicBezTo>
                  <a:pt x="0" y="421"/>
                  <a:pt x="3" y="392"/>
                  <a:pt x="9" y="362"/>
                </a:cubicBezTo>
                <a:cubicBezTo>
                  <a:pt x="14" y="333"/>
                  <a:pt x="23" y="305"/>
                  <a:pt x="34" y="278"/>
                </a:cubicBezTo>
                <a:cubicBezTo>
                  <a:pt x="46" y="250"/>
                  <a:pt x="59" y="224"/>
                  <a:pt x="76" y="200"/>
                </a:cubicBezTo>
                <a:cubicBezTo>
                  <a:pt x="93" y="175"/>
                  <a:pt x="112" y="152"/>
                  <a:pt x="133" y="132"/>
                </a:cubicBezTo>
                <a:cubicBezTo>
                  <a:pt x="154" y="111"/>
                  <a:pt x="176" y="92"/>
                  <a:pt x="201" y="76"/>
                </a:cubicBezTo>
                <a:cubicBezTo>
                  <a:pt x="226" y="59"/>
                  <a:pt x="251" y="45"/>
                  <a:pt x="279" y="34"/>
                </a:cubicBezTo>
                <a:cubicBezTo>
                  <a:pt x="306" y="23"/>
                  <a:pt x="334" y="14"/>
                  <a:pt x="363" y="9"/>
                </a:cubicBezTo>
                <a:cubicBezTo>
                  <a:pt x="392" y="3"/>
                  <a:pt x="421" y="0"/>
                  <a:pt x="451" y="0"/>
                </a:cubicBezTo>
                <a:cubicBezTo>
                  <a:pt x="480" y="0"/>
                  <a:pt x="510" y="3"/>
                  <a:pt x="539" y="9"/>
                </a:cubicBezTo>
                <a:cubicBezTo>
                  <a:pt x="568" y="14"/>
                  <a:pt x="596" y="23"/>
                  <a:pt x="623" y="34"/>
                </a:cubicBezTo>
                <a:cubicBezTo>
                  <a:pt x="650" y="45"/>
                  <a:pt x="676" y="59"/>
                  <a:pt x="701" y="76"/>
                </a:cubicBezTo>
                <a:cubicBezTo>
                  <a:pt x="725" y="92"/>
                  <a:pt x="748" y="111"/>
                  <a:pt x="769" y="132"/>
                </a:cubicBezTo>
                <a:cubicBezTo>
                  <a:pt x="790" y="152"/>
                  <a:pt x="808" y="175"/>
                  <a:pt x="825" y="200"/>
                </a:cubicBezTo>
                <a:cubicBezTo>
                  <a:pt x="841" y="224"/>
                  <a:pt x="855" y="250"/>
                  <a:pt x="866" y="278"/>
                </a:cubicBezTo>
                <a:cubicBezTo>
                  <a:pt x="878" y="305"/>
                  <a:pt x="886" y="333"/>
                  <a:pt x="892" y="362"/>
                </a:cubicBezTo>
                <a:cubicBezTo>
                  <a:pt x="898" y="392"/>
                  <a:pt x="901" y="421"/>
                  <a:pt x="901" y="451"/>
                </a:cubicBezTo>
                <a:close/>
              </a:path>
            </a:pathLst>
          </a:custGeom>
          <a:solidFill>
            <a:srgbClr val="B8A8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63" name=""/>
          <p:cNvSpPr txBox="1"/>
          <p:nvPr/>
        </p:nvSpPr>
        <p:spPr>
          <a:xfrm>
            <a:off x="1232280" y="3422160"/>
            <a:ext cx="62236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ハンズオン実践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― 本日の資料を参考に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6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つのステップを体験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64" name=""/>
          <p:cNvSpPr txBox="1"/>
          <p:nvPr/>
        </p:nvSpPr>
        <p:spPr>
          <a:xfrm>
            <a:off x="890640" y="398808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65" name=""/>
          <p:cNvSpPr txBox="1"/>
          <p:nvPr/>
        </p:nvSpPr>
        <p:spPr>
          <a:xfrm>
            <a:off x="1232280" y="3936600"/>
            <a:ext cx="8103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1" u="none" strike="noStrike">
                <a:solidFill>
                  <a:srgbClr val="8060A8"/>
                </a:solidFill>
                <a:effectLst/>
                <a:uFillTx/>
                <a:latin typeface="NotoSansJP-Thin_"/>
                <a:ea typeface="NotoSansJP-Thin_"/>
              </a:rPr>
              <a:t>自分のプロジェクトで活用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― 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GEMINI.md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、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Skills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、</a:t>
            </a:r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MCP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を駆使して開発を加速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66" name=""/>
          <p:cNvSpPr txBox="1"/>
          <p:nvPr/>
        </p:nvSpPr>
        <p:spPr>
          <a:xfrm>
            <a:off x="3924360" y="4708080"/>
            <a:ext cx="43441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重力から解放された開発体験を、今すぐ！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67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44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71" name=""/>
          <p:cNvSpPr/>
          <p:nvPr/>
        </p:nvSpPr>
        <p:spPr>
          <a:xfrm>
            <a:off x="647640" y="1891440"/>
            <a:ext cx="762120" cy="698760"/>
          </a:xfrm>
          <a:custGeom>
            <a:avLst/>
            <a:gdLst/>
            <a:ahLst/>
            <a:rect l="0" t="0" r="r" b="b"/>
            <a:pathLst>
              <a:path w="2117" h="1941">
                <a:moveTo>
                  <a:pt x="1058" y="1941"/>
                </a:moveTo>
                <a:lnTo>
                  <a:pt x="950" y="1843"/>
                </a:lnTo>
                <a:cubicBezTo>
                  <a:pt x="763" y="1671"/>
                  <a:pt x="609" y="1523"/>
                  <a:pt x="487" y="1398"/>
                </a:cubicBezTo>
                <a:cubicBezTo>
                  <a:pt x="365" y="1274"/>
                  <a:pt x="268" y="1163"/>
                  <a:pt x="195" y="1065"/>
                </a:cubicBezTo>
                <a:cubicBezTo>
                  <a:pt x="123" y="967"/>
                  <a:pt x="72" y="879"/>
                  <a:pt x="43" y="799"/>
                </a:cubicBezTo>
                <a:cubicBezTo>
                  <a:pt x="14" y="720"/>
                  <a:pt x="0" y="640"/>
                  <a:pt x="0" y="558"/>
                </a:cubicBezTo>
                <a:cubicBezTo>
                  <a:pt x="0" y="399"/>
                  <a:pt x="53" y="267"/>
                  <a:pt x="160" y="160"/>
                </a:cubicBezTo>
                <a:cubicBezTo>
                  <a:pt x="266" y="53"/>
                  <a:pt x="398" y="0"/>
                  <a:pt x="555" y="0"/>
                </a:cubicBezTo>
                <a:cubicBezTo>
                  <a:pt x="656" y="0"/>
                  <a:pt x="749" y="24"/>
                  <a:pt x="834" y="72"/>
                </a:cubicBezTo>
                <a:cubicBezTo>
                  <a:pt x="920" y="119"/>
                  <a:pt x="994" y="188"/>
                  <a:pt x="1058" y="278"/>
                </a:cubicBezTo>
                <a:cubicBezTo>
                  <a:pt x="1132" y="183"/>
                  <a:pt x="1211" y="113"/>
                  <a:pt x="1293" y="68"/>
                </a:cubicBezTo>
                <a:cubicBezTo>
                  <a:pt x="1377" y="23"/>
                  <a:pt x="1466" y="0"/>
                  <a:pt x="1562" y="0"/>
                </a:cubicBezTo>
                <a:cubicBezTo>
                  <a:pt x="1719" y="0"/>
                  <a:pt x="1851" y="53"/>
                  <a:pt x="1957" y="160"/>
                </a:cubicBezTo>
                <a:cubicBezTo>
                  <a:pt x="2064" y="267"/>
                  <a:pt x="2117" y="399"/>
                  <a:pt x="2117" y="558"/>
                </a:cubicBezTo>
                <a:cubicBezTo>
                  <a:pt x="2117" y="640"/>
                  <a:pt x="2103" y="720"/>
                  <a:pt x="2074" y="799"/>
                </a:cubicBezTo>
                <a:cubicBezTo>
                  <a:pt x="2045" y="879"/>
                  <a:pt x="1994" y="967"/>
                  <a:pt x="1922" y="1065"/>
                </a:cubicBezTo>
                <a:cubicBezTo>
                  <a:pt x="1849" y="1163"/>
                  <a:pt x="1752" y="1274"/>
                  <a:pt x="1630" y="1398"/>
                </a:cubicBezTo>
                <a:cubicBezTo>
                  <a:pt x="1508" y="1523"/>
                  <a:pt x="1353" y="1671"/>
                  <a:pt x="1166" y="1843"/>
                </a:cubicBezTo>
                <a:lnTo>
                  <a:pt x="1058" y="1941"/>
                </a:lnTo>
                <a:moveTo>
                  <a:pt x="1058" y="1731"/>
                </a:moveTo>
                <a:cubicBezTo>
                  <a:pt x="1237" y="1567"/>
                  <a:pt x="1385" y="1426"/>
                  <a:pt x="1500" y="1308"/>
                </a:cubicBezTo>
                <a:cubicBezTo>
                  <a:pt x="1615" y="1191"/>
                  <a:pt x="1707" y="1088"/>
                  <a:pt x="1775" y="1000"/>
                </a:cubicBezTo>
                <a:cubicBezTo>
                  <a:pt x="1843" y="912"/>
                  <a:pt x="1890" y="833"/>
                  <a:pt x="1918" y="764"/>
                </a:cubicBezTo>
                <a:cubicBezTo>
                  <a:pt x="1945" y="695"/>
                  <a:pt x="1959" y="627"/>
                  <a:pt x="1959" y="559"/>
                </a:cubicBezTo>
                <a:cubicBezTo>
                  <a:pt x="1959" y="442"/>
                  <a:pt x="1922" y="346"/>
                  <a:pt x="1847" y="271"/>
                </a:cubicBezTo>
                <a:cubicBezTo>
                  <a:pt x="1773" y="196"/>
                  <a:pt x="1678" y="159"/>
                  <a:pt x="1562" y="159"/>
                </a:cubicBezTo>
                <a:cubicBezTo>
                  <a:pt x="1471" y="159"/>
                  <a:pt x="1387" y="187"/>
                  <a:pt x="1309" y="242"/>
                </a:cubicBezTo>
                <a:cubicBezTo>
                  <a:pt x="1232" y="298"/>
                  <a:pt x="1169" y="376"/>
                  <a:pt x="1121" y="476"/>
                </a:cubicBezTo>
                <a:lnTo>
                  <a:pt x="992" y="476"/>
                </a:lnTo>
                <a:cubicBezTo>
                  <a:pt x="946" y="378"/>
                  <a:pt x="884" y="300"/>
                  <a:pt x="807" y="244"/>
                </a:cubicBezTo>
                <a:cubicBezTo>
                  <a:pt x="730" y="187"/>
                  <a:pt x="646" y="159"/>
                  <a:pt x="555" y="159"/>
                </a:cubicBezTo>
                <a:cubicBezTo>
                  <a:pt x="439" y="159"/>
                  <a:pt x="344" y="196"/>
                  <a:pt x="270" y="271"/>
                </a:cubicBezTo>
                <a:cubicBezTo>
                  <a:pt x="195" y="346"/>
                  <a:pt x="158" y="442"/>
                  <a:pt x="158" y="559"/>
                </a:cubicBezTo>
                <a:cubicBezTo>
                  <a:pt x="158" y="627"/>
                  <a:pt x="172" y="696"/>
                  <a:pt x="199" y="766"/>
                </a:cubicBezTo>
                <a:cubicBezTo>
                  <a:pt x="227" y="836"/>
                  <a:pt x="274" y="915"/>
                  <a:pt x="342" y="1004"/>
                </a:cubicBezTo>
                <a:cubicBezTo>
                  <a:pt x="410" y="1093"/>
                  <a:pt x="502" y="1196"/>
                  <a:pt x="619" y="1312"/>
                </a:cubicBezTo>
                <a:cubicBezTo>
                  <a:pt x="735" y="1429"/>
                  <a:pt x="882" y="1569"/>
                  <a:pt x="1058" y="1731"/>
                </a:cubicBez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972" name=""/>
          <p:cNvSpPr txBox="1"/>
          <p:nvPr/>
        </p:nvSpPr>
        <p:spPr>
          <a:xfrm>
            <a:off x="2781360" y="3014640"/>
            <a:ext cx="6639120" cy="55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4350" b="1" u="none" strike="noStrike">
                <a:solidFill>
                  <a:srgbClr val="7060A0"/>
                </a:solidFill>
                <a:effectLst/>
                <a:uFillTx/>
                <a:latin typeface="NotoSansJP-Thin_"/>
                <a:ea typeface="NotoSansJP-Thin_"/>
              </a:rPr>
              <a:t>ありがとうございました！</a:t>
            </a:r>
            <a:endParaRPr lang="en-US" sz="4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73" name=""/>
          <p:cNvSpPr txBox="1"/>
          <p:nvPr/>
        </p:nvSpPr>
        <p:spPr>
          <a:xfrm>
            <a:off x="4108680" y="4084920"/>
            <a:ext cx="381996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250" b="1" u="none" strike="noStrike">
                <a:solidFill>
                  <a:srgbClr val="7A6D90"/>
                </a:solidFill>
                <a:effectLst/>
                <a:uFillTx/>
                <a:latin typeface="NotoSansJP-Thin_"/>
                <a:ea typeface="NotoSansJP-Thin_"/>
              </a:rPr>
              <a:t>質問‧ディスカッションタイム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74" name=""/>
          <p:cNvSpPr txBox="1"/>
          <p:nvPr/>
        </p:nvSpPr>
        <p:spPr>
          <a:xfrm>
            <a:off x="3464280" y="4791960"/>
            <a:ext cx="52088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9B82B5"/>
                </a:solidFill>
                <a:effectLst/>
                <a:uFillTx/>
                <a:latin typeface="NotoSansJP-Thin_"/>
                <a:ea typeface="NotoSansJP-Thin_"/>
              </a:rPr>
              <a:t>Google Antigravity</a:t>
            </a:r>
            <a:r>
              <a:rPr lang="ja-JP" sz="1650" b="1" u="none" strike="noStrike">
                <a:solidFill>
                  <a:srgbClr val="9B82B5"/>
                </a:solidFill>
                <a:effectLst/>
                <a:uFillTx/>
                <a:latin typeface="NotoSansJP-Thin_"/>
                <a:ea typeface="NotoSansJP-Thin_"/>
              </a:rPr>
              <a:t>で、開発の未来を体験しましょう！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75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45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5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79" name=""/>
          <p:cNvSpPr/>
          <p:nvPr/>
        </p:nvSpPr>
        <p:spPr>
          <a:xfrm>
            <a:off x="571320" y="2333520"/>
            <a:ext cx="11049480" cy="28800"/>
          </a:xfrm>
          <a:custGeom>
            <a:avLst/>
            <a:gdLst/>
            <a:ahLst/>
            <a:rect l="0" t="0" r="r" b="b"/>
            <a:pathLst>
              <a:path w="30693" h="80">
                <a:moveTo>
                  <a:pt x="0" y="0"/>
                </a:moveTo>
                <a:lnTo>
                  <a:pt x="30693" y="0"/>
                </a:lnTo>
                <a:lnTo>
                  <a:pt x="30693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D5C6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80" name=""/>
          <p:cNvSpPr/>
          <p:nvPr/>
        </p:nvSpPr>
        <p:spPr>
          <a:xfrm>
            <a:off x="686880" y="1744560"/>
            <a:ext cx="245880" cy="397080"/>
          </a:xfrm>
          <a:custGeom>
            <a:avLst/>
            <a:gdLst/>
            <a:ahLst/>
            <a:rect l="0" t="0" r="r" b="b"/>
            <a:pathLst>
              <a:path w="683" h="1103">
                <a:moveTo>
                  <a:pt x="683" y="764"/>
                </a:moveTo>
                <a:cubicBezTo>
                  <a:pt x="683" y="859"/>
                  <a:pt x="650" y="939"/>
                  <a:pt x="584" y="1005"/>
                </a:cubicBezTo>
                <a:cubicBezTo>
                  <a:pt x="517" y="1070"/>
                  <a:pt x="436" y="1103"/>
                  <a:pt x="342" y="1103"/>
                </a:cubicBezTo>
                <a:cubicBezTo>
                  <a:pt x="247" y="1103"/>
                  <a:pt x="167" y="1070"/>
                  <a:pt x="100" y="1005"/>
                </a:cubicBezTo>
                <a:cubicBezTo>
                  <a:pt x="33" y="939"/>
                  <a:pt x="0" y="859"/>
                  <a:pt x="0" y="764"/>
                </a:cubicBezTo>
                <a:lnTo>
                  <a:pt x="0" y="241"/>
                </a:lnTo>
                <a:cubicBezTo>
                  <a:pt x="0" y="174"/>
                  <a:pt x="24" y="117"/>
                  <a:pt x="71" y="70"/>
                </a:cubicBezTo>
                <a:cubicBezTo>
                  <a:pt x="118" y="23"/>
                  <a:pt x="175" y="0"/>
                  <a:pt x="241" y="0"/>
                </a:cubicBezTo>
                <a:cubicBezTo>
                  <a:pt x="307" y="0"/>
                  <a:pt x="364" y="23"/>
                  <a:pt x="411" y="70"/>
                </a:cubicBezTo>
                <a:cubicBezTo>
                  <a:pt x="459" y="117"/>
                  <a:pt x="483" y="174"/>
                  <a:pt x="483" y="241"/>
                </a:cubicBezTo>
                <a:lnTo>
                  <a:pt x="483" y="737"/>
                </a:lnTo>
                <a:cubicBezTo>
                  <a:pt x="483" y="775"/>
                  <a:pt x="469" y="808"/>
                  <a:pt x="441" y="836"/>
                </a:cubicBezTo>
                <a:cubicBezTo>
                  <a:pt x="413" y="863"/>
                  <a:pt x="380" y="877"/>
                  <a:pt x="341" y="877"/>
                </a:cubicBezTo>
                <a:cubicBezTo>
                  <a:pt x="302" y="877"/>
                  <a:pt x="269" y="864"/>
                  <a:pt x="241" y="836"/>
                </a:cubicBezTo>
                <a:cubicBezTo>
                  <a:pt x="214" y="809"/>
                  <a:pt x="200" y="776"/>
                  <a:pt x="200" y="737"/>
                </a:cubicBezTo>
                <a:lnTo>
                  <a:pt x="200" y="227"/>
                </a:lnTo>
                <a:lnTo>
                  <a:pt x="283" y="227"/>
                </a:lnTo>
                <a:lnTo>
                  <a:pt x="283" y="737"/>
                </a:lnTo>
                <a:cubicBezTo>
                  <a:pt x="283" y="752"/>
                  <a:pt x="288" y="766"/>
                  <a:pt x="300" y="777"/>
                </a:cubicBezTo>
                <a:cubicBezTo>
                  <a:pt x="311" y="789"/>
                  <a:pt x="325" y="795"/>
                  <a:pt x="342" y="795"/>
                </a:cubicBezTo>
                <a:cubicBezTo>
                  <a:pt x="359" y="795"/>
                  <a:pt x="372" y="789"/>
                  <a:pt x="383" y="777"/>
                </a:cubicBezTo>
                <a:cubicBezTo>
                  <a:pt x="394" y="766"/>
                  <a:pt x="400" y="752"/>
                  <a:pt x="400" y="737"/>
                </a:cubicBezTo>
                <a:lnTo>
                  <a:pt x="400" y="241"/>
                </a:lnTo>
                <a:cubicBezTo>
                  <a:pt x="400" y="196"/>
                  <a:pt x="384" y="159"/>
                  <a:pt x="354" y="129"/>
                </a:cubicBezTo>
                <a:cubicBezTo>
                  <a:pt x="323" y="98"/>
                  <a:pt x="285" y="82"/>
                  <a:pt x="241" y="82"/>
                </a:cubicBezTo>
                <a:cubicBezTo>
                  <a:pt x="197" y="82"/>
                  <a:pt x="159" y="98"/>
                  <a:pt x="129" y="129"/>
                </a:cubicBezTo>
                <a:cubicBezTo>
                  <a:pt x="98" y="159"/>
                  <a:pt x="83" y="197"/>
                  <a:pt x="83" y="241"/>
                </a:cubicBezTo>
                <a:lnTo>
                  <a:pt x="83" y="764"/>
                </a:lnTo>
                <a:cubicBezTo>
                  <a:pt x="83" y="836"/>
                  <a:pt x="108" y="897"/>
                  <a:pt x="159" y="946"/>
                </a:cubicBezTo>
                <a:cubicBezTo>
                  <a:pt x="209" y="996"/>
                  <a:pt x="270" y="1021"/>
                  <a:pt x="342" y="1021"/>
                </a:cubicBezTo>
                <a:cubicBezTo>
                  <a:pt x="413" y="1021"/>
                  <a:pt x="474" y="996"/>
                  <a:pt x="525" y="946"/>
                </a:cubicBezTo>
                <a:cubicBezTo>
                  <a:pt x="575" y="897"/>
                  <a:pt x="601" y="836"/>
                  <a:pt x="601" y="764"/>
                </a:cubicBezTo>
                <a:lnTo>
                  <a:pt x="601" y="227"/>
                </a:lnTo>
                <a:lnTo>
                  <a:pt x="683" y="227"/>
                </a:lnTo>
                <a:lnTo>
                  <a:pt x="683" y="764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81" name=""/>
          <p:cNvSpPr/>
          <p:nvPr/>
        </p:nvSpPr>
        <p:spPr>
          <a:xfrm>
            <a:off x="414360" y="2422800"/>
            <a:ext cx="5763960" cy="2877840"/>
          </a:xfrm>
          <a:custGeom>
            <a:avLst/>
            <a:gdLst/>
            <a:ahLst/>
            <a:rect l="0" t="0" r="r" b="b"/>
            <a:pathLst>
              <a:path w="16011" h="7994">
                <a:moveTo>
                  <a:pt x="436" y="678"/>
                </a:moveTo>
                <a:lnTo>
                  <a:pt x="436" y="7161"/>
                </a:lnTo>
                <a:cubicBezTo>
                  <a:pt x="436" y="7203"/>
                  <a:pt x="444" y="7244"/>
                  <a:pt x="460" y="7283"/>
                </a:cubicBezTo>
                <a:cubicBezTo>
                  <a:pt x="476" y="7322"/>
                  <a:pt x="499" y="7356"/>
                  <a:pt x="529" y="7386"/>
                </a:cubicBezTo>
                <a:cubicBezTo>
                  <a:pt x="559" y="7415"/>
                  <a:pt x="593" y="7438"/>
                  <a:pt x="632" y="7454"/>
                </a:cubicBezTo>
                <a:cubicBezTo>
                  <a:pt x="671" y="7471"/>
                  <a:pt x="711" y="7479"/>
                  <a:pt x="753" y="7479"/>
                </a:cubicBezTo>
                <a:lnTo>
                  <a:pt x="15254" y="7479"/>
                </a:lnTo>
                <a:cubicBezTo>
                  <a:pt x="15296" y="7479"/>
                  <a:pt x="15336" y="7471"/>
                  <a:pt x="15375" y="7454"/>
                </a:cubicBezTo>
                <a:cubicBezTo>
                  <a:pt x="15414" y="7438"/>
                  <a:pt x="15448" y="7415"/>
                  <a:pt x="15478" y="7386"/>
                </a:cubicBezTo>
                <a:cubicBezTo>
                  <a:pt x="15508" y="7356"/>
                  <a:pt x="15531" y="7322"/>
                  <a:pt x="15547" y="7283"/>
                </a:cubicBezTo>
                <a:cubicBezTo>
                  <a:pt x="15563" y="7244"/>
                  <a:pt x="15571" y="7203"/>
                  <a:pt x="15571" y="7161"/>
                </a:cubicBezTo>
                <a:lnTo>
                  <a:pt x="15571" y="678"/>
                </a:lnTo>
                <a:cubicBezTo>
                  <a:pt x="15571" y="636"/>
                  <a:pt x="15563" y="595"/>
                  <a:pt x="15547" y="556"/>
                </a:cubicBezTo>
                <a:cubicBezTo>
                  <a:pt x="15531" y="517"/>
                  <a:pt x="15508" y="483"/>
                  <a:pt x="15478" y="453"/>
                </a:cubicBezTo>
                <a:cubicBezTo>
                  <a:pt x="15448" y="424"/>
                  <a:pt x="15414" y="401"/>
                  <a:pt x="15375" y="385"/>
                </a:cubicBezTo>
                <a:cubicBezTo>
                  <a:pt x="15336" y="368"/>
                  <a:pt x="15296" y="360"/>
                  <a:pt x="15254" y="360"/>
                </a:cubicBezTo>
                <a:lnTo>
                  <a:pt x="753" y="360"/>
                </a:lnTo>
                <a:cubicBezTo>
                  <a:pt x="711" y="360"/>
                  <a:pt x="671" y="368"/>
                  <a:pt x="632" y="385"/>
                </a:cubicBezTo>
                <a:cubicBezTo>
                  <a:pt x="593" y="401"/>
                  <a:pt x="559" y="424"/>
                  <a:pt x="529" y="453"/>
                </a:cubicBezTo>
                <a:cubicBezTo>
                  <a:pt x="499" y="483"/>
                  <a:pt x="476" y="517"/>
                  <a:pt x="460" y="556"/>
                </a:cubicBezTo>
                <a:cubicBezTo>
                  <a:pt x="444" y="595"/>
                  <a:pt x="436" y="636"/>
                  <a:pt x="436" y="678"/>
                </a:cubicBezTo>
                <a:moveTo>
                  <a:pt x="0" y="0"/>
                </a:moveTo>
                <a:lnTo>
                  <a:pt x="16011" y="0"/>
                </a:lnTo>
                <a:lnTo>
                  <a:pt x="16011" y="7994"/>
                </a:lnTo>
                <a:lnTo>
                  <a:pt x="0" y="7994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982" name=""/>
          <p:cNvSpPr/>
          <p:nvPr/>
        </p:nvSpPr>
        <p:spPr>
          <a:xfrm>
            <a:off x="580680" y="2562120"/>
            <a:ext cx="5429880" cy="2543400"/>
          </a:xfrm>
          <a:custGeom>
            <a:avLst/>
            <a:gdLst/>
            <a:ahLst/>
            <a:rect l="0" t="0" r="r" b="b"/>
            <a:pathLst>
              <a:path w="15083" h="7065">
                <a:moveTo>
                  <a:pt x="0" y="6774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5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1" y="29"/>
                  <a:pt x="14937" y="38"/>
                  <a:pt x="14953" y="49"/>
                </a:cubicBezTo>
                <a:cubicBezTo>
                  <a:pt x="14969" y="59"/>
                  <a:pt x="14984" y="72"/>
                  <a:pt x="14997" y="85"/>
                </a:cubicBezTo>
                <a:cubicBezTo>
                  <a:pt x="15011" y="99"/>
                  <a:pt x="15023" y="113"/>
                  <a:pt x="15034" y="129"/>
                </a:cubicBezTo>
                <a:cubicBezTo>
                  <a:pt x="15044" y="145"/>
                  <a:pt x="15053" y="162"/>
                  <a:pt x="15061" y="179"/>
                </a:cubicBezTo>
                <a:cubicBezTo>
                  <a:pt x="15068" y="197"/>
                  <a:pt x="15073" y="215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6774"/>
                </a:lnTo>
                <a:cubicBezTo>
                  <a:pt x="15083" y="6793"/>
                  <a:pt x="15081" y="6812"/>
                  <a:pt x="15077" y="6831"/>
                </a:cubicBezTo>
                <a:cubicBezTo>
                  <a:pt x="15073" y="6850"/>
                  <a:pt x="15068" y="6868"/>
                  <a:pt x="15061" y="6886"/>
                </a:cubicBezTo>
                <a:cubicBezTo>
                  <a:pt x="15053" y="6903"/>
                  <a:pt x="15044" y="6920"/>
                  <a:pt x="15034" y="6936"/>
                </a:cubicBezTo>
                <a:cubicBezTo>
                  <a:pt x="15023" y="6952"/>
                  <a:pt x="15011" y="6966"/>
                  <a:pt x="14997" y="6980"/>
                </a:cubicBezTo>
                <a:cubicBezTo>
                  <a:pt x="14984" y="6993"/>
                  <a:pt x="14969" y="7005"/>
                  <a:pt x="14953" y="7016"/>
                </a:cubicBezTo>
                <a:cubicBezTo>
                  <a:pt x="14937" y="7027"/>
                  <a:pt x="14921" y="7036"/>
                  <a:pt x="14903" y="7043"/>
                </a:cubicBezTo>
                <a:cubicBezTo>
                  <a:pt x="14885" y="7050"/>
                  <a:pt x="14867" y="7056"/>
                  <a:pt x="14848" y="7060"/>
                </a:cubicBezTo>
                <a:cubicBezTo>
                  <a:pt x="14830" y="7063"/>
                  <a:pt x="14811" y="7065"/>
                  <a:pt x="14792" y="7065"/>
                </a:cubicBezTo>
                <a:lnTo>
                  <a:pt x="291" y="7065"/>
                </a:lnTo>
                <a:cubicBezTo>
                  <a:pt x="272" y="7065"/>
                  <a:pt x="253" y="7063"/>
                  <a:pt x="235" y="7060"/>
                </a:cubicBezTo>
                <a:cubicBezTo>
                  <a:pt x="216" y="7056"/>
                  <a:pt x="198" y="7050"/>
                  <a:pt x="180" y="7043"/>
                </a:cubicBezTo>
                <a:cubicBezTo>
                  <a:pt x="162" y="7036"/>
                  <a:pt x="146" y="7027"/>
                  <a:pt x="130" y="7016"/>
                </a:cubicBezTo>
                <a:cubicBezTo>
                  <a:pt x="114" y="7005"/>
                  <a:pt x="99" y="6993"/>
                  <a:pt x="86" y="6980"/>
                </a:cubicBezTo>
                <a:cubicBezTo>
                  <a:pt x="72" y="6966"/>
                  <a:pt x="60" y="6952"/>
                  <a:pt x="50" y="6936"/>
                </a:cubicBezTo>
                <a:cubicBezTo>
                  <a:pt x="39" y="6920"/>
                  <a:pt x="30" y="6903"/>
                  <a:pt x="23" y="6886"/>
                </a:cubicBezTo>
                <a:cubicBezTo>
                  <a:pt x="15" y="6868"/>
                  <a:pt x="10" y="6850"/>
                  <a:pt x="6" y="6831"/>
                </a:cubicBezTo>
                <a:cubicBezTo>
                  <a:pt x="2" y="6812"/>
                  <a:pt x="0" y="6793"/>
                  <a:pt x="0" y="6774"/>
                </a:cubicBezTo>
                <a:close/>
              </a:path>
            </a:pathLst>
          </a:custGeom>
          <a:solidFill>
            <a:srgbClr val="A8D8EA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83" name=""/>
          <p:cNvSpPr/>
          <p:nvPr/>
        </p:nvSpPr>
        <p:spPr>
          <a:xfrm>
            <a:off x="580680" y="2562120"/>
            <a:ext cx="5429880" cy="2543400"/>
          </a:xfrm>
          <a:custGeom>
            <a:avLst/>
            <a:gdLst/>
            <a:ahLst/>
            <a:rect l="0" t="0" r="r" b="b"/>
            <a:pathLst>
              <a:path w="15083" h="7065">
                <a:moveTo>
                  <a:pt x="0" y="6774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50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lnTo>
                  <a:pt x="14792" y="0"/>
                </a:lnTo>
                <a:cubicBezTo>
                  <a:pt x="14811" y="0"/>
                  <a:pt x="14830" y="2"/>
                  <a:pt x="14848" y="5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1" y="29"/>
                  <a:pt x="14937" y="38"/>
                  <a:pt x="14953" y="49"/>
                </a:cubicBezTo>
                <a:cubicBezTo>
                  <a:pt x="14969" y="59"/>
                  <a:pt x="14984" y="72"/>
                  <a:pt x="14997" y="85"/>
                </a:cubicBezTo>
                <a:cubicBezTo>
                  <a:pt x="15011" y="99"/>
                  <a:pt x="15023" y="113"/>
                  <a:pt x="15034" y="129"/>
                </a:cubicBezTo>
                <a:cubicBezTo>
                  <a:pt x="15044" y="145"/>
                  <a:pt x="15053" y="162"/>
                  <a:pt x="15061" y="179"/>
                </a:cubicBezTo>
                <a:cubicBezTo>
                  <a:pt x="15068" y="197"/>
                  <a:pt x="15073" y="215"/>
                  <a:pt x="15077" y="234"/>
                </a:cubicBezTo>
                <a:cubicBezTo>
                  <a:pt x="15081" y="253"/>
                  <a:pt x="15083" y="272"/>
                  <a:pt x="15083" y="291"/>
                </a:cubicBezTo>
                <a:lnTo>
                  <a:pt x="15083" y="6774"/>
                </a:lnTo>
                <a:cubicBezTo>
                  <a:pt x="15083" y="6793"/>
                  <a:pt x="15081" y="6812"/>
                  <a:pt x="15077" y="6831"/>
                </a:cubicBezTo>
                <a:cubicBezTo>
                  <a:pt x="15073" y="6850"/>
                  <a:pt x="15068" y="6868"/>
                  <a:pt x="15061" y="6886"/>
                </a:cubicBezTo>
                <a:cubicBezTo>
                  <a:pt x="15053" y="6903"/>
                  <a:pt x="15044" y="6920"/>
                  <a:pt x="15034" y="6936"/>
                </a:cubicBezTo>
                <a:cubicBezTo>
                  <a:pt x="15023" y="6952"/>
                  <a:pt x="15011" y="6966"/>
                  <a:pt x="14997" y="6980"/>
                </a:cubicBezTo>
                <a:cubicBezTo>
                  <a:pt x="14984" y="6993"/>
                  <a:pt x="14969" y="7005"/>
                  <a:pt x="14953" y="7016"/>
                </a:cubicBezTo>
                <a:cubicBezTo>
                  <a:pt x="14937" y="7027"/>
                  <a:pt x="14921" y="7036"/>
                  <a:pt x="14903" y="7043"/>
                </a:cubicBezTo>
                <a:cubicBezTo>
                  <a:pt x="14885" y="7050"/>
                  <a:pt x="14867" y="7056"/>
                  <a:pt x="14848" y="7060"/>
                </a:cubicBezTo>
                <a:cubicBezTo>
                  <a:pt x="14830" y="7063"/>
                  <a:pt x="14811" y="7065"/>
                  <a:pt x="14792" y="7065"/>
                </a:cubicBezTo>
                <a:lnTo>
                  <a:pt x="291" y="7065"/>
                </a:lnTo>
                <a:cubicBezTo>
                  <a:pt x="272" y="7065"/>
                  <a:pt x="253" y="7063"/>
                  <a:pt x="235" y="7060"/>
                </a:cubicBezTo>
                <a:cubicBezTo>
                  <a:pt x="216" y="7056"/>
                  <a:pt x="198" y="7050"/>
                  <a:pt x="180" y="7043"/>
                </a:cubicBezTo>
                <a:cubicBezTo>
                  <a:pt x="162" y="7036"/>
                  <a:pt x="146" y="7027"/>
                  <a:pt x="130" y="7016"/>
                </a:cubicBezTo>
                <a:cubicBezTo>
                  <a:pt x="114" y="7005"/>
                  <a:pt x="99" y="6993"/>
                  <a:pt x="86" y="6980"/>
                </a:cubicBezTo>
                <a:cubicBezTo>
                  <a:pt x="72" y="6966"/>
                  <a:pt x="60" y="6952"/>
                  <a:pt x="50" y="6936"/>
                </a:cubicBezTo>
                <a:cubicBezTo>
                  <a:pt x="39" y="6920"/>
                  <a:pt x="30" y="6903"/>
                  <a:pt x="23" y="6886"/>
                </a:cubicBezTo>
                <a:cubicBezTo>
                  <a:pt x="15" y="6868"/>
                  <a:pt x="10" y="6850"/>
                  <a:pt x="6" y="6831"/>
                </a:cubicBezTo>
                <a:cubicBezTo>
                  <a:pt x="2" y="6812"/>
                  <a:pt x="0" y="6793"/>
                  <a:pt x="0" y="6774"/>
                </a:cubicBezTo>
                <a:close/>
              </a:path>
            </a:pathLst>
          </a:custGeom>
          <a:noFill/>
          <a:ln w="18720">
            <a:solidFill>
              <a:srgbClr val="A8D8EA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84" name=""/>
          <p:cNvSpPr/>
          <p:nvPr/>
        </p:nvSpPr>
        <p:spPr>
          <a:xfrm>
            <a:off x="792000" y="3039120"/>
            <a:ext cx="302040" cy="151200"/>
          </a:xfrm>
          <a:custGeom>
            <a:avLst/>
            <a:gdLst/>
            <a:ahLst/>
            <a:rect l="0" t="0" r="r" b="b"/>
            <a:pathLst>
              <a:path w="839" h="420">
                <a:moveTo>
                  <a:pt x="387" y="420"/>
                </a:moveTo>
                <a:lnTo>
                  <a:pt x="209" y="420"/>
                </a:lnTo>
                <a:cubicBezTo>
                  <a:pt x="151" y="420"/>
                  <a:pt x="102" y="399"/>
                  <a:pt x="61" y="359"/>
                </a:cubicBezTo>
                <a:cubicBezTo>
                  <a:pt x="20" y="318"/>
                  <a:pt x="0" y="268"/>
                  <a:pt x="0" y="210"/>
                </a:cubicBezTo>
                <a:cubicBezTo>
                  <a:pt x="0" y="152"/>
                  <a:pt x="20" y="102"/>
                  <a:pt x="61" y="61"/>
                </a:cubicBezTo>
                <a:cubicBezTo>
                  <a:pt x="102" y="20"/>
                  <a:pt x="151" y="0"/>
                  <a:pt x="209" y="0"/>
                </a:cubicBezTo>
                <a:lnTo>
                  <a:pt x="387" y="0"/>
                </a:lnTo>
                <a:lnTo>
                  <a:pt x="387" y="63"/>
                </a:lnTo>
                <a:lnTo>
                  <a:pt x="209" y="63"/>
                </a:lnTo>
                <a:cubicBezTo>
                  <a:pt x="169" y="63"/>
                  <a:pt x="134" y="77"/>
                  <a:pt x="106" y="105"/>
                </a:cubicBezTo>
                <a:cubicBezTo>
                  <a:pt x="77" y="135"/>
                  <a:pt x="63" y="169"/>
                  <a:pt x="63" y="210"/>
                </a:cubicBezTo>
                <a:cubicBezTo>
                  <a:pt x="63" y="251"/>
                  <a:pt x="77" y="285"/>
                  <a:pt x="106" y="314"/>
                </a:cubicBezTo>
                <a:cubicBezTo>
                  <a:pt x="134" y="343"/>
                  <a:pt x="169" y="357"/>
                  <a:pt x="209" y="357"/>
                </a:cubicBezTo>
                <a:lnTo>
                  <a:pt x="387" y="357"/>
                </a:lnTo>
                <a:lnTo>
                  <a:pt x="387" y="420"/>
                </a:lnTo>
                <a:moveTo>
                  <a:pt x="257" y="242"/>
                </a:moveTo>
                <a:lnTo>
                  <a:pt x="257" y="179"/>
                </a:lnTo>
                <a:lnTo>
                  <a:pt x="581" y="179"/>
                </a:lnTo>
                <a:lnTo>
                  <a:pt x="581" y="242"/>
                </a:lnTo>
                <a:lnTo>
                  <a:pt x="257" y="242"/>
                </a:lnTo>
                <a:moveTo>
                  <a:pt x="450" y="420"/>
                </a:moveTo>
                <a:lnTo>
                  <a:pt x="450" y="357"/>
                </a:lnTo>
                <a:lnTo>
                  <a:pt x="628" y="357"/>
                </a:lnTo>
                <a:cubicBezTo>
                  <a:pt x="669" y="357"/>
                  <a:pt x="704" y="343"/>
                  <a:pt x="733" y="314"/>
                </a:cubicBezTo>
                <a:cubicBezTo>
                  <a:pt x="762" y="286"/>
                  <a:pt x="776" y="251"/>
                  <a:pt x="776" y="211"/>
                </a:cubicBezTo>
                <a:cubicBezTo>
                  <a:pt x="776" y="170"/>
                  <a:pt x="762" y="135"/>
                  <a:pt x="733" y="106"/>
                </a:cubicBezTo>
                <a:cubicBezTo>
                  <a:pt x="704" y="77"/>
                  <a:pt x="669" y="63"/>
                  <a:pt x="628" y="63"/>
                </a:cubicBezTo>
                <a:lnTo>
                  <a:pt x="450" y="63"/>
                </a:lnTo>
                <a:lnTo>
                  <a:pt x="450" y="0"/>
                </a:lnTo>
                <a:lnTo>
                  <a:pt x="628" y="0"/>
                </a:lnTo>
                <a:cubicBezTo>
                  <a:pt x="686" y="0"/>
                  <a:pt x="737" y="20"/>
                  <a:pt x="778" y="61"/>
                </a:cubicBezTo>
                <a:cubicBezTo>
                  <a:pt x="818" y="102"/>
                  <a:pt x="839" y="152"/>
                  <a:pt x="839" y="210"/>
                </a:cubicBezTo>
                <a:cubicBezTo>
                  <a:pt x="839" y="268"/>
                  <a:pt x="818" y="318"/>
                  <a:pt x="778" y="359"/>
                </a:cubicBezTo>
                <a:cubicBezTo>
                  <a:pt x="737" y="399"/>
                  <a:pt x="686" y="420"/>
                  <a:pt x="628" y="420"/>
                </a:cubicBezTo>
                <a:lnTo>
                  <a:pt x="450" y="420"/>
                </a:lnTo>
                <a:close/>
              </a:path>
            </a:pathLst>
          </a:custGeom>
          <a:solidFill>
            <a:srgbClr val="6DAA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85" name=""/>
          <p:cNvSpPr txBox="1"/>
          <p:nvPr/>
        </p:nvSpPr>
        <p:spPr>
          <a:xfrm>
            <a:off x="1047600" y="1853640"/>
            <a:ext cx="1548360" cy="36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補足資料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86" name=""/>
          <p:cNvSpPr txBox="1"/>
          <p:nvPr/>
        </p:nvSpPr>
        <p:spPr>
          <a:xfrm>
            <a:off x="1123920" y="3123360"/>
            <a:ext cx="10076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参考リンク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87" name=""/>
          <p:cNvSpPr/>
          <p:nvPr/>
        </p:nvSpPr>
        <p:spPr>
          <a:xfrm>
            <a:off x="2133360" y="3752640"/>
            <a:ext cx="1924560" cy="19440"/>
          </a:xfrm>
          <a:custGeom>
            <a:avLst/>
            <a:gdLst/>
            <a:ahLst/>
            <a:rect l="0" t="0" r="r" b="b"/>
            <a:pathLst>
              <a:path w="5346" h="54">
                <a:moveTo>
                  <a:pt x="0" y="0"/>
                </a:moveTo>
                <a:lnTo>
                  <a:pt x="5346" y="0"/>
                </a:lnTo>
                <a:lnTo>
                  <a:pt x="534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A8D8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88" name=""/>
          <p:cNvSpPr txBox="1"/>
          <p:nvPr/>
        </p:nvSpPr>
        <p:spPr>
          <a:xfrm>
            <a:off x="762120" y="3479400"/>
            <a:ext cx="31640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公式サイト：</a:t>
            </a:r>
            <a:r>
              <a:rPr lang="en-US" sz="1800" b="0" u="none" strike="noStrike">
                <a:solidFill>
                  <a:srgbClr val="6A90C8"/>
                </a:solidFill>
                <a:effectLst/>
                <a:uFillTx/>
                <a:latin typeface="NotoSansJP-Thin_"/>
                <a:ea typeface="NotoSansJP-Thin_"/>
              </a:rPr>
              <a:t>antigravity.google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89" name=""/>
          <p:cNvSpPr/>
          <p:nvPr/>
        </p:nvSpPr>
        <p:spPr>
          <a:xfrm>
            <a:off x="2361960" y="4267080"/>
            <a:ext cx="2505600" cy="19440"/>
          </a:xfrm>
          <a:custGeom>
            <a:avLst/>
            <a:gdLst/>
            <a:ahLst/>
            <a:rect l="0" t="0" r="r" b="b"/>
            <a:pathLst>
              <a:path w="6960" h="54">
                <a:moveTo>
                  <a:pt x="0" y="0"/>
                </a:moveTo>
                <a:lnTo>
                  <a:pt x="6960" y="0"/>
                </a:lnTo>
                <a:lnTo>
                  <a:pt x="696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A8D8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90" name=""/>
          <p:cNvSpPr txBox="1"/>
          <p:nvPr/>
        </p:nvSpPr>
        <p:spPr>
          <a:xfrm>
            <a:off x="762120" y="3993480"/>
            <a:ext cx="39391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ドキュメント：</a:t>
            </a:r>
            <a:r>
              <a:rPr lang="en-US" sz="1800" b="0" u="none" strike="noStrike">
                <a:solidFill>
                  <a:srgbClr val="6A90C8"/>
                </a:solidFill>
                <a:effectLst/>
                <a:uFillTx/>
                <a:latin typeface="NotoSansJP-Thin_"/>
                <a:ea typeface="NotoSansJP-Thin_"/>
              </a:rPr>
              <a:t>antigravity.google/docs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91" name=""/>
          <p:cNvSpPr/>
          <p:nvPr/>
        </p:nvSpPr>
        <p:spPr>
          <a:xfrm>
            <a:off x="1742760" y="4781520"/>
            <a:ext cx="2238840" cy="19080"/>
          </a:xfrm>
          <a:custGeom>
            <a:avLst/>
            <a:gdLst/>
            <a:ahLst/>
            <a:rect l="0" t="0" r="r" b="b"/>
            <a:pathLst>
              <a:path w="6219" h="53">
                <a:moveTo>
                  <a:pt x="0" y="0"/>
                </a:moveTo>
                <a:lnTo>
                  <a:pt x="6219" y="0"/>
                </a:lnTo>
                <a:lnTo>
                  <a:pt x="6219" y="53"/>
                </a:lnTo>
                <a:lnTo>
                  <a:pt x="0" y="53"/>
                </a:lnTo>
                <a:lnTo>
                  <a:pt x="0" y="0"/>
                </a:lnTo>
                <a:close/>
              </a:path>
            </a:pathLst>
          </a:custGeom>
          <a:solidFill>
            <a:srgbClr val="A8D8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92" name=""/>
          <p:cNvSpPr/>
          <p:nvPr/>
        </p:nvSpPr>
        <p:spPr>
          <a:xfrm>
            <a:off x="6013440" y="2422800"/>
            <a:ext cx="5764320" cy="2877840"/>
          </a:xfrm>
          <a:custGeom>
            <a:avLst/>
            <a:gdLst/>
            <a:ahLst/>
            <a:rect l="0" t="0" r="r" b="b"/>
            <a:pathLst>
              <a:path w="16012" h="7994">
                <a:moveTo>
                  <a:pt x="440" y="678"/>
                </a:moveTo>
                <a:lnTo>
                  <a:pt x="440" y="7161"/>
                </a:lnTo>
                <a:cubicBezTo>
                  <a:pt x="440" y="7203"/>
                  <a:pt x="449" y="7244"/>
                  <a:pt x="465" y="7283"/>
                </a:cubicBezTo>
                <a:cubicBezTo>
                  <a:pt x="481" y="7322"/>
                  <a:pt x="504" y="7356"/>
                  <a:pt x="533" y="7386"/>
                </a:cubicBezTo>
                <a:cubicBezTo>
                  <a:pt x="563" y="7415"/>
                  <a:pt x="598" y="7438"/>
                  <a:pt x="636" y="7454"/>
                </a:cubicBezTo>
                <a:cubicBezTo>
                  <a:pt x="675" y="7471"/>
                  <a:pt x="716" y="7479"/>
                  <a:pt x="758" y="7479"/>
                </a:cubicBezTo>
                <a:lnTo>
                  <a:pt x="15258" y="7479"/>
                </a:lnTo>
                <a:cubicBezTo>
                  <a:pt x="15300" y="7479"/>
                  <a:pt x="15341" y="7471"/>
                  <a:pt x="15380" y="7454"/>
                </a:cubicBezTo>
                <a:cubicBezTo>
                  <a:pt x="15419" y="7438"/>
                  <a:pt x="15453" y="7415"/>
                  <a:pt x="15483" y="7386"/>
                </a:cubicBezTo>
                <a:cubicBezTo>
                  <a:pt x="15512" y="7356"/>
                  <a:pt x="15535" y="7322"/>
                  <a:pt x="15551" y="7283"/>
                </a:cubicBezTo>
                <a:cubicBezTo>
                  <a:pt x="15568" y="7244"/>
                  <a:pt x="15576" y="7203"/>
                  <a:pt x="15576" y="7161"/>
                </a:cubicBezTo>
                <a:lnTo>
                  <a:pt x="15576" y="678"/>
                </a:lnTo>
                <a:cubicBezTo>
                  <a:pt x="15576" y="636"/>
                  <a:pt x="15568" y="595"/>
                  <a:pt x="15551" y="556"/>
                </a:cubicBezTo>
                <a:cubicBezTo>
                  <a:pt x="15535" y="517"/>
                  <a:pt x="15512" y="483"/>
                  <a:pt x="15483" y="453"/>
                </a:cubicBezTo>
                <a:cubicBezTo>
                  <a:pt x="15453" y="424"/>
                  <a:pt x="15419" y="401"/>
                  <a:pt x="15380" y="385"/>
                </a:cubicBezTo>
                <a:cubicBezTo>
                  <a:pt x="15341" y="368"/>
                  <a:pt x="15300" y="360"/>
                  <a:pt x="15258" y="360"/>
                </a:cubicBezTo>
                <a:lnTo>
                  <a:pt x="758" y="360"/>
                </a:lnTo>
                <a:cubicBezTo>
                  <a:pt x="716" y="360"/>
                  <a:pt x="675" y="368"/>
                  <a:pt x="636" y="385"/>
                </a:cubicBezTo>
                <a:cubicBezTo>
                  <a:pt x="598" y="401"/>
                  <a:pt x="563" y="424"/>
                  <a:pt x="533" y="453"/>
                </a:cubicBezTo>
                <a:cubicBezTo>
                  <a:pt x="504" y="483"/>
                  <a:pt x="481" y="517"/>
                  <a:pt x="465" y="556"/>
                </a:cubicBezTo>
                <a:cubicBezTo>
                  <a:pt x="449" y="595"/>
                  <a:pt x="440" y="636"/>
                  <a:pt x="440" y="678"/>
                </a:cubicBezTo>
                <a:moveTo>
                  <a:pt x="0" y="0"/>
                </a:moveTo>
                <a:lnTo>
                  <a:pt x="16012" y="0"/>
                </a:lnTo>
                <a:lnTo>
                  <a:pt x="16012" y="7994"/>
                </a:lnTo>
                <a:lnTo>
                  <a:pt x="0" y="7994"/>
                </a:lnTo>
                <a:lnTo>
                  <a:pt x="0" y="0"/>
                </a:lnTo>
                <a:close/>
              </a:path>
            </a:pathLst>
          </a:custGeom>
          <a:solidFill>
            <a:srgbClr val="5A4678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993" name=""/>
          <p:cNvSpPr/>
          <p:nvPr/>
        </p:nvSpPr>
        <p:spPr>
          <a:xfrm>
            <a:off x="6181560" y="2562120"/>
            <a:ext cx="5429520" cy="2543400"/>
          </a:xfrm>
          <a:custGeom>
            <a:avLst/>
            <a:gdLst/>
            <a:ahLst/>
            <a:rect l="0" t="0" r="r" b="b"/>
            <a:pathLst>
              <a:path w="15082" h="7065">
                <a:moveTo>
                  <a:pt x="0" y="6774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9"/>
                  <a:pt x="85" y="85"/>
                </a:cubicBezTo>
                <a:cubicBezTo>
                  <a:pt x="99" y="72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5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59"/>
                  <a:pt x="14983" y="72"/>
                  <a:pt x="14997" y="85"/>
                </a:cubicBezTo>
                <a:cubicBezTo>
                  <a:pt x="15010" y="99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79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6774"/>
                </a:lnTo>
                <a:cubicBezTo>
                  <a:pt x="15082" y="6793"/>
                  <a:pt x="15080" y="6812"/>
                  <a:pt x="15077" y="6831"/>
                </a:cubicBezTo>
                <a:cubicBezTo>
                  <a:pt x="15073" y="6850"/>
                  <a:pt x="15067" y="6868"/>
                  <a:pt x="15060" y="6886"/>
                </a:cubicBezTo>
                <a:cubicBezTo>
                  <a:pt x="15053" y="6903"/>
                  <a:pt x="15044" y="6920"/>
                  <a:pt x="15033" y="6936"/>
                </a:cubicBezTo>
                <a:cubicBezTo>
                  <a:pt x="15023" y="6952"/>
                  <a:pt x="15010" y="6966"/>
                  <a:pt x="14997" y="6980"/>
                </a:cubicBezTo>
                <a:cubicBezTo>
                  <a:pt x="14983" y="6993"/>
                  <a:pt x="14969" y="7005"/>
                  <a:pt x="14953" y="7016"/>
                </a:cubicBezTo>
                <a:cubicBezTo>
                  <a:pt x="14937" y="7027"/>
                  <a:pt x="14920" y="7036"/>
                  <a:pt x="14903" y="7043"/>
                </a:cubicBezTo>
                <a:cubicBezTo>
                  <a:pt x="14885" y="7050"/>
                  <a:pt x="14867" y="7056"/>
                  <a:pt x="14848" y="7060"/>
                </a:cubicBezTo>
                <a:cubicBezTo>
                  <a:pt x="14829" y="7063"/>
                  <a:pt x="14810" y="7065"/>
                  <a:pt x="14791" y="7065"/>
                </a:cubicBezTo>
                <a:lnTo>
                  <a:pt x="291" y="7065"/>
                </a:lnTo>
                <a:cubicBezTo>
                  <a:pt x="272" y="7065"/>
                  <a:pt x="253" y="7063"/>
                  <a:pt x="234" y="7060"/>
                </a:cubicBezTo>
                <a:cubicBezTo>
                  <a:pt x="215" y="7056"/>
                  <a:pt x="197" y="7050"/>
                  <a:pt x="180" y="7043"/>
                </a:cubicBezTo>
                <a:cubicBezTo>
                  <a:pt x="162" y="7036"/>
                  <a:pt x="145" y="7027"/>
                  <a:pt x="129" y="7016"/>
                </a:cubicBezTo>
                <a:cubicBezTo>
                  <a:pt x="113" y="7005"/>
                  <a:pt x="99" y="6993"/>
                  <a:pt x="85" y="6980"/>
                </a:cubicBezTo>
                <a:cubicBezTo>
                  <a:pt x="72" y="6966"/>
                  <a:pt x="60" y="6952"/>
                  <a:pt x="49" y="6936"/>
                </a:cubicBezTo>
                <a:cubicBezTo>
                  <a:pt x="38" y="6920"/>
                  <a:pt x="29" y="6903"/>
                  <a:pt x="22" y="6886"/>
                </a:cubicBezTo>
                <a:cubicBezTo>
                  <a:pt x="15" y="6868"/>
                  <a:pt x="9" y="6850"/>
                  <a:pt x="6" y="6831"/>
                </a:cubicBezTo>
                <a:cubicBezTo>
                  <a:pt x="2" y="6812"/>
                  <a:pt x="0" y="6793"/>
                  <a:pt x="0" y="6774"/>
                </a:cubicBezTo>
                <a:close/>
              </a:path>
            </a:pathLst>
          </a:custGeom>
          <a:solidFill>
            <a:srgbClr val="D5C6E0">
              <a:alpha val="2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94" name=""/>
          <p:cNvSpPr/>
          <p:nvPr/>
        </p:nvSpPr>
        <p:spPr>
          <a:xfrm>
            <a:off x="6181560" y="2562120"/>
            <a:ext cx="5429520" cy="2543400"/>
          </a:xfrm>
          <a:custGeom>
            <a:avLst/>
            <a:gdLst/>
            <a:ahLst/>
            <a:rect l="0" t="0" r="r" b="b"/>
            <a:pathLst>
              <a:path w="15082" h="7065">
                <a:moveTo>
                  <a:pt x="0" y="6774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29" y="162"/>
                  <a:pt x="38" y="145"/>
                  <a:pt x="49" y="129"/>
                </a:cubicBezTo>
                <a:cubicBezTo>
                  <a:pt x="60" y="113"/>
                  <a:pt x="72" y="99"/>
                  <a:pt x="85" y="85"/>
                </a:cubicBezTo>
                <a:cubicBezTo>
                  <a:pt x="99" y="72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5"/>
                  <a:pt x="215" y="9"/>
                  <a:pt x="234" y="5"/>
                </a:cubicBezTo>
                <a:cubicBezTo>
                  <a:pt x="253" y="2"/>
                  <a:pt x="272" y="0"/>
                  <a:pt x="291" y="0"/>
                </a:cubicBezTo>
                <a:lnTo>
                  <a:pt x="14791" y="0"/>
                </a:lnTo>
                <a:cubicBezTo>
                  <a:pt x="14810" y="0"/>
                  <a:pt x="14829" y="2"/>
                  <a:pt x="14848" y="5"/>
                </a:cubicBezTo>
                <a:cubicBezTo>
                  <a:pt x="14867" y="9"/>
                  <a:pt x="14885" y="15"/>
                  <a:pt x="14903" y="22"/>
                </a:cubicBezTo>
                <a:cubicBezTo>
                  <a:pt x="14920" y="29"/>
                  <a:pt x="14937" y="38"/>
                  <a:pt x="14953" y="49"/>
                </a:cubicBezTo>
                <a:cubicBezTo>
                  <a:pt x="14969" y="59"/>
                  <a:pt x="14983" y="72"/>
                  <a:pt x="14997" y="85"/>
                </a:cubicBezTo>
                <a:cubicBezTo>
                  <a:pt x="15010" y="99"/>
                  <a:pt x="15023" y="113"/>
                  <a:pt x="15033" y="129"/>
                </a:cubicBezTo>
                <a:cubicBezTo>
                  <a:pt x="15044" y="145"/>
                  <a:pt x="15053" y="162"/>
                  <a:pt x="15060" y="179"/>
                </a:cubicBezTo>
                <a:cubicBezTo>
                  <a:pt x="15067" y="197"/>
                  <a:pt x="15073" y="215"/>
                  <a:pt x="15077" y="234"/>
                </a:cubicBezTo>
                <a:cubicBezTo>
                  <a:pt x="15080" y="253"/>
                  <a:pt x="15082" y="272"/>
                  <a:pt x="15082" y="291"/>
                </a:cubicBezTo>
                <a:lnTo>
                  <a:pt x="15082" y="6774"/>
                </a:lnTo>
                <a:cubicBezTo>
                  <a:pt x="15082" y="6793"/>
                  <a:pt x="15080" y="6812"/>
                  <a:pt x="15077" y="6831"/>
                </a:cubicBezTo>
                <a:cubicBezTo>
                  <a:pt x="15073" y="6850"/>
                  <a:pt x="15067" y="6868"/>
                  <a:pt x="15060" y="6886"/>
                </a:cubicBezTo>
                <a:cubicBezTo>
                  <a:pt x="15053" y="6903"/>
                  <a:pt x="15044" y="6920"/>
                  <a:pt x="15033" y="6936"/>
                </a:cubicBezTo>
                <a:cubicBezTo>
                  <a:pt x="15023" y="6952"/>
                  <a:pt x="15010" y="6966"/>
                  <a:pt x="14997" y="6980"/>
                </a:cubicBezTo>
                <a:cubicBezTo>
                  <a:pt x="14983" y="6993"/>
                  <a:pt x="14969" y="7005"/>
                  <a:pt x="14953" y="7016"/>
                </a:cubicBezTo>
                <a:cubicBezTo>
                  <a:pt x="14937" y="7027"/>
                  <a:pt x="14920" y="7036"/>
                  <a:pt x="14903" y="7043"/>
                </a:cubicBezTo>
                <a:cubicBezTo>
                  <a:pt x="14885" y="7050"/>
                  <a:pt x="14867" y="7056"/>
                  <a:pt x="14848" y="7060"/>
                </a:cubicBezTo>
                <a:cubicBezTo>
                  <a:pt x="14829" y="7063"/>
                  <a:pt x="14810" y="7065"/>
                  <a:pt x="14791" y="7065"/>
                </a:cubicBezTo>
                <a:lnTo>
                  <a:pt x="291" y="7065"/>
                </a:lnTo>
                <a:cubicBezTo>
                  <a:pt x="272" y="7065"/>
                  <a:pt x="253" y="7063"/>
                  <a:pt x="234" y="7060"/>
                </a:cubicBezTo>
                <a:cubicBezTo>
                  <a:pt x="215" y="7056"/>
                  <a:pt x="197" y="7050"/>
                  <a:pt x="180" y="7043"/>
                </a:cubicBezTo>
                <a:cubicBezTo>
                  <a:pt x="162" y="7036"/>
                  <a:pt x="145" y="7027"/>
                  <a:pt x="129" y="7016"/>
                </a:cubicBezTo>
                <a:cubicBezTo>
                  <a:pt x="113" y="7005"/>
                  <a:pt x="99" y="6993"/>
                  <a:pt x="85" y="6980"/>
                </a:cubicBezTo>
                <a:cubicBezTo>
                  <a:pt x="72" y="6966"/>
                  <a:pt x="60" y="6952"/>
                  <a:pt x="49" y="6936"/>
                </a:cubicBezTo>
                <a:cubicBezTo>
                  <a:pt x="38" y="6920"/>
                  <a:pt x="29" y="6903"/>
                  <a:pt x="22" y="6886"/>
                </a:cubicBezTo>
                <a:cubicBezTo>
                  <a:pt x="15" y="6868"/>
                  <a:pt x="9" y="6850"/>
                  <a:pt x="6" y="6831"/>
                </a:cubicBezTo>
                <a:cubicBezTo>
                  <a:pt x="2" y="6812"/>
                  <a:pt x="0" y="6793"/>
                  <a:pt x="0" y="6774"/>
                </a:cubicBezTo>
                <a:close/>
              </a:path>
            </a:pathLst>
          </a:custGeom>
          <a:noFill/>
          <a:ln w="18720">
            <a:solidFill>
              <a:srgbClr val="D5C6E0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95" name=""/>
          <p:cNvSpPr/>
          <p:nvPr/>
        </p:nvSpPr>
        <p:spPr>
          <a:xfrm>
            <a:off x="6407640" y="2948760"/>
            <a:ext cx="295200" cy="301680"/>
          </a:xfrm>
          <a:custGeom>
            <a:avLst/>
            <a:gdLst/>
            <a:ahLst/>
            <a:rect l="0" t="0" r="r" b="b"/>
            <a:pathLst>
              <a:path w="820" h="838">
                <a:moveTo>
                  <a:pt x="524" y="798"/>
                </a:moveTo>
                <a:lnTo>
                  <a:pt x="356" y="630"/>
                </a:lnTo>
                <a:lnTo>
                  <a:pt x="401" y="584"/>
                </a:lnTo>
                <a:lnTo>
                  <a:pt x="524" y="707"/>
                </a:lnTo>
                <a:lnTo>
                  <a:pt x="775" y="456"/>
                </a:lnTo>
                <a:lnTo>
                  <a:pt x="820" y="501"/>
                </a:lnTo>
                <a:lnTo>
                  <a:pt x="524" y="798"/>
                </a:lnTo>
                <a:moveTo>
                  <a:pt x="755" y="363"/>
                </a:moveTo>
                <a:lnTo>
                  <a:pt x="693" y="363"/>
                </a:lnTo>
                <a:lnTo>
                  <a:pt x="693" y="146"/>
                </a:lnTo>
                <a:lnTo>
                  <a:pt x="630" y="146"/>
                </a:lnTo>
                <a:lnTo>
                  <a:pt x="630" y="240"/>
                </a:lnTo>
                <a:lnTo>
                  <a:pt x="126" y="240"/>
                </a:lnTo>
                <a:lnTo>
                  <a:pt x="126" y="146"/>
                </a:lnTo>
                <a:lnTo>
                  <a:pt x="63" y="146"/>
                </a:lnTo>
                <a:lnTo>
                  <a:pt x="63" y="776"/>
                </a:lnTo>
                <a:lnTo>
                  <a:pt x="326" y="776"/>
                </a:lnTo>
                <a:lnTo>
                  <a:pt x="326" y="838"/>
                </a:lnTo>
                <a:lnTo>
                  <a:pt x="63" y="838"/>
                </a:lnTo>
                <a:cubicBezTo>
                  <a:pt x="45" y="838"/>
                  <a:pt x="30" y="832"/>
                  <a:pt x="18" y="821"/>
                </a:cubicBezTo>
                <a:cubicBezTo>
                  <a:pt x="6" y="809"/>
                  <a:pt x="0" y="794"/>
                  <a:pt x="0" y="776"/>
                </a:cubicBezTo>
                <a:lnTo>
                  <a:pt x="0" y="146"/>
                </a:lnTo>
                <a:cubicBezTo>
                  <a:pt x="0" y="128"/>
                  <a:pt x="6" y="113"/>
                  <a:pt x="18" y="101"/>
                </a:cubicBezTo>
                <a:cubicBezTo>
                  <a:pt x="30" y="89"/>
                  <a:pt x="45" y="83"/>
                  <a:pt x="63" y="83"/>
                </a:cubicBezTo>
                <a:lnTo>
                  <a:pt x="275" y="83"/>
                </a:lnTo>
                <a:cubicBezTo>
                  <a:pt x="280" y="59"/>
                  <a:pt x="292" y="39"/>
                  <a:pt x="311" y="23"/>
                </a:cubicBezTo>
                <a:cubicBezTo>
                  <a:pt x="330" y="7"/>
                  <a:pt x="352" y="0"/>
                  <a:pt x="377" y="0"/>
                </a:cubicBezTo>
                <a:cubicBezTo>
                  <a:pt x="403" y="0"/>
                  <a:pt x="425" y="7"/>
                  <a:pt x="444" y="23"/>
                </a:cubicBezTo>
                <a:cubicBezTo>
                  <a:pt x="463" y="39"/>
                  <a:pt x="475" y="59"/>
                  <a:pt x="480" y="83"/>
                </a:cubicBezTo>
                <a:lnTo>
                  <a:pt x="693" y="83"/>
                </a:lnTo>
                <a:cubicBezTo>
                  <a:pt x="711" y="83"/>
                  <a:pt x="726" y="89"/>
                  <a:pt x="738" y="101"/>
                </a:cubicBezTo>
                <a:cubicBezTo>
                  <a:pt x="749" y="113"/>
                  <a:pt x="755" y="128"/>
                  <a:pt x="755" y="146"/>
                </a:cubicBezTo>
                <a:lnTo>
                  <a:pt x="755" y="363"/>
                </a:lnTo>
                <a:moveTo>
                  <a:pt x="407" y="134"/>
                </a:moveTo>
                <a:cubicBezTo>
                  <a:pt x="415" y="126"/>
                  <a:pt x="419" y="116"/>
                  <a:pt x="419" y="104"/>
                </a:cubicBezTo>
                <a:cubicBezTo>
                  <a:pt x="419" y="92"/>
                  <a:pt x="415" y="82"/>
                  <a:pt x="407" y="74"/>
                </a:cubicBezTo>
                <a:cubicBezTo>
                  <a:pt x="399" y="66"/>
                  <a:pt x="389" y="62"/>
                  <a:pt x="377" y="62"/>
                </a:cubicBezTo>
                <a:cubicBezTo>
                  <a:pt x="366" y="62"/>
                  <a:pt x="356" y="66"/>
                  <a:pt x="348" y="74"/>
                </a:cubicBezTo>
                <a:cubicBezTo>
                  <a:pt x="339" y="82"/>
                  <a:pt x="335" y="92"/>
                  <a:pt x="335" y="104"/>
                </a:cubicBezTo>
                <a:cubicBezTo>
                  <a:pt x="335" y="116"/>
                  <a:pt x="339" y="126"/>
                  <a:pt x="348" y="134"/>
                </a:cubicBezTo>
                <a:cubicBezTo>
                  <a:pt x="356" y="142"/>
                  <a:pt x="366" y="146"/>
                  <a:pt x="377" y="146"/>
                </a:cubicBezTo>
                <a:cubicBezTo>
                  <a:pt x="389" y="146"/>
                  <a:pt x="399" y="142"/>
                  <a:pt x="407" y="134"/>
                </a:cubicBezTo>
                <a:close/>
              </a:path>
            </a:pathLst>
          </a:custGeom>
          <a:solidFill>
            <a:srgbClr val="9B82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996" name=""/>
          <p:cNvSpPr txBox="1"/>
          <p:nvPr/>
        </p:nvSpPr>
        <p:spPr>
          <a:xfrm>
            <a:off x="762120" y="4507920"/>
            <a:ext cx="3036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GitHub</a:t>
            </a:r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：</a:t>
            </a:r>
            <a:r>
              <a:rPr lang="en-US" sz="1800" b="0" u="none" strike="noStrike">
                <a:solidFill>
                  <a:srgbClr val="6A90C8"/>
                </a:solidFill>
                <a:effectLst/>
                <a:uFillTx/>
                <a:latin typeface="NotoSansJP-Thin_"/>
                <a:ea typeface="NotoSansJP-Thin_"/>
              </a:rPr>
              <a:t>antigravity-examples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97" name=""/>
          <p:cNvSpPr txBox="1"/>
          <p:nvPr/>
        </p:nvSpPr>
        <p:spPr>
          <a:xfrm>
            <a:off x="6724800" y="3123360"/>
            <a:ext cx="13885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ハンズオン資料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98" name=""/>
          <p:cNvSpPr/>
          <p:nvPr/>
        </p:nvSpPr>
        <p:spPr>
          <a:xfrm>
            <a:off x="8467560" y="3495600"/>
            <a:ext cx="943200" cy="257400"/>
          </a:xfrm>
          <a:custGeom>
            <a:avLst/>
            <a:gdLst/>
            <a:ahLst/>
            <a:rect l="0" t="0" r="r" b="b"/>
            <a:pathLst>
              <a:path w="2620" h="715">
                <a:moveTo>
                  <a:pt x="0" y="555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462" y="0"/>
                </a:lnTo>
                <a:cubicBezTo>
                  <a:pt x="2472" y="0"/>
                  <a:pt x="2482" y="1"/>
                  <a:pt x="2493" y="3"/>
                </a:cubicBezTo>
                <a:cubicBezTo>
                  <a:pt x="2503" y="5"/>
                  <a:pt x="2513" y="8"/>
                  <a:pt x="2522" y="12"/>
                </a:cubicBezTo>
                <a:cubicBezTo>
                  <a:pt x="2532" y="16"/>
                  <a:pt x="2541" y="21"/>
                  <a:pt x="2550" y="26"/>
                </a:cubicBezTo>
                <a:cubicBezTo>
                  <a:pt x="2558" y="32"/>
                  <a:pt x="2566" y="39"/>
                  <a:pt x="2574" y="46"/>
                </a:cubicBezTo>
                <a:cubicBezTo>
                  <a:pt x="2581" y="54"/>
                  <a:pt x="2588" y="62"/>
                  <a:pt x="2594" y="70"/>
                </a:cubicBezTo>
                <a:cubicBezTo>
                  <a:pt x="2599" y="79"/>
                  <a:pt x="2604" y="88"/>
                  <a:pt x="2608" y="98"/>
                </a:cubicBezTo>
                <a:cubicBezTo>
                  <a:pt x="2612" y="107"/>
                  <a:pt x="2615" y="117"/>
                  <a:pt x="2617" y="127"/>
                </a:cubicBezTo>
                <a:cubicBezTo>
                  <a:pt x="2619" y="138"/>
                  <a:pt x="2620" y="148"/>
                  <a:pt x="2620" y="158"/>
                </a:cubicBezTo>
                <a:lnTo>
                  <a:pt x="2620" y="555"/>
                </a:lnTo>
                <a:cubicBezTo>
                  <a:pt x="2620" y="566"/>
                  <a:pt x="2619" y="576"/>
                  <a:pt x="2617" y="586"/>
                </a:cubicBezTo>
                <a:cubicBezTo>
                  <a:pt x="2615" y="597"/>
                  <a:pt x="2612" y="606"/>
                  <a:pt x="2608" y="616"/>
                </a:cubicBezTo>
                <a:cubicBezTo>
                  <a:pt x="2604" y="626"/>
                  <a:pt x="2599" y="635"/>
                  <a:pt x="2594" y="645"/>
                </a:cubicBezTo>
                <a:cubicBezTo>
                  <a:pt x="2588" y="653"/>
                  <a:pt x="2581" y="661"/>
                  <a:pt x="2574" y="669"/>
                </a:cubicBezTo>
                <a:cubicBezTo>
                  <a:pt x="2566" y="676"/>
                  <a:pt x="2558" y="683"/>
                  <a:pt x="2550" y="688"/>
                </a:cubicBezTo>
                <a:cubicBezTo>
                  <a:pt x="2541" y="694"/>
                  <a:pt x="2532" y="699"/>
                  <a:pt x="2522" y="703"/>
                </a:cubicBezTo>
                <a:cubicBezTo>
                  <a:pt x="2513" y="707"/>
                  <a:pt x="2503" y="710"/>
                  <a:pt x="2493" y="712"/>
                </a:cubicBezTo>
                <a:cubicBezTo>
                  <a:pt x="2482" y="714"/>
                  <a:pt x="2472" y="715"/>
                  <a:pt x="2462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8" y="699"/>
                  <a:pt x="79" y="694"/>
                  <a:pt x="71" y="688"/>
                </a:cubicBezTo>
                <a:cubicBezTo>
                  <a:pt x="62" y="683"/>
                  <a:pt x="54" y="676"/>
                  <a:pt x="46" y="669"/>
                </a:cubicBezTo>
                <a:cubicBezTo>
                  <a:pt x="39" y="661"/>
                  <a:pt x="33" y="653"/>
                  <a:pt x="27" y="645"/>
                </a:cubicBezTo>
                <a:cubicBezTo>
                  <a:pt x="21" y="635"/>
                  <a:pt x="16" y="626"/>
                  <a:pt x="12" y="616"/>
                </a:cubicBezTo>
                <a:cubicBezTo>
                  <a:pt x="8" y="606"/>
                  <a:pt x="5" y="597"/>
                  <a:pt x="3" y="586"/>
                </a:cubicBezTo>
                <a:cubicBezTo>
                  <a:pt x="1" y="576"/>
                  <a:pt x="0" y="566"/>
                  <a:pt x="0" y="555"/>
                </a:cubicBezTo>
                <a:close/>
              </a:path>
            </a:pathLst>
          </a:custGeom>
          <a:solidFill>
            <a:srgbClr val="A8D8EA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99" name=""/>
          <p:cNvSpPr txBox="1"/>
          <p:nvPr/>
        </p:nvSpPr>
        <p:spPr>
          <a:xfrm>
            <a:off x="6362640" y="3479400"/>
            <a:ext cx="21340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各ステップの詳細は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00" name=""/>
          <p:cNvSpPr txBox="1"/>
          <p:nvPr/>
        </p:nvSpPr>
        <p:spPr>
          <a:xfrm>
            <a:off x="8528400" y="3543480"/>
            <a:ext cx="820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5070A0"/>
                </a:solidFill>
                <a:effectLst/>
                <a:uFillTx/>
                <a:latin typeface="JetBrainsMono"/>
                <a:ea typeface="JetBrainsMono"/>
              </a:rPr>
              <a:t>handson/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01" name=""/>
          <p:cNvSpPr txBox="1"/>
          <p:nvPr/>
        </p:nvSpPr>
        <p:spPr>
          <a:xfrm>
            <a:off x="9408600" y="3479400"/>
            <a:ext cx="19054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 フォルダを参照し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02" name=""/>
          <p:cNvSpPr txBox="1"/>
          <p:nvPr/>
        </p:nvSpPr>
        <p:spPr>
          <a:xfrm>
            <a:off x="6362640" y="3841200"/>
            <a:ext cx="1372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800" b="0" u="none" strike="noStrike">
                <a:solidFill>
                  <a:srgbClr val="3A3A5C"/>
                </a:solidFill>
                <a:effectLst/>
                <a:uFillTx/>
                <a:latin typeface="NotoSansJP-Thin_"/>
                <a:ea typeface="NotoSansJP-Thin_"/>
              </a:rPr>
              <a:t>てください。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03" name=""/>
          <p:cNvSpPr txBox="1"/>
          <p:nvPr/>
        </p:nvSpPr>
        <p:spPr>
          <a:xfrm>
            <a:off x="11636640" y="636552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B0A0C8"/>
                </a:solidFill>
                <a:effectLst/>
                <a:uFillTx/>
                <a:latin typeface="NotoSansJP-Thin_"/>
                <a:ea typeface="NotoSansJP-Thin_"/>
              </a:rPr>
              <a:t>46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LibreOffice/26.2.0.3$MacOSX_AARCH64 LibreOffice_project/afbbd0df0edb6d40b450b0337ac646b0913a760c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ja-JP</dc:language>
  <cp:lastModifiedBy/>
  <cp:revision>0</cp:revision>
  <dc:subject/>
  <dc:title/>
</cp:coreProperties>
</file>