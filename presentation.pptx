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"/>
          <p:cNvSpPr/>
          <p:nvPr/>
        </p:nvSpPr>
        <p:spPr>
          <a:xfrm>
            <a:off x="642600" y="1630080"/>
            <a:ext cx="769680" cy="762840"/>
          </a:xfrm>
          <a:custGeom>
            <a:avLst/>
            <a:gdLst/>
            <a:ahLst/>
            <a:rect l="0" t="0" r="r" b="b"/>
            <a:pathLst>
              <a:path w="2138" h="2119">
                <a:moveTo>
                  <a:pt x="297" y="867"/>
                </a:moveTo>
                <a:lnTo>
                  <a:pt x="577" y="986"/>
                </a:lnTo>
                <a:cubicBezTo>
                  <a:pt x="609" y="923"/>
                  <a:pt x="643" y="860"/>
                  <a:pt x="679" y="799"/>
                </a:cubicBezTo>
                <a:cubicBezTo>
                  <a:pt x="715" y="736"/>
                  <a:pt x="754" y="677"/>
                  <a:pt x="794" y="620"/>
                </a:cubicBezTo>
                <a:lnTo>
                  <a:pt x="585" y="578"/>
                </a:lnTo>
                <a:lnTo>
                  <a:pt x="297" y="867"/>
                </a:lnTo>
                <a:moveTo>
                  <a:pt x="704" y="1082"/>
                </a:moveTo>
                <a:lnTo>
                  <a:pt x="1056" y="1434"/>
                </a:lnTo>
                <a:cubicBezTo>
                  <a:pt x="1157" y="1388"/>
                  <a:pt x="1251" y="1336"/>
                  <a:pt x="1339" y="1277"/>
                </a:cubicBezTo>
                <a:cubicBezTo>
                  <a:pt x="1428" y="1219"/>
                  <a:pt x="1500" y="1163"/>
                  <a:pt x="1555" y="1108"/>
                </a:cubicBezTo>
                <a:cubicBezTo>
                  <a:pt x="1697" y="965"/>
                  <a:pt x="1802" y="819"/>
                  <a:pt x="1869" y="668"/>
                </a:cubicBezTo>
                <a:cubicBezTo>
                  <a:pt x="1936" y="518"/>
                  <a:pt x="1973" y="349"/>
                  <a:pt x="1978" y="160"/>
                </a:cubicBezTo>
                <a:cubicBezTo>
                  <a:pt x="1789" y="165"/>
                  <a:pt x="1620" y="201"/>
                  <a:pt x="1470" y="268"/>
                </a:cubicBezTo>
                <a:cubicBezTo>
                  <a:pt x="1319" y="335"/>
                  <a:pt x="1173" y="440"/>
                  <a:pt x="1030" y="583"/>
                </a:cubicBezTo>
                <a:cubicBezTo>
                  <a:pt x="975" y="638"/>
                  <a:pt x="919" y="709"/>
                  <a:pt x="860" y="799"/>
                </a:cubicBezTo>
                <a:cubicBezTo>
                  <a:pt x="802" y="887"/>
                  <a:pt x="750" y="981"/>
                  <a:pt x="704" y="1082"/>
                </a:cubicBezTo>
                <a:moveTo>
                  <a:pt x="1257" y="696"/>
                </a:moveTo>
                <a:cubicBezTo>
                  <a:pt x="1257" y="644"/>
                  <a:pt x="1275" y="600"/>
                  <a:pt x="1310" y="565"/>
                </a:cubicBezTo>
                <a:cubicBezTo>
                  <a:pt x="1345" y="529"/>
                  <a:pt x="1389" y="512"/>
                  <a:pt x="1442" y="512"/>
                </a:cubicBezTo>
                <a:cubicBezTo>
                  <a:pt x="1494" y="512"/>
                  <a:pt x="1538" y="529"/>
                  <a:pt x="1573" y="565"/>
                </a:cubicBezTo>
                <a:cubicBezTo>
                  <a:pt x="1608" y="600"/>
                  <a:pt x="1626" y="644"/>
                  <a:pt x="1626" y="696"/>
                </a:cubicBezTo>
                <a:cubicBezTo>
                  <a:pt x="1626" y="748"/>
                  <a:pt x="1608" y="792"/>
                  <a:pt x="1573" y="828"/>
                </a:cubicBezTo>
                <a:cubicBezTo>
                  <a:pt x="1538" y="863"/>
                  <a:pt x="1494" y="881"/>
                  <a:pt x="1442" y="881"/>
                </a:cubicBezTo>
                <a:cubicBezTo>
                  <a:pt x="1389" y="881"/>
                  <a:pt x="1345" y="863"/>
                  <a:pt x="1310" y="828"/>
                </a:cubicBezTo>
                <a:cubicBezTo>
                  <a:pt x="1275" y="792"/>
                  <a:pt x="1257" y="748"/>
                  <a:pt x="1257" y="696"/>
                </a:cubicBezTo>
                <a:moveTo>
                  <a:pt x="1270" y="1841"/>
                </a:moveTo>
                <a:lnTo>
                  <a:pt x="1560" y="1553"/>
                </a:lnTo>
                <a:lnTo>
                  <a:pt x="1517" y="1344"/>
                </a:lnTo>
                <a:cubicBezTo>
                  <a:pt x="1461" y="1384"/>
                  <a:pt x="1401" y="1423"/>
                  <a:pt x="1339" y="1459"/>
                </a:cubicBezTo>
                <a:cubicBezTo>
                  <a:pt x="1277" y="1495"/>
                  <a:pt x="1215" y="1529"/>
                  <a:pt x="1151" y="1561"/>
                </a:cubicBezTo>
                <a:lnTo>
                  <a:pt x="1270" y="1841"/>
                </a:lnTo>
                <a:moveTo>
                  <a:pt x="2134" y="4"/>
                </a:moveTo>
                <a:cubicBezTo>
                  <a:pt x="2150" y="244"/>
                  <a:pt x="2120" y="462"/>
                  <a:pt x="2044" y="660"/>
                </a:cubicBezTo>
                <a:cubicBezTo>
                  <a:pt x="1968" y="859"/>
                  <a:pt x="1843" y="1045"/>
                  <a:pt x="1668" y="1219"/>
                </a:cubicBezTo>
                <a:lnTo>
                  <a:pt x="1663" y="1225"/>
                </a:lnTo>
                <a:lnTo>
                  <a:pt x="1658" y="1230"/>
                </a:lnTo>
                <a:lnTo>
                  <a:pt x="1716" y="1521"/>
                </a:lnTo>
                <a:cubicBezTo>
                  <a:pt x="1721" y="1547"/>
                  <a:pt x="1720" y="1573"/>
                  <a:pt x="1712" y="1598"/>
                </a:cubicBezTo>
                <a:cubicBezTo>
                  <a:pt x="1704" y="1622"/>
                  <a:pt x="1690" y="1644"/>
                  <a:pt x="1671" y="1664"/>
                </a:cubicBezTo>
                <a:lnTo>
                  <a:pt x="1218" y="2119"/>
                </a:lnTo>
                <a:lnTo>
                  <a:pt x="993" y="1595"/>
                </a:lnTo>
                <a:lnTo>
                  <a:pt x="543" y="1145"/>
                </a:lnTo>
                <a:lnTo>
                  <a:pt x="19" y="920"/>
                </a:lnTo>
                <a:lnTo>
                  <a:pt x="474" y="467"/>
                </a:lnTo>
                <a:cubicBezTo>
                  <a:pt x="493" y="447"/>
                  <a:pt x="515" y="434"/>
                  <a:pt x="540" y="426"/>
                </a:cubicBezTo>
                <a:cubicBezTo>
                  <a:pt x="565" y="418"/>
                  <a:pt x="590" y="417"/>
                  <a:pt x="617" y="422"/>
                </a:cubicBezTo>
                <a:lnTo>
                  <a:pt x="908" y="480"/>
                </a:lnTo>
                <a:cubicBezTo>
                  <a:pt x="910" y="478"/>
                  <a:pt x="911" y="477"/>
                  <a:pt x="913" y="476"/>
                </a:cubicBezTo>
                <a:cubicBezTo>
                  <a:pt x="915" y="475"/>
                  <a:pt x="917" y="474"/>
                  <a:pt x="919" y="472"/>
                </a:cubicBezTo>
                <a:cubicBezTo>
                  <a:pt x="1093" y="297"/>
                  <a:pt x="1279" y="172"/>
                  <a:pt x="1478" y="95"/>
                </a:cubicBezTo>
                <a:cubicBezTo>
                  <a:pt x="1675" y="18"/>
                  <a:pt x="1894" y="-12"/>
                  <a:pt x="2134" y="4"/>
                </a:cubicBezTo>
                <a:moveTo>
                  <a:pt x="196" y="1465"/>
                </a:moveTo>
                <a:cubicBezTo>
                  <a:pt x="258" y="1404"/>
                  <a:pt x="333" y="1372"/>
                  <a:pt x="422" y="1371"/>
                </a:cubicBezTo>
                <a:cubicBezTo>
                  <a:pt x="512" y="1371"/>
                  <a:pt x="587" y="1401"/>
                  <a:pt x="649" y="1463"/>
                </a:cubicBezTo>
                <a:cubicBezTo>
                  <a:pt x="710" y="1524"/>
                  <a:pt x="741" y="1600"/>
                  <a:pt x="740" y="1689"/>
                </a:cubicBezTo>
                <a:cubicBezTo>
                  <a:pt x="739" y="1778"/>
                  <a:pt x="708" y="1853"/>
                  <a:pt x="646" y="1915"/>
                </a:cubicBezTo>
                <a:cubicBezTo>
                  <a:pt x="600" y="1961"/>
                  <a:pt x="529" y="1999"/>
                  <a:pt x="433" y="2029"/>
                </a:cubicBezTo>
                <a:cubicBezTo>
                  <a:pt x="337" y="2059"/>
                  <a:pt x="193" y="2087"/>
                  <a:pt x="0" y="2114"/>
                </a:cubicBezTo>
                <a:cubicBezTo>
                  <a:pt x="27" y="1921"/>
                  <a:pt x="55" y="1777"/>
                  <a:pt x="84" y="1680"/>
                </a:cubicBezTo>
                <a:cubicBezTo>
                  <a:pt x="113" y="1583"/>
                  <a:pt x="150" y="1511"/>
                  <a:pt x="196" y="1465"/>
                </a:cubicBezTo>
                <a:moveTo>
                  <a:pt x="307" y="1579"/>
                </a:moveTo>
                <a:cubicBezTo>
                  <a:pt x="283" y="1606"/>
                  <a:pt x="261" y="1647"/>
                  <a:pt x="241" y="1703"/>
                </a:cubicBezTo>
                <a:cubicBezTo>
                  <a:pt x="222" y="1760"/>
                  <a:pt x="205" y="1832"/>
                  <a:pt x="191" y="1920"/>
                </a:cubicBezTo>
                <a:cubicBezTo>
                  <a:pt x="279" y="1906"/>
                  <a:pt x="351" y="1890"/>
                  <a:pt x="408" y="1870"/>
                </a:cubicBezTo>
                <a:cubicBezTo>
                  <a:pt x="464" y="1851"/>
                  <a:pt x="506" y="1829"/>
                  <a:pt x="532" y="1804"/>
                </a:cubicBezTo>
                <a:cubicBezTo>
                  <a:pt x="566" y="1774"/>
                  <a:pt x="583" y="1737"/>
                  <a:pt x="584" y="1692"/>
                </a:cubicBezTo>
                <a:cubicBezTo>
                  <a:pt x="585" y="1647"/>
                  <a:pt x="569" y="1607"/>
                  <a:pt x="538" y="1574"/>
                </a:cubicBezTo>
                <a:cubicBezTo>
                  <a:pt x="504" y="1542"/>
                  <a:pt x="465" y="1527"/>
                  <a:pt x="420" y="1527"/>
                </a:cubicBezTo>
                <a:cubicBezTo>
                  <a:pt x="375" y="1528"/>
                  <a:pt x="337" y="1546"/>
                  <a:pt x="307" y="1579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475440" y="2776680"/>
            <a:ext cx="494928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Google Antigravity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817080" y="3837240"/>
            <a:ext cx="4584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次世代</a:t>
            </a:r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エージェント統合開発環境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629240" y="4553640"/>
            <a:ext cx="2923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重力から解放された開発体験へ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435920" y="5039640"/>
            <a:ext cx="33066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Vibe Coding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で創造性を最大化する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"/>
          <p:cNvSpPr/>
          <p:nvPr/>
        </p:nvSpPr>
        <p:spPr>
          <a:xfrm>
            <a:off x="414360" y="1060560"/>
            <a:ext cx="11363400" cy="1688760"/>
          </a:xfrm>
          <a:custGeom>
            <a:avLst/>
            <a:gdLst/>
            <a:ahLst/>
            <a:rect l="0" t="0" r="r" b="b"/>
            <a:pathLst>
              <a:path w="31565" h="4691">
                <a:moveTo>
                  <a:pt x="436" y="678"/>
                </a:moveTo>
                <a:lnTo>
                  <a:pt x="436" y="3853"/>
                </a:lnTo>
                <a:cubicBezTo>
                  <a:pt x="436" y="3895"/>
                  <a:pt x="444" y="3936"/>
                  <a:pt x="460" y="3975"/>
                </a:cubicBezTo>
                <a:cubicBezTo>
                  <a:pt x="476" y="4014"/>
                  <a:pt x="499" y="4048"/>
                  <a:pt x="529" y="4078"/>
                </a:cubicBezTo>
                <a:cubicBezTo>
                  <a:pt x="559" y="4109"/>
                  <a:pt x="593" y="4132"/>
                  <a:pt x="632" y="4148"/>
                </a:cubicBezTo>
                <a:cubicBezTo>
                  <a:pt x="671" y="4164"/>
                  <a:pt x="711" y="4172"/>
                  <a:pt x="753" y="4172"/>
                </a:cubicBezTo>
                <a:lnTo>
                  <a:pt x="30811" y="4172"/>
                </a:lnTo>
                <a:cubicBezTo>
                  <a:pt x="30853" y="4172"/>
                  <a:pt x="30894" y="4164"/>
                  <a:pt x="30933" y="4148"/>
                </a:cubicBezTo>
                <a:cubicBezTo>
                  <a:pt x="30972" y="4132"/>
                  <a:pt x="31006" y="4109"/>
                  <a:pt x="31036" y="4078"/>
                </a:cubicBezTo>
                <a:cubicBezTo>
                  <a:pt x="31065" y="4048"/>
                  <a:pt x="31088" y="4014"/>
                  <a:pt x="31104" y="3975"/>
                </a:cubicBezTo>
                <a:cubicBezTo>
                  <a:pt x="31121" y="3936"/>
                  <a:pt x="31129" y="3895"/>
                  <a:pt x="31129" y="3853"/>
                </a:cubicBezTo>
                <a:lnTo>
                  <a:pt x="31129" y="678"/>
                </a:lnTo>
                <a:cubicBezTo>
                  <a:pt x="31129" y="636"/>
                  <a:pt x="31121" y="596"/>
                  <a:pt x="31104" y="557"/>
                </a:cubicBezTo>
                <a:cubicBezTo>
                  <a:pt x="31088" y="518"/>
                  <a:pt x="31065" y="484"/>
                  <a:pt x="31036" y="454"/>
                </a:cubicBezTo>
                <a:cubicBezTo>
                  <a:pt x="31006" y="424"/>
                  <a:pt x="30972" y="401"/>
                  <a:pt x="30933" y="385"/>
                </a:cubicBezTo>
                <a:cubicBezTo>
                  <a:pt x="30894" y="369"/>
                  <a:pt x="30853" y="361"/>
                  <a:pt x="30811" y="361"/>
                </a:cubicBezTo>
                <a:lnTo>
                  <a:pt x="753" y="361"/>
                </a:lnTo>
                <a:cubicBezTo>
                  <a:pt x="711" y="361"/>
                  <a:pt x="671" y="369"/>
                  <a:pt x="632" y="385"/>
                </a:cubicBezTo>
                <a:cubicBezTo>
                  <a:pt x="593" y="401"/>
                  <a:pt x="559" y="424"/>
                  <a:pt x="529" y="454"/>
                </a:cubicBezTo>
                <a:cubicBezTo>
                  <a:pt x="499" y="484"/>
                  <a:pt x="476" y="518"/>
                  <a:pt x="460" y="557"/>
                </a:cubicBezTo>
                <a:cubicBezTo>
                  <a:pt x="444" y="596"/>
                  <a:pt x="436" y="636"/>
                  <a:pt x="436" y="67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4691"/>
                </a:lnTo>
                <a:lnTo>
                  <a:pt x="0" y="469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"/>
          <p:cNvSpPr/>
          <p:nvPr/>
        </p:nvSpPr>
        <p:spPr>
          <a:xfrm>
            <a:off x="580680" y="119988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60"/>
                  <a:pt x="30555" y="3673"/>
                </a:cubicBezTo>
                <a:cubicBezTo>
                  <a:pt x="30541" y="3687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7"/>
                  <a:pt x="86" y="3673"/>
                </a:cubicBezTo>
                <a:cubicBezTo>
                  <a:pt x="72" y="3660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" name=""/>
          <p:cNvSpPr/>
          <p:nvPr/>
        </p:nvSpPr>
        <p:spPr>
          <a:xfrm>
            <a:off x="580680" y="119988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60"/>
                  <a:pt x="30555" y="3673"/>
                </a:cubicBezTo>
                <a:cubicBezTo>
                  <a:pt x="30541" y="3687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7"/>
                  <a:pt x="86" y="3673"/>
                </a:cubicBezTo>
                <a:cubicBezTo>
                  <a:pt x="72" y="3660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" name=""/>
          <p:cNvSpPr/>
          <p:nvPr/>
        </p:nvSpPr>
        <p:spPr>
          <a:xfrm>
            <a:off x="414360" y="2526480"/>
            <a:ext cx="11363400" cy="3984120"/>
          </a:xfrm>
          <a:custGeom>
            <a:avLst/>
            <a:gdLst/>
            <a:ahLst/>
            <a:rect l="0" t="0" r="r" b="b"/>
            <a:pathLst>
              <a:path w="31565" h="11067">
                <a:moveTo>
                  <a:pt x="436" y="628"/>
                </a:moveTo>
                <a:lnTo>
                  <a:pt x="436" y="10286"/>
                </a:lnTo>
                <a:cubicBezTo>
                  <a:pt x="436" y="10321"/>
                  <a:pt x="443" y="10355"/>
                  <a:pt x="456" y="10387"/>
                </a:cubicBezTo>
                <a:cubicBezTo>
                  <a:pt x="470" y="10420"/>
                  <a:pt x="489" y="10449"/>
                  <a:pt x="513" y="10473"/>
                </a:cubicBezTo>
                <a:cubicBezTo>
                  <a:pt x="538" y="10498"/>
                  <a:pt x="567" y="10517"/>
                  <a:pt x="599" y="10531"/>
                </a:cubicBezTo>
                <a:cubicBezTo>
                  <a:pt x="632" y="10544"/>
                  <a:pt x="665" y="10551"/>
                  <a:pt x="701" y="10551"/>
                </a:cubicBezTo>
                <a:lnTo>
                  <a:pt x="30864" y="10551"/>
                </a:lnTo>
                <a:cubicBezTo>
                  <a:pt x="30899" y="10551"/>
                  <a:pt x="30933" y="10544"/>
                  <a:pt x="30965" y="10531"/>
                </a:cubicBezTo>
                <a:cubicBezTo>
                  <a:pt x="30998" y="10517"/>
                  <a:pt x="31026" y="10498"/>
                  <a:pt x="31051" y="10473"/>
                </a:cubicBezTo>
                <a:cubicBezTo>
                  <a:pt x="31076" y="10449"/>
                  <a:pt x="31095" y="10420"/>
                  <a:pt x="31109" y="10387"/>
                </a:cubicBezTo>
                <a:cubicBezTo>
                  <a:pt x="31122" y="10355"/>
                  <a:pt x="31129" y="10321"/>
                  <a:pt x="31129" y="10286"/>
                </a:cubicBezTo>
                <a:lnTo>
                  <a:pt x="31129" y="628"/>
                </a:lnTo>
                <a:cubicBezTo>
                  <a:pt x="31129" y="593"/>
                  <a:pt x="31122" y="559"/>
                  <a:pt x="31109" y="527"/>
                </a:cubicBezTo>
                <a:cubicBezTo>
                  <a:pt x="31095" y="494"/>
                  <a:pt x="31076" y="466"/>
                  <a:pt x="31051" y="441"/>
                </a:cubicBezTo>
                <a:cubicBezTo>
                  <a:pt x="31026" y="416"/>
                  <a:pt x="30998" y="397"/>
                  <a:pt x="30965" y="384"/>
                </a:cubicBezTo>
                <a:cubicBezTo>
                  <a:pt x="30933" y="370"/>
                  <a:pt x="30899" y="363"/>
                  <a:pt x="30864" y="363"/>
                </a:cubicBezTo>
                <a:lnTo>
                  <a:pt x="701" y="363"/>
                </a:lnTo>
                <a:cubicBezTo>
                  <a:pt x="665" y="363"/>
                  <a:pt x="632" y="370"/>
                  <a:pt x="599" y="384"/>
                </a:cubicBezTo>
                <a:cubicBezTo>
                  <a:pt x="567" y="397"/>
                  <a:pt x="538" y="416"/>
                  <a:pt x="513" y="441"/>
                </a:cubicBezTo>
                <a:cubicBezTo>
                  <a:pt x="489" y="466"/>
                  <a:pt x="470" y="494"/>
                  <a:pt x="456" y="527"/>
                </a:cubicBezTo>
                <a:cubicBezTo>
                  <a:pt x="443" y="559"/>
                  <a:pt x="436" y="593"/>
                  <a:pt x="436" y="62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1067"/>
                </a:lnTo>
                <a:lnTo>
                  <a:pt x="0" y="1106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3" name=""/>
          <p:cNvSpPr/>
          <p:nvPr/>
        </p:nvSpPr>
        <p:spPr>
          <a:xfrm>
            <a:off x="580680" y="2657160"/>
            <a:ext cx="610200" cy="400680"/>
          </a:xfrm>
          <a:custGeom>
            <a:avLst/>
            <a:gdLst/>
            <a:ahLst/>
            <a:rect l="0" t="0" r="r" b="b"/>
            <a:pathLst>
              <a:path w="1695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1695" y="0"/>
                </a:lnTo>
                <a:lnTo>
                  <a:pt x="1695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"/>
          <p:cNvSpPr/>
          <p:nvPr/>
        </p:nvSpPr>
        <p:spPr>
          <a:xfrm>
            <a:off x="1190520" y="2657160"/>
            <a:ext cx="1791000" cy="400680"/>
          </a:xfrm>
          <a:custGeom>
            <a:avLst/>
            <a:gdLst/>
            <a:ahLst/>
            <a:rect l="0" t="0" r="r" b="b"/>
            <a:pathLst>
              <a:path w="4975" h="1113">
                <a:moveTo>
                  <a:pt x="0" y="0"/>
                </a:moveTo>
                <a:lnTo>
                  <a:pt x="4975" y="0"/>
                </a:lnTo>
                <a:lnTo>
                  <a:pt x="4975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"/>
          <p:cNvSpPr/>
          <p:nvPr/>
        </p:nvSpPr>
        <p:spPr>
          <a:xfrm>
            <a:off x="2981160" y="2657160"/>
            <a:ext cx="2190960" cy="400680"/>
          </a:xfrm>
          <a:custGeom>
            <a:avLst/>
            <a:gdLst/>
            <a:ahLst/>
            <a:rect l="0" t="0" r="r" b="b"/>
            <a:pathLst>
              <a:path w="6086" h="1113">
                <a:moveTo>
                  <a:pt x="0" y="0"/>
                </a:moveTo>
                <a:lnTo>
                  <a:pt x="6086" y="0"/>
                </a:lnTo>
                <a:lnTo>
                  <a:pt x="6086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" name=""/>
          <p:cNvSpPr/>
          <p:nvPr/>
        </p:nvSpPr>
        <p:spPr>
          <a:xfrm>
            <a:off x="580680" y="2657160"/>
            <a:ext cx="610200" cy="400680"/>
          </a:xfrm>
          <a:custGeom>
            <a:avLst/>
            <a:gdLst/>
            <a:ahLst/>
            <a:rect l="0" t="0" r="r" b="b"/>
            <a:pathLst>
              <a:path w="1695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1695" y="0"/>
                </a:lnTo>
                <a:lnTo>
                  <a:pt x="1695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" name=""/>
          <p:cNvSpPr/>
          <p:nvPr/>
        </p:nvSpPr>
        <p:spPr>
          <a:xfrm>
            <a:off x="1190520" y="2657160"/>
            <a:ext cx="1791000" cy="400680"/>
          </a:xfrm>
          <a:custGeom>
            <a:avLst/>
            <a:gdLst/>
            <a:ahLst/>
            <a:rect l="0" t="0" r="r" b="b"/>
            <a:pathLst>
              <a:path w="4975" h="1113">
                <a:moveTo>
                  <a:pt x="0" y="0"/>
                </a:moveTo>
                <a:lnTo>
                  <a:pt x="4975" y="0"/>
                </a:lnTo>
                <a:lnTo>
                  <a:pt x="4975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" name=""/>
          <p:cNvSpPr/>
          <p:nvPr/>
        </p:nvSpPr>
        <p:spPr>
          <a:xfrm>
            <a:off x="2981160" y="2657160"/>
            <a:ext cx="2190960" cy="400680"/>
          </a:xfrm>
          <a:custGeom>
            <a:avLst/>
            <a:gdLst/>
            <a:ahLst/>
            <a:rect l="0" t="0" r="r" b="b"/>
            <a:pathLst>
              <a:path w="6086" h="1113">
                <a:moveTo>
                  <a:pt x="0" y="0"/>
                </a:moveTo>
                <a:lnTo>
                  <a:pt x="6086" y="0"/>
                </a:lnTo>
                <a:lnTo>
                  <a:pt x="6086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" name=""/>
          <p:cNvSpPr/>
          <p:nvPr/>
        </p:nvSpPr>
        <p:spPr>
          <a:xfrm>
            <a:off x="580680" y="305748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"/>
          <p:cNvSpPr/>
          <p:nvPr/>
        </p:nvSpPr>
        <p:spPr>
          <a:xfrm>
            <a:off x="1190520" y="305748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"/>
          <p:cNvSpPr/>
          <p:nvPr/>
        </p:nvSpPr>
        <p:spPr>
          <a:xfrm>
            <a:off x="2981160" y="305748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" name=""/>
          <p:cNvSpPr/>
          <p:nvPr/>
        </p:nvSpPr>
        <p:spPr>
          <a:xfrm>
            <a:off x="580680" y="305748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" name=""/>
          <p:cNvSpPr/>
          <p:nvPr/>
        </p:nvSpPr>
        <p:spPr>
          <a:xfrm>
            <a:off x="1190520" y="305748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" name=""/>
          <p:cNvSpPr/>
          <p:nvPr/>
        </p:nvSpPr>
        <p:spPr>
          <a:xfrm>
            <a:off x="2981160" y="305748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" name=""/>
          <p:cNvSpPr/>
          <p:nvPr/>
        </p:nvSpPr>
        <p:spPr>
          <a:xfrm>
            <a:off x="580680" y="3600360"/>
            <a:ext cx="610200" cy="552600"/>
          </a:xfrm>
          <a:custGeom>
            <a:avLst/>
            <a:gdLst/>
            <a:ahLst/>
            <a:rect l="0" t="0" r="r" b="b"/>
            <a:pathLst>
              <a:path w="1695" h="1535">
                <a:moveTo>
                  <a:pt x="0" y="0"/>
                </a:moveTo>
                <a:lnTo>
                  <a:pt x="1695" y="0"/>
                </a:lnTo>
                <a:lnTo>
                  <a:pt x="169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" name=""/>
          <p:cNvSpPr/>
          <p:nvPr/>
        </p:nvSpPr>
        <p:spPr>
          <a:xfrm>
            <a:off x="1190520" y="3600360"/>
            <a:ext cx="1791000" cy="552600"/>
          </a:xfrm>
          <a:custGeom>
            <a:avLst/>
            <a:gdLst/>
            <a:ahLst/>
            <a:rect l="0" t="0" r="r" b="b"/>
            <a:pathLst>
              <a:path w="4975" h="1535">
                <a:moveTo>
                  <a:pt x="0" y="0"/>
                </a:moveTo>
                <a:lnTo>
                  <a:pt x="4975" y="0"/>
                </a:lnTo>
                <a:lnTo>
                  <a:pt x="497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" name=""/>
          <p:cNvSpPr/>
          <p:nvPr/>
        </p:nvSpPr>
        <p:spPr>
          <a:xfrm>
            <a:off x="2981160" y="3600360"/>
            <a:ext cx="2190960" cy="552600"/>
          </a:xfrm>
          <a:custGeom>
            <a:avLst/>
            <a:gdLst/>
            <a:ahLst/>
            <a:rect l="0" t="0" r="r" b="b"/>
            <a:pathLst>
              <a:path w="6086" h="1535">
                <a:moveTo>
                  <a:pt x="0" y="0"/>
                </a:moveTo>
                <a:lnTo>
                  <a:pt x="6086" y="0"/>
                </a:lnTo>
                <a:lnTo>
                  <a:pt x="6086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"/>
          <p:cNvSpPr/>
          <p:nvPr/>
        </p:nvSpPr>
        <p:spPr>
          <a:xfrm>
            <a:off x="580680" y="3600360"/>
            <a:ext cx="610200" cy="552600"/>
          </a:xfrm>
          <a:custGeom>
            <a:avLst/>
            <a:gdLst/>
            <a:ahLst/>
            <a:rect l="0" t="0" r="r" b="b"/>
            <a:pathLst>
              <a:path w="1695" h="1535">
                <a:moveTo>
                  <a:pt x="0" y="0"/>
                </a:moveTo>
                <a:lnTo>
                  <a:pt x="1695" y="0"/>
                </a:lnTo>
                <a:lnTo>
                  <a:pt x="169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"/>
          <p:cNvSpPr/>
          <p:nvPr/>
        </p:nvSpPr>
        <p:spPr>
          <a:xfrm>
            <a:off x="1190520" y="3600360"/>
            <a:ext cx="1791000" cy="552600"/>
          </a:xfrm>
          <a:custGeom>
            <a:avLst/>
            <a:gdLst/>
            <a:ahLst/>
            <a:rect l="0" t="0" r="r" b="b"/>
            <a:pathLst>
              <a:path w="4975" h="1535">
                <a:moveTo>
                  <a:pt x="0" y="0"/>
                </a:moveTo>
                <a:lnTo>
                  <a:pt x="4975" y="0"/>
                </a:lnTo>
                <a:lnTo>
                  <a:pt x="497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" name=""/>
          <p:cNvSpPr/>
          <p:nvPr/>
        </p:nvSpPr>
        <p:spPr>
          <a:xfrm>
            <a:off x="2981160" y="3600360"/>
            <a:ext cx="2190960" cy="552600"/>
          </a:xfrm>
          <a:custGeom>
            <a:avLst/>
            <a:gdLst/>
            <a:ahLst/>
            <a:rect l="0" t="0" r="r" b="b"/>
            <a:pathLst>
              <a:path w="6086" h="1535">
                <a:moveTo>
                  <a:pt x="0" y="0"/>
                </a:moveTo>
                <a:lnTo>
                  <a:pt x="6086" y="0"/>
                </a:lnTo>
                <a:lnTo>
                  <a:pt x="6086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" name=""/>
          <p:cNvSpPr/>
          <p:nvPr/>
        </p:nvSpPr>
        <p:spPr>
          <a:xfrm>
            <a:off x="580680" y="415260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"/>
          <p:cNvSpPr/>
          <p:nvPr/>
        </p:nvSpPr>
        <p:spPr>
          <a:xfrm>
            <a:off x="1190520" y="415260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"/>
          <p:cNvSpPr/>
          <p:nvPr/>
        </p:nvSpPr>
        <p:spPr>
          <a:xfrm>
            <a:off x="2981160" y="415260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" name=""/>
          <p:cNvSpPr/>
          <p:nvPr/>
        </p:nvSpPr>
        <p:spPr>
          <a:xfrm>
            <a:off x="580680" y="415260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"/>
          <p:cNvSpPr/>
          <p:nvPr/>
        </p:nvSpPr>
        <p:spPr>
          <a:xfrm>
            <a:off x="1190520" y="415260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"/>
          <p:cNvSpPr/>
          <p:nvPr/>
        </p:nvSpPr>
        <p:spPr>
          <a:xfrm>
            <a:off x="2981160" y="415260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"/>
          <p:cNvSpPr/>
          <p:nvPr/>
        </p:nvSpPr>
        <p:spPr>
          <a:xfrm>
            <a:off x="580680" y="4695480"/>
            <a:ext cx="610200" cy="543600"/>
          </a:xfrm>
          <a:custGeom>
            <a:avLst/>
            <a:gdLst/>
            <a:ahLst/>
            <a:rect l="0" t="0" r="r" b="b"/>
            <a:pathLst>
              <a:path w="1695" h="1510">
                <a:moveTo>
                  <a:pt x="0" y="0"/>
                </a:moveTo>
                <a:lnTo>
                  <a:pt x="1695" y="0"/>
                </a:lnTo>
                <a:lnTo>
                  <a:pt x="169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" name=""/>
          <p:cNvSpPr/>
          <p:nvPr/>
        </p:nvSpPr>
        <p:spPr>
          <a:xfrm>
            <a:off x="1190520" y="4695480"/>
            <a:ext cx="1791000" cy="543600"/>
          </a:xfrm>
          <a:custGeom>
            <a:avLst/>
            <a:gdLst/>
            <a:ahLst/>
            <a:rect l="0" t="0" r="r" b="b"/>
            <a:pathLst>
              <a:path w="4975" h="1510">
                <a:moveTo>
                  <a:pt x="0" y="0"/>
                </a:moveTo>
                <a:lnTo>
                  <a:pt x="4975" y="0"/>
                </a:lnTo>
                <a:lnTo>
                  <a:pt x="497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"/>
          <p:cNvSpPr/>
          <p:nvPr/>
        </p:nvSpPr>
        <p:spPr>
          <a:xfrm>
            <a:off x="2981160" y="4695480"/>
            <a:ext cx="2190960" cy="543600"/>
          </a:xfrm>
          <a:custGeom>
            <a:avLst/>
            <a:gdLst/>
            <a:ahLst/>
            <a:rect l="0" t="0" r="r" b="b"/>
            <a:pathLst>
              <a:path w="6086" h="1510">
                <a:moveTo>
                  <a:pt x="0" y="0"/>
                </a:moveTo>
                <a:lnTo>
                  <a:pt x="6086" y="0"/>
                </a:lnTo>
                <a:lnTo>
                  <a:pt x="608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"/>
          <p:cNvSpPr/>
          <p:nvPr/>
        </p:nvSpPr>
        <p:spPr>
          <a:xfrm>
            <a:off x="580680" y="4695480"/>
            <a:ext cx="610200" cy="543600"/>
          </a:xfrm>
          <a:custGeom>
            <a:avLst/>
            <a:gdLst/>
            <a:ahLst/>
            <a:rect l="0" t="0" r="r" b="b"/>
            <a:pathLst>
              <a:path w="1695" h="1510">
                <a:moveTo>
                  <a:pt x="0" y="0"/>
                </a:moveTo>
                <a:lnTo>
                  <a:pt x="1695" y="0"/>
                </a:lnTo>
                <a:lnTo>
                  <a:pt x="169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"/>
          <p:cNvSpPr/>
          <p:nvPr/>
        </p:nvSpPr>
        <p:spPr>
          <a:xfrm>
            <a:off x="1190520" y="4695480"/>
            <a:ext cx="1791000" cy="543600"/>
          </a:xfrm>
          <a:custGeom>
            <a:avLst/>
            <a:gdLst/>
            <a:ahLst/>
            <a:rect l="0" t="0" r="r" b="b"/>
            <a:pathLst>
              <a:path w="4975" h="1510">
                <a:moveTo>
                  <a:pt x="0" y="0"/>
                </a:moveTo>
                <a:lnTo>
                  <a:pt x="4975" y="0"/>
                </a:lnTo>
                <a:lnTo>
                  <a:pt x="497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"/>
          <p:cNvSpPr/>
          <p:nvPr/>
        </p:nvSpPr>
        <p:spPr>
          <a:xfrm>
            <a:off x="2981160" y="4695480"/>
            <a:ext cx="2190960" cy="543600"/>
          </a:xfrm>
          <a:custGeom>
            <a:avLst/>
            <a:gdLst/>
            <a:ahLst/>
            <a:rect l="0" t="0" r="r" b="b"/>
            <a:pathLst>
              <a:path w="6086" h="1510">
                <a:moveTo>
                  <a:pt x="0" y="0"/>
                </a:moveTo>
                <a:lnTo>
                  <a:pt x="6086" y="0"/>
                </a:lnTo>
                <a:lnTo>
                  <a:pt x="608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"/>
          <p:cNvSpPr/>
          <p:nvPr/>
        </p:nvSpPr>
        <p:spPr>
          <a:xfrm>
            <a:off x="580680" y="523872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"/>
          <p:cNvSpPr/>
          <p:nvPr/>
        </p:nvSpPr>
        <p:spPr>
          <a:xfrm>
            <a:off x="1190520" y="523872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"/>
          <p:cNvSpPr/>
          <p:nvPr/>
        </p:nvSpPr>
        <p:spPr>
          <a:xfrm>
            <a:off x="2981160" y="523872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"/>
          <p:cNvSpPr/>
          <p:nvPr/>
        </p:nvSpPr>
        <p:spPr>
          <a:xfrm>
            <a:off x="580680" y="523872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0" y="0"/>
                </a:moveTo>
                <a:lnTo>
                  <a:pt x="1695" y="0"/>
                </a:lnTo>
                <a:lnTo>
                  <a:pt x="169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"/>
          <p:cNvSpPr/>
          <p:nvPr/>
        </p:nvSpPr>
        <p:spPr>
          <a:xfrm>
            <a:off x="1190520" y="523872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0"/>
                </a:move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"/>
          <p:cNvSpPr/>
          <p:nvPr/>
        </p:nvSpPr>
        <p:spPr>
          <a:xfrm>
            <a:off x="2981160" y="523872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0"/>
                </a:move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"/>
          <p:cNvSpPr/>
          <p:nvPr/>
        </p:nvSpPr>
        <p:spPr>
          <a:xfrm>
            <a:off x="580680" y="578160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239" y="1509"/>
                </a:moveTo>
                <a:cubicBezTo>
                  <a:pt x="203" y="1509"/>
                  <a:pt x="170" y="1502"/>
                  <a:pt x="137" y="1489"/>
                </a:cubicBezTo>
                <a:cubicBezTo>
                  <a:pt x="105" y="1475"/>
                  <a:pt x="76" y="1456"/>
                  <a:pt x="51" y="1431"/>
                </a:cubicBezTo>
                <a:cubicBezTo>
                  <a:pt x="30" y="1410"/>
                  <a:pt x="13" y="1386"/>
                  <a:pt x="0" y="1360"/>
                </a:cubicBezTo>
                <a:lnTo>
                  <a:pt x="0" y="0"/>
                </a:lnTo>
                <a:lnTo>
                  <a:pt x="1695" y="0"/>
                </a:lnTo>
                <a:lnTo>
                  <a:pt x="1695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"/>
          <p:cNvSpPr/>
          <p:nvPr/>
        </p:nvSpPr>
        <p:spPr>
          <a:xfrm>
            <a:off x="1190520" y="578160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1509"/>
                </a:moveTo>
                <a:lnTo>
                  <a:pt x="0" y="0"/>
                </a:ln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"/>
          <p:cNvSpPr/>
          <p:nvPr/>
        </p:nvSpPr>
        <p:spPr>
          <a:xfrm>
            <a:off x="2981160" y="578160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1509"/>
                </a:moveTo>
                <a:lnTo>
                  <a:pt x="0" y="0"/>
                </a:ln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"/>
          <p:cNvSpPr/>
          <p:nvPr/>
        </p:nvSpPr>
        <p:spPr>
          <a:xfrm>
            <a:off x="580680" y="5781600"/>
            <a:ext cx="610200" cy="543240"/>
          </a:xfrm>
          <a:custGeom>
            <a:avLst/>
            <a:gdLst/>
            <a:ahLst/>
            <a:rect l="0" t="0" r="r" b="b"/>
            <a:pathLst>
              <a:path w="1695" h="1509">
                <a:moveTo>
                  <a:pt x="239" y="1509"/>
                </a:moveTo>
                <a:cubicBezTo>
                  <a:pt x="203" y="1509"/>
                  <a:pt x="170" y="1502"/>
                  <a:pt x="137" y="1489"/>
                </a:cubicBezTo>
                <a:cubicBezTo>
                  <a:pt x="105" y="1475"/>
                  <a:pt x="76" y="1456"/>
                  <a:pt x="51" y="1431"/>
                </a:cubicBezTo>
                <a:cubicBezTo>
                  <a:pt x="30" y="1410"/>
                  <a:pt x="13" y="1386"/>
                  <a:pt x="0" y="1360"/>
                </a:cubicBezTo>
                <a:lnTo>
                  <a:pt x="0" y="0"/>
                </a:lnTo>
                <a:lnTo>
                  <a:pt x="1695" y="0"/>
                </a:lnTo>
                <a:lnTo>
                  <a:pt x="1695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"/>
          <p:cNvSpPr/>
          <p:nvPr/>
        </p:nvSpPr>
        <p:spPr>
          <a:xfrm>
            <a:off x="1190520" y="5781600"/>
            <a:ext cx="1791000" cy="543240"/>
          </a:xfrm>
          <a:custGeom>
            <a:avLst/>
            <a:gdLst/>
            <a:ahLst/>
            <a:rect l="0" t="0" r="r" b="b"/>
            <a:pathLst>
              <a:path w="4975" h="1509">
                <a:moveTo>
                  <a:pt x="0" y="1509"/>
                </a:moveTo>
                <a:lnTo>
                  <a:pt x="0" y="0"/>
                </a:lnTo>
                <a:lnTo>
                  <a:pt x="4975" y="0"/>
                </a:lnTo>
                <a:lnTo>
                  <a:pt x="4975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"/>
          <p:cNvSpPr/>
          <p:nvPr/>
        </p:nvSpPr>
        <p:spPr>
          <a:xfrm>
            <a:off x="2981160" y="5781600"/>
            <a:ext cx="2190960" cy="543240"/>
          </a:xfrm>
          <a:custGeom>
            <a:avLst/>
            <a:gdLst/>
            <a:ahLst/>
            <a:rect l="0" t="0" r="r" b="b"/>
            <a:pathLst>
              <a:path w="6086" h="1509">
                <a:moveTo>
                  <a:pt x="0" y="1509"/>
                </a:moveTo>
                <a:lnTo>
                  <a:pt x="0" y="0"/>
                </a:lnTo>
                <a:lnTo>
                  <a:pt x="6086" y="0"/>
                </a:lnTo>
                <a:lnTo>
                  <a:pt x="6086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"/>
          <p:cNvSpPr/>
          <p:nvPr/>
        </p:nvSpPr>
        <p:spPr>
          <a:xfrm>
            <a:off x="571320" y="271116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"/>
          <p:cNvSpPr/>
          <p:nvPr/>
        </p:nvSpPr>
        <p:spPr>
          <a:xfrm>
            <a:off x="624960" y="2657160"/>
            <a:ext cx="565920" cy="10080"/>
          </a:xfrm>
          <a:custGeom>
            <a:avLst/>
            <a:gdLst/>
            <a:ahLst/>
            <a:rect l="0" t="0" r="r" b="b"/>
            <a:pathLst>
              <a:path w="1572" h="28">
                <a:moveTo>
                  <a:pt x="14" y="22"/>
                </a:moveTo>
                <a:cubicBezTo>
                  <a:pt x="47" y="7"/>
                  <a:pt x="80" y="0"/>
                  <a:pt x="116" y="0"/>
                </a:cubicBezTo>
                <a:lnTo>
                  <a:pt x="1572" y="0"/>
                </a:lnTo>
                <a:lnTo>
                  <a:pt x="1572" y="28"/>
                </a:lnTo>
                <a:lnTo>
                  <a:pt x="0" y="28"/>
                </a:lnTo>
                <a:cubicBezTo>
                  <a:pt x="5" y="26"/>
                  <a:pt x="10" y="23"/>
                  <a:pt x="14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"/>
          <p:cNvSpPr/>
          <p:nvPr/>
        </p:nvSpPr>
        <p:spPr>
          <a:xfrm>
            <a:off x="1180800" y="265716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" name=""/>
          <p:cNvSpPr/>
          <p:nvPr/>
        </p:nvSpPr>
        <p:spPr>
          <a:xfrm>
            <a:off x="1190520" y="2657160"/>
            <a:ext cx="1800360" cy="10080"/>
          </a:xfrm>
          <a:custGeom>
            <a:avLst/>
            <a:gdLst/>
            <a:ahLst/>
            <a:rect l="0" t="0" r="r" b="b"/>
            <a:pathLst>
              <a:path w="5001" h="28">
                <a:moveTo>
                  <a:pt x="0" y="0"/>
                </a:moveTo>
                <a:lnTo>
                  <a:pt x="5001" y="0"/>
                </a:lnTo>
                <a:lnTo>
                  <a:pt x="50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" name=""/>
          <p:cNvSpPr/>
          <p:nvPr/>
        </p:nvSpPr>
        <p:spPr>
          <a:xfrm>
            <a:off x="2981160" y="26571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"/>
          <p:cNvSpPr/>
          <p:nvPr/>
        </p:nvSpPr>
        <p:spPr>
          <a:xfrm>
            <a:off x="2990520" y="265716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" name=""/>
          <p:cNvSpPr/>
          <p:nvPr/>
        </p:nvSpPr>
        <p:spPr>
          <a:xfrm>
            <a:off x="5162400" y="26571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" name=""/>
          <p:cNvSpPr/>
          <p:nvPr/>
        </p:nvSpPr>
        <p:spPr>
          <a:xfrm>
            <a:off x="571320" y="305748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"/>
          <p:cNvSpPr/>
          <p:nvPr/>
        </p:nvSpPr>
        <p:spPr>
          <a:xfrm>
            <a:off x="1190520" y="305748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"/>
          <p:cNvSpPr/>
          <p:nvPr/>
        </p:nvSpPr>
        <p:spPr>
          <a:xfrm>
            <a:off x="2990520" y="305748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"/>
          <p:cNvSpPr/>
          <p:nvPr/>
        </p:nvSpPr>
        <p:spPr>
          <a:xfrm>
            <a:off x="571320" y="30668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"/>
          <p:cNvSpPr/>
          <p:nvPr/>
        </p:nvSpPr>
        <p:spPr>
          <a:xfrm>
            <a:off x="1180800" y="30668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"/>
          <p:cNvSpPr/>
          <p:nvPr/>
        </p:nvSpPr>
        <p:spPr>
          <a:xfrm>
            <a:off x="2981160" y="30668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"/>
          <p:cNvSpPr/>
          <p:nvPr/>
        </p:nvSpPr>
        <p:spPr>
          <a:xfrm>
            <a:off x="5162400" y="30668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" name=""/>
          <p:cNvSpPr/>
          <p:nvPr/>
        </p:nvSpPr>
        <p:spPr>
          <a:xfrm>
            <a:off x="571320" y="3609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" name=""/>
          <p:cNvSpPr/>
          <p:nvPr/>
        </p:nvSpPr>
        <p:spPr>
          <a:xfrm>
            <a:off x="571320" y="360036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" name=""/>
          <p:cNvSpPr/>
          <p:nvPr/>
        </p:nvSpPr>
        <p:spPr>
          <a:xfrm>
            <a:off x="1180800" y="3609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" name=""/>
          <p:cNvSpPr/>
          <p:nvPr/>
        </p:nvSpPr>
        <p:spPr>
          <a:xfrm>
            <a:off x="1190520" y="360036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" name=""/>
          <p:cNvSpPr/>
          <p:nvPr/>
        </p:nvSpPr>
        <p:spPr>
          <a:xfrm>
            <a:off x="2981160" y="3609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" name=""/>
          <p:cNvSpPr/>
          <p:nvPr/>
        </p:nvSpPr>
        <p:spPr>
          <a:xfrm>
            <a:off x="2990520" y="36003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" name=""/>
          <p:cNvSpPr/>
          <p:nvPr/>
        </p:nvSpPr>
        <p:spPr>
          <a:xfrm>
            <a:off x="5162400" y="3609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" name=""/>
          <p:cNvSpPr/>
          <p:nvPr/>
        </p:nvSpPr>
        <p:spPr>
          <a:xfrm>
            <a:off x="57132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" name=""/>
          <p:cNvSpPr/>
          <p:nvPr/>
        </p:nvSpPr>
        <p:spPr>
          <a:xfrm>
            <a:off x="571320" y="414324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" name=""/>
          <p:cNvSpPr/>
          <p:nvPr/>
        </p:nvSpPr>
        <p:spPr>
          <a:xfrm>
            <a:off x="118080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" name=""/>
          <p:cNvSpPr/>
          <p:nvPr/>
        </p:nvSpPr>
        <p:spPr>
          <a:xfrm>
            <a:off x="1190520" y="414324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" name=""/>
          <p:cNvSpPr/>
          <p:nvPr/>
        </p:nvSpPr>
        <p:spPr>
          <a:xfrm>
            <a:off x="298116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" name=""/>
          <p:cNvSpPr/>
          <p:nvPr/>
        </p:nvSpPr>
        <p:spPr>
          <a:xfrm>
            <a:off x="2990520" y="414324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" name=""/>
          <p:cNvSpPr/>
          <p:nvPr/>
        </p:nvSpPr>
        <p:spPr>
          <a:xfrm>
            <a:off x="516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" name=""/>
          <p:cNvSpPr/>
          <p:nvPr/>
        </p:nvSpPr>
        <p:spPr>
          <a:xfrm>
            <a:off x="571320" y="46954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" name=""/>
          <p:cNvSpPr/>
          <p:nvPr/>
        </p:nvSpPr>
        <p:spPr>
          <a:xfrm>
            <a:off x="571320" y="468612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" name=""/>
          <p:cNvSpPr/>
          <p:nvPr/>
        </p:nvSpPr>
        <p:spPr>
          <a:xfrm>
            <a:off x="1180800" y="46954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" name=""/>
          <p:cNvSpPr/>
          <p:nvPr/>
        </p:nvSpPr>
        <p:spPr>
          <a:xfrm>
            <a:off x="1190520" y="468612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" name=""/>
          <p:cNvSpPr/>
          <p:nvPr/>
        </p:nvSpPr>
        <p:spPr>
          <a:xfrm>
            <a:off x="2981160" y="46954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" name=""/>
          <p:cNvSpPr/>
          <p:nvPr/>
        </p:nvSpPr>
        <p:spPr>
          <a:xfrm>
            <a:off x="2990520" y="468612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" name=""/>
          <p:cNvSpPr/>
          <p:nvPr/>
        </p:nvSpPr>
        <p:spPr>
          <a:xfrm>
            <a:off x="5162400" y="46954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" name=""/>
          <p:cNvSpPr/>
          <p:nvPr/>
        </p:nvSpPr>
        <p:spPr>
          <a:xfrm>
            <a:off x="571320" y="5238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" name=""/>
          <p:cNvSpPr/>
          <p:nvPr/>
        </p:nvSpPr>
        <p:spPr>
          <a:xfrm>
            <a:off x="571320" y="522900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1721" y="0"/>
                </a:lnTo>
                <a:lnTo>
                  <a:pt x="1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" name=""/>
          <p:cNvSpPr/>
          <p:nvPr/>
        </p:nvSpPr>
        <p:spPr>
          <a:xfrm>
            <a:off x="1180800" y="52387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" name=""/>
          <p:cNvSpPr/>
          <p:nvPr/>
        </p:nvSpPr>
        <p:spPr>
          <a:xfrm>
            <a:off x="1190520" y="5229000"/>
            <a:ext cx="1800360" cy="10080"/>
          </a:xfrm>
          <a:custGeom>
            <a:avLst/>
            <a:gdLst/>
            <a:ahLst/>
            <a:rect l="0" t="0" r="r" b="b"/>
            <a:pathLst>
              <a:path w="5001" h="28">
                <a:moveTo>
                  <a:pt x="0" y="0"/>
                </a:moveTo>
                <a:lnTo>
                  <a:pt x="5001" y="0"/>
                </a:lnTo>
                <a:lnTo>
                  <a:pt x="50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" name=""/>
          <p:cNvSpPr/>
          <p:nvPr/>
        </p:nvSpPr>
        <p:spPr>
          <a:xfrm>
            <a:off x="2981160" y="5238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" name=""/>
          <p:cNvSpPr/>
          <p:nvPr/>
        </p:nvSpPr>
        <p:spPr>
          <a:xfrm>
            <a:off x="2990520" y="522900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" name=""/>
          <p:cNvSpPr/>
          <p:nvPr/>
        </p:nvSpPr>
        <p:spPr>
          <a:xfrm>
            <a:off x="5162400" y="5238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" name=""/>
          <p:cNvSpPr/>
          <p:nvPr/>
        </p:nvSpPr>
        <p:spPr>
          <a:xfrm>
            <a:off x="571320" y="5790960"/>
            <a:ext cx="9720" cy="480240"/>
          </a:xfrm>
          <a:custGeom>
            <a:avLst/>
            <a:gdLst/>
            <a:ahLst/>
            <a:rect l="0" t="0" r="r" b="b"/>
            <a:pathLst>
              <a:path w="27" h="1334">
                <a:moveTo>
                  <a:pt x="21" y="1319"/>
                </a:moveTo>
                <a:cubicBezTo>
                  <a:pt x="7" y="1287"/>
                  <a:pt x="0" y="1253"/>
                  <a:pt x="0" y="1218"/>
                </a:cubicBezTo>
                <a:lnTo>
                  <a:pt x="0" y="0"/>
                </a:lnTo>
                <a:lnTo>
                  <a:pt x="27" y="0"/>
                </a:lnTo>
                <a:lnTo>
                  <a:pt x="27" y="1334"/>
                </a:lnTo>
                <a:cubicBezTo>
                  <a:pt x="25" y="1329"/>
                  <a:pt x="23" y="1324"/>
                  <a:pt x="21" y="131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" name=""/>
          <p:cNvSpPr/>
          <p:nvPr/>
        </p:nvSpPr>
        <p:spPr>
          <a:xfrm>
            <a:off x="571320" y="578160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" name=""/>
          <p:cNvSpPr/>
          <p:nvPr/>
        </p:nvSpPr>
        <p:spPr>
          <a:xfrm>
            <a:off x="1180800" y="57909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483"/>
                </a:moveTo>
                <a:lnTo>
                  <a:pt x="0" y="0"/>
                </a:ln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"/>
          <p:cNvSpPr/>
          <p:nvPr/>
        </p:nvSpPr>
        <p:spPr>
          <a:xfrm>
            <a:off x="1190520" y="5781600"/>
            <a:ext cx="1800360" cy="9720"/>
          </a:xfrm>
          <a:custGeom>
            <a:avLst/>
            <a:gdLst/>
            <a:ahLst/>
            <a:rect l="0" t="0" r="r" b="b"/>
            <a:pathLst>
              <a:path w="5001" h="27">
                <a:moveTo>
                  <a:pt x="0" y="0"/>
                </a:moveTo>
                <a:lnTo>
                  <a:pt x="5001" y="0"/>
                </a:lnTo>
                <a:lnTo>
                  <a:pt x="50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" name=""/>
          <p:cNvSpPr/>
          <p:nvPr/>
        </p:nvSpPr>
        <p:spPr>
          <a:xfrm>
            <a:off x="2981160" y="5790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1483"/>
                </a:moveTo>
                <a:lnTo>
                  <a:pt x="0" y="0"/>
                </a:ln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"/>
          <p:cNvSpPr/>
          <p:nvPr/>
        </p:nvSpPr>
        <p:spPr>
          <a:xfrm>
            <a:off x="2990520" y="578160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"/>
          <p:cNvSpPr/>
          <p:nvPr/>
        </p:nvSpPr>
        <p:spPr>
          <a:xfrm>
            <a:off x="5162400" y="5790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1483"/>
                </a:moveTo>
                <a:lnTo>
                  <a:pt x="0" y="0"/>
                </a:ln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" name=""/>
          <p:cNvSpPr/>
          <p:nvPr/>
        </p:nvSpPr>
        <p:spPr>
          <a:xfrm>
            <a:off x="630720" y="4402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277" y="752"/>
                </a:moveTo>
                <a:cubicBezTo>
                  <a:pt x="286" y="744"/>
                  <a:pt x="290" y="734"/>
                  <a:pt x="290" y="723"/>
                </a:cubicBezTo>
                <a:cubicBezTo>
                  <a:pt x="290" y="712"/>
                  <a:pt x="286" y="703"/>
                  <a:pt x="277" y="694"/>
                </a:cubicBezTo>
                <a:cubicBezTo>
                  <a:pt x="269" y="686"/>
                  <a:pt x="259" y="682"/>
                  <a:pt x="248" y="682"/>
                </a:cubicBezTo>
                <a:cubicBezTo>
                  <a:pt x="237" y="682"/>
                  <a:pt x="228" y="686"/>
                  <a:pt x="219" y="694"/>
                </a:cubicBezTo>
                <a:cubicBezTo>
                  <a:pt x="211" y="703"/>
                  <a:pt x="207" y="712"/>
                  <a:pt x="207" y="723"/>
                </a:cubicBezTo>
                <a:cubicBezTo>
                  <a:pt x="207" y="734"/>
                  <a:pt x="211" y="744"/>
                  <a:pt x="219" y="752"/>
                </a:cubicBezTo>
                <a:cubicBezTo>
                  <a:pt x="228" y="760"/>
                  <a:pt x="237" y="765"/>
                  <a:pt x="248" y="765"/>
                </a:cubicBezTo>
                <a:cubicBezTo>
                  <a:pt x="259" y="765"/>
                  <a:pt x="269" y="760"/>
                  <a:pt x="277" y="752"/>
                </a:cubicBezTo>
                <a:moveTo>
                  <a:pt x="277" y="526"/>
                </a:moveTo>
                <a:cubicBezTo>
                  <a:pt x="286" y="518"/>
                  <a:pt x="290" y="508"/>
                  <a:pt x="290" y="497"/>
                </a:cubicBezTo>
                <a:cubicBezTo>
                  <a:pt x="290" y="486"/>
                  <a:pt x="286" y="477"/>
                  <a:pt x="277" y="468"/>
                </a:cubicBezTo>
                <a:cubicBezTo>
                  <a:pt x="269" y="460"/>
                  <a:pt x="259" y="456"/>
                  <a:pt x="248" y="456"/>
                </a:cubicBezTo>
                <a:cubicBezTo>
                  <a:pt x="237" y="456"/>
                  <a:pt x="228" y="460"/>
                  <a:pt x="219" y="468"/>
                </a:cubicBezTo>
                <a:cubicBezTo>
                  <a:pt x="211" y="477"/>
                  <a:pt x="207" y="486"/>
                  <a:pt x="207" y="497"/>
                </a:cubicBezTo>
                <a:cubicBezTo>
                  <a:pt x="207" y="508"/>
                  <a:pt x="211" y="518"/>
                  <a:pt x="219" y="526"/>
                </a:cubicBezTo>
                <a:cubicBezTo>
                  <a:pt x="228" y="534"/>
                  <a:pt x="237" y="539"/>
                  <a:pt x="248" y="539"/>
                </a:cubicBezTo>
                <a:cubicBezTo>
                  <a:pt x="259" y="539"/>
                  <a:pt x="269" y="534"/>
                  <a:pt x="277" y="526"/>
                </a:cubicBezTo>
                <a:moveTo>
                  <a:pt x="277" y="300"/>
                </a:moveTo>
                <a:cubicBezTo>
                  <a:pt x="286" y="292"/>
                  <a:pt x="290" y="282"/>
                  <a:pt x="290" y="271"/>
                </a:cubicBezTo>
                <a:cubicBezTo>
                  <a:pt x="290" y="259"/>
                  <a:pt x="286" y="250"/>
                  <a:pt x="277" y="241"/>
                </a:cubicBezTo>
                <a:cubicBezTo>
                  <a:pt x="269" y="233"/>
                  <a:pt x="259" y="229"/>
                  <a:pt x="248" y="229"/>
                </a:cubicBezTo>
                <a:cubicBezTo>
                  <a:pt x="237" y="229"/>
                  <a:pt x="228" y="233"/>
                  <a:pt x="219" y="241"/>
                </a:cubicBezTo>
                <a:cubicBezTo>
                  <a:pt x="211" y="250"/>
                  <a:pt x="207" y="259"/>
                  <a:pt x="207" y="271"/>
                </a:cubicBezTo>
                <a:cubicBezTo>
                  <a:pt x="207" y="282"/>
                  <a:pt x="211" y="292"/>
                  <a:pt x="219" y="300"/>
                </a:cubicBezTo>
                <a:cubicBezTo>
                  <a:pt x="228" y="309"/>
                  <a:pt x="237" y="313"/>
                  <a:pt x="248" y="313"/>
                </a:cubicBezTo>
                <a:cubicBezTo>
                  <a:pt x="259" y="313"/>
                  <a:pt x="269" y="309"/>
                  <a:pt x="277" y="300"/>
                </a:cubicBezTo>
                <a:moveTo>
                  <a:pt x="430" y="765"/>
                </a:moveTo>
                <a:lnTo>
                  <a:pt x="768" y="765"/>
                </a:lnTo>
                <a:lnTo>
                  <a:pt x="768" y="682"/>
                </a:lnTo>
                <a:lnTo>
                  <a:pt x="430" y="682"/>
                </a:lnTo>
                <a:lnTo>
                  <a:pt x="430" y="765"/>
                </a:lnTo>
                <a:moveTo>
                  <a:pt x="430" y="539"/>
                </a:moveTo>
                <a:lnTo>
                  <a:pt x="768" y="539"/>
                </a:lnTo>
                <a:lnTo>
                  <a:pt x="768" y="456"/>
                </a:lnTo>
                <a:lnTo>
                  <a:pt x="430" y="456"/>
                </a:lnTo>
                <a:lnTo>
                  <a:pt x="430" y="539"/>
                </a:lnTo>
                <a:moveTo>
                  <a:pt x="430" y="313"/>
                </a:moveTo>
                <a:lnTo>
                  <a:pt x="768" y="313"/>
                </a:lnTo>
                <a:lnTo>
                  <a:pt x="768" y="229"/>
                </a:lnTo>
                <a:lnTo>
                  <a:pt x="430" y="229"/>
                </a:lnTo>
                <a:lnTo>
                  <a:pt x="430" y="313"/>
                </a:lnTo>
                <a:moveTo>
                  <a:pt x="83" y="993"/>
                </a:moveTo>
                <a:cubicBezTo>
                  <a:pt x="61" y="993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911" y="0"/>
                </a:lnTo>
                <a:cubicBezTo>
                  <a:pt x="933" y="0"/>
                  <a:pt x="952" y="8"/>
                  <a:pt x="969" y="25"/>
                </a:cubicBezTo>
                <a:cubicBezTo>
                  <a:pt x="985" y="42"/>
                  <a:pt x="994" y="61"/>
                  <a:pt x="994" y="83"/>
                </a:cubicBez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3"/>
                  <a:pt x="911" y="993"/>
                </a:cubicBezTo>
                <a:lnTo>
                  <a:pt x="83" y="993"/>
                </a:lnTo>
                <a:moveTo>
                  <a:pt x="83" y="911"/>
                </a:moveTo>
                <a:lnTo>
                  <a:pt x="911" y="911"/>
                </a:lnTo>
                <a:lnTo>
                  <a:pt x="911" y="83"/>
                </a:lnTo>
                <a:lnTo>
                  <a:pt x="83" y="83"/>
                </a:lnTo>
                <a:lnTo>
                  <a:pt x="83" y="91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"/>
          <p:cNvSpPr/>
          <p:nvPr/>
        </p:nvSpPr>
        <p:spPr>
          <a:xfrm>
            <a:off x="837360" y="1631880"/>
            <a:ext cx="226440" cy="256680"/>
          </a:xfrm>
          <a:custGeom>
            <a:avLst/>
            <a:gdLst/>
            <a:ahLst/>
            <a:rect l="0" t="0" r="r" b="b"/>
            <a:pathLst>
              <a:path w="629" h="713">
                <a:moveTo>
                  <a:pt x="0" y="713"/>
                </a:moveTo>
                <a:lnTo>
                  <a:pt x="0" y="0"/>
                </a:lnTo>
                <a:lnTo>
                  <a:pt x="359" y="0"/>
                </a:lnTo>
                <a:lnTo>
                  <a:pt x="379" y="90"/>
                </a:lnTo>
                <a:lnTo>
                  <a:pt x="629" y="90"/>
                </a:lnTo>
                <a:lnTo>
                  <a:pt x="629" y="478"/>
                </a:lnTo>
                <a:lnTo>
                  <a:pt x="360" y="478"/>
                </a:lnTo>
                <a:lnTo>
                  <a:pt x="340" y="389"/>
                </a:lnTo>
                <a:lnTo>
                  <a:pt x="62" y="389"/>
                </a:lnTo>
                <a:lnTo>
                  <a:pt x="62" y="713"/>
                </a:lnTo>
                <a:lnTo>
                  <a:pt x="0" y="713"/>
                </a:lnTo>
                <a:moveTo>
                  <a:pt x="413" y="415"/>
                </a:moveTo>
                <a:lnTo>
                  <a:pt x="566" y="415"/>
                </a:lnTo>
                <a:lnTo>
                  <a:pt x="566" y="154"/>
                </a:lnTo>
                <a:lnTo>
                  <a:pt x="325" y="154"/>
                </a:lnTo>
                <a:lnTo>
                  <a:pt x="305" y="63"/>
                </a:lnTo>
                <a:lnTo>
                  <a:pt x="62" y="63"/>
                </a:lnTo>
                <a:lnTo>
                  <a:pt x="62" y="326"/>
                </a:lnTo>
                <a:lnTo>
                  <a:pt x="393" y="326"/>
                </a:lnTo>
                <a:lnTo>
                  <a:pt x="413" y="41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47600" y="529560"/>
            <a:ext cx="301032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本日のアジェンダ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123920" y="1761120"/>
            <a:ext cx="8262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学習目標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62120" y="2117160"/>
            <a:ext cx="6681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の魅力を体感し、明日から使えるスキルを身につける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0992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31508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11184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詳細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" name=""/>
          <p:cNvSpPr/>
          <p:nvPr/>
        </p:nvSpPr>
        <p:spPr>
          <a:xfrm>
            <a:off x="1344600" y="3154320"/>
            <a:ext cx="301680" cy="301680"/>
          </a:xfrm>
          <a:custGeom>
            <a:avLst/>
            <a:gdLst/>
            <a:ahLst/>
            <a:rect l="0" t="0" r="r" b="b"/>
            <a:pathLst>
              <a:path w="838" h="838">
                <a:moveTo>
                  <a:pt x="452" y="652"/>
                </a:moveTo>
                <a:cubicBezTo>
                  <a:pt x="444" y="660"/>
                  <a:pt x="435" y="664"/>
                  <a:pt x="424" y="664"/>
                </a:cubicBezTo>
                <a:cubicBezTo>
                  <a:pt x="412" y="664"/>
                  <a:pt x="403" y="660"/>
                  <a:pt x="395" y="652"/>
                </a:cubicBezTo>
                <a:cubicBezTo>
                  <a:pt x="388" y="644"/>
                  <a:pt x="384" y="635"/>
                  <a:pt x="384" y="624"/>
                </a:cubicBezTo>
                <a:cubicBezTo>
                  <a:pt x="384" y="613"/>
                  <a:pt x="388" y="603"/>
                  <a:pt x="395" y="595"/>
                </a:cubicBezTo>
                <a:cubicBezTo>
                  <a:pt x="403" y="588"/>
                  <a:pt x="412" y="584"/>
                  <a:pt x="424" y="584"/>
                </a:cubicBezTo>
                <a:cubicBezTo>
                  <a:pt x="435" y="584"/>
                  <a:pt x="444" y="588"/>
                  <a:pt x="452" y="595"/>
                </a:cubicBezTo>
                <a:cubicBezTo>
                  <a:pt x="460" y="603"/>
                  <a:pt x="463" y="613"/>
                  <a:pt x="463" y="624"/>
                </a:cubicBezTo>
                <a:cubicBezTo>
                  <a:pt x="463" y="635"/>
                  <a:pt x="460" y="644"/>
                  <a:pt x="452" y="652"/>
                </a:cubicBezTo>
                <a:moveTo>
                  <a:pt x="387" y="511"/>
                </a:moveTo>
                <a:cubicBezTo>
                  <a:pt x="387" y="481"/>
                  <a:pt x="392" y="458"/>
                  <a:pt x="402" y="440"/>
                </a:cubicBezTo>
                <a:cubicBezTo>
                  <a:pt x="412" y="422"/>
                  <a:pt x="428" y="404"/>
                  <a:pt x="449" y="386"/>
                </a:cubicBezTo>
                <a:cubicBezTo>
                  <a:pt x="466" y="371"/>
                  <a:pt x="480" y="357"/>
                  <a:pt x="489" y="344"/>
                </a:cubicBezTo>
                <a:cubicBezTo>
                  <a:pt x="498" y="330"/>
                  <a:pt x="502" y="316"/>
                  <a:pt x="502" y="300"/>
                </a:cubicBezTo>
                <a:cubicBezTo>
                  <a:pt x="502" y="280"/>
                  <a:pt x="495" y="263"/>
                  <a:pt x="480" y="250"/>
                </a:cubicBezTo>
                <a:cubicBezTo>
                  <a:pt x="466" y="237"/>
                  <a:pt x="446" y="231"/>
                  <a:pt x="423" y="231"/>
                </a:cubicBezTo>
                <a:cubicBezTo>
                  <a:pt x="402" y="231"/>
                  <a:pt x="384" y="236"/>
                  <a:pt x="368" y="247"/>
                </a:cubicBezTo>
                <a:cubicBezTo>
                  <a:pt x="353" y="258"/>
                  <a:pt x="341" y="273"/>
                  <a:pt x="334" y="293"/>
                </a:cubicBezTo>
                <a:lnTo>
                  <a:pt x="278" y="272"/>
                </a:lnTo>
                <a:cubicBezTo>
                  <a:pt x="290" y="242"/>
                  <a:pt x="309" y="218"/>
                  <a:pt x="335" y="201"/>
                </a:cubicBezTo>
                <a:cubicBezTo>
                  <a:pt x="361" y="184"/>
                  <a:pt x="392" y="176"/>
                  <a:pt x="426" y="176"/>
                </a:cubicBezTo>
                <a:cubicBezTo>
                  <a:pt x="466" y="176"/>
                  <a:pt x="497" y="187"/>
                  <a:pt x="522" y="209"/>
                </a:cubicBezTo>
                <a:cubicBezTo>
                  <a:pt x="546" y="231"/>
                  <a:pt x="558" y="261"/>
                  <a:pt x="558" y="298"/>
                </a:cubicBezTo>
                <a:cubicBezTo>
                  <a:pt x="558" y="319"/>
                  <a:pt x="553" y="338"/>
                  <a:pt x="544" y="356"/>
                </a:cubicBezTo>
                <a:cubicBezTo>
                  <a:pt x="535" y="373"/>
                  <a:pt x="520" y="391"/>
                  <a:pt x="498" y="409"/>
                </a:cubicBezTo>
                <a:cubicBezTo>
                  <a:pt x="474" y="429"/>
                  <a:pt x="460" y="446"/>
                  <a:pt x="456" y="461"/>
                </a:cubicBezTo>
                <a:cubicBezTo>
                  <a:pt x="451" y="476"/>
                  <a:pt x="449" y="493"/>
                  <a:pt x="449" y="511"/>
                </a:cubicBezTo>
                <a:lnTo>
                  <a:pt x="387" y="511"/>
                </a:lnTo>
                <a:moveTo>
                  <a:pt x="419" y="838"/>
                </a:moveTo>
                <a:cubicBezTo>
                  <a:pt x="362" y="838"/>
                  <a:pt x="308" y="827"/>
                  <a:pt x="257" y="805"/>
                </a:cubicBezTo>
                <a:cubicBezTo>
                  <a:pt x="206" y="783"/>
                  <a:pt x="162" y="753"/>
                  <a:pt x="124" y="715"/>
                </a:cubicBezTo>
                <a:cubicBezTo>
                  <a:pt x="86" y="677"/>
                  <a:pt x="56" y="633"/>
                  <a:pt x="34" y="582"/>
                </a:cubicBezTo>
                <a:cubicBezTo>
                  <a:pt x="11" y="531"/>
                  <a:pt x="0" y="477"/>
                  <a:pt x="0" y="420"/>
                </a:cubicBezTo>
                <a:cubicBezTo>
                  <a:pt x="0" y="362"/>
                  <a:pt x="11" y="307"/>
                  <a:pt x="34" y="256"/>
                </a:cubicBezTo>
                <a:cubicBezTo>
                  <a:pt x="56" y="205"/>
                  <a:pt x="86" y="161"/>
                  <a:pt x="124" y="123"/>
                </a:cubicBezTo>
                <a:cubicBezTo>
                  <a:pt x="162" y="85"/>
                  <a:pt x="206" y="56"/>
                  <a:pt x="257" y="34"/>
                </a:cubicBezTo>
                <a:cubicBezTo>
                  <a:pt x="308" y="11"/>
                  <a:pt x="362" y="0"/>
                  <a:pt x="419" y="0"/>
                </a:cubicBezTo>
                <a:cubicBezTo>
                  <a:pt x="477" y="0"/>
                  <a:pt x="532" y="11"/>
                  <a:pt x="583" y="34"/>
                </a:cubicBezTo>
                <a:cubicBezTo>
                  <a:pt x="634" y="56"/>
                  <a:pt x="678" y="85"/>
                  <a:pt x="716" y="123"/>
                </a:cubicBezTo>
                <a:cubicBezTo>
                  <a:pt x="754" y="161"/>
                  <a:pt x="783" y="205"/>
                  <a:pt x="805" y="256"/>
                </a:cubicBezTo>
                <a:cubicBezTo>
                  <a:pt x="827" y="307"/>
                  <a:pt x="838" y="362"/>
                  <a:pt x="838" y="420"/>
                </a:cubicBezTo>
                <a:cubicBezTo>
                  <a:pt x="838" y="477"/>
                  <a:pt x="827" y="531"/>
                  <a:pt x="805" y="582"/>
                </a:cubicBezTo>
                <a:cubicBezTo>
                  <a:pt x="783" y="633"/>
                  <a:pt x="754" y="677"/>
                  <a:pt x="716" y="715"/>
                </a:cubicBezTo>
                <a:cubicBezTo>
                  <a:pt x="678" y="753"/>
                  <a:pt x="634" y="783"/>
                  <a:pt x="583" y="805"/>
                </a:cubicBezTo>
                <a:cubicBezTo>
                  <a:pt x="532" y="827"/>
                  <a:pt x="477" y="838"/>
                  <a:pt x="419" y="838"/>
                </a:cubicBezTo>
                <a:moveTo>
                  <a:pt x="419" y="776"/>
                </a:moveTo>
                <a:cubicBezTo>
                  <a:pt x="519" y="776"/>
                  <a:pt x="603" y="741"/>
                  <a:pt x="672" y="671"/>
                </a:cubicBezTo>
                <a:cubicBezTo>
                  <a:pt x="741" y="602"/>
                  <a:pt x="776" y="518"/>
                  <a:pt x="776" y="420"/>
                </a:cubicBezTo>
                <a:cubicBezTo>
                  <a:pt x="776" y="320"/>
                  <a:pt x="741" y="236"/>
                  <a:pt x="672" y="167"/>
                </a:cubicBezTo>
                <a:cubicBezTo>
                  <a:pt x="603" y="98"/>
                  <a:pt x="519" y="63"/>
                  <a:pt x="419" y="63"/>
                </a:cubicBezTo>
                <a:cubicBezTo>
                  <a:pt x="321" y="63"/>
                  <a:pt x="237" y="98"/>
                  <a:pt x="168" y="167"/>
                </a:cubicBezTo>
                <a:cubicBezTo>
                  <a:pt x="98" y="236"/>
                  <a:pt x="63" y="320"/>
                  <a:pt x="63" y="420"/>
                </a:cubicBezTo>
                <a:cubicBezTo>
                  <a:pt x="63" y="518"/>
                  <a:pt x="98" y="602"/>
                  <a:pt x="168" y="671"/>
                </a:cubicBezTo>
                <a:cubicBezTo>
                  <a:pt x="237" y="741"/>
                  <a:pt x="321" y="776"/>
                  <a:pt x="419" y="776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52760" y="3254040"/>
            <a:ext cx="25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676880" y="3339720"/>
            <a:ext cx="700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課題提起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111840" y="325404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従来の開発の問題点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" name=""/>
          <p:cNvSpPr/>
          <p:nvPr/>
        </p:nvSpPr>
        <p:spPr>
          <a:xfrm>
            <a:off x="1344600" y="3697200"/>
            <a:ext cx="301680" cy="302040"/>
          </a:xfrm>
          <a:custGeom>
            <a:avLst/>
            <a:gdLst/>
            <a:ahLst/>
            <a:rect l="0" t="0" r="r" b="b"/>
            <a:pathLst>
              <a:path w="838" h="839">
                <a:moveTo>
                  <a:pt x="256" y="806"/>
                </a:moveTo>
                <a:cubicBezTo>
                  <a:pt x="205" y="784"/>
                  <a:pt x="161" y="754"/>
                  <a:pt x="123" y="716"/>
                </a:cubicBezTo>
                <a:cubicBezTo>
                  <a:pt x="85" y="678"/>
                  <a:pt x="56" y="634"/>
                  <a:pt x="34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2"/>
                  <a:pt x="11" y="307"/>
                  <a:pt x="34" y="256"/>
                </a:cubicBezTo>
                <a:cubicBezTo>
                  <a:pt x="56" y="205"/>
                  <a:pt x="85" y="160"/>
                  <a:pt x="123" y="122"/>
                </a:cubicBezTo>
                <a:cubicBezTo>
                  <a:pt x="161" y="85"/>
                  <a:pt x="205" y="55"/>
                  <a:pt x="256" y="33"/>
                </a:cubicBezTo>
                <a:cubicBezTo>
                  <a:pt x="307" y="11"/>
                  <a:pt x="362" y="0"/>
                  <a:pt x="419" y="0"/>
                </a:cubicBezTo>
                <a:cubicBezTo>
                  <a:pt x="477" y="0"/>
                  <a:pt x="532" y="11"/>
                  <a:pt x="583" y="33"/>
                </a:cubicBezTo>
                <a:cubicBezTo>
                  <a:pt x="634" y="55"/>
                  <a:pt x="678" y="85"/>
                  <a:pt x="716" y="122"/>
                </a:cubicBezTo>
                <a:cubicBezTo>
                  <a:pt x="754" y="160"/>
                  <a:pt x="783" y="205"/>
                  <a:pt x="805" y="256"/>
                </a:cubicBezTo>
                <a:cubicBezTo>
                  <a:pt x="827" y="307"/>
                  <a:pt x="838" y="362"/>
                  <a:pt x="838" y="420"/>
                </a:cubicBezTo>
                <a:cubicBezTo>
                  <a:pt x="838" y="478"/>
                  <a:pt x="827" y="532"/>
                  <a:pt x="805" y="583"/>
                </a:cubicBezTo>
                <a:cubicBezTo>
                  <a:pt x="783" y="634"/>
                  <a:pt x="754" y="678"/>
                  <a:pt x="716" y="716"/>
                </a:cubicBezTo>
                <a:cubicBezTo>
                  <a:pt x="678" y="754"/>
                  <a:pt x="634" y="784"/>
                  <a:pt x="583" y="806"/>
                </a:cubicBezTo>
                <a:cubicBezTo>
                  <a:pt x="532" y="828"/>
                  <a:pt x="477" y="839"/>
                  <a:pt x="419" y="839"/>
                </a:cubicBezTo>
                <a:cubicBezTo>
                  <a:pt x="362" y="839"/>
                  <a:pt x="307" y="828"/>
                  <a:pt x="256" y="806"/>
                </a:cubicBezTo>
                <a:moveTo>
                  <a:pt x="672" y="672"/>
                </a:moveTo>
                <a:cubicBezTo>
                  <a:pt x="741" y="603"/>
                  <a:pt x="776" y="519"/>
                  <a:pt x="776" y="420"/>
                </a:cubicBezTo>
                <a:cubicBezTo>
                  <a:pt x="776" y="321"/>
                  <a:pt x="741" y="236"/>
                  <a:pt x="672" y="166"/>
                </a:cubicBezTo>
                <a:cubicBezTo>
                  <a:pt x="603" y="97"/>
                  <a:pt x="519" y="63"/>
                  <a:pt x="419" y="63"/>
                </a:cubicBezTo>
                <a:cubicBezTo>
                  <a:pt x="320" y="63"/>
                  <a:pt x="236" y="97"/>
                  <a:pt x="167" y="166"/>
                </a:cubicBezTo>
                <a:cubicBezTo>
                  <a:pt x="98" y="236"/>
                  <a:pt x="63" y="321"/>
                  <a:pt x="63" y="420"/>
                </a:cubicBezTo>
                <a:cubicBezTo>
                  <a:pt x="63" y="519"/>
                  <a:pt x="98" y="603"/>
                  <a:pt x="167" y="672"/>
                </a:cubicBezTo>
                <a:cubicBezTo>
                  <a:pt x="236" y="741"/>
                  <a:pt x="320" y="776"/>
                  <a:pt x="419" y="776"/>
                </a:cubicBezTo>
                <a:cubicBezTo>
                  <a:pt x="519" y="776"/>
                  <a:pt x="603" y="741"/>
                  <a:pt x="672" y="672"/>
                </a:cubicBezTo>
                <a:moveTo>
                  <a:pt x="241" y="598"/>
                </a:moveTo>
                <a:cubicBezTo>
                  <a:pt x="193" y="549"/>
                  <a:pt x="168" y="489"/>
                  <a:pt x="168" y="420"/>
                </a:cubicBezTo>
                <a:cubicBezTo>
                  <a:pt x="168" y="350"/>
                  <a:pt x="193" y="290"/>
                  <a:pt x="241" y="242"/>
                </a:cubicBezTo>
                <a:cubicBezTo>
                  <a:pt x="290" y="192"/>
                  <a:pt x="350" y="167"/>
                  <a:pt x="419" y="167"/>
                </a:cubicBezTo>
                <a:cubicBezTo>
                  <a:pt x="489" y="167"/>
                  <a:pt x="549" y="192"/>
                  <a:pt x="598" y="242"/>
                </a:cubicBezTo>
                <a:cubicBezTo>
                  <a:pt x="646" y="290"/>
                  <a:pt x="671" y="350"/>
                  <a:pt x="671" y="420"/>
                </a:cubicBezTo>
                <a:cubicBezTo>
                  <a:pt x="671" y="489"/>
                  <a:pt x="646" y="549"/>
                  <a:pt x="598" y="598"/>
                </a:cubicBezTo>
                <a:cubicBezTo>
                  <a:pt x="549" y="647"/>
                  <a:pt x="489" y="671"/>
                  <a:pt x="419" y="671"/>
                </a:cubicBezTo>
                <a:cubicBezTo>
                  <a:pt x="350" y="671"/>
                  <a:pt x="290" y="647"/>
                  <a:pt x="241" y="598"/>
                </a:cubicBezTo>
                <a:moveTo>
                  <a:pt x="553" y="553"/>
                </a:moveTo>
                <a:cubicBezTo>
                  <a:pt x="590" y="517"/>
                  <a:pt x="608" y="472"/>
                  <a:pt x="608" y="420"/>
                </a:cubicBezTo>
                <a:cubicBezTo>
                  <a:pt x="608" y="367"/>
                  <a:pt x="590" y="323"/>
                  <a:pt x="553" y="286"/>
                </a:cubicBezTo>
                <a:cubicBezTo>
                  <a:pt x="516" y="249"/>
                  <a:pt x="472" y="231"/>
                  <a:pt x="419" y="231"/>
                </a:cubicBezTo>
                <a:cubicBezTo>
                  <a:pt x="367" y="231"/>
                  <a:pt x="323" y="249"/>
                  <a:pt x="286" y="286"/>
                </a:cubicBezTo>
                <a:cubicBezTo>
                  <a:pt x="249" y="323"/>
                  <a:pt x="231" y="367"/>
                  <a:pt x="231" y="420"/>
                </a:cubicBezTo>
                <a:cubicBezTo>
                  <a:pt x="231" y="472"/>
                  <a:pt x="249" y="517"/>
                  <a:pt x="286" y="553"/>
                </a:cubicBezTo>
                <a:cubicBezTo>
                  <a:pt x="323" y="590"/>
                  <a:pt x="367" y="608"/>
                  <a:pt x="419" y="608"/>
                </a:cubicBezTo>
                <a:cubicBezTo>
                  <a:pt x="472" y="608"/>
                  <a:pt x="516" y="590"/>
                  <a:pt x="553" y="553"/>
                </a:cubicBezTo>
                <a:moveTo>
                  <a:pt x="360" y="479"/>
                </a:moveTo>
                <a:cubicBezTo>
                  <a:pt x="344" y="462"/>
                  <a:pt x="336" y="443"/>
                  <a:pt x="336" y="420"/>
                </a:cubicBezTo>
                <a:cubicBezTo>
                  <a:pt x="336" y="397"/>
                  <a:pt x="344" y="377"/>
                  <a:pt x="360" y="360"/>
                </a:cubicBezTo>
                <a:cubicBezTo>
                  <a:pt x="377" y="344"/>
                  <a:pt x="396" y="336"/>
                  <a:pt x="419" y="336"/>
                </a:cubicBezTo>
                <a:cubicBezTo>
                  <a:pt x="442" y="336"/>
                  <a:pt x="462" y="344"/>
                  <a:pt x="479" y="360"/>
                </a:cubicBezTo>
                <a:cubicBezTo>
                  <a:pt x="495" y="377"/>
                  <a:pt x="503" y="397"/>
                  <a:pt x="503" y="420"/>
                </a:cubicBezTo>
                <a:cubicBezTo>
                  <a:pt x="503" y="443"/>
                  <a:pt x="495" y="462"/>
                  <a:pt x="479" y="479"/>
                </a:cubicBezTo>
                <a:cubicBezTo>
                  <a:pt x="462" y="495"/>
                  <a:pt x="442" y="503"/>
                  <a:pt x="419" y="503"/>
                </a:cubicBezTo>
                <a:cubicBezTo>
                  <a:pt x="396" y="503"/>
                  <a:pt x="377" y="495"/>
                  <a:pt x="360" y="479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04880" y="379692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676880" y="3882600"/>
            <a:ext cx="112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111840" y="379692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基本概念と革新性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" name=""/>
          <p:cNvSpPr/>
          <p:nvPr/>
        </p:nvSpPr>
        <p:spPr>
          <a:xfrm>
            <a:off x="1359720" y="4255200"/>
            <a:ext cx="273240" cy="272880"/>
          </a:xfrm>
          <a:custGeom>
            <a:avLst/>
            <a:gdLst/>
            <a:ahLst/>
            <a:rect l="0" t="0" r="r" b="b"/>
            <a:pathLst>
              <a:path w="759" h="758">
                <a:moveTo>
                  <a:pt x="613" y="746"/>
                </a:moveTo>
                <a:lnTo>
                  <a:pt x="342" y="473"/>
                </a:lnTo>
                <a:cubicBezTo>
                  <a:pt x="326" y="479"/>
                  <a:pt x="310" y="483"/>
                  <a:pt x="294" y="487"/>
                </a:cubicBezTo>
                <a:cubicBezTo>
                  <a:pt x="278" y="490"/>
                  <a:pt x="261" y="492"/>
                  <a:pt x="244" y="492"/>
                </a:cubicBezTo>
                <a:cubicBezTo>
                  <a:pt x="177" y="492"/>
                  <a:pt x="119" y="468"/>
                  <a:pt x="72" y="421"/>
                </a:cubicBezTo>
                <a:cubicBezTo>
                  <a:pt x="24" y="374"/>
                  <a:pt x="0" y="317"/>
                  <a:pt x="0" y="249"/>
                </a:cubicBezTo>
                <a:cubicBezTo>
                  <a:pt x="0" y="227"/>
                  <a:pt x="3" y="206"/>
                  <a:pt x="9" y="186"/>
                </a:cubicBezTo>
                <a:cubicBezTo>
                  <a:pt x="15" y="165"/>
                  <a:pt x="23" y="146"/>
                  <a:pt x="33" y="128"/>
                </a:cubicBezTo>
                <a:lnTo>
                  <a:pt x="185" y="279"/>
                </a:lnTo>
                <a:lnTo>
                  <a:pt x="281" y="189"/>
                </a:lnTo>
                <a:lnTo>
                  <a:pt x="125" y="33"/>
                </a:lnTo>
                <a:cubicBezTo>
                  <a:pt x="143" y="23"/>
                  <a:pt x="162" y="14"/>
                  <a:pt x="183" y="9"/>
                </a:cubicBezTo>
                <a:cubicBezTo>
                  <a:pt x="203" y="3"/>
                  <a:pt x="224" y="0"/>
                  <a:pt x="244" y="0"/>
                </a:cubicBezTo>
                <a:cubicBezTo>
                  <a:pt x="314" y="0"/>
                  <a:pt x="373" y="24"/>
                  <a:pt x="422" y="72"/>
                </a:cubicBezTo>
                <a:cubicBezTo>
                  <a:pt x="471" y="121"/>
                  <a:pt x="495" y="180"/>
                  <a:pt x="495" y="249"/>
                </a:cubicBezTo>
                <a:cubicBezTo>
                  <a:pt x="495" y="266"/>
                  <a:pt x="493" y="282"/>
                  <a:pt x="490" y="298"/>
                </a:cubicBezTo>
                <a:cubicBezTo>
                  <a:pt x="486" y="314"/>
                  <a:pt x="481" y="330"/>
                  <a:pt x="476" y="346"/>
                </a:cubicBezTo>
                <a:lnTo>
                  <a:pt x="747" y="617"/>
                </a:lnTo>
                <a:cubicBezTo>
                  <a:pt x="755" y="624"/>
                  <a:pt x="759" y="634"/>
                  <a:pt x="759" y="644"/>
                </a:cubicBezTo>
                <a:cubicBezTo>
                  <a:pt x="759" y="655"/>
                  <a:pt x="755" y="664"/>
                  <a:pt x="747" y="673"/>
                </a:cubicBezTo>
                <a:lnTo>
                  <a:pt x="668" y="746"/>
                </a:lnTo>
                <a:cubicBezTo>
                  <a:pt x="660" y="754"/>
                  <a:pt x="651" y="758"/>
                  <a:pt x="640" y="758"/>
                </a:cubicBezTo>
                <a:cubicBezTo>
                  <a:pt x="630" y="758"/>
                  <a:pt x="621" y="754"/>
                  <a:pt x="613" y="746"/>
                </a:cubicBezTo>
                <a:moveTo>
                  <a:pt x="642" y="687"/>
                </a:moveTo>
                <a:lnTo>
                  <a:pt x="684" y="644"/>
                </a:lnTo>
                <a:lnTo>
                  <a:pt x="398" y="358"/>
                </a:lnTo>
                <a:cubicBezTo>
                  <a:pt x="410" y="343"/>
                  <a:pt x="418" y="326"/>
                  <a:pt x="424" y="306"/>
                </a:cubicBezTo>
                <a:cubicBezTo>
                  <a:pt x="429" y="286"/>
                  <a:pt x="432" y="267"/>
                  <a:pt x="432" y="249"/>
                </a:cubicBezTo>
                <a:cubicBezTo>
                  <a:pt x="432" y="197"/>
                  <a:pt x="413" y="152"/>
                  <a:pt x="373" y="116"/>
                </a:cubicBezTo>
                <a:cubicBezTo>
                  <a:pt x="334" y="80"/>
                  <a:pt x="290" y="61"/>
                  <a:pt x="240" y="61"/>
                </a:cubicBezTo>
                <a:lnTo>
                  <a:pt x="347" y="169"/>
                </a:lnTo>
                <a:cubicBezTo>
                  <a:pt x="353" y="176"/>
                  <a:pt x="356" y="183"/>
                  <a:pt x="356" y="192"/>
                </a:cubicBezTo>
                <a:cubicBezTo>
                  <a:pt x="356" y="201"/>
                  <a:pt x="352" y="208"/>
                  <a:pt x="346" y="214"/>
                </a:cubicBezTo>
                <a:lnTo>
                  <a:pt x="207" y="345"/>
                </a:lnTo>
                <a:cubicBezTo>
                  <a:pt x="200" y="351"/>
                  <a:pt x="193" y="354"/>
                  <a:pt x="184" y="354"/>
                </a:cubicBezTo>
                <a:cubicBezTo>
                  <a:pt x="176" y="354"/>
                  <a:pt x="168" y="351"/>
                  <a:pt x="163" y="345"/>
                </a:cubicBezTo>
                <a:lnTo>
                  <a:pt x="60" y="244"/>
                </a:lnTo>
                <a:cubicBezTo>
                  <a:pt x="62" y="298"/>
                  <a:pt x="81" y="342"/>
                  <a:pt x="117" y="377"/>
                </a:cubicBezTo>
                <a:cubicBezTo>
                  <a:pt x="154" y="412"/>
                  <a:pt x="196" y="429"/>
                  <a:pt x="244" y="429"/>
                </a:cubicBezTo>
                <a:cubicBezTo>
                  <a:pt x="262" y="429"/>
                  <a:pt x="280" y="426"/>
                  <a:pt x="300" y="421"/>
                </a:cubicBezTo>
                <a:cubicBezTo>
                  <a:pt x="320" y="415"/>
                  <a:pt x="337" y="407"/>
                  <a:pt x="351" y="396"/>
                </a:cubicBezTo>
                <a:lnTo>
                  <a:pt x="642" y="687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04880" y="43491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676880" y="4425480"/>
            <a:ext cx="700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技術詳細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111840" y="4349160"/>
            <a:ext cx="186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Architecture / MCP / Skills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" name=""/>
          <p:cNvSpPr/>
          <p:nvPr/>
        </p:nvSpPr>
        <p:spPr>
          <a:xfrm>
            <a:off x="1342440" y="4783680"/>
            <a:ext cx="304920" cy="302400"/>
          </a:xfrm>
          <a:custGeom>
            <a:avLst/>
            <a:gdLst/>
            <a:ahLst/>
            <a:rect l="0" t="0" r="r" b="b"/>
            <a:pathLst>
              <a:path w="847" h="840">
                <a:moveTo>
                  <a:pt x="119" y="344"/>
                </a:moveTo>
                <a:lnTo>
                  <a:pt x="230" y="391"/>
                </a:lnTo>
                <a:cubicBezTo>
                  <a:pt x="242" y="366"/>
                  <a:pt x="256" y="341"/>
                  <a:pt x="270" y="316"/>
                </a:cubicBezTo>
                <a:cubicBezTo>
                  <a:pt x="284" y="292"/>
                  <a:pt x="299" y="268"/>
                  <a:pt x="315" y="246"/>
                </a:cubicBezTo>
                <a:lnTo>
                  <a:pt x="233" y="229"/>
                </a:lnTo>
                <a:lnTo>
                  <a:pt x="119" y="344"/>
                </a:lnTo>
                <a:moveTo>
                  <a:pt x="280" y="428"/>
                </a:moveTo>
                <a:lnTo>
                  <a:pt x="419" y="569"/>
                </a:lnTo>
                <a:cubicBezTo>
                  <a:pt x="459" y="551"/>
                  <a:pt x="496" y="529"/>
                  <a:pt x="531" y="506"/>
                </a:cubicBezTo>
                <a:cubicBezTo>
                  <a:pt x="566" y="483"/>
                  <a:pt x="594" y="461"/>
                  <a:pt x="616" y="439"/>
                </a:cubicBezTo>
                <a:cubicBezTo>
                  <a:pt x="673" y="382"/>
                  <a:pt x="714" y="324"/>
                  <a:pt x="741" y="265"/>
                </a:cubicBezTo>
                <a:cubicBezTo>
                  <a:pt x="767" y="206"/>
                  <a:pt x="782" y="139"/>
                  <a:pt x="784" y="64"/>
                </a:cubicBezTo>
                <a:cubicBezTo>
                  <a:pt x="709" y="66"/>
                  <a:pt x="642" y="80"/>
                  <a:pt x="583" y="107"/>
                </a:cubicBezTo>
                <a:cubicBezTo>
                  <a:pt x="523" y="133"/>
                  <a:pt x="465" y="175"/>
                  <a:pt x="409" y="231"/>
                </a:cubicBezTo>
                <a:cubicBezTo>
                  <a:pt x="387" y="253"/>
                  <a:pt x="365" y="281"/>
                  <a:pt x="342" y="316"/>
                </a:cubicBezTo>
                <a:cubicBezTo>
                  <a:pt x="319" y="351"/>
                  <a:pt x="298" y="389"/>
                  <a:pt x="280" y="428"/>
                </a:cubicBezTo>
                <a:moveTo>
                  <a:pt x="499" y="276"/>
                </a:moveTo>
                <a:cubicBezTo>
                  <a:pt x="499" y="255"/>
                  <a:pt x="506" y="238"/>
                  <a:pt x="520" y="224"/>
                </a:cubicBezTo>
                <a:cubicBezTo>
                  <a:pt x="534" y="210"/>
                  <a:pt x="551" y="203"/>
                  <a:pt x="572" y="203"/>
                </a:cubicBezTo>
                <a:cubicBezTo>
                  <a:pt x="592" y="203"/>
                  <a:pt x="609" y="210"/>
                  <a:pt x="623" y="224"/>
                </a:cubicBezTo>
                <a:cubicBezTo>
                  <a:pt x="637" y="238"/>
                  <a:pt x="644" y="255"/>
                  <a:pt x="644" y="276"/>
                </a:cubicBezTo>
                <a:cubicBezTo>
                  <a:pt x="644" y="297"/>
                  <a:pt x="637" y="314"/>
                  <a:pt x="623" y="328"/>
                </a:cubicBezTo>
                <a:cubicBezTo>
                  <a:pt x="609" y="342"/>
                  <a:pt x="592" y="349"/>
                  <a:pt x="572" y="349"/>
                </a:cubicBezTo>
                <a:cubicBezTo>
                  <a:pt x="551" y="349"/>
                  <a:pt x="534" y="342"/>
                  <a:pt x="520" y="328"/>
                </a:cubicBezTo>
                <a:cubicBezTo>
                  <a:pt x="506" y="314"/>
                  <a:pt x="499" y="297"/>
                  <a:pt x="499" y="276"/>
                </a:cubicBezTo>
                <a:moveTo>
                  <a:pt x="504" y="730"/>
                </a:moveTo>
                <a:lnTo>
                  <a:pt x="618" y="616"/>
                </a:lnTo>
                <a:lnTo>
                  <a:pt x="601" y="532"/>
                </a:lnTo>
                <a:cubicBezTo>
                  <a:pt x="579" y="549"/>
                  <a:pt x="556" y="564"/>
                  <a:pt x="531" y="579"/>
                </a:cubicBezTo>
                <a:cubicBezTo>
                  <a:pt x="507" y="593"/>
                  <a:pt x="482" y="606"/>
                  <a:pt x="457" y="619"/>
                </a:cubicBezTo>
                <a:lnTo>
                  <a:pt x="504" y="730"/>
                </a:lnTo>
                <a:moveTo>
                  <a:pt x="845" y="2"/>
                </a:moveTo>
                <a:cubicBezTo>
                  <a:pt x="852" y="97"/>
                  <a:pt x="840" y="184"/>
                  <a:pt x="810" y="262"/>
                </a:cubicBezTo>
                <a:cubicBezTo>
                  <a:pt x="780" y="340"/>
                  <a:pt x="730" y="414"/>
                  <a:pt x="661" y="483"/>
                </a:cubicBezTo>
                <a:lnTo>
                  <a:pt x="659" y="485"/>
                </a:lnTo>
                <a:lnTo>
                  <a:pt x="657" y="487"/>
                </a:lnTo>
                <a:lnTo>
                  <a:pt x="680" y="603"/>
                </a:lnTo>
                <a:cubicBezTo>
                  <a:pt x="682" y="614"/>
                  <a:pt x="682" y="624"/>
                  <a:pt x="678" y="634"/>
                </a:cubicBezTo>
                <a:cubicBezTo>
                  <a:pt x="675" y="643"/>
                  <a:pt x="670" y="652"/>
                  <a:pt x="662" y="660"/>
                </a:cubicBezTo>
                <a:lnTo>
                  <a:pt x="483" y="840"/>
                </a:lnTo>
                <a:lnTo>
                  <a:pt x="394" y="633"/>
                </a:lnTo>
                <a:lnTo>
                  <a:pt x="216" y="454"/>
                </a:lnTo>
                <a:lnTo>
                  <a:pt x="8" y="365"/>
                </a:lnTo>
                <a:lnTo>
                  <a:pt x="189" y="185"/>
                </a:lnTo>
                <a:cubicBezTo>
                  <a:pt x="196" y="178"/>
                  <a:pt x="205" y="172"/>
                  <a:pt x="215" y="169"/>
                </a:cubicBezTo>
                <a:cubicBezTo>
                  <a:pt x="225" y="166"/>
                  <a:pt x="235" y="166"/>
                  <a:pt x="245" y="168"/>
                </a:cubicBezTo>
                <a:lnTo>
                  <a:pt x="361" y="191"/>
                </a:lnTo>
                <a:cubicBezTo>
                  <a:pt x="361" y="190"/>
                  <a:pt x="362" y="189"/>
                  <a:pt x="363" y="189"/>
                </a:cubicBezTo>
                <a:cubicBezTo>
                  <a:pt x="363" y="189"/>
                  <a:pt x="364" y="188"/>
                  <a:pt x="365" y="188"/>
                </a:cubicBezTo>
                <a:cubicBezTo>
                  <a:pt x="434" y="118"/>
                  <a:pt x="507" y="69"/>
                  <a:pt x="586" y="38"/>
                </a:cubicBezTo>
                <a:cubicBezTo>
                  <a:pt x="664" y="8"/>
                  <a:pt x="750" y="-4"/>
                  <a:pt x="845" y="2"/>
                </a:cubicBezTo>
                <a:moveTo>
                  <a:pt x="79" y="581"/>
                </a:moveTo>
                <a:cubicBezTo>
                  <a:pt x="103" y="557"/>
                  <a:pt x="133" y="544"/>
                  <a:pt x="168" y="544"/>
                </a:cubicBezTo>
                <a:cubicBezTo>
                  <a:pt x="204" y="544"/>
                  <a:pt x="233" y="556"/>
                  <a:pt x="258" y="580"/>
                </a:cubicBezTo>
                <a:cubicBezTo>
                  <a:pt x="282" y="605"/>
                  <a:pt x="294" y="634"/>
                  <a:pt x="294" y="670"/>
                </a:cubicBezTo>
                <a:cubicBezTo>
                  <a:pt x="294" y="705"/>
                  <a:pt x="281" y="735"/>
                  <a:pt x="257" y="759"/>
                </a:cubicBezTo>
                <a:cubicBezTo>
                  <a:pt x="239" y="777"/>
                  <a:pt x="211" y="792"/>
                  <a:pt x="173" y="804"/>
                </a:cubicBezTo>
                <a:cubicBezTo>
                  <a:pt x="134" y="816"/>
                  <a:pt x="77" y="827"/>
                  <a:pt x="0" y="838"/>
                </a:cubicBezTo>
                <a:cubicBezTo>
                  <a:pt x="11" y="762"/>
                  <a:pt x="22" y="704"/>
                  <a:pt x="33" y="666"/>
                </a:cubicBezTo>
                <a:cubicBezTo>
                  <a:pt x="45" y="628"/>
                  <a:pt x="60" y="599"/>
                  <a:pt x="79" y="581"/>
                </a:cubicBezTo>
                <a:moveTo>
                  <a:pt x="123" y="626"/>
                </a:moveTo>
                <a:cubicBezTo>
                  <a:pt x="113" y="637"/>
                  <a:pt x="104" y="653"/>
                  <a:pt x="97" y="676"/>
                </a:cubicBezTo>
                <a:cubicBezTo>
                  <a:pt x="89" y="698"/>
                  <a:pt x="82" y="726"/>
                  <a:pt x="77" y="761"/>
                </a:cubicBezTo>
                <a:cubicBezTo>
                  <a:pt x="112" y="756"/>
                  <a:pt x="140" y="749"/>
                  <a:pt x="163" y="741"/>
                </a:cubicBezTo>
                <a:cubicBezTo>
                  <a:pt x="185" y="734"/>
                  <a:pt x="201" y="725"/>
                  <a:pt x="212" y="715"/>
                </a:cubicBezTo>
                <a:cubicBezTo>
                  <a:pt x="225" y="703"/>
                  <a:pt x="232" y="689"/>
                  <a:pt x="232" y="671"/>
                </a:cubicBezTo>
                <a:cubicBezTo>
                  <a:pt x="233" y="653"/>
                  <a:pt x="226" y="637"/>
                  <a:pt x="214" y="624"/>
                </a:cubicBezTo>
                <a:cubicBezTo>
                  <a:pt x="201" y="612"/>
                  <a:pt x="185" y="606"/>
                  <a:pt x="167" y="606"/>
                </a:cubicBezTo>
                <a:cubicBezTo>
                  <a:pt x="149" y="606"/>
                  <a:pt x="135" y="613"/>
                  <a:pt x="123" y="626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04880" y="489204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676880" y="4968360"/>
            <a:ext cx="92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111840" y="489204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実践デモ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" name=""/>
          <p:cNvSpPr/>
          <p:nvPr/>
        </p:nvSpPr>
        <p:spPr>
          <a:xfrm>
            <a:off x="1329480" y="5310360"/>
            <a:ext cx="331560" cy="332640"/>
          </a:xfrm>
          <a:custGeom>
            <a:avLst/>
            <a:gdLst/>
            <a:ahLst/>
            <a:rect l="0" t="0" r="r" b="b"/>
            <a:pathLst>
              <a:path w="921" h="924">
                <a:moveTo>
                  <a:pt x="767" y="300"/>
                </a:moveTo>
                <a:lnTo>
                  <a:pt x="722" y="195"/>
                </a:lnTo>
                <a:lnTo>
                  <a:pt x="613" y="147"/>
                </a:lnTo>
                <a:lnTo>
                  <a:pt x="722" y="100"/>
                </a:lnTo>
                <a:lnTo>
                  <a:pt x="767" y="0"/>
                </a:lnTo>
                <a:lnTo>
                  <a:pt x="812" y="100"/>
                </a:lnTo>
                <a:lnTo>
                  <a:pt x="921" y="147"/>
                </a:lnTo>
                <a:lnTo>
                  <a:pt x="812" y="195"/>
                </a:lnTo>
                <a:lnTo>
                  <a:pt x="767" y="300"/>
                </a:lnTo>
                <a:moveTo>
                  <a:pt x="767" y="924"/>
                </a:moveTo>
                <a:lnTo>
                  <a:pt x="722" y="823"/>
                </a:lnTo>
                <a:lnTo>
                  <a:pt x="613" y="776"/>
                </a:lnTo>
                <a:lnTo>
                  <a:pt x="722" y="729"/>
                </a:lnTo>
                <a:lnTo>
                  <a:pt x="767" y="623"/>
                </a:lnTo>
                <a:lnTo>
                  <a:pt x="812" y="729"/>
                </a:lnTo>
                <a:lnTo>
                  <a:pt x="921" y="776"/>
                </a:lnTo>
                <a:lnTo>
                  <a:pt x="812" y="823"/>
                </a:lnTo>
                <a:lnTo>
                  <a:pt x="767" y="924"/>
                </a:lnTo>
                <a:moveTo>
                  <a:pt x="307" y="763"/>
                </a:moveTo>
                <a:lnTo>
                  <a:pt x="210" y="556"/>
                </a:lnTo>
                <a:lnTo>
                  <a:pt x="0" y="461"/>
                </a:lnTo>
                <a:lnTo>
                  <a:pt x="210" y="367"/>
                </a:lnTo>
                <a:lnTo>
                  <a:pt x="307" y="161"/>
                </a:lnTo>
                <a:lnTo>
                  <a:pt x="404" y="367"/>
                </a:lnTo>
                <a:lnTo>
                  <a:pt x="614" y="461"/>
                </a:lnTo>
                <a:lnTo>
                  <a:pt x="404" y="556"/>
                </a:lnTo>
                <a:lnTo>
                  <a:pt x="307" y="763"/>
                </a:lnTo>
                <a:moveTo>
                  <a:pt x="307" y="608"/>
                </a:moveTo>
                <a:lnTo>
                  <a:pt x="357" y="507"/>
                </a:lnTo>
                <a:lnTo>
                  <a:pt x="460" y="461"/>
                </a:lnTo>
                <a:lnTo>
                  <a:pt x="357" y="416"/>
                </a:lnTo>
                <a:lnTo>
                  <a:pt x="307" y="315"/>
                </a:lnTo>
                <a:lnTo>
                  <a:pt x="257" y="416"/>
                </a:lnTo>
                <a:lnTo>
                  <a:pt x="154" y="461"/>
                </a:lnTo>
                <a:lnTo>
                  <a:pt x="257" y="507"/>
                </a:lnTo>
                <a:lnTo>
                  <a:pt x="307" y="60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52760" y="5435280"/>
            <a:ext cx="25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676880" y="5511240"/>
            <a:ext cx="539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まとめ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111840" y="543528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次のステップ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" name=""/>
          <p:cNvSpPr/>
          <p:nvPr/>
        </p:nvSpPr>
        <p:spPr>
          <a:xfrm>
            <a:off x="1344600" y="5878440"/>
            <a:ext cx="301680" cy="301680"/>
          </a:xfrm>
          <a:custGeom>
            <a:avLst/>
            <a:gdLst/>
            <a:ahLst/>
            <a:rect l="0" t="0" r="r" b="b"/>
            <a:pathLst>
              <a:path w="838" h="838">
                <a:moveTo>
                  <a:pt x="838" y="838"/>
                </a:moveTo>
                <a:lnTo>
                  <a:pt x="672" y="670"/>
                </a:lnTo>
                <a:lnTo>
                  <a:pt x="231" y="670"/>
                </a:lnTo>
                <a:cubicBezTo>
                  <a:pt x="214" y="670"/>
                  <a:pt x="199" y="664"/>
                  <a:pt x="187" y="652"/>
                </a:cubicBezTo>
                <a:cubicBezTo>
                  <a:pt x="174" y="639"/>
                  <a:pt x="168" y="624"/>
                  <a:pt x="168" y="607"/>
                </a:cubicBezTo>
                <a:lnTo>
                  <a:pt x="168" y="523"/>
                </a:lnTo>
                <a:lnTo>
                  <a:pt x="629" y="523"/>
                </a:lnTo>
                <a:cubicBezTo>
                  <a:pt x="646" y="523"/>
                  <a:pt x="661" y="517"/>
                  <a:pt x="673" y="505"/>
                </a:cubicBezTo>
                <a:cubicBezTo>
                  <a:pt x="686" y="493"/>
                  <a:pt x="692" y="478"/>
                  <a:pt x="692" y="461"/>
                </a:cubicBezTo>
                <a:lnTo>
                  <a:pt x="692" y="167"/>
                </a:lnTo>
                <a:lnTo>
                  <a:pt x="776" y="167"/>
                </a:lnTo>
                <a:cubicBezTo>
                  <a:pt x="793" y="167"/>
                  <a:pt x="808" y="173"/>
                  <a:pt x="820" y="186"/>
                </a:cubicBezTo>
                <a:cubicBezTo>
                  <a:pt x="832" y="198"/>
                  <a:pt x="838" y="213"/>
                  <a:pt x="838" y="230"/>
                </a:cubicBezTo>
                <a:lnTo>
                  <a:pt x="838" y="838"/>
                </a:lnTo>
                <a:moveTo>
                  <a:pt x="63" y="476"/>
                </a:moveTo>
                <a:lnTo>
                  <a:pt x="142" y="398"/>
                </a:lnTo>
                <a:lnTo>
                  <a:pt x="566" y="398"/>
                </a:lnTo>
                <a:lnTo>
                  <a:pt x="566" y="63"/>
                </a:lnTo>
                <a:lnTo>
                  <a:pt x="63" y="63"/>
                </a:lnTo>
                <a:lnTo>
                  <a:pt x="63" y="476"/>
                </a:lnTo>
                <a:moveTo>
                  <a:pt x="0" y="628"/>
                </a:moveTo>
                <a:lnTo>
                  <a:pt x="0" y="63"/>
                </a:lnTo>
                <a:cubicBezTo>
                  <a:pt x="0" y="45"/>
                  <a:pt x="6" y="30"/>
                  <a:pt x="18" y="18"/>
                </a:cubicBezTo>
                <a:cubicBezTo>
                  <a:pt x="30" y="6"/>
                  <a:pt x="46" y="0"/>
                  <a:pt x="63" y="0"/>
                </a:cubicBezTo>
                <a:lnTo>
                  <a:pt x="566" y="0"/>
                </a:lnTo>
                <a:cubicBezTo>
                  <a:pt x="583" y="0"/>
                  <a:pt x="598" y="6"/>
                  <a:pt x="610" y="18"/>
                </a:cubicBezTo>
                <a:cubicBezTo>
                  <a:pt x="623" y="30"/>
                  <a:pt x="629" y="45"/>
                  <a:pt x="629" y="63"/>
                </a:cubicBezTo>
                <a:lnTo>
                  <a:pt x="629" y="398"/>
                </a:lnTo>
                <a:cubicBezTo>
                  <a:pt x="629" y="415"/>
                  <a:pt x="623" y="430"/>
                  <a:pt x="610" y="442"/>
                </a:cubicBezTo>
                <a:cubicBezTo>
                  <a:pt x="598" y="454"/>
                  <a:pt x="583" y="461"/>
                  <a:pt x="566" y="461"/>
                </a:cubicBezTo>
                <a:lnTo>
                  <a:pt x="168" y="461"/>
                </a:lnTo>
                <a:lnTo>
                  <a:pt x="0" y="62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04880" y="59781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676880" y="6063840"/>
            <a:ext cx="386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Q&amp;A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" name=""/>
          <p:cNvSpPr/>
          <p:nvPr/>
        </p:nvSpPr>
        <p:spPr>
          <a:xfrm>
            <a:off x="5688000" y="6459480"/>
            <a:ext cx="111240" cy="111240"/>
          </a:xfrm>
          <a:custGeom>
            <a:avLst/>
            <a:gdLst/>
            <a:ahLst/>
            <a:rect l="0" t="0" r="r" b="b"/>
            <a:pathLst>
              <a:path w="309" h="309">
                <a:moveTo>
                  <a:pt x="212" y="229"/>
                </a:moveTo>
                <a:lnTo>
                  <a:pt x="229" y="212"/>
                </a:lnTo>
                <a:lnTo>
                  <a:pt x="168" y="150"/>
                </a:lnTo>
                <a:lnTo>
                  <a:pt x="168" y="72"/>
                </a:lnTo>
                <a:lnTo>
                  <a:pt x="144" y="72"/>
                </a:lnTo>
                <a:lnTo>
                  <a:pt x="144" y="160"/>
                </a:lnTo>
                <a:lnTo>
                  <a:pt x="212" y="229"/>
                </a:lnTo>
                <a:moveTo>
                  <a:pt x="155" y="309"/>
                </a:moveTo>
                <a:cubicBezTo>
                  <a:pt x="134" y="309"/>
                  <a:pt x="114" y="305"/>
                  <a:pt x="95" y="297"/>
                </a:cubicBezTo>
                <a:cubicBezTo>
                  <a:pt x="76" y="289"/>
                  <a:pt x="59" y="278"/>
                  <a:pt x="45" y="264"/>
                </a:cubicBezTo>
                <a:cubicBezTo>
                  <a:pt x="31" y="250"/>
                  <a:pt x="20" y="234"/>
                  <a:pt x="12" y="215"/>
                </a:cubicBezTo>
                <a:cubicBezTo>
                  <a:pt x="4" y="196"/>
                  <a:pt x="0" y="176"/>
                  <a:pt x="0" y="155"/>
                </a:cubicBezTo>
                <a:cubicBezTo>
                  <a:pt x="0" y="134"/>
                  <a:pt x="4" y="114"/>
                  <a:pt x="12" y="95"/>
                </a:cubicBezTo>
                <a:cubicBezTo>
                  <a:pt x="20" y="76"/>
                  <a:pt x="31" y="59"/>
                  <a:pt x="45" y="45"/>
                </a:cubicBezTo>
                <a:cubicBezTo>
                  <a:pt x="59" y="31"/>
                  <a:pt x="76" y="20"/>
                  <a:pt x="95" y="12"/>
                </a:cubicBezTo>
                <a:cubicBezTo>
                  <a:pt x="114" y="4"/>
                  <a:pt x="134" y="0"/>
                  <a:pt x="155" y="0"/>
                </a:cubicBezTo>
                <a:cubicBezTo>
                  <a:pt x="176" y="0"/>
                  <a:pt x="196" y="4"/>
                  <a:pt x="215" y="12"/>
                </a:cubicBezTo>
                <a:cubicBezTo>
                  <a:pt x="233" y="20"/>
                  <a:pt x="250" y="31"/>
                  <a:pt x="264" y="45"/>
                </a:cubicBezTo>
                <a:cubicBezTo>
                  <a:pt x="278" y="59"/>
                  <a:pt x="289" y="76"/>
                  <a:pt x="297" y="95"/>
                </a:cubicBezTo>
                <a:cubicBezTo>
                  <a:pt x="305" y="114"/>
                  <a:pt x="309" y="134"/>
                  <a:pt x="309" y="155"/>
                </a:cubicBezTo>
                <a:cubicBezTo>
                  <a:pt x="309" y="176"/>
                  <a:pt x="305" y="196"/>
                  <a:pt x="297" y="215"/>
                </a:cubicBezTo>
                <a:cubicBezTo>
                  <a:pt x="289" y="234"/>
                  <a:pt x="278" y="250"/>
                  <a:pt x="264" y="264"/>
                </a:cubicBezTo>
                <a:cubicBezTo>
                  <a:pt x="250" y="278"/>
                  <a:pt x="233" y="289"/>
                  <a:pt x="215" y="297"/>
                </a:cubicBezTo>
                <a:cubicBezTo>
                  <a:pt x="196" y="305"/>
                  <a:pt x="176" y="309"/>
                  <a:pt x="155" y="309"/>
                </a:cubicBezTo>
                <a:moveTo>
                  <a:pt x="155" y="286"/>
                </a:moveTo>
                <a:cubicBezTo>
                  <a:pt x="191" y="286"/>
                  <a:pt x="222" y="273"/>
                  <a:pt x="247" y="248"/>
                </a:cubicBezTo>
                <a:cubicBezTo>
                  <a:pt x="273" y="222"/>
                  <a:pt x="286" y="191"/>
                  <a:pt x="286" y="155"/>
                </a:cubicBezTo>
                <a:cubicBezTo>
                  <a:pt x="286" y="119"/>
                  <a:pt x="273" y="88"/>
                  <a:pt x="247" y="61"/>
                </a:cubicBezTo>
                <a:cubicBezTo>
                  <a:pt x="222" y="36"/>
                  <a:pt x="191" y="23"/>
                  <a:pt x="155" y="23"/>
                </a:cubicBezTo>
                <a:cubicBezTo>
                  <a:pt x="119" y="23"/>
                  <a:pt x="88" y="36"/>
                  <a:pt x="61" y="61"/>
                </a:cubicBezTo>
                <a:cubicBezTo>
                  <a:pt x="36" y="88"/>
                  <a:pt x="23" y="119"/>
                  <a:pt x="23" y="155"/>
                </a:cubicBezTo>
                <a:cubicBezTo>
                  <a:pt x="23" y="191"/>
                  <a:pt x="36" y="222"/>
                  <a:pt x="61" y="248"/>
                </a:cubicBezTo>
                <a:cubicBezTo>
                  <a:pt x="88" y="273"/>
                  <a:pt x="119" y="286"/>
                  <a:pt x="155" y="286"/>
                </a:cubicBezTo>
                <a:close/>
              </a:path>
            </a:pathLst>
          </a:custGeom>
          <a:solidFill>
            <a:srgbClr val="3A3A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111840" y="5978160"/>
            <a:ext cx="1667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質問‧ディスカッション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806800" y="6460920"/>
            <a:ext cx="722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 合計約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70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" name=""/>
          <p:cNvSpPr/>
          <p:nvPr/>
        </p:nvSpPr>
        <p:spPr>
          <a:xfrm>
            <a:off x="571320" y="19620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" name=""/>
          <p:cNvSpPr/>
          <p:nvPr/>
        </p:nvSpPr>
        <p:spPr>
          <a:xfrm>
            <a:off x="595080" y="4876560"/>
            <a:ext cx="11025720" cy="648000"/>
          </a:xfrm>
          <a:custGeom>
            <a:avLst/>
            <a:gdLst/>
            <a:ahLst/>
            <a:rect l="0" t="0" r="r" b="b"/>
            <a:pathLst>
              <a:path w="30627" h="1800">
                <a:moveTo>
                  <a:pt x="0" y="1588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2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1588"/>
                </a:lnTo>
                <a:cubicBezTo>
                  <a:pt x="30627" y="1602"/>
                  <a:pt x="30625" y="1615"/>
                  <a:pt x="30623" y="1629"/>
                </a:cubicBezTo>
                <a:cubicBezTo>
                  <a:pt x="30620" y="1643"/>
                  <a:pt x="30616" y="1656"/>
                  <a:pt x="30611" y="1669"/>
                </a:cubicBezTo>
                <a:cubicBezTo>
                  <a:pt x="30605" y="1682"/>
                  <a:pt x="30599" y="1694"/>
                  <a:pt x="30591" y="1705"/>
                </a:cubicBezTo>
                <a:cubicBezTo>
                  <a:pt x="30583" y="1717"/>
                  <a:pt x="30574" y="1728"/>
                  <a:pt x="30565" y="1737"/>
                </a:cubicBezTo>
                <a:cubicBezTo>
                  <a:pt x="30555" y="1748"/>
                  <a:pt x="30544" y="1757"/>
                  <a:pt x="30533" y="1765"/>
                </a:cubicBezTo>
                <a:cubicBezTo>
                  <a:pt x="30521" y="1772"/>
                  <a:pt x="30509" y="1779"/>
                  <a:pt x="30496" y="1784"/>
                </a:cubicBezTo>
                <a:cubicBezTo>
                  <a:pt x="30483" y="1790"/>
                  <a:pt x="30470" y="1794"/>
                  <a:pt x="30456" y="1796"/>
                </a:cubicBezTo>
                <a:cubicBezTo>
                  <a:pt x="30443" y="1799"/>
                  <a:pt x="30429" y="1800"/>
                  <a:pt x="30415" y="1800"/>
                </a:cubicBezTo>
                <a:lnTo>
                  <a:pt x="146" y="1800"/>
                </a:lnTo>
                <a:cubicBezTo>
                  <a:pt x="136" y="1800"/>
                  <a:pt x="127" y="1799"/>
                  <a:pt x="117" y="1796"/>
                </a:cubicBezTo>
                <a:cubicBezTo>
                  <a:pt x="108" y="1794"/>
                  <a:pt x="99" y="1790"/>
                  <a:pt x="90" y="1784"/>
                </a:cubicBezTo>
                <a:cubicBezTo>
                  <a:pt x="81" y="1779"/>
                  <a:pt x="73" y="1772"/>
                  <a:pt x="65" y="1765"/>
                </a:cubicBezTo>
                <a:cubicBezTo>
                  <a:pt x="57" y="1757"/>
                  <a:pt x="50" y="1748"/>
                  <a:pt x="43" y="1737"/>
                </a:cubicBezTo>
                <a:cubicBezTo>
                  <a:pt x="36" y="1728"/>
                  <a:pt x="30" y="1717"/>
                  <a:pt x="25" y="1705"/>
                </a:cubicBezTo>
                <a:cubicBezTo>
                  <a:pt x="19" y="1694"/>
                  <a:pt x="15" y="1682"/>
                  <a:pt x="11" y="1669"/>
                </a:cubicBezTo>
                <a:cubicBezTo>
                  <a:pt x="8" y="1656"/>
                  <a:pt x="5" y="1643"/>
                  <a:pt x="3" y="1629"/>
                </a:cubicBezTo>
                <a:cubicBezTo>
                  <a:pt x="1" y="1615"/>
                  <a:pt x="0" y="1602"/>
                  <a:pt x="0" y="1588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"/>
          <p:cNvSpPr/>
          <p:nvPr/>
        </p:nvSpPr>
        <p:spPr>
          <a:xfrm>
            <a:off x="571320" y="487656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"/>
          <p:cNvSpPr/>
          <p:nvPr/>
        </p:nvSpPr>
        <p:spPr>
          <a:xfrm>
            <a:off x="610920" y="1373040"/>
            <a:ext cx="397440" cy="397080"/>
          </a:xfrm>
          <a:custGeom>
            <a:avLst/>
            <a:gdLst/>
            <a:ahLst/>
            <a:rect l="0" t="0" r="r" b="b"/>
            <a:pathLst>
              <a:path w="1104" h="1103">
                <a:moveTo>
                  <a:pt x="753" y="479"/>
                </a:moveTo>
                <a:cubicBezTo>
                  <a:pt x="774" y="479"/>
                  <a:pt x="791" y="472"/>
                  <a:pt x="806" y="458"/>
                </a:cubicBezTo>
                <a:cubicBezTo>
                  <a:pt x="820" y="443"/>
                  <a:pt x="827" y="426"/>
                  <a:pt x="827" y="405"/>
                </a:cubicBezTo>
                <a:cubicBezTo>
                  <a:pt x="827" y="384"/>
                  <a:pt x="820" y="366"/>
                  <a:pt x="806" y="352"/>
                </a:cubicBezTo>
                <a:cubicBezTo>
                  <a:pt x="791" y="337"/>
                  <a:pt x="774" y="330"/>
                  <a:pt x="753" y="330"/>
                </a:cubicBezTo>
                <a:cubicBezTo>
                  <a:pt x="732" y="330"/>
                  <a:pt x="714" y="337"/>
                  <a:pt x="700" y="352"/>
                </a:cubicBezTo>
                <a:cubicBezTo>
                  <a:pt x="685" y="366"/>
                  <a:pt x="678" y="384"/>
                  <a:pt x="678" y="405"/>
                </a:cubicBezTo>
                <a:cubicBezTo>
                  <a:pt x="678" y="426"/>
                  <a:pt x="685" y="443"/>
                  <a:pt x="700" y="458"/>
                </a:cubicBezTo>
                <a:cubicBezTo>
                  <a:pt x="714" y="472"/>
                  <a:pt x="732" y="479"/>
                  <a:pt x="753" y="479"/>
                </a:cubicBezTo>
                <a:moveTo>
                  <a:pt x="350" y="479"/>
                </a:moveTo>
                <a:cubicBezTo>
                  <a:pt x="371" y="479"/>
                  <a:pt x="389" y="472"/>
                  <a:pt x="403" y="458"/>
                </a:cubicBezTo>
                <a:cubicBezTo>
                  <a:pt x="418" y="443"/>
                  <a:pt x="425" y="426"/>
                  <a:pt x="425" y="405"/>
                </a:cubicBezTo>
                <a:cubicBezTo>
                  <a:pt x="425" y="384"/>
                  <a:pt x="418" y="366"/>
                  <a:pt x="403" y="352"/>
                </a:cubicBezTo>
                <a:cubicBezTo>
                  <a:pt x="389" y="337"/>
                  <a:pt x="371" y="330"/>
                  <a:pt x="350" y="330"/>
                </a:cubicBezTo>
                <a:cubicBezTo>
                  <a:pt x="329" y="330"/>
                  <a:pt x="311" y="337"/>
                  <a:pt x="297" y="352"/>
                </a:cubicBezTo>
                <a:cubicBezTo>
                  <a:pt x="283" y="366"/>
                  <a:pt x="276" y="384"/>
                  <a:pt x="276" y="405"/>
                </a:cubicBezTo>
                <a:cubicBezTo>
                  <a:pt x="276" y="426"/>
                  <a:pt x="283" y="443"/>
                  <a:pt x="297" y="458"/>
                </a:cubicBezTo>
                <a:cubicBezTo>
                  <a:pt x="311" y="472"/>
                  <a:pt x="329" y="479"/>
                  <a:pt x="350" y="479"/>
                </a:cubicBezTo>
                <a:moveTo>
                  <a:pt x="384" y="691"/>
                </a:moveTo>
                <a:cubicBezTo>
                  <a:pt x="334" y="725"/>
                  <a:pt x="297" y="771"/>
                  <a:pt x="273" y="828"/>
                </a:cubicBezTo>
                <a:lnTo>
                  <a:pt x="346" y="828"/>
                </a:lnTo>
                <a:cubicBezTo>
                  <a:pt x="366" y="789"/>
                  <a:pt x="395" y="759"/>
                  <a:pt x="432" y="738"/>
                </a:cubicBezTo>
                <a:cubicBezTo>
                  <a:pt x="468" y="717"/>
                  <a:pt x="509" y="706"/>
                  <a:pt x="553" y="706"/>
                </a:cubicBezTo>
                <a:cubicBezTo>
                  <a:pt x="596" y="706"/>
                  <a:pt x="636" y="717"/>
                  <a:pt x="672" y="739"/>
                </a:cubicBezTo>
                <a:cubicBezTo>
                  <a:pt x="708" y="760"/>
                  <a:pt x="737" y="790"/>
                  <a:pt x="758" y="828"/>
                </a:cubicBezTo>
                <a:lnTo>
                  <a:pt x="830" y="828"/>
                </a:lnTo>
                <a:cubicBezTo>
                  <a:pt x="807" y="770"/>
                  <a:pt x="770" y="724"/>
                  <a:pt x="720" y="690"/>
                </a:cubicBezTo>
                <a:cubicBezTo>
                  <a:pt x="669" y="656"/>
                  <a:pt x="613" y="639"/>
                  <a:pt x="551" y="639"/>
                </a:cubicBezTo>
                <a:cubicBezTo>
                  <a:pt x="490" y="639"/>
                  <a:pt x="434" y="656"/>
                  <a:pt x="384" y="691"/>
                </a:cubicBezTo>
                <a:moveTo>
                  <a:pt x="336" y="1060"/>
                </a:moveTo>
                <a:cubicBezTo>
                  <a:pt x="269" y="1031"/>
                  <a:pt x="211" y="992"/>
                  <a:pt x="161" y="942"/>
                </a:cubicBezTo>
                <a:cubicBezTo>
                  <a:pt x="112" y="893"/>
                  <a:pt x="73" y="834"/>
                  <a:pt x="44" y="767"/>
                </a:cubicBezTo>
                <a:cubicBezTo>
                  <a:pt x="15" y="700"/>
                  <a:pt x="0" y="628"/>
                  <a:pt x="0" y="552"/>
                </a:cubicBezTo>
                <a:cubicBezTo>
                  <a:pt x="0" y="476"/>
                  <a:pt x="15" y="404"/>
                  <a:pt x="44" y="337"/>
                </a:cubicBezTo>
                <a:cubicBezTo>
                  <a:pt x="73" y="270"/>
                  <a:pt x="112" y="212"/>
                  <a:pt x="161" y="162"/>
                </a:cubicBezTo>
                <a:cubicBezTo>
                  <a:pt x="211" y="113"/>
                  <a:pt x="269" y="73"/>
                  <a:pt x="336" y="44"/>
                </a:cubicBezTo>
                <a:cubicBezTo>
                  <a:pt x="404" y="14"/>
                  <a:pt x="475" y="0"/>
                  <a:pt x="551" y="0"/>
                </a:cubicBezTo>
                <a:cubicBezTo>
                  <a:pt x="628" y="0"/>
                  <a:pt x="699" y="14"/>
                  <a:pt x="766" y="44"/>
                </a:cubicBezTo>
                <a:cubicBezTo>
                  <a:pt x="833" y="73"/>
                  <a:pt x="892" y="113"/>
                  <a:pt x="941" y="162"/>
                </a:cubicBezTo>
                <a:cubicBezTo>
                  <a:pt x="991" y="212"/>
                  <a:pt x="1030" y="270"/>
                  <a:pt x="1060" y="337"/>
                </a:cubicBezTo>
                <a:cubicBezTo>
                  <a:pt x="1089" y="404"/>
                  <a:pt x="1104" y="476"/>
                  <a:pt x="1104" y="552"/>
                </a:cubicBezTo>
                <a:cubicBezTo>
                  <a:pt x="1104" y="628"/>
                  <a:pt x="1089" y="700"/>
                  <a:pt x="1060" y="767"/>
                </a:cubicBezTo>
                <a:cubicBezTo>
                  <a:pt x="1030" y="834"/>
                  <a:pt x="991" y="893"/>
                  <a:pt x="941" y="942"/>
                </a:cubicBezTo>
                <a:cubicBezTo>
                  <a:pt x="892" y="992"/>
                  <a:pt x="833" y="1031"/>
                  <a:pt x="766" y="1060"/>
                </a:cubicBezTo>
                <a:cubicBezTo>
                  <a:pt x="699" y="1089"/>
                  <a:pt x="628" y="1103"/>
                  <a:pt x="551" y="1103"/>
                </a:cubicBezTo>
                <a:cubicBezTo>
                  <a:pt x="475" y="1103"/>
                  <a:pt x="404" y="1089"/>
                  <a:pt x="336" y="1060"/>
                </a:cubicBezTo>
                <a:moveTo>
                  <a:pt x="884" y="884"/>
                </a:moveTo>
                <a:cubicBezTo>
                  <a:pt x="975" y="793"/>
                  <a:pt x="1020" y="683"/>
                  <a:pt x="1020" y="552"/>
                </a:cubicBezTo>
                <a:cubicBezTo>
                  <a:pt x="1020" y="422"/>
                  <a:pt x="975" y="311"/>
                  <a:pt x="884" y="220"/>
                </a:cubicBezTo>
                <a:cubicBezTo>
                  <a:pt x="793" y="129"/>
                  <a:pt x="682" y="84"/>
                  <a:pt x="551" y="84"/>
                </a:cubicBezTo>
                <a:cubicBezTo>
                  <a:pt x="421" y="84"/>
                  <a:pt x="310" y="129"/>
                  <a:pt x="219" y="220"/>
                </a:cubicBezTo>
                <a:cubicBezTo>
                  <a:pt x="128" y="311"/>
                  <a:pt x="83" y="422"/>
                  <a:pt x="83" y="552"/>
                </a:cubicBezTo>
                <a:cubicBezTo>
                  <a:pt x="83" y="683"/>
                  <a:pt x="128" y="793"/>
                  <a:pt x="219" y="884"/>
                </a:cubicBezTo>
                <a:cubicBezTo>
                  <a:pt x="310" y="975"/>
                  <a:pt x="421" y="1021"/>
                  <a:pt x="551" y="1021"/>
                </a:cubicBezTo>
                <a:cubicBezTo>
                  <a:pt x="682" y="1021"/>
                  <a:pt x="793" y="975"/>
                  <a:pt x="884" y="884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" name=""/>
          <p:cNvSpPr/>
          <p:nvPr/>
        </p:nvSpPr>
        <p:spPr>
          <a:xfrm>
            <a:off x="595080" y="2219040"/>
            <a:ext cx="5424840" cy="2505600"/>
          </a:xfrm>
          <a:custGeom>
            <a:avLst/>
            <a:gdLst/>
            <a:ahLst/>
            <a:rect l="0" t="0" r="r" b="b"/>
            <a:pathLst>
              <a:path w="15069" h="6960">
                <a:moveTo>
                  <a:pt x="0" y="6748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14857" y="0"/>
                </a:lnTo>
                <a:cubicBezTo>
                  <a:pt x="14871" y="0"/>
                  <a:pt x="14885" y="2"/>
                  <a:pt x="14899" y="4"/>
                </a:cubicBezTo>
                <a:cubicBezTo>
                  <a:pt x="14912" y="7"/>
                  <a:pt x="14926" y="11"/>
                  <a:pt x="14938" y="16"/>
                </a:cubicBezTo>
                <a:cubicBezTo>
                  <a:pt x="14951" y="22"/>
                  <a:pt x="14964" y="28"/>
                  <a:pt x="14975" y="36"/>
                </a:cubicBezTo>
                <a:cubicBezTo>
                  <a:pt x="14987" y="44"/>
                  <a:pt x="14997" y="52"/>
                  <a:pt x="15007" y="62"/>
                </a:cubicBezTo>
                <a:cubicBezTo>
                  <a:pt x="15017" y="72"/>
                  <a:pt x="15026" y="83"/>
                  <a:pt x="15033" y="94"/>
                </a:cubicBezTo>
                <a:cubicBezTo>
                  <a:pt x="15041" y="106"/>
                  <a:pt x="15048" y="118"/>
                  <a:pt x="15053" y="131"/>
                </a:cubicBezTo>
                <a:cubicBezTo>
                  <a:pt x="15058" y="144"/>
                  <a:pt x="15062" y="157"/>
                  <a:pt x="15065" y="171"/>
                </a:cubicBezTo>
                <a:cubicBezTo>
                  <a:pt x="15068" y="184"/>
                  <a:pt x="15069" y="198"/>
                  <a:pt x="15069" y="212"/>
                </a:cubicBezTo>
                <a:lnTo>
                  <a:pt x="15069" y="6748"/>
                </a:lnTo>
                <a:cubicBezTo>
                  <a:pt x="15069" y="6762"/>
                  <a:pt x="15068" y="6776"/>
                  <a:pt x="15065" y="6789"/>
                </a:cubicBezTo>
                <a:cubicBezTo>
                  <a:pt x="15062" y="6803"/>
                  <a:pt x="15058" y="6816"/>
                  <a:pt x="15053" y="6829"/>
                </a:cubicBezTo>
                <a:cubicBezTo>
                  <a:pt x="15048" y="6842"/>
                  <a:pt x="15041" y="6854"/>
                  <a:pt x="15033" y="6866"/>
                </a:cubicBezTo>
                <a:cubicBezTo>
                  <a:pt x="15026" y="6877"/>
                  <a:pt x="15017" y="6888"/>
                  <a:pt x="15007" y="6898"/>
                </a:cubicBezTo>
                <a:cubicBezTo>
                  <a:pt x="14997" y="6908"/>
                  <a:pt x="14987" y="6916"/>
                  <a:pt x="14975" y="6924"/>
                </a:cubicBezTo>
                <a:cubicBezTo>
                  <a:pt x="14964" y="6932"/>
                  <a:pt x="14951" y="6938"/>
                  <a:pt x="14938" y="6944"/>
                </a:cubicBezTo>
                <a:cubicBezTo>
                  <a:pt x="14926" y="6949"/>
                  <a:pt x="14912" y="6953"/>
                  <a:pt x="14899" y="6956"/>
                </a:cubicBezTo>
                <a:cubicBezTo>
                  <a:pt x="14885" y="6958"/>
                  <a:pt x="14871" y="6960"/>
                  <a:pt x="14857" y="6960"/>
                </a:cubicBezTo>
                <a:lnTo>
                  <a:pt x="146" y="6960"/>
                </a:lnTo>
                <a:cubicBezTo>
                  <a:pt x="136" y="6960"/>
                  <a:pt x="127" y="6958"/>
                  <a:pt x="117" y="6956"/>
                </a:cubicBezTo>
                <a:cubicBezTo>
                  <a:pt x="108" y="6953"/>
                  <a:pt x="99" y="6949"/>
                  <a:pt x="90" y="6944"/>
                </a:cubicBezTo>
                <a:cubicBezTo>
                  <a:pt x="81" y="6938"/>
                  <a:pt x="73" y="6932"/>
                  <a:pt x="65" y="6924"/>
                </a:cubicBezTo>
                <a:cubicBezTo>
                  <a:pt x="57" y="6916"/>
                  <a:pt x="50" y="6908"/>
                  <a:pt x="43" y="6898"/>
                </a:cubicBezTo>
                <a:cubicBezTo>
                  <a:pt x="36" y="6888"/>
                  <a:pt x="30" y="6877"/>
                  <a:pt x="25" y="6866"/>
                </a:cubicBezTo>
                <a:cubicBezTo>
                  <a:pt x="19" y="6854"/>
                  <a:pt x="15" y="6842"/>
                  <a:pt x="11" y="6829"/>
                </a:cubicBezTo>
                <a:cubicBezTo>
                  <a:pt x="8" y="6816"/>
                  <a:pt x="5" y="6803"/>
                  <a:pt x="3" y="6789"/>
                </a:cubicBezTo>
                <a:cubicBezTo>
                  <a:pt x="1" y="6776"/>
                  <a:pt x="0" y="6762"/>
                  <a:pt x="0" y="6748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" name=""/>
          <p:cNvSpPr/>
          <p:nvPr/>
        </p:nvSpPr>
        <p:spPr>
          <a:xfrm>
            <a:off x="571320" y="2219040"/>
            <a:ext cx="76680" cy="2505600"/>
          </a:xfrm>
          <a:custGeom>
            <a:avLst/>
            <a:gdLst/>
            <a:ahLst/>
            <a:rect l="0" t="0" r="r" b="b"/>
            <a:pathLst>
              <a:path w="213" h="6960">
                <a:moveTo>
                  <a:pt x="0" y="0"/>
                </a:moveTo>
                <a:lnTo>
                  <a:pt x="213" y="0"/>
                </a:lnTo>
                <a:lnTo>
                  <a:pt x="213" y="6960"/>
                </a:lnTo>
                <a:lnTo>
                  <a:pt x="0" y="6960"/>
                </a:lnTo>
                <a:lnTo>
                  <a:pt x="0" y="0"/>
                </a:lnTo>
                <a:close/>
              </a:path>
            </a:pathLst>
          </a:custGeom>
          <a:solidFill>
            <a:srgbClr val="E090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" name=""/>
          <p:cNvSpPr/>
          <p:nvPr/>
        </p:nvSpPr>
        <p:spPr>
          <a:xfrm>
            <a:off x="767520" y="2573280"/>
            <a:ext cx="331920" cy="286920"/>
          </a:xfrm>
          <a:custGeom>
            <a:avLst/>
            <a:gdLst/>
            <a:ahLst/>
            <a:rect l="0" t="0" r="r" b="b"/>
            <a:pathLst>
              <a:path w="922" h="797">
                <a:moveTo>
                  <a:pt x="0" y="797"/>
                </a:moveTo>
                <a:lnTo>
                  <a:pt x="461" y="0"/>
                </a:lnTo>
                <a:lnTo>
                  <a:pt x="922" y="797"/>
                </a:lnTo>
                <a:lnTo>
                  <a:pt x="0" y="797"/>
                </a:lnTo>
                <a:moveTo>
                  <a:pt x="109" y="734"/>
                </a:moveTo>
                <a:lnTo>
                  <a:pt x="813" y="734"/>
                </a:lnTo>
                <a:lnTo>
                  <a:pt x="461" y="125"/>
                </a:lnTo>
                <a:lnTo>
                  <a:pt x="109" y="734"/>
                </a:lnTo>
                <a:moveTo>
                  <a:pt x="488" y="665"/>
                </a:moveTo>
                <a:cubicBezTo>
                  <a:pt x="494" y="659"/>
                  <a:pt x="497" y="651"/>
                  <a:pt x="497" y="642"/>
                </a:cubicBezTo>
                <a:cubicBezTo>
                  <a:pt x="497" y="634"/>
                  <a:pt x="494" y="626"/>
                  <a:pt x="488" y="620"/>
                </a:cubicBezTo>
                <a:cubicBezTo>
                  <a:pt x="482" y="614"/>
                  <a:pt x="474" y="611"/>
                  <a:pt x="465" y="611"/>
                </a:cubicBezTo>
                <a:cubicBezTo>
                  <a:pt x="456" y="611"/>
                  <a:pt x="449" y="614"/>
                  <a:pt x="443" y="620"/>
                </a:cubicBezTo>
                <a:cubicBezTo>
                  <a:pt x="437" y="626"/>
                  <a:pt x="434" y="634"/>
                  <a:pt x="434" y="643"/>
                </a:cubicBezTo>
                <a:cubicBezTo>
                  <a:pt x="434" y="652"/>
                  <a:pt x="437" y="659"/>
                  <a:pt x="443" y="665"/>
                </a:cubicBezTo>
                <a:cubicBezTo>
                  <a:pt x="449" y="671"/>
                  <a:pt x="457" y="674"/>
                  <a:pt x="466" y="674"/>
                </a:cubicBezTo>
                <a:cubicBezTo>
                  <a:pt x="475" y="674"/>
                  <a:pt x="482" y="671"/>
                  <a:pt x="488" y="665"/>
                </a:cubicBezTo>
                <a:moveTo>
                  <a:pt x="434" y="558"/>
                </a:moveTo>
                <a:lnTo>
                  <a:pt x="497" y="558"/>
                </a:lnTo>
                <a:lnTo>
                  <a:pt x="497" y="322"/>
                </a:lnTo>
                <a:lnTo>
                  <a:pt x="434" y="322"/>
                </a:lnTo>
                <a:lnTo>
                  <a:pt x="434" y="55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47600" y="1482120"/>
            <a:ext cx="44553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こんな経験ありませんか？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14560" y="2732760"/>
            <a:ext cx="2350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 従来の開発でよくある悩み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52400" y="308880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環境構築だけで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半日</a:t>
            </a:r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が消える。ボイラープレート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52400" y="345060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の記述、単調なリファクタリング、ドキュメント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52400" y="38221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整備、デザイン素材の準備…。本質的な開発に集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" name=""/>
          <p:cNvSpPr/>
          <p:nvPr/>
        </p:nvSpPr>
        <p:spPr>
          <a:xfrm>
            <a:off x="6195960" y="2219040"/>
            <a:ext cx="5424840" cy="2505600"/>
          </a:xfrm>
          <a:custGeom>
            <a:avLst/>
            <a:gdLst/>
            <a:ahLst/>
            <a:rect l="0" t="0" r="r" b="b"/>
            <a:pathLst>
              <a:path w="15069" h="6960">
                <a:moveTo>
                  <a:pt x="0" y="6748"/>
                </a:moveTo>
                <a:lnTo>
                  <a:pt x="0" y="212"/>
                </a:lnTo>
                <a:cubicBezTo>
                  <a:pt x="0" y="198"/>
                  <a:pt x="1" y="184"/>
                  <a:pt x="2" y="171"/>
                </a:cubicBezTo>
                <a:cubicBezTo>
                  <a:pt x="4" y="157"/>
                  <a:pt x="7" y="144"/>
                  <a:pt x="11" y="131"/>
                </a:cubicBezTo>
                <a:cubicBezTo>
                  <a:pt x="14" y="118"/>
                  <a:pt x="19" y="106"/>
                  <a:pt x="24" y="94"/>
                </a:cubicBezTo>
                <a:cubicBezTo>
                  <a:pt x="29" y="83"/>
                  <a:pt x="36" y="72"/>
                  <a:pt x="42" y="62"/>
                </a:cubicBezTo>
                <a:cubicBezTo>
                  <a:pt x="49" y="52"/>
                  <a:pt x="56" y="44"/>
                  <a:pt x="64" y="36"/>
                </a:cubicBezTo>
                <a:cubicBezTo>
                  <a:pt x="72" y="28"/>
                  <a:pt x="81" y="22"/>
                  <a:pt x="89" y="16"/>
                </a:cubicBezTo>
                <a:cubicBezTo>
                  <a:pt x="98" y="11"/>
                  <a:pt x="107" y="7"/>
                  <a:pt x="117" y="4"/>
                </a:cubicBezTo>
                <a:cubicBezTo>
                  <a:pt x="126" y="2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2"/>
                  <a:pt x="14898" y="4"/>
                </a:cubicBezTo>
                <a:cubicBezTo>
                  <a:pt x="14912" y="7"/>
                  <a:pt x="14925" y="11"/>
                  <a:pt x="14938" y="16"/>
                </a:cubicBezTo>
                <a:cubicBezTo>
                  <a:pt x="14951" y="22"/>
                  <a:pt x="14963" y="28"/>
                  <a:pt x="14975" y="36"/>
                </a:cubicBezTo>
                <a:cubicBezTo>
                  <a:pt x="14986" y="44"/>
                  <a:pt x="14997" y="52"/>
                  <a:pt x="15007" y="62"/>
                </a:cubicBezTo>
                <a:cubicBezTo>
                  <a:pt x="15016" y="72"/>
                  <a:pt x="15025" y="83"/>
                  <a:pt x="15033" y="94"/>
                </a:cubicBezTo>
                <a:cubicBezTo>
                  <a:pt x="15041" y="106"/>
                  <a:pt x="15047" y="118"/>
                  <a:pt x="15053" y="131"/>
                </a:cubicBezTo>
                <a:cubicBezTo>
                  <a:pt x="15058" y="144"/>
                  <a:pt x="15062" y="157"/>
                  <a:pt x="15065" y="171"/>
                </a:cubicBezTo>
                <a:cubicBezTo>
                  <a:pt x="15067" y="184"/>
                  <a:pt x="15069" y="198"/>
                  <a:pt x="15069" y="212"/>
                </a:cubicBezTo>
                <a:lnTo>
                  <a:pt x="15069" y="6748"/>
                </a:lnTo>
                <a:cubicBezTo>
                  <a:pt x="15069" y="6762"/>
                  <a:pt x="15067" y="6776"/>
                  <a:pt x="15065" y="6789"/>
                </a:cubicBezTo>
                <a:cubicBezTo>
                  <a:pt x="15062" y="6803"/>
                  <a:pt x="15058" y="6816"/>
                  <a:pt x="15053" y="6829"/>
                </a:cubicBezTo>
                <a:cubicBezTo>
                  <a:pt x="15047" y="6842"/>
                  <a:pt x="15041" y="6854"/>
                  <a:pt x="15033" y="6866"/>
                </a:cubicBezTo>
                <a:cubicBezTo>
                  <a:pt x="15025" y="6877"/>
                  <a:pt x="15016" y="6888"/>
                  <a:pt x="15007" y="6898"/>
                </a:cubicBezTo>
                <a:cubicBezTo>
                  <a:pt x="14997" y="6908"/>
                  <a:pt x="14986" y="6916"/>
                  <a:pt x="14975" y="6924"/>
                </a:cubicBezTo>
                <a:cubicBezTo>
                  <a:pt x="14963" y="6932"/>
                  <a:pt x="14951" y="6938"/>
                  <a:pt x="14938" y="6944"/>
                </a:cubicBezTo>
                <a:cubicBezTo>
                  <a:pt x="14925" y="6949"/>
                  <a:pt x="14912" y="6953"/>
                  <a:pt x="14898" y="6956"/>
                </a:cubicBezTo>
                <a:cubicBezTo>
                  <a:pt x="14885" y="6958"/>
                  <a:pt x="14871" y="6960"/>
                  <a:pt x="14857" y="6960"/>
                </a:cubicBezTo>
                <a:lnTo>
                  <a:pt x="145" y="6960"/>
                </a:lnTo>
                <a:cubicBezTo>
                  <a:pt x="136" y="6960"/>
                  <a:pt x="126" y="6958"/>
                  <a:pt x="117" y="6956"/>
                </a:cubicBezTo>
                <a:cubicBezTo>
                  <a:pt x="107" y="6953"/>
                  <a:pt x="98" y="6949"/>
                  <a:pt x="89" y="6944"/>
                </a:cubicBezTo>
                <a:cubicBezTo>
                  <a:pt x="81" y="6938"/>
                  <a:pt x="72" y="6932"/>
                  <a:pt x="64" y="6924"/>
                </a:cubicBezTo>
                <a:cubicBezTo>
                  <a:pt x="56" y="6916"/>
                  <a:pt x="49" y="6908"/>
                  <a:pt x="42" y="6898"/>
                </a:cubicBezTo>
                <a:cubicBezTo>
                  <a:pt x="36" y="6888"/>
                  <a:pt x="29" y="6877"/>
                  <a:pt x="24" y="6866"/>
                </a:cubicBezTo>
                <a:cubicBezTo>
                  <a:pt x="19" y="6854"/>
                  <a:pt x="14" y="6842"/>
                  <a:pt x="11" y="6829"/>
                </a:cubicBezTo>
                <a:cubicBezTo>
                  <a:pt x="7" y="6816"/>
                  <a:pt x="4" y="6803"/>
                  <a:pt x="2" y="6789"/>
                </a:cubicBezTo>
                <a:cubicBezTo>
                  <a:pt x="1" y="6776"/>
                  <a:pt x="0" y="6762"/>
                  <a:pt x="0" y="6748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" name=""/>
          <p:cNvSpPr/>
          <p:nvPr/>
        </p:nvSpPr>
        <p:spPr>
          <a:xfrm>
            <a:off x="6171840" y="2219040"/>
            <a:ext cx="76680" cy="2505600"/>
          </a:xfrm>
          <a:custGeom>
            <a:avLst/>
            <a:gdLst/>
            <a:ahLst/>
            <a:rect l="0" t="0" r="r" b="b"/>
            <a:pathLst>
              <a:path w="213" h="6960">
                <a:moveTo>
                  <a:pt x="0" y="0"/>
                </a:moveTo>
                <a:lnTo>
                  <a:pt x="213" y="0"/>
                </a:lnTo>
                <a:lnTo>
                  <a:pt x="213" y="6960"/>
                </a:lnTo>
                <a:lnTo>
                  <a:pt x="0" y="6960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" name=""/>
          <p:cNvSpPr/>
          <p:nvPr/>
        </p:nvSpPr>
        <p:spPr>
          <a:xfrm>
            <a:off x="6383160" y="25732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8" y="609"/>
                </a:moveTo>
                <a:lnTo>
                  <a:pt x="655" y="313"/>
                </a:lnTo>
                <a:lnTo>
                  <a:pt x="606" y="266"/>
                </a:lnTo>
                <a:lnTo>
                  <a:pt x="358" y="514"/>
                </a:lnTo>
                <a:lnTo>
                  <a:pt x="231" y="388"/>
                </a:lnTo>
                <a:lnTo>
                  <a:pt x="184" y="435"/>
                </a:lnTo>
                <a:lnTo>
                  <a:pt x="358" y="609"/>
                </a:lnTo>
                <a:moveTo>
                  <a:pt x="420" y="839"/>
                </a:moveTo>
                <a:cubicBezTo>
                  <a:pt x="363" y="839"/>
                  <a:pt x="309" y="828"/>
                  <a:pt x="257" y="806"/>
                </a:cubicBezTo>
                <a:cubicBezTo>
                  <a:pt x="206" y="783"/>
                  <a:pt x="161" y="753"/>
                  <a:pt x="123" y="714"/>
                </a:cubicBezTo>
                <a:cubicBezTo>
                  <a:pt x="85" y="676"/>
                  <a:pt x="55" y="632"/>
                  <a:pt x="33" y="581"/>
                </a:cubicBezTo>
                <a:cubicBezTo>
                  <a:pt x="11" y="530"/>
                  <a:pt x="0" y="476"/>
                  <a:pt x="0" y="419"/>
                </a:cubicBezTo>
                <a:cubicBezTo>
                  <a:pt x="0" y="361"/>
                  <a:pt x="11" y="306"/>
                  <a:pt x="33" y="255"/>
                </a:cubicBezTo>
                <a:cubicBezTo>
                  <a:pt x="55" y="204"/>
                  <a:pt x="85" y="160"/>
                  <a:pt x="123" y="122"/>
                </a:cubicBezTo>
                <a:cubicBezTo>
                  <a:pt x="161" y="84"/>
                  <a:pt x="206" y="55"/>
                  <a:pt x="257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2" y="11"/>
                  <a:pt x="583" y="33"/>
                </a:cubicBezTo>
                <a:cubicBezTo>
                  <a:pt x="634" y="55"/>
                  <a:pt x="679" y="84"/>
                  <a:pt x="716" y="122"/>
                </a:cubicBezTo>
                <a:cubicBezTo>
                  <a:pt x="754" y="160"/>
                  <a:pt x="784" y="204"/>
                  <a:pt x="806" y="255"/>
                </a:cubicBezTo>
                <a:cubicBezTo>
                  <a:pt x="828" y="306"/>
                  <a:pt x="839" y="361"/>
                  <a:pt x="839" y="419"/>
                </a:cubicBezTo>
                <a:cubicBezTo>
                  <a:pt x="839" y="476"/>
                  <a:pt x="828" y="530"/>
                  <a:pt x="806" y="581"/>
                </a:cubicBezTo>
                <a:cubicBezTo>
                  <a:pt x="784" y="632"/>
                  <a:pt x="754" y="676"/>
                  <a:pt x="716" y="714"/>
                </a:cubicBezTo>
                <a:cubicBezTo>
                  <a:pt x="679" y="753"/>
                  <a:pt x="634" y="783"/>
                  <a:pt x="583" y="806"/>
                </a:cubicBezTo>
                <a:cubicBezTo>
                  <a:pt x="532" y="828"/>
                  <a:pt x="478" y="839"/>
                  <a:pt x="420" y="839"/>
                </a:cubicBezTo>
                <a:moveTo>
                  <a:pt x="420" y="775"/>
                </a:moveTo>
                <a:cubicBezTo>
                  <a:pt x="519" y="775"/>
                  <a:pt x="603" y="740"/>
                  <a:pt x="672" y="670"/>
                </a:cubicBezTo>
                <a:cubicBezTo>
                  <a:pt x="741" y="601"/>
                  <a:pt x="776" y="517"/>
                  <a:pt x="776" y="419"/>
                </a:cubicBezTo>
                <a:cubicBezTo>
                  <a:pt x="776" y="319"/>
                  <a:pt x="741" y="235"/>
                  <a:pt x="672" y="166"/>
                </a:cubicBezTo>
                <a:cubicBezTo>
                  <a:pt x="603" y="97"/>
                  <a:pt x="519" y="62"/>
                  <a:pt x="420" y="62"/>
                </a:cubicBezTo>
                <a:cubicBezTo>
                  <a:pt x="321" y="62"/>
                  <a:pt x="237" y="97"/>
                  <a:pt x="167" y="166"/>
                </a:cubicBezTo>
                <a:cubicBezTo>
                  <a:pt x="98" y="235"/>
                  <a:pt x="63" y="319"/>
                  <a:pt x="63" y="419"/>
                </a:cubicBezTo>
                <a:cubicBezTo>
                  <a:pt x="63" y="517"/>
                  <a:pt x="98" y="601"/>
                  <a:pt x="167" y="670"/>
                </a:cubicBezTo>
                <a:cubicBezTo>
                  <a:pt x="237" y="740"/>
                  <a:pt x="321" y="775"/>
                  <a:pt x="420" y="775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52400" y="4184280"/>
            <a:ext cx="4115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中できないまま時間だけが過ぎていく。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715080" y="2732760"/>
            <a:ext cx="14295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500" b="1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なら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353280" y="3088800"/>
            <a:ext cx="5029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環境構築もテンプレートも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が自動で処理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。リフ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353280" y="345060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ァクタリング、ドキュメント生成、画像生成まで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353280" y="38221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すべて自律的に実行。創造的な作業だけに集中で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" name=""/>
          <p:cNvSpPr/>
          <p:nvPr/>
        </p:nvSpPr>
        <p:spPr>
          <a:xfrm>
            <a:off x="820080" y="4995720"/>
            <a:ext cx="226800" cy="308160"/>
          </a:xfrm>
          <a:custGeom>
            <a:avLst/>
            <a:gdLst/>
            <a:ahLst/>
            <a:rect l="0" t="0" r="r" b="b"/>
            <a:pathLst>
              <a:path w="630" h="856">
                <a:moveTo>
                  <a:pt x="254" y="832"/>
                </a:moveTo>
                <a:cubicBezTo>
                  <a:pt x="238" y="815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6"/>
                  <a:pt x="314" y="856"/>
                </a:cubicBezTo>
                <a:cubicBezTo>
                  <a:pt x="291" y="856"/>
                  <a:pt x="271" y="848"/>
                  <a:pt x="254" y="832"/>
                </a:cubicBezTo>
                <a:moveTo>
                  <a:pt x="145" y="707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7"/>
                </a:lnTo>
                <a:lnTo>
                  <a:pt x="145" y="707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1"/>
                  <a:pt x="0" y="315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5"/>
                </a:cubicBezTo>
                <a:cubicBezTo>
                  <a:pt x="630" y="371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5"/>
                  <a:pt x="567" y="356"/>
                  <a:pt x="567" y="315"/>
                </a:cubicBezTo>
                <a:cubicBezTo>
                  <a:pt x="567" y="246"/>
                  <a:pt x="541" y="186"/>
                  <a:pt x="492" y="136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6"/>
                </a:cubicBezTo>
                <a:cubicBezTo>
                  <a:pt x="88" y="186"/>
                  <a:pt x="63" y="246"/>
                  <a:pt x="63" y="315"/>
                </a:cubicBezTo>
                <a:cubicBezTo>
                  <a:pt x="63" y="356"/>
                  <a:pt x="73" y="395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353280" y="418428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114560" y="5127120"/>
            <a:ext cx="767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開発時間を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70%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削減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し、創造性を最大化するのが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の目標です。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" name=""/>
          <p:cNvSpPr/>
          <p:nvPr/>
        </p:nvSpPr>
        <p:spPr>
          <a:xfrm>
            <a:off x="571320" y="11617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" name=""/>
          <p:cNvSpPr/>
          <p:nvPr/>
        </p:nvSpPr>
        <p:spPr>
          <a:xfrm>
            <a:off x="595080" y="1342800"/>
            <a:ext cx="11025720" cy="838440"/>
          </a:xfrm>
          <a:custGeom>
            <a:avLst/>
            <a:gdLst/>
            <a:ahLst/>
            <a:rect l="0" t="0" r="r" b="b"/>
            <a:pathLst>
              <a:path w="30627" h="2329">
                <a:moveTo>
                  <a:pt x="0" y="2064"/>
                </a:moveTo>
                <a:lnTo>
                  <a:pt x="0" y="265"/>
                </a:lnTo>
                <a:cubicBezTo>
                  <a:pt x="0" y="247"/>
                  <a:pt x="1" y="230"/>
                  <a:pt x="4" y="213"/>
                </a:cubicBezTo>
                <a:cubicBezTo>
                  <a:pt x="7" y="196"/>
                  <a:pt x="10" y="180"/>
                  <a:pt x="15" y="163"/>
                </a:cubicBezTo>
                <a:cubicBezTo>
                  <a:pt x="20" y="147"/>
                  <a:pt x="26" y="132"/>
                  <a:pt x="34" y="118"/>
                </a:cubicBezTo>
                <a:cubicBezTo>
                  <a:pt x="41" y="103"/>
                  <a:pt x="49" y="90"/>
                  <a:pt x="58" y="78"/>
                </a:cubicBezTo>
                <a:cubicBezTo>
                  <a:pt x="67" y="65"/>
                  <a:pt x="78" y="54"/>
                  <a:pt x="88" y="45"/>
                </a:cubicBezTo>
                <a:cubicBezTo>
                  <a:pt x="99" y="35"/>
                  <a:pt x="111" y="27"/>
                  <a:pt x="123" y="20"/>
                </a:cubicBezTo>
                <a:cubicBezTo>
                  <a:pt x="135" y="14"/>
                  <a:pt x="147" y="9"/>
                  <a:pt x="160" y="5"/>
                </a:cubicBezTo>
                <a:cubicBezTo>
                  <a:pt x="173" y="2"/>
                  <a:pt x="186" y="0"/>
                  <a:pt x="199" y="0"/>
                </a:cubicBezTo>
                <a:lnTo>
                  <a:pt x="30362" y="0"/>
                </a:lnTo>
                <a:cubicBezTo>
                  <a:pt x="30379" y="0"/>
                  <a:pt x="30397" y="2"/>
                  <a:pt x="30414" y="5"/>
                </a:cubicBezTo>
                <a:cubicBezTo>
                  <a:pt x="30431" y="9"/>
                  <a:pt x="30447" y="14"/>
                  <a:pt x="30463" y="20"/>
                </a:cubicBezTo>
                <a:cubicBezTo>
                  <a:pt x="30479" y="27"/>
                  <a:pt x="30495" y="35"/>
                  <a:pt x="30509" y="45"/>
                </a:cubicBezTo>
                <a:cubicBezTo>
                  <a:pt x="30524" y="54"/>
                  <a:pt x="30537" y="65"/>
                  <a:pt x="30549" y="78"/>
                </a:cubicBezTo>
                <a:cubicBezTo>
                  <a:pt x="30561" y="90"/>
                  <a:pt x="30572" y="103"/>
                  <a:pt x="30582" y="118"/>
                </a:cubicBezTo>
                <a:cubicBezTo>
                  <a:pt x="30592" y="132"/>
                  <a:pt x="30600" y="147"/>
                  <a:pt x="30607" y="163"/>
                </a:cubicBezTo>
                <a:cubicBezTo>
                  <a:pt x="30613" y="180"/>
                  <a:pt x="30618" y="196"/>
                  <a:pt x="30622" y="213"/>
                </a:cubicBezTo>
                <a:cubicBezTo>
                  <a:pt x="30625" y="230"/>
                  <a:pt x="30627" y="247"/>
                  <a:pt x="30627" y="265"/>
                </a:cubicBezTo>
                <a:lnTo>
                  <a:pt x="30627" y="2064"/>
                </a:lnTo>
                <a:cubicBezTo>
                  <a:pt x="30627" y="2081"/>
                  <a:pt x="30625" y="2099"/>
                  <a:pt x="30622" y="2116"/>
                </a:cubicBezTo>
                <a:cubicBezTo>
                  <a:pt x="30618" y="2134"/>
                  <a:pt x="30613" y="2150"/>
                  <a:pt x="30607" y="2166"/>
                </a:cubicBezTo>
                <a:cubicBezTo>
                  <a:pt x="30600" y="2182"/>
                  <a:pt x="30592" y="2197"/>
                  <a:pt x="30582" y="2212"/>
                </a:cubicBezTo>
                <a:cubicBezTo>
                  <a:pt x="30572" y="2226"/>
                  <a:pt x="30561" y="2240"/>
                  <a:pt x="30549" y="2252"/>
                </a:cubicBezTo>
                <a:cubicBezTo>
                  <a:pt x="30537" y="2264"/>
                  <a:pt x="30524" y="2275"/>
                  <a:pt x="30509" y="2285"/>
                </a:cubicBezTo>
                <a:cubicBezTo>
                  <a:pt x="30495" y="2295"/>
                  <a:pt x="30479" y="2303"/>
                  <a:pt x="30463" y="2309"/>
                </a:cubicBezTo>
                <a:cubicBezTo>
                  <a:pt x="30447" y="2316"/>
                  <a:pt x="30431" y="2321"/>
                  <a:pt x="30414" y="2324"/>
                </a:cubicBezTo>
                <a:cubicBezTo>
                  <a:pt x="30397" y="2328"/>
                  <a:pt x="30379" y="2329"/>
                  <a:pt x="30362" y="2329"/>
                </a:cubicBezTo>
                <a:lnTo>
                  <a:pt x="199" y="2329"/>
                </a:lnTo>
                <a:cubicBezTo>
                  <a:pt x="186" y="2329"/>
                  <a:pt x="173" y="2328"/>
                  <a:pt x="160" y="2324"/>
                </a:cubicBezTo>
                <a:cubicBezTo>
                  <a:pt x="147" y="2321"/>
                  <a:pt x="135" y="2316"/>
                  <a:pt x="123" y="2309"/>
                </a:cubicBezTo>
                <a:cubicBezTo>
                  <a:pt x="111" y="2303"/>
                  <a:pt x="99" y="2295"/>
                  <a:pt x="88" y="2285"/>
                </a:cubicBezTo>
                <a:cubicBezTo>
                  <a:pt x="78" y="2275"/>
                  <a:pt x="67" y="2264"/>
                  <a:pt x="58" y="2252"/>
                </a:cubicBezTo>
                <a:cubicBezTo>
                  <a:pt x="49" y="2240"/>
                  <a:pt x="41" y="2226"/>
                  <a:pt x="34" y="2212"/>
                </a:cubicBezTo>
                <a:cubicBezTo>
                  <a:pt x="26" y="2197"/>
                  <a:pt x="20" y="2182"/>
                  <a:pt x="15" y="2166"/>
                </a:cubicBezTo>
                <a:cubicBezTo>
                  <a:pt x="10" y="2150"/>
                  <a:pt x="7" y="2134"/>
                  <a:pt x="4" y="2116"/>
                </a:cubicBezTo>
                <a:cubicBezTo>
                  <a:pt x="1" y="2099"/>
                  <a:pt x="0" y="2081"/>
                  <a:pt x="0" y="2064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" name=""/>
          <p:cNvSpPr/>
          <p:nvPr/>
        </p:nvSpPr>
        <p:spPr>
          <a:xfrm>
            <a:off x="571320" y="1342800"/>
            <a:ext cx="95760" cy="838440"/>
          </a:xfrm>
          <a:custGeom>
            <a:avLst/>
            <a:gdLst/>
            <a:ahLst/>
            <a:rect l="0" t="0" r="r" b="b"/>
            <a:pathLst>
              <a:path w="266" h="2329">
                <a:moveTo>
                  <a:pt x="0" y="0"/>
                </a:moveTo>
                <a:lnTo>
                  <a:pt x="266" y="0"/>
                </a:lnTo>
                <a:lnTo>
                  <a:pt x="26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C8B8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" name=""/>
          <p:cNvSpPr/>
          <p:nvPr/>
        </p:nvSpPr>
        <p:spPr>
          <a:xfrm>
            <a:off x="580680" y="2285640"/>
            <a:ext cx="11030400" cy="4029480"/>
          </a:xfrm>
          <a:custGeom>
            <a:avLst/>
            <a:gdLst/>
            <a:ahLst/>
            <a:rect l="0" t="0" r="r" b="b"/>
            <a:pathLst>
              <a:path w="30640" h="11193">
                <a:moveTo>
                  <a:pt x="0" y="10902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3"/>
                </a:cubicBezTo>
                <a:cubicBezTo>
                  <a:pt x="30478" y="30"/>
                  <a:pt x="30495" y="39"/>
                  <a:pt x="30511" y="50"/>
                </a:cubicBezTo>
                <a:cubicBezTo>
                  <a:pt x="30527" y="60"/>
                  <a:pt x="30541" y="72"/>
                  <a:pt x="30555" y="86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6"/>
                  <a:pt x="30611" y="163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4"/>
                  <a:pt x="30640" y="272"/>
                  <a:pt x="30640" y="292"/>
                </a:cubicBezTo>
                <a:lnTo>
                  <a:pt x="30640" y="10902"/>
                </a:lnTo>
                <a:cubicBezTo>
                  <a:pt x="30640" y="10921"/>
                  <a:pt x="30638" y="10940"/>
                  <a:pt x="30635" y="10959"/>
                </a:cubicBezTo>
                <a:cubicBezTo>
                  <a:pt x="30631" y="10978"/>
                  <a:pt x="30625" y="10996"/>
                  <a:pt x="30618" y="11014"/>
                </a:cubicBezTo>
                <a:cubicBezTo>
                  <a:pt x="30611" y="11031"/>
                  <a:pt x="30602" y="11048"/>
                  <a:pt x="30591" y="11064"/>
                </a:cubicBezTo>
                <a:cubicBezTo>
                  <a:pt x="30581" y="11080"/>
                  <a:pt x="30568" y="11095"/>
                  <a:pt x="30555" y="11108"/>
                </a:cubicBezTo>
                <a:cubicBezTo>
                  <a:pt x="30541" y="11122"/>
                  <a:pt x="30527" y="11134"/>
                  <a:pt x="30511" y="11144"/>
                </a:cubicBezTo>
                <a:cubicBezTo>
                  <a:pt x="30495" y="11155"/>
                  <a:pt x="30478" y="11164"/>
                  <a:pt x="30461" y="11171"/>
                </a:cubicBezTo>
                <a:cubicBezTo>
                  <a:pt x="30443" y="11179"/>
                  <a:pt x="30425" y="11184"/>
                  <a:pt x="30406" y="11188"/>
                </a:cubicBezTo>
                <a:cubicBezTo>
                  <a:pt x="30387" y="11192"/>
                  <a:pt x="30368" y="11193"/>
                  <a:pt x="30349" y="11193"/>
                </a:cubicBezTo>
                <a:lnTo>
                  <a:pt x="291" y="11193"/>
                </a:lnTo>
                <a:cubicBezTo>
                  <a:pt x="272" y="11193"/>
                  <a:pt x="253" y="11192"/>
                  <a:pt x="235" y="11188"/>
                </a:cubicBezTo>
                <a:cubicBezTo>
                  <a:pt x="216" y="11184"/>
                  <a:pt x="198" y="11179"/>
                  <a:pt x="180" y="11171"/>
                </a:cubicBezTo>
                <a:cubicBezTo>
                  <a:pt x="162" y="11164"/>
                  <a:pt x="146" y="11155"/>
                  <a:pt x="130" y="11144"/>
                </a:cubicBezTo>
                <a:cubicBezTo>
                  <a:pt x="114" y="11134"/>
                  <a:pt x="99" y="11122"/>
                  <a:pt x="86" y="11108"/>
                </a:cubicBezTo>
                <a:cubicBezTo>
                  <a:pt x="72" y="11095"/>
                  <a:pt x="60" y="11080"/>
                  <a:pt x="50" y="11064"/>
                </a:cubicBezTo>
                <a:cubicBezTo>
                  <a:pt x="39" y="11048"/>
                  <a:pt x="30" y="11031"/>
                  <a:pt x="23" y="11014"/>
                </a:cubicBezTo>
                <a:cubicBezTo>
                  <a:pt x="15" y="10996"/>
                  <a:pt x="10" y="10978"/>
                  <a:pt x="6" y="10959"/>
                </a:cubicBezTo>
                <a:cubicBezTo>
                  <a:pt x="2" y="10940"/>
                  <a:pt x="0" y="10921"/>
                  <a:pt x="0" y="10902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" name=""/>
          <p:cNvSpPr/>
          <p:nvPr/>
        </p:nvSpPr>
        <p:spPr>
          <a:xfrm>
            <a:off x="580680" y="2285640"/>
            <a:ext cx="11030400" cy="4029480"/>
          </a:xfrm>
          <a:custGeom>
            <a:avLst/>
            <a:gdLst/>
            <a:ahLst/>
            <a:rect l="0" t="0" r="r" b="b"/>
            <a:pathLst>
              <a:path w="30640" h="11193">
                <a:moveTo>
                  <a:pt x="0" y="10902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3"/>
                </a:cubicBezTo>
                <a:cubicBezTo>
                  <a:pt x="30478" y="30"/>
                  <a:pt x="30495" y="39"/>
                  <a:pt x="30511" y="50"/>
                </a:cubicBezTo>
                <a:cubicBezTo>
                  <a:pt x="30527" y="60"/>
                  <a:pt x="30541" y="72"/>
                  <a:pt x="30555" y="86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6"/>
                  <a:pt x="30611" y="163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4"/>
                  <a:pt x="30640" y="272"/>
                  <a:pt x="30640" y="292"/>
                </a:cubicBezTo>
                <a:lnTo>
                  <a:pt x="30640" y="10902"/>
                </a:lnTo>
                <a:cubicBezTo>
                  <a:pt x="30640" y="10921"/>
                  <a:pt x="30638" y="10940"/>
                  <a:pt x="30635" y="10959"/>
                </a:cubicBezTo>
                <a:cubicBezTo>
                  <a:pt x="30631" y="10978"/>
                  <a:pt x="30625" y="10996"/>
                  <a:pt x="30618" y="11014"/>
                </a:cubicBezTo>
                <a:cubicBezTo>
                  <a:pt x="30611" y="11031"/>
                  <a:pt x="30602" y="11048"/>
                  <a:pt x="30591" y="11064"/>
                </a:cubicBezTo>
                <a:cubicBezTo>
                  <a:pt x="30581" y="11080"/>
                  <a:pt x="30568" y="11095"/>
                  <a:pt x="30555" y="11108"/>
                </a:cubicBezTo>
                <a:cubicBezTo>
                  <a:pt x="30541" y="11122"/>
                  <a:pt x="30527" y="11134"/>
                  <a:pt x="30511" y="11144"/>
                </a:cubicBezTo>
                <a:cubicBezTo>
                  <a:pt x="30495" y="11155"/>
                  <a:pt x="30478" y="11164"/>
                  <a:pt x="30461" y="11171"/>
                </a:cubicBezTo>
                <a:cubicBezTo>
                  <a:pt x="30443" y="11179"/>
                  <a:pt x="30425" y="11184"/>
                  <a:pt x="30406" y="11188"/>
                </a:cubicBezTo>
                <a:cubicBezTo>
                  <a:pt x="30387" y="11192"/>
                  <a:pt x="30368" y="11193"/>
                  <a:pt x="30349" y="11193"/>
                </a:cubicBezTo>
                <a:lnTo>
                  <a:pt x="291" y="11193"/>
                </a:lnTo>
                <a:cubicBezTo>
                  <a:pt x="272" y="11193"/>
                  <a:pt x="253" y="11192"/>
                  <a:pt x="235" y="11188"/>
                </a:cubicBezTo>
                <a:cubicBezTo>
                  <a:pt x="216" y="11184"/>
                  <a:pt x="198" y="11179"/>
                  <a:pt x="180" y="11171"/>
                </a:cubicBezTo>
                <a:cubicBezTo>
                  <a:pt x="162" y="11164"/>
                  <a:pt x="146" y="11155"/>
                  <a:pt x="130" y="11144"/>
                </a:cubicBezTo>
                <a:cubicBezTo>
                  <a:pt x="114" y="11134"/>
                  <a:pt x="99" y="11122"/>
                  <a:pt x="86" y="11108"/>
                </a:cubicBezTo>
                <a:cubicBezTo>
                  <a:pt x="72" y="11095"/>
                  <a:pt x="60" y="11080"/>
                  <a:pt x="50" y="11064"/>
                </a:cubicBezTo>
                <a:cubicBezTo>
                  <a:pt x="39" y="11048"/>
                  <a:pt x="30" y="11031"/>
                  <a:pt x="23" y="11014"/>
                </a:cubicBezTo>
                <a:cubicBezTo>
                  <a:pt x="15" y="10996"/>
                  <a:pt x="10" y="10978"/>
                  <a:pt x="6" y="10959"/>
                </a:cubicBezTo>
                <a:cubicBezTo>
                  <a:pt x="2" y="10940"/>
                  <a:pt x="0" y="10921"/>
                  <a:pt x="0" y="10902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" name=""/>
          <p:cNvSpPr/>
          <p:nvPr/>
        </p:nvSpPr>
        <p:spPr>
          <a:xfrm>
            <a:off x="780840" y="3143160"/>
            <a:ext cx="10630440" cy="19440"/>
          </a:xfrm>
          <a:custGeom>
            <a:avLst/>
            <a:gdLst/>
            <a:ahLst/>
            <a:rect l="0" t="0" r="r" b="b"/>
            <a:pathLst>
              <a:path w="29529" h="54">
                <a:moveTo>
                  <a:pt x="0" y="0"/>
                </a:moveTo>
                <a:lnTo>
                  <a:pt x="29529" y="0"/>
                </a:lnTo>
                <a:lnTo>
                  <a:pt x="295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" name=""/>
          <p:cNvSpPr/>
          <p:nvPr/>
        </p:nvSpPr>
        <p:spPr>
          <a:xfrm>
            <a:off x="610920" y="57276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336" y="1060"/>
                </a:moveTo>
                <a:cubicBezTo>
                  <a:pt x="269" y="1031"/>
                  <a:pt x="211" y="992"/>
                  <a:pt x="161" y="943"/>
                </a:cubicBezTo>
                <a:cubicBezTo>
                  <a:pt x="112" y="893"/>
                  <a:pt x="73" y="835"/>
                  <a:pt x="44" y="768"/>
                </a:cubicBezTo>
                <a:cubicBezTo>
                  <a:pt x="15" y="701"/>
                  <a:pt x="0" y="629"/>
                  <a:pt x="0" y="553"/>
                </a:cubicBezTo>
                <a:cubicBezTo>
                  <a:pt x="0" y="476"/>
                  <a:pt x="15" y="405"/>
                  <a:pt x="44" y="338"/>
                </a:cubicBezTo>
                <a:cubicBezTo>
                  <a:pt x="73" y="271"/>
                  <a:pt x="112" y="212"/>
                  <a:pt x="161" y="163"/>
                </a:cubicBezTo>
                <a:cubicBezTo>
                  <a:pt x="211" y="113"/>
                  <a:pt x="269" y="74"/>
                  <a:pt x="336" y="44"/>
                </a:cubicBezTo>
                <a:cubicBezTo>
                  <a:pt x="404" y="15"/>
                  <a:pt x="475" y="0"/>
                  <a:pt x="551" y="0"/>
                </a:cubicBezTo>
                <a:cubicBezTo>
                  <a:pt x="628" y="0"/>
                  <a:pt x="699" y="15"/>
                  <a:pt x="766" y="44"/>
                </a:cubicBezTo>
                <a:cubicBezTo>
                  <a:pt x="833" y="74"/>
                  <a:pt x="892" y="113"/>
                  <a:pt x="941" y="163"/>
                </a:cubicBezTo>
                <a:cubicBezTo>
                  <a:pt x="991" y="212"/>
                  <a:pt x="1030" y="271"/>
                  <a:pt x="1060" y="338"/>
                </a:cubicBezTo>
                <a:cubicBezTo>
                  <a:pt x="1089" y="405"/>
                  <a:pt x="1104" y="476"/>
                  <a:pt x="1104" y="553"/>
                </a:cubicBezTo>
                <a:cubicBezTo>
                  <a:pt x="1104" y="629"/>
                  <a:pt x="1089" y="701"/>
                  <a:pt x="1060" y="768"/>
                </a:cubicBezTo>
                <a:cubicBezTo>
                  <a:pt x="1030" y="835"/>
                  <a:pt x="991" y="893"/>
                  <a:pt x="941" y="943"/>
                </a:cubicBezTo>
                <a:cubicBezTo>
                  <a:pt x="892" y="992"/>
                  <a:pt x="833" y="1031"/>
                  <a:pt x="766" y="1060"/>
                </a:cubicBezTo>
                <a:cubicBezTo>
                  <a:pt x="699" y="1089"/>
                  <a:pt x="628" y="1104"/>
                  <a:pt x="551" y="1104"/>
                </a:cubicBezTo>
                <a:cubicBezTo>
                  <a:pt x="475" y="1104"/>
                  <a:pt x="404" y="1089"/>
                  <a:pt x="336" y="1060"/>
                </a:cubicBezTo>
                <a:moveTo>
                  <a:pt x="884" y="885"/>
                </a:moveTo>
                <a:cubicBezTo>
                  <a:pt x="975" y="794"/>
                  <a:pt x="1020" y="683"/>
                  <a:pt x="1020" y="553"/>
                </a:cubicBezTo>
                <a:cubicBezTo>
                  <a:pt x="1020" y="422"/>
                  <a:pt x="975" y="311"/>
                  <a:pt x="884" y="221"/>
                </a:cubicBezTo>
                <a:cubicBezTo>
                  <a:pt x="793" y="130"/>
                  <a:pt x="682" y="84"/>
                  <a:pt x="551" y="84"/>
                </a:cubicBezTo>
                <a:cubicBezTo>
                  <a:pt x="421" y="84"/>
                  <a:pt x="310" y="130"/>
                  <a:pt x="219" y="221"/>
                </a:cubicBezTo>
                <a:cubicBezTo>
                  <a:pt x="128" y="311"/>
                  <a:pt x="83" y="422"/>
                  <a:pt x="83" y="553"/>
                </a:cubicBezTo>
                <a:cubicBezTo>
                  <a:pt x="83" y="683"/>
                  <a:pt x="128" y="794"/>
                  <a:pt x="219" y="885"/>
                </a:cubicBezTo>
                <a:cubicBezTo>
                  <a:pt x="310" y="976"/>
                  <a:pt x="421" y="1021"/>
                  <a:pt x="551" y="1021"/>
                </a:cubicBezTo>
                <a:cubicBezTo>
                  <a:pt x="682" y="1021"/>
                  <a:pt x="793" y="976"/>
                  <a:pt x="884" y="885"/>
                </a:cubicBezTo>
                <a:moveTo>
                  <a:pt x="317" y="787"/>
                </a:moveTo>
                <a:cubicBezTo>
                  <a:pt x="253" y="723"/>
                  <a:pt x="221" y="644"/>
                  <a:pt x="221" y="553"/>
                </a:cubicBezTo>
                <a:cubicBezTo>
                  <a:pt x="221" y="461"/>
                  <a:pt x="253" y="383"/>
                  <a:pt x="317" y="318"/>
                </a:cubicBezTo>
                <a:cubicBezTo>
                  <a:pt x="382" y="254"/>
                  <a:pt x="460" y="222"/>
                  <a:pt x="551" y="222"/>
                </a:cubicBezTo>
                <a:cubicBezTo>
                  <a:pt x="643" y="222"/>
                  <a:pt x="721" y="254"/>
                  <a:pt x="786" y="318"/>
                </a:cubicBezTo>
                <a:cubicBezTo>
                  <a:pt x="850" y="383"/>
                  <a:pt x="882" y="461"/>
                  <a:pt x="882" y="553"/>
                </a:cubicBezTo>
                <a:cubicBezTo>
                  <a:pt x="882" y="644"/>
                  <a:pt x="850" y="723"/>
                  <a:pt x="786" y="787"/>
                </a:cubicBezTo>
                <a:cubicBezTo>
                  <a:pt x="721" y="851"/>
                  <a:pt x="643" y="883"/>
                  <a:pt x="551" y="883"/>
                </a:cubicBezTo>
                <a:cubicBezTo>
                  <a:pt x="460" y="883"/>
                  <a:pt x="382" y="851"/>
                  <a:pt x="317" y="787"/>
                </a:cubicBezTo>
                <a:moveTo>
                  <a:pt x="727" y="728"/>
                </a:moveTo>
                <a:cubicBezTo>
                  <a:pt x="775" y="680"/>
                  <a:pt x="800" y="622"/>
                  <a:pt x="800" y="553"/>
                </a:cubicBezTo>
                <a:cubicBezTo>
                  <a:pt x="800" y="484"/>
                  <a:pt x="775" y="425"/>
                  <a:pt x="727" y="377"/>
                </a:cubicBezTo>
                <a:cubicBezTo>
                  <a:pt x="679" y="329"/>
                  <a:pt x="620" y="305"/>
                  <a:pt x="551" y="305"/>
                </a:cubicBezTo>
                <a:cubicBezTo>
                  <a:pt x="483" y="305"/>
                  <a:pt x="424" y="329"/>
                  <a:pt x="376" y="377"/>
                </a:cubicBezTo>
                <a:cubicBezTo>
                  <a:pt x="328" y="425"/>
                  <a:pt x="303" y="484"/>
                  <a:pt x="303" y="553"/>
                </a:cubicBezTo>
                <a:cubicBezTo>
                  <a:pt x="303" y="622"/>
                  <a:pt x="328" y="680"/>
                  <a:pt x="376" y="728"/>
                </a:cubicBezTo>
                <a:cubicBezTo>
                  <a:pt x="424" y="777"/>
                  <a:pt x="483" y="801"/>
                  <a:pt x="551" y="801"/>
                </a:cubicBezTo>
                <a:cubicBezTo>
                  <a:pt x="620" y="801"/>
                  <a:pt x="679" y="777"/>
                  <a:pt x="727" y="728"/>
                </a:cubicBezTo>
                <a:moveTo>
                  <a:pt x="474" y="630"/>
                </a:moveTo>
                <a:cubicBezTo>
                  <a:pt x="452" y="609"/>
                  <a:pt x="441" y="583"/>
                  <a:pt x="441" y="553"/>
                </a:cubicBezTo>
                <a:cubicBezTo>
                  <a:pt x="441" y="522"/>
                  <a:pt x="452" y="496"/>
                  <a:pt x="474" y="475"/>
                </a:cubicBezTo>
                <a:cubicBezTo>
                  <a:pt x="495" y="453"/>
                  <a:pt x="521" y="442"/>
                  <a:pt x="551" y="442"/>
                </a:cubicBezTo>
                <a:cubicBezTo>
                  <a:pt x="582" y="442"/>
                  <a:pt x="608" y="453"/>
                  <a:pt x="629" y="475"/>
                </a:cubicBezTo>
                <a:cubicBezTo>
                  <a:pt x="651" y="496"/>
                  <a:pt x="662" y="522"/>
                  <a:pt x="662" y="553"/>
                </a:cubicBezTo>
                <a:cubicBezTo>
                  <a:pt x="662" y="583"/>
                  <a:pt x="651" y="609"/>
                  <a:pt x="629" y="630"/>
                </a:cubicBezTo>
                <a:cubicBezTo>
                  <a:pt x="608" y="652"/>
                  <a:pt x="582" y="663"/>
                  <a:pt x="551" y="663"/>
                </a:cubicBezTo>
                <a:cubicBezTo>
                  <a:pt x="521" y="663"/>
                  <a:pt x="495" y="652"/>
                  <a:pt x="474" y="630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047600" y="682200"/>
            <a:ext cx="44157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Google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とは？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90560" y="1513440"/>
            <a:ext cx="10479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2025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年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11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月に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Google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が発表した革新的な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IDE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。従来の「コード補完ツール」から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**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「自律的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パートナー」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**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へのパラダイ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" name=""/>
          <p:cNvSpPr/>
          <p:nvPr/>
        </p:nvSpPr>
        <p:spPr>
          <a:xfrm>
            <a:off x="795960" y="2691000"/>
            <a:ext cx="331920" cy="332640"/>
          </a:xfrm>
          <a:custGeom>
            <a:avLst/>
            <a:gdLst/>
            <a:ahLst/>
            <a:rect l="0" t="0" r="r" b="b"/>
            <a:pathLst>
              <a:path w="922" h="924">
                <a:moveTo>
                  <a:pt x="768" y="300"/>
                </a:moveTo>
                <a:lnTo>
                  <a:pt x="723" y="195"/>
                </a:lnTo>
                <a:lnTo>
                  <a:pt x="614" y="147"/>
                </a:lnTo>
                <a:lnTo>
                  <a:pt x="723" y="100"/>
                </a:lnTo>
                <a:lnTo>
                  <a:pt x="768" y="0"/>
                </a:lnTo>
                <a:lnTo>
                  <a:pt x="813" y="100"/>
                </a:lnTo>
                <a:lnTo>
                  <a:pt x="922" y="147"/>
                </a:lnTo>
                <a:lnTo>
                  <a:pt x="813" y="195"/>
                </a:lnTo>
                <a:lnTo>
                  <a:pt x="768" y="300"/>
                </a:lnTo>
                <a:moveTo>
                  <a:pt x="768" y="924"/>
                </a:moveTo>
                <a:lnTo>
                  <a:pt x="723" y="823"/>
                </a:lnTo>
                <a:lnTo>
                  <a:pt x="614" y="776"/>
                </a:lnTo>
                <a:lnTo>
                  <a:pt x="723" y="729"/>
                </a:lnTo>
                <a:lnTo>
                  <a:pt x="768" y="623"/>
                </a:lnTo>
                <a:lnTo>
                  <a:pt x="813" y="729"/>
                </a:lnTo>
                <a:lnTo>
                  <a:pt x="922" y="776"/>
                </a:lnTo>
                <a:lnTo>
                  <a:pt x="813" y="823"/>
                </a:lnTo>
                <a:lnTo>
                  <a:pt x="768" y="924"/>
                </a:lnTo>
                <a:moveTo>
                  <a:pt x="308" y="763"/>
                </a:moveTo>
                <a:lnTo>
                  <a:pt x="211" y="556"/>
                </a:lnTo>
                <a:lnTo>
                  <a:pt x="0" y="462"/>
                </a:lnTo>
                <a:lnTo>
                  <a:pt x="211" y="368"/>
                </a:lnTo>
                <a:lnTo>
                  <a:pt x="308" y="161"/>
                </a:lnTo>
                <a:lnTo>
                  <a:pt x="405" y="368"/>
                </a:lnTo>
                <a:lnTo>
                  <a:pt x="615" y="462"/>
                </a:lnTo>
                <a:lnTo>
                  <a:pt x="405" y="556"/>
                </a:lnTo>
                <a:lnTo>
                  <a:pt x="308" y="763"/>
                </a:lnTo>
                <a:moveTo>
                  <a:pt x="308" y="608"/>
                </a:moveTo>
                <a:lnTo>
                  <a:pt x="358" y="507"/>
                </a:lnTo>
                <a:lnTo>
                  <a:pt x="461" y="462"/>
                </a:lnTo>
                <a:lnTo>
                  <a:pt x="358" y="417"/>
                </a:lnTo>
                <a:lnTo>
                  <a:pt x="308" y="315"/>
                </a:lnTo>
                <a:lnTo>
                  <a:pt x="259" y="417"/>
                </a:lnTo>
                <a:lnTo>
                  <a:pt x="155" y="462"/>
                </a:lnTo>
                <a:lnTo>
                  <a:pt x="259" y="507"/>
                </a:lnTo>
                <a:lnTo>
                  <a:pt x="308" y="6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90560" y="1818360"/>
            <a:ext cx="2477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ムシフトを実現しています。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" name=""/>
          <p:cNvSpPr/>
          <p:nvPr/>
        </p:nvSpPr>
        <p:spPr>
          <a:xfrm>
            <a:off x="780840" y="350496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6" y="567"/>
                  <a:pt x="878" y="595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9"/>
                  <a:pt x="701" y="825"/>
                </a:cubicBezTo>
                <a:cubicBezTo>
                  <a:pt x="676" y="841"/>
                  <a:pt x="650" y="855"/>
                  <a:pt x="623" y="867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1"/>
                  <a:pt x="451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6" y="878"/>
                  <a:pt x="279" y="867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9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5"/>
                  <a:pt x="14" y="567"/>
                  <a:pt x="9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1"/>
                  <a:pt x="59" y="225"/>
                  <a:pt x="76" y="200"/>
                </a:cubicBezTo>
                <a:cubicBezTo>
                  <a:pt x="93" y="176"/>
                  <a:pt x="112" y="153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60"/>
                  <a:pt x="251" y="46"/>
                  <a:pt x="279" y="34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8" y="176"/>
                  <a:pt x="825" y="200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143000" y="2805840"/>
            <a:ext cx="22759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3</a:t>
            </a:r>
            <a:r>
              <a:rPr lang="ja-JP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つの革新ポイント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90640" y="35881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81160" y="3568680"/>
            <a:ext cx="2244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Agent-First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81200" y="3974760"/>
            <a:ext cx="493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が単なるツールではなく、タスクの計画‧実行‧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81200" y="43459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検証までを担う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自律的なパートナー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として機能し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" name=""/>
          <p:cNvSpPr/>
          <p:nvPr/>
        </p:nvSpPr>
        <p:spPr>
          <a:xfrm>
            <a:off x="6171840" y="350496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7" y="567"/>
                  <a:pt x="878" y="595"/>
                  <a:pt x="867" y="623"/>
                </a:cubicBezTo>
                <a:cubicBezTo>
                  <a:pt x="856" y="650"/>
                  <a:pt x="842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9"/>
                  <a:pt x="701" y="825"/>
                </a:cubicBezTo>
                <a:cubicBezTo>
                  <a:pt x="677" y="841"/>
                  <a:pt x="651" y="855"/>
                  <a:pt x="623" y="867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1" y="901"/>
                  <a:pt x="451" y="901"/>
                </a:cubicBezTo>
                <a:cubicBezTo>
                  <a:pt x="422" y="901"/>
                  <a:pt x="393" y="898"/>
                  <a:pt x="363" y="892"/>
                </a:cubicBezTo>
                <a:cubicBezTo>
                  <a:pt x="334" y="886"/>
                  <a:pt x="305" y="878"/>
                  <a:pt x="278" y="867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3" y="176"/>
                  <a:pt x="111" y="153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60"/>
                  <a:pt x="251" y="46"/>
                  <a:pt x="278" y="34"/>
                </a:cubicBezTo>
                <a:cubicBezTo>
                  <a:pt x="305" y="23"/>
                  <a:pt x="334" y="15"/>
                  <a:pt x="363" y="9"/>
                </a:cubicBezTo>
                <a:cubicBezTo>
                  <a:pt x="393" y="3"/>
                  <a:pt x="422" y="0"/>
                  <a:pt x="451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1" y="46"/>
                  <a:pt x="677" y="60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2" y="225"/>
                  <a:pt x="856" y="251"/>
                  <a:pt x="867" y="278"/>
                </a:cubicBezTo>
                <a:cubicBezTo>
                  <a:pt x="878" y="305"/>
                  <a:pt x="887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81200" y="470808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282000" y="35881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572160" y="3568680"/>
            <a:ext cx="1684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Dual View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172200" y="3974760"/>
            <a:ext cx="4954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Manager View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（司令塔）でエージェントを指揮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1" name=""/>
          <p:cNvSpPr/>
          <p:nvPr/>
        </p:nvSpPr>
        <p:spPr>
          <a:xfrm>
            <a:off x="780840" y="539100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5"/>
                  <a:pt x="866" y="622"/>
                </a:cubicBezTo>
                <a:cubicBezTo>
                  <a:pt x="855" y="649"/>
                  <a:pt x="841" y="675"/>
                  <a:pt x="825" y="700"/>
                </a:cubicBezTo>
                <a:cubicBezTo>
                  <a:pt x="808" y="724"/>
                  <a:pt x="790" y="747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7"/>
                  <a:pt x="93" y="724"/>
                  <a:pt x="76" y="700"/>
                </a:cubicBezTo>
                <a:cubicBezTo>
                  <a:pt x="59" y="675"/>
                  <a:pt x="46" y="649"/>
                  <a:pt x="34" y="622"/>
                </a:cubicBezTo>
                <a:cubicBezTo>
                  <a:pt x="23" y="595"/>
                  <a:pt x="14" y="566"/>
                  <a:pt x="9" y="537"/>
                </a:cubicBezTo>
                <a:cubicBezTo>
                  <a:pt x="3" y="508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0"/>
                  <a:pt x="59" y="224"/>
                  <a:pt x="76" y="200"/>
                </a:cubicBezTo>
                <a:cubicBezTo>
                  <a:pt x="93" y="175"/>
                  <a:pt x="112" y="153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8" y="175"/>
                  <a:pt x="825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172200" y="4345920"/>
            <a:ext cx="4674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し、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Editor View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（作業場）でコードを書く。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90640" y="54644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81160" y="5454360"/>
            <a:ext cx="1894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Multi-Model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81200" y="5860440"/>
            <a:ext cx="9617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Claude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など複数の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モデルを目的に応じて使い分けられます。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0" name=""/>
          <p:cNvSpPr/>
          <p:nvPr/>
        </p:nvSpPr>
        <p:spPr>
          <a:xfrm>
            <a:off x="571320" y="19810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1" name=""/>
          <p:cNvSpPr/>
          <p:nvPr/>
        </p:nvSpPr>
        <p:spPr>
          <a:xfrm>
            <a:off x="414360" y="2032920"/>
            <a:ext cx="11363400" cy="3660840"/>
          </a:xfrm>
          <a:custGeom>
            <a:avLst/>
            <a:gdLst/>
            <a:ahLst/>
            <a:rect l="0" t="0" r="r" b="b"/>
            <a:pathLst>
              <a:path w="31565" h="10169">
                <a:moveTo>
                  <a:pt x="436" y="623"/>
                </a:moveTo>
                <a:lnTo>
                  <a:pt x="436" y="9381"/>
                </a:lnTo>
                <a:cubicBezTo>
                  <a:pt x="436" y="9416"/>
                  <a:pt x="443" y="9450"/>
                  <a:pt x="456" y="9482"/>
                </a:cubicBezTo>
                <a:cubicBezTo>
                  <a:pt x="470" y="9514"/>
                  <a:pt x="489" y="9543"/>
                  <a:pt x="513" y="9568"/>
                </a:cubicBezTo>
                <a:cubicBezTo>
                  <a:pt x="538" y="9593"/>
                  <a:pt x="567" y="9613"/>
                  <a:pt x="599" y="9626"/>
                </a:cubicBezTo>
                <a:cubicBezTo>
                  <a:pt x="632" y="9640"/>
                  <a:pt x="665" y="9646"/>
                  <a:pt x="701" y="9646"/>
                </a:cubicBezTo>
                <a:lnTo>
                  <a:pt x="30864" y="9646"/>
                </a:lnTo>
                <a:cubicBezTo>
                  <a:pt x="30899" y="9646"/>
                  <a:pt x="30933" y="9640"/>
                  <a:pt x="30965" y="9626"/>
                </a:cubicBezTo>
                <a:cubicBezTo>
                  <a:pt x="30998" y="9613"/>
                  <a:pt x="31026" y="9593"/>
                  <a:pt x="31051" y="9568"/>
                </a:cubicBezTo>
                <a:cubicBezTo>
                  <a:pt x="31076" y="9543"/>
                  <a:pt x="31095" y="9514"/>
                  <a:pt x="31109" y="9482"/>
                </a:cubicBezTo>
                <a:cubicBezTo>
                  <a:pt x="31122" y="9450"/>
                  <a:pt x="31129" y="9416"/>
                  <a:pt x="31129" y="9381"/>
                </a:cubicBezTo>
                <a:lnTo>
                  <a:pt x="31129" y="623"/>
                </a:lnTo>
                <a:cubicBezTo>
                  <a:pt x="31129" y="588"/>
                  <a:pt x="31122" y="554"/>
                  <a:pt x="31109" y="522"/>
                </a:cubicBezTo>
                <a:cubicBezTo>
                  <a:pt x="31095" y="489"/>
                  <a:pt x="31076" y="461"/>
                  <a:pt x="31051" y="436"/>
                </a:cubicBezTo>
                <a:cubicBezTo>
                  <a:pt x="31026" y="411"/>
                  <a:pt x="30998" y="392"/>
                  <a:pt x="30965" y="379"/>
                </a:cubicBezTo>
                <a:cubicBezTo>
                  <a:pt x="30933" y="365"/>
                  <a:pt x="30899" y="359"/>
                  <a:pt x="30864" y="359"/>
                </a:cubicBezTo>
                <a:lnTo>
                  <a:pt x="701" y="359"/>
                </a:lnTo>
                <a:cubicBezTo>
                  <a:pt x="665" y="359"/>
                  <a:pt x="632" y="365"/>
                  <a:pt x="599" y="379"/>
                </a:cubicBezTo>
                <a:cubicBezTo>
                  <a:pt x="567" y="392"/>
                  <a:pt x="538" y="411"/>
                  <a:pt x="513" y="436"/>
                </a:cubicBezTo>
                <a:cubicBezTo>
                  <a:pt x="489" y="461"/>
                  <a:pt x="470" y="489"/>
                  <a:pt x="456" y="522"/>
                </a:cubicBezTo>
                <a:cubicBezTo>
                  <a:pt x="443" y="554"/>
                  <a:pt x="436" y="588"/>
                  <a:pt x="436" y="623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0169"/>
                </a:lnTo>
                <a:lnTo>
                  <a:pt x="0" y="1016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2" name=""/>
          <p:cNvSpPr/>
          <p:nvPr/>
        </p:nvSpPr>
        <p:spPr>
          <a:xfrm>
            <a:off x="580680" y="2162160"/>
            <a:ext cx="1229400" cy="400320"/>
          </a:xfrm>
          <a:custGeom>
            <a:avLst/>
            <a:gdLst/>
            <a:ahLst/>
            <a:rect l="0" t="0" r="r" b="b"/>
            <a:pathLst>
              <a:path w="3415" h="1112">
                <a:moveTo>
                  <a:pt x="51" y="77"/>
                </a:moveTo>
                <a:cubicBezTo>
                  <a:pt x="76" y="52"/>
                  <a:pt x="106" y="33"/>
                  <a:pt x="138" y="20"/>
                </a:cubicBezTo>
                <a:cubicBezTo>
                  <a:pt x="171" y="6"/>
                  <a:pt x="204" y="0"/>
                  <a:pt x="240" y="0"/>
                </a:cubicBezTo>
                <a:lnTo>
                  <a:pt x="3415" y="0"/>
                </a:lnTo>
                <a:lnTo>
                  <a:pt x="3415" y="1112"/>
                </a:lnTo>
                <a:lnTo>
                  <a:pt x="0" y="1112"/>
                </a:lnTo>
                <a:lnTo>
                  <a:pt x="0" y="150"/>
                </a:lnTo>
                <a:cubicBezTo>
                  <a:pt x="13" y="123"/>
                  <a:pt x="30" y="98"/>
                  <a:pt x="51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3" name=""/>
          <p:cNvSpPr/>
          <p:nvPr/>
        </p:nvSpPr>
        <p:spPr>
          <a:xfrm>
            <a:off x="1809720" y="2162160"/>
            <a:ext cx="1495800" cy="400320"/>
          </a:xfrm>
          <a:custGeom>
            <a:avLst/>
            <a:gdLst/>
            <a:ahLst/>
            <a:rect l="0" t="0" r="r" b="b"/>
            <a:pathLst>
              <a:path w="4155" h="1112">
                <a:moveTo>
                  <a:pt x="0" y="0"/>
                </a:moveTo>
                <a:lnTo>
                  <a:pt x="4155" y="0"/>
                </a:lnTo>
                <a:lnTo>
                  <a:pt x="415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4" name=""/>
          <p:cNvSpPr/>
          <p:nvPr/>
        </p:nvSpPr>
        <p:spPr>
          <a:xfrm>
            <a:off x="3305160" y="2162160"/>
            <a:ext cx="1057320" cy="400320"/>
          </a:xfrm>
          <a:custGeom>
            <a:avLst/>
            <a:gdLst/>
            <a:ahLst/>
            <a:rect l="0" t="0" r="r" b="b"/>
            <a:pathLst>
              <a:path w="2937" h="1112">
                <a:moveTo>
                  <a:pt x="0" y="0"/>
                </a:moveTo>
                <a:lnTo>
                  <a:pt x="2937" y="0"/>
                </a:lnTo>
                <a:lnTo>
                  <a:pt x="293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5" name=""/>
          <p:cNvSpPr/>
          <p:nvPr/>
        </p:nvSpPr>
        <p:spPr>
          <a:xfrm>
            <a:off x="4362120" y="2162160"/>
            <a:ext cx="1543680" cy="400320"/>
          </a:xfrm>
          <a:custGeom>
            <a:avLst/>
            <a:gdLst/>
            <a:ahLst/>
            <a:rect l="0" t="0" r="r" b="b"/>
            <a:pathLst>
              <a:path w="4288" h="1112">
                <a:moveTo>
                  <a:pt x="0" y="0"/>
                </a:moveTo>
                <a:lnTo>
                  <a:pt x="4288" y="0"/>
                </a:lnTo>
                <a:lnTo>
                  <a:pt x="428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6" name=""/>
          <p:cNvSpPr/>
          <p:nvPr/>
        </p:nvSpPr>
        <p:spPr>
          <a:xfrm>
            <a:off x="580680" y="2162160"/>
            <a:ext cx="1229400" cy="400320"/>
          </a:xfrm>
          <a:custGeom>
            <a:avLst/>
            <a:gdLst/>
            <a:ahLst/>
            <a:rect l="0" t="0" r="r" b="b"/>
            <a:pathLst>
              <a:path w="3415" h="1112">
                <a:moveTo>
                  <a:pt x="51" y="77"/>
                </a:moveTo>
                <a:cubicBezTo>
                  <a:pt x="76" y="52"/>
                  <a:pt x="106" y="33"/>
                  <a:pt x="138" y="20"/>
                </a:cubicBezTo>
                <a:cubicBezTo>
                  <a:pt x="171" y="6"/>
                  <a:pt x="204" y="0"/>
                  <a:pt x="240" y="0"/>
                </a:cubicBezTo>
                <a:lnTo>
                  <a:pt x="3415" y="0"/>
                </a:lnTo>
                <a:lnTo>
                  <a:pt x="3415" y="1112"/>
                </a:lnTo>
                <a:lnTo>
                  <a:pt x="0" y="1112"/>
                </a:lnTo>
                <a:lnTo>
                  <a:pt x="0" y="150"/>
                </a:lnTo>
                <a:cubicBezTo>
                  <a:pt x="13" y="123"/>
                  <a:pt x="30" y="98"/>
                  <a:pt x="51" y="77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7" name=""/>
          <p:cNvSpPr/>
          <p:nvPr/>
        </p:nvSpPr>
        <p:spPr>
          <a:xfrm>
            <a:off x="1809720" y="2162160"/>
            <a:ext cx="1495800" cy="400320"/>
          </a:xfrm>
          <a:custGeom>
            <a:avLst/>
            <a:gdLst/>
            <a:ahLst/>
            <a:rect l="0" t="0" r="r" b="b"/>
            <a:pathLst>
              <a:path w="4155" h="1112">
                <a:moveTo>
                  <a:pt x="0" y="0"/>
                </a:moveTo>
                <a:lnTo>
                  <a:pt x="4155" y="0"/>
                </a:lnTo>
                <a:lnTo>
                  <a:pt x="415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8" name=""/>
          <p:cNvSpPr/>
          <p:nvPr/>
        </p:nvSpPr>
        <p:spPr>
          <a:xfrm>
            <a:off x="3305160" y="2162160"/>
            <a:ext cx="1057320" cy="400320"/>
          </a:xfrm>
          <a:custGeom>
            <a:avLst/>
            <a:gdLst/>
            <a:ahLst/>
            <a:rect l="0" t="0" r="r" b="b"/>
            <a:pathLst>
              <a:path w="2937" h="1112">
                <a:moveTo>
                  <a:pt x="0" y="0"/>
                </a:moveTo>
                <a:lnTo>
                  <a:pt x="2937" y="0"/>
                </a:lnTo>
                <a:lnTo>
                  <a:pt x="293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9" name=""/>
          <p:cNvSpPr/>
          <p:nvPr/>
        </p:nvSpPr>
        <p:spPr>
          <a:xfrm>
            <a:off x="4362120" y="2162160"/>
            <a:ext cx="1543680" cy="400320"/>
          </a:xfrm>
          <a:custGeom>
            <a:avLst/>
            <a:gdLst/>
            <a:ahLst/>
            <a:rect l="0" t="0" r="r" b="b"/>
            <a:pathLst>
              <a:path w="4288" h="1112">
                <a:moveTo>
                  <a:pt x="0" y="0"/>
                </a:moveTo>
                <a:lnTo>
                  <a:pt x="4288" y="0"/>
                </a:lnTo>
                <a:lnTo>
                  <a:pt x="428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0" name=""/>
          <p:cNvSpPr/>
          <p:nvPr/>
        </p:nvSpPr>
        <p:spPr>
          <a:xfrm>
            <a:off x="580680" y="2562120"/>
            <a:ext cx="1229400" cy="381240"/>
          </a:xfrm>
          <a:custGeom>
            <a:avLst/>
            <a:gdLst/>
            <a:ahLst/>
            <a:rect l="0" t="0" r="r" b="b"/>
            <a:pathLst>
              <a:path w="3415" h="1059">
                <a:moveTo>
                  <a:pt x="0" y="0"/>
                </a:moveTo>
                <a:lnTo>
                  <a:pt x="3415" y="0"/>
                </a:lnTo>
                <a:lnTo>
                  <a:pt x="34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1" name=""/>
          <p:cNvSpPr/>
          <p:nvPr/>
        </p:nvSpPr>
        <p:spPr>
          <a:xfrm>
            <a:off x="1809720" y="256212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2" name=""/>
          <p:cNvSpPr/>
          <p:nvPr/>
        </p:nvSpPr>
        <p:spPr>
          <a:xfrm>
            <a:off x="3305160" y="2562120"/>
            <a:ext cx="1057320" cy="381240"/>
          </a:xfrm>
          <a:custGeom>
            <a:avLst/>
            <a:gdLst/>
            <a:ahLst/>
            <a:rect l="0" t="0" r="r" b="b"/>
            <a:pathLst>
              <a:path w="2937" h="1059">
                <a:moveTo>
                  <a:pt x="0" y="0"/>
                </a:moveTo>
                <a:lnTo>
                  <a:pt x="2937" y="0"/>
                </a:lnTo>
                <a:lnTo>
                  <a:pt x="29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3" name=""/>
          <p:cNvSpPr/>
          <p:nvPr/>
        </p:nvSpPr>
        <p:spPr>
          <a:xfrm>
            <a:off x="4362120" y="2562120"/>
            <a:ext cx="1543680" cy="381240"/>
          </a:xfrm>
          <a:custGeom>
            <a:avLst/>
            <a:gdLst/>
            <a:ahLst/>
            <a:rect l="0" t="0" r="r" b="b"/>
            <a:pathLst>
              <a:path w="4288" h="1059">
                <a:moveTo>
                  <a:pt x="0" y="0"/>
                </a:moveTo>
                <a:lnTo>
                  <a:pt x="4288" y="0"/>
                </a:lnTo>
                <a:lnTo>
                  <a:pt x="42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4" name=""/>
          <p:cNvSpPr/>
          <p:nvPr/>
        </p:nvSpPr>
        <p:spPr>
          <a:xfrm>
            <a:off x="580680" y="2562120"/>
            <a:ext cx="1229400" cy="381240"/>
          </a:xfrm>
          <a:custGeom>
            <a:avLst/>
            <a:gdLst/>
            <a:ahLst/>
            <a:rect l="0" t="0" r="r" b="b"/>
            <a:pathLst>
              <a:path w="3415" h="1059">
                <a:moveTo>
                  <a:pt x="0" y="0"/>
                </a:moveTo>
                <a:lnTo>
                  <a:pt x="3415" y="0"/>
                </a:lnTo>
                <a:lnTo>
                  <a:pt x="34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5" name=""/>
          <p:cNvSpPr/>
          <p:nvPr/>
        </p:nvSpPr>
        <p:spPr>
          <a:xfrm>
            <a:off x="1809720" y="256212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6" name=""/>
          <p:cNvSpPr/>
          <p:nvPr/>
        </p:nvSpPr>
        <p:spPr>
          <a:xfrm>
            <a:off x="3305160" y="2562120"/>
            <a:ext cx="1057320" cy="381240"/>
          </a:xfrm>
          <a:custGeom>
            <a:avLst/>
            <a:gdLst/>
            <a:ahLst/>
            <a:rect l="0" t="0" r="r" b="b"/>
            <a:pathLst>
              <a:path w="2937" h="1059">
                <a:moveTo>
                  <a:pt x="0" y="0"/>
                </a:moveTo>
                <a:lnTo>
                  <a:pt x="2937" y="0"/>
                </a:lnTo>
                <a:lnTo>
                  <a:pt x="29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7" name=""/>
          <p:cNvSpPr/>
          <p:nvPr/>
        </p:nvSpPr>
        <p:spPr>
          <a:xfrm>
            <a:off x="4362120" y="2562120"/>
            <a:ext cx="1543680" cy="381240"/>
          </a:xfrm>
          <a:custGeom>
            <a:avLst/>
            <a:gdLst/>
            <a:ahLst/>
            <a:rect l="0" t="0" r="r" b="b"/>
            <a:pathLst>
              <a:path w="4288" h="1059">
                <a:moveTo>
                  <a:pt x="0" y="0"/>
                </a:moveTo>
                <a:lnTo>
                  <a:pt x="4288" y="0"/>
                </a:lnTo>
                <a:lnTo>
                  <a:pt x="42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8" name=""/>
          <p:cNvSpPr/>
          <p:nvPr/>
        </p:nvSpPr>
        <p:spPr>
          <a:xfrm>
            <a:off x="580680" y="2943000"/>
            <a:ext cx="1229400" cy="381240"/>
          </a:xfrm>
          <a:custGeom>
            <a:avLst/>
            <a:gdLst/>
            <a:ahLst/>
            <a:rect l="0" t="0" r="r" b="b"/>
            <a:pathLst>
              <a:path w="3415" h="1059">
                <a:moveTo>
                  <a:pt x="0" y="0"/>
                </a:moveTo>
                <a:lnTo>
                  <a:pt x="3415" y="0"/>
                </a:lnTo>
                <a:lnTo>
                  <a:pt x="34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9" name=""/>
          <p:cNvSpPr/>
          <p:nvPr/>
        </p:nvSpPr>
        <p:spPr>
          <a:xfrm>
            <a:off x="1809720" y="294300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0" name=""/>
          <p:cNvSpPr/>
          <p:nvPr/>
        </p:nvSpPr>
        <p:spPr>
          <a:xfrm>
            <a:off x="3305160" y="2943000"/>
            <a:ext cx="1057320" cy="381240"/>
          </a:xfrm>
          <a:custGeom>
            <a:avLst/>
            <a:gdLst/>
            <a:ahLst/>
            <a:rect l="0" t="0" r="r" b="b"/>
            <a:pathLst>
              <a:path w="2937" h="1059">
                <a:moveTo>
                  <a:pt x="0" y="0"/>
                </a:moveTo>
                <a:lnTo>
                  <a:pt x="2937" y="0"/>
                </a:lnTo>
                <a:lnTo>
                  <a:pt x="29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1" name=""/>
          <p:cNvSpPr/>
          <p:nvPr/>
        </p:nvSpPr>
        <p:spPr>
          <a:xfrm>
            <a:off x="4362120" y="2943000"/>
            <a:ext cx="1543680" cy="381240"/>
          </a:xfrm>
          <a:custGeom>
            <a:avLst/>
            <a:gdLst/>
            <a:ahLst/>
            <a:rect l="0" t="0" r="r" b="b"/>
            <a:pathLst>
              <a:path w="4288" h="1059">
                <a:moveTo>
                  <a:pt x="0" y="0"/>
                </a:moveTo>
                <a:lnTo>
                  <a:pt x="4288" y="0"/>
                </a:lnTo>
                <a:lnTo>
                  <a:pt x="42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2" name=""/>
          <p:cNvSpPr/>
          <p:nvPr/>
        </p:nvSpPr>
        <p:spPr>
          <a:xfrm>
            <a:off x="580680" y="2943000"/>
            <a:ext cx="1229400" cy="381240"/>
          </a:xfrm>
          <a:custGeom>
            <a:avLst/>
            <a:gdLst/>
            <a:ahLst/>
            <a:rect l="0" t="0" r="r" b="b"/>
            <a:pathLst>
              <a:path w="3415" h="1059">
                <a:moveTo>
                  <a:pt x="0" y="0"/>
                </a:moveTo>
                <a:lnTo>
                  <a:pt x="3415" y="0"/>
                </a:lnTo>
                <a:lnTo>
                  <a:pt x="34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3" name=""/>
          <p:cNvSpPr/>
          <p:nvPr/>
        </p:nvSpPr>
        <p:spPr>
          <a:xfrm>
            <a:off x="1809720" y="294300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4" name=""/>
          <p:cNvSpPr/>
          <p:nvPr/>
        </p:nvSpPr>
        <p:spPr>
          <a:xfrm>
            <a:off x="3305160" y="2943000"/>
            <a:ext cx="1057320" cy="381240"/>
          </a:xfrm>
          <a:custGeom>
            <a:avLst/>
            <a:gdLst/>
            <a:ahLst/>
            <a:rect l="0" t="0" r="r" b="b"/>
            <a:pathLst>
              <a:path w="2937" h="1059">
                <a:moveTo>
                  <a:pt x="0" y="0"/>
                </a:moveTo>
                <a:lnTo>
                  <a:pt x="2937" y="0"/>
                </a:lnTo>
                <a:lnTo>
                  <a:pt x="29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5" name=""/>
          <p:cNvSpPr/>
          <p:nvPr/>
        </p:nvSpPr>
        <p:spPr>
          <a:xfrm>
            <a:off x="4362120" y="2943000"/>
            <a:ext cx="1543680" cy="381240"/>
          </a:xfrm>
          <a:custGeom>
            <a:avLst/>
            <a:gdLst/>
            <a:ahLst/>
            <a:rect l="0" t="0" r="r" b="b"/>
            <a:pathLst>
              <a:path w="4288" h="1059">
                <a:moveTo>
                  <a:pt x="0" y="0"/>
                </a:moveTo>
                <a:lnTo>
                  <a:pt x="4288" y="0"/>
                </a:lnTo>
                <a:lnTo>
                  <a:pt x="42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6" name=""/>
          <p:cNvSpPr/>
          <p:nvPr/>
        </p:nvSpPr>
        <p:spPr>
          <a:xfrm>
            <a:off x="580680" y="3323880"/>
            <a:ext cx="1229400" cy="552960"/>
          </a:xfrm>
          <a:custGeom>
            <a:avLst/>
            <a:gdLst/>
            <a:ahLst/>
            <a:rect l="0" t="0" r="r" b="b"/>
            <a:pathLst>
              <a:path w="3415" h="1536">
                <a:moveTo>
                  <a:pt x="0" y="0"/>
                </a:moveTo>
                <a:lnTo>
                  <a:pt x="3415" y="0"/>
                </a:lnTo>
                <a:lnTo>
                  <a:pt x="341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7" name=""/>
          <p:cNvSpPr/>
          <p:nvPr/>
        </p:nvSpPr>
        <p:spPr>
          <a:xfrm>
            <a:off x="1809720" y="3323880"/>
            <a:ext cx="1495800" cy="552960"/>
          </a:xfrm>
          <a:custGeom>
            <a:avLst/>
            <a:gdLst/>
            <a:ahLst/>
            <a:rect l="0" t="0" r="r" b="b"/>
            <a:pathLst>
              <a:path w="4155" h="1536">
                <a:moveTo>
                  <a:pt x="0" y="0"/>
                </a:moveTo>
                <a:lnTo>
                  <a:pt x="4155" y="0"/>
                </a:lnTo>
                <a:lnTo>
                  <a:pt x="415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8" name=""/>
          <p:cNvSpPr/>
          <p:nvPr/>
        </p:nvSpPr>
        <p:spPr>
          <a:xfrm>
            <a:off x="3305160" y="3323880"/>
            <a:ext cx="1057320" cy="552960"/>
          </a:xfrm>
          <a:custGeom>
            <a:avLst/>
            <a:gdLst/>
            <a:ahLst/>
            <a:rect l="0" t="0" r="r" b="b"/>
            <a:pathLst>
              <a:path w="2937" h="1536">
                <a:moveTo>
                  <a:pt x="0" y="0"/>
                </a:moveTo>
                <a:lnTo>
                  <a:pt x="2937" y="0"/>
                </a:lnTo>
                <a:lnTo>
                  <a:pt x="293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9" name=""/>
          <p:cNvSpPr/>
          <p:nvPr/>
        </p:nvSpPr>
        <p:spPr>
          <a:xfrm>
            <a:off x="4362120" y="3323880"/>
            <a:ext cx="1543680" cy="552960"/>
          </a:xfrm>
          <a:custGeom>
            <a:avLst/>
            <a:gdLst/>
            <a:ahLst/>
            <a:rect l="0" t="0" r="r" b="b"/>
            <a:pathLst>
              <a:path w="4288" h="1536">
                <a:moveTo>
                  <a:pt x="0" y="0"/>
                </a:moveTo>
                <a:lnTo>
                  <a:pt x="4288" y="0"/>
                </a:lnTo>
                <a:lnTo>
                  <a:pt x="428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0" name=""/>
          <p:cNvSpPr/>
          <p:nvPr/>
        </p:nvSpPr>
        <p:spPr>
          <a:xfrm>
            <a:off x="580680" y="3323880"/>
            <a:ext cx="1229400" cy="552960"/>
          </a:xfrm>
          <a:custGeom>
            <a:avLst/>
            <a:gdLst/>
            <a:ahLst/>
            <a:rect l="0" t="0" r="r" b="b"/>
            <a:pathLst>
              <a:path w="3415" h="1536">
                <a:moveTo>
                  <a:pt x="0" y="0"/>
                </a:moveTo>
                <a:lnTo>
                  <a:pt x="3415" y="0"/>
                </a:lnTo>
                <a:lnTo>
                  <a:pt x="341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1" name=""/>
          <p:cNvSpPr/>
          <p:nvPr/>
        </p:nvSpPr>
        <p:spPr>
          <a:xfrm>
            <a:off x="1809720" y="3323880"/>
            <a:ext cx="1495800" cy="552960"/>
          </a:xfrm>
          <a:custGeom>
            <a:avLst/>
            <a:gdLst/>
            <a:ahLst/>
            <a:rect l="0" t="0" r="r" b="b"/>
            <a:pathLst>
              <a:path w="4155" h="1536">
                <a:moveTo>
                  <a:pt x="0" y="0"/>
                </a:moveTo>
                <a:lnTo>
                  <a:pt x="4155" y="0"/>
                </a:lnTo>
                <a:lnTo>
                  <a:pt x="415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2" name=""/>
          <p:cNvSpPr/>
          <p:nvPr/>
        </p:nvSpPr>
        <p:spPr>
          <a:xfrm>
            <a:off x="3305160" y="3323880"/>
            <a:ext cx="1057320" cy="552960"/>
          </a:xfrm>
          <a:custGeom>
            <a:avLst/>
            <a:gdLst/>
            <a:ahLst/>
            <a:rect l="0" t="0" r="r" b="b"/>
            <a:pathLst>
              <a:path w="2937" h="1536">
                <a:moveTo>
                  <a:pt x="0" y="0"/>
                </a:moveTo>
                <a:lnTo>
                  <a:pt x="2937" y="0"/>
                </a:lnTo>
                <a:lnTo>
                  <a:pt x="293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3" name=""/>
          <p:cNvSpPr/>
          <p:nvPr/>
        </p:nvSpPr>
        <p:spPr>
          <a:xfrm>
            <a:off x="4362120" y="3323880"/>
            <a:ext cx="1543680" cy="552960"/>
          </a:xfrm>
          <a:custGeom>
            <a:avLst/>
            <a:gdLst/>
            <a:ahLst/>
            <a:rect l="0" t="0" r="r" b="b"/>
            <a:pathLst>
              <a:path w="4288" h="1536">
                <a:moveTo>
                  <a:pt x="0" y="0"/>
                </a:moveTo>
                <a:lnTo>
                  <a:pt x="4288" y="0"/>
                </a:lnTo>
                <a:lnTo>
                  <a:pt x="428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4" name=""/>
          <p:cNvSpPr/>
          <p:nvPr/>
        </p:nvSpPr>
        <p:spPr>
          <a:xfrm>
            <a:off x="580680" y="387648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0" y="0"/>
                </a:moveTo>
                <a:lnTo>
                  <a:pt x="3415" y="0"/>
                </a:lnTo>
                <a:lnTo>
                  <a:pt x="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5" name=""/>
          <p:cNvSpPr/>
          <p:nvPr/>
        </p:nvSpPr>
        <p:spPr>
          <a:xfrm>
            <a:off x="1809720" y="387648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0"/>
                </a:move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6" name=""/>
          <p:cNvSpPr/>
          <p:nvPr/>
        </p:nvSpPr>
        <p:spPr>
          <a:xfrm>
            <a:off x="3305160" y="387648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0"/>
                </a:move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7" name=""/>
          <p:cNvSpPr/>
          <p:nvPr/>
        </p:nvSpPr>
        <p:spPr>
          <a:xfrm>
            <a:off x="4362120" y="387648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0"/>
                </a:move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8" name=""/>
          <p:cNvSpPr/>
          <p:nvPr/>
        </p:nvSpPr>
        <p:spPr>
          <a:xfrm>
            <a:off x="580680" y="387648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0" y="0"/>
                </a:moveTo>
                <a:lnTo>
                  <a:pt x="3415" y="0"/>
                </a:lnTo>
                <a:lnTo>
                  <a:pt x="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9" name=""/>
          <p:cNvSpPr/>
          <p:nvPr/>
        </p:nvSpPr>
        <p:spPr>
          <a:xfrm>
            <a:off x="1809720" y="387648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0"/>
                </a:move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0" name=""/>
          <p:cNvSpPr/>
          <p:nvPr/>
        </p:nvSpPr>
        <p:spPr>
          <a:xfrm>
            <a:off x="3305160" y="387648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0"/>
                </a:move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1" name=""/>
          <p:cNvSpPr/>
          <p:nvPr/>
        </p:nvSpPr>
        <p:spPr>
          <a:xfrm>
            <a:off x="4362120" y="387648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0"/>
                </a:move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2" name=""/>
          <p:cNvSpPr/>
          <p:nvPr/>
        </p:nvSpPr>
        <p:spPr>
          <a:xfrm>
            <a:off x="580680" y="441936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0" y="0"/>
                </a:moveTo>
                <a:lnTo>
                  <a:pt x="3415" y="0"/>
                </a:lnTo>
                <a:lnTo>
                  <a:pt x="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3" name=""/>
          <p:cNvSpPr/>
          <p:nvPr/>
        </p:nvSpPr>
        <p:spPr>
          <a:xfrm>
            <a:off x="1809720" y="441936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0"/>
                </a:move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4" name=""/>
          <p:cNvSpPr/>
          <p:nvPr/>
        </p:nvSpPr>
        <p:spPr>
          <a:xfrm>
            <a:off x="3305160" y="441936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0"/>
                </a:move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5" name=""/>
          <p:cNvSpPr/>
          <p:nvPr/>
        </p:nvSpPr>
        <p:spPr>
          <a:xfrm>
            <a:off x="4362120" y="441936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0"/>
                </a:move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6" name=""/>
          <p:cNvSpPr/>
          <p:nvPr/>
        </p:nvSpPr>
        <p:spPr>
          <a:xfrm>
            <a:off x="580680" y="441936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0" y="0"/>
                </a:moveTo>
                <a:lnTo>
                  <a:pt x="3415" y="0"/>
                </a:lnTo>
                <a:lnTo>
                  <a:pt x="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7" name=""/>
          <p:cNvSpPr/>
          <p:nvPr/>
        </p:nvSpPr>
        <p:spPr>
          <a:xfrm>
            <a:off x="1809720" y="441936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0"/>
                </a:move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8" name=""/>
          <p:cNvSpPr/>
          <p:nvPr/>
        </p:nvSpPr>
        <p:spPr>
          <a:xfrm>
            <a:off x="3305160" y="441936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0"/>
                </a:move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9" name=""/>
          <p:cNvSpPr/>
          <p:nvPr/>
        </p:nvSpPr>
        <p:spPr>
          <a:xfrm>
            <a:off x="4362120" y="441936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0"/>
                </a:move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0" name=""/>
          <p:cNvSpPr/>
          <p:nvPr/>
        </p:nvSpPr>
        <p:spPr>
          <a:xfrm>
            <a:off x="580680" y="496224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240" y="1509"/>
                </a:moveTo>
                <a:cubicBezTo>
                  <a:pt x="204" y="1509"/>
                  <a:pt x="171" y="1503"/>
                  <a:pt x="138" y="1489"/>
                </a:cubicBezTo>
                <a:cubicBezTo>
                  <a:pt x="106" y="1476"/>
                  <a:pt x="76" y="1457"/>
                  <a:pt x="51" y="1432"/>
                </a:cubicBezTo>
                <a:cubicBezTo>
                  <a:pt x="30" y="1411"/>
                  <a:pt x="13" y="1387"/>
                  <a:pt x="0" y="1360"/>
                </a:cubicBezTo>
                <a:lnTo>
                  <a:pt x="0" y="0"/>
                </a:lnTo>
                <a:lnTo>
                  <a:pt x="3415" y="0"/>
                </a:lnTo>
                <a:lnTo>
                  <a:pt x="3415" y="1509"/>
                </a:lnTo>
                <a:lnTo>
                  <a:pt x="24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1" name=""/>
          <p:cNvSpPr/>
          <p:nvPr/>
        </p:nvSpPr>
        <p:spPr>
          <a:xfrm>
            <a:off x="1809720" y="496224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1509"/>
                </a:moveTo>
                <a:lnTo>
                  <a:pt x="0" y="0"/>
                </a:ln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2" name=""/>
          <p:cNvSpPr/>
          <p:nvPr/>
        </p:nvSpPr>
        <p:spPr>
          <a:xfrm>
            <a:off x="3305160" y="496224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1509"/>
                </a:moveTo>
                <a:lnTo>
                  <a:pt x="0" y="0"/>
                </a:ln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3" name=""/>
          <p:cNvSpPr/>
          <p:nvPr/>
        </p:nvSpPr>
        <p:spPr>
          <a:xfrm>
            <a:off x="4362120" y="496224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1509"/>
                </a:moveTo>
                <a:lnTo>
                  <a:pt x="0" y="0"/>
                </a:ln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4" name=""/>
          <p:cNvSpPr/>
          <p:nvPr/>
        </p:nvSpPr>
        <p:spPr>
          <a:xfrm>
            <a:off x="580680" y="4962240"/>
            <a:ext cx="1229400" cy="543240"/>
          </a:xfrm>
          <a:custGeom>
            <a:avLst/>
            <a:gdLst/>
            <a:ahLst/>
            <a:rect l="0" t="0" r="r" b="b"/>
            <a:pathLst>
              <a:path w="3415" h="1509">
                <a:moveTo>
                  <a:pt x="240" y="1509"/>
                </a:moveTo>
                <a:cubicBezTo>
                  <a:pt x="204" y="1509"/>
                  <a:pt x="171" y="1503"/>
                  <a:pt x="138" y="1489"/>
                </a:cubicBezTo>
                <a:cubicBezTo>
                  <a:pt x="106" y="1476"/>
                  <a:pt x="76" y="1457"/>
                  <a:pt x="51" y="1432"/>
                </a:cubicBezTo>
                <a:cubicBezTo>
                  <a:pt x="30" y="1411"/>
                  <a:pt x="13" y="1387"/>
                  <a:pt x="0" y="1360"/>
                </a:cubicBezTo>
                <a:lnTo>
                  <a:pt x="0" y="0"/>
                </a:lnTo>
                <a:lnTo>
                  <a:pt x="3415" y="0"/>
                </a:lnTo>
                <a:lnTo>
                  <a:pt x="3415" y="1509"/>
                </a:lnTo>
                <a:lnTo>
                  <a:pt x="24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5" name=""/>
          <p:cNvSpPr/>
          <p:nvPr/>
        </p:nvSpPr>
        <p:spPr>
          <a:xfrm>
            <a:off x="1809720" y="4962240"/>
            <a:ext cx="1495800" cy="543240"/>
          </a:xfrm>
          <a:custGeom>
            <a:avLst/>
            <a:gdLst/>
            <a:ahLst/>
            <a:rect l="0" t="0" r="r" b="b"/>
            <a:pathLst>
              <a:path w="4155" h="1509">
                <a:moveTo>
                  <a:pt x="0" y="1509"/>
                </a:moveTo>
                <a:lnTo>
                  <a:pt x="0" y="0"/>
                </a:lnTo>
                <a:lnTo>
                  <a:pt x="4155" y="0"/>
                </a:lnTo>
                <a:lnTo>
                  <a:pt x="4155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6" name=""/>
          <p:cNvSpPr/>
          <p:nvPr/>
        </p:nvSpPr>
        <p:spPr>
          <a:xfrm>
            <a:off x="3305160" y="4962240"/>
            <a:ext cx="1057320" cy="543240"/>
          </a:xfrm>
          <a:custGeom>
            <a:avLst/>
            <a:gdLst/>
            <a:ahLst/>
            <a:rect l="0" t="0" r="r" b="b"/>
            <a:pathLst>
              <a:path w="2937" h="1509">
                <a:moveTo>
                  <a:pt x="0" y="1509"/>
                </a:moveTo>
                <a:lnTo>
                  <a:pt x="0" y="0"/>
                </a:lnTo>
                <a:lnTo>
                  <a:pt x="2937" y="0"/>
                </a:lnTo>
                <a:lnTo>
                  <a:pt x="2937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7" name=""/>
          <p:cNvSpPr/>
          <p:nvPr/>
        </p:nvSpPr>
        <p:spPr>
          <a:xfrm>
            <a:off x="4362120" y="4962240"/>
            <a:ext cx="1543680" cy="543240"/>
          </a:xfrm>
          <a:custGeom>
            <a:avLst/>
            <a:gdLst/>
            <a:ahLst/>
            <a:rect l="0" t="0" r="r" b="b"/>
            <a:pathLst>
              <a:path w="4288" h="1509">
                <a:moveTo>
                  <a:pt x="0" y="1509"/>
                </a:moveTo>
                <a:lnTo>
                  <a:pt x="0" y="0"/>
                </a:lnTo>
                <a:lnTo>
                  <a:pt x="4288" y="0"/>
                </a:lnTo>
                <a:lnTo>
                  <a:pt x="4288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8" name=""/>
          <p:cNvSpPr/>
          <p:nvPr/>
        </p:nvSpPr>
        <p:spPr>
          <a:xfrm>
            <a:off x="571320" y="221580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9" name=""/>
          <p:cNvSpPr/>
          <p:nvPr/>
        </p:nvSpPr>
        <p:spPr>
          <a:xfrm>
            <a:off x="624960" y="2162160"/>
            <a:ext cx="1185120" cy="9720"/>
          </a:xfrm>
          <a:custGeom>
            <a:avLst/>
            <a:gdLst/>
            <a:ahLst/>
            <a:rect l="0" t="0" r="r" b="b"/>
            <a:pathLst>
              <a:path w="3292" h="27">
                <a:moveTo>
                  <a:pt x="14" y="21"/>
                </a:moveTo>
                <a:cubicBezTo>
                  <a:pt x="47" y="6"/>
                  <a:pt x="80" y="0"/>
                  <a:pt x="116" y="0"/>
                </a:cubicBezTo>
                <a:lnTo>
                  <a:pt x="3292" y="0"/>
                </a:lnTo>
                <a:lnTo>
                  <a:pt x="3292" y="27"/>
                </a:lnTo>
                <a:lnTo>
                  <a:pt x="0" y="27"/>
                </a:lnTo>
                <a:cubicBezTo>
                  <a:pt x="5" y="25"/>
                  <a:pt x="10" y="23"/>
                  <a:pt x="14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0" name=""/>
          <p:cNvSpPr/>
          <p:nvPr/>
        </p:nvSpPr>
        <p:spPr>
          <a:xfrm>
            <a:off x="1800000" y="2162160"/>
            <a:ext cx="10080" cy="409680"/>
          </a:xfrm>
          <a:custGeom>
            <a:avLst/>
            <a:gdLst/>
            <a:ah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1" name=""/>
          <p:cNvSpPr/>
          <p:nvPr/>
        </p:nvSpPr>
        <p:spPr>
          <a:xfrm>
            <a:off x="1809720" y="216216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2" name=""/>
          <p:cNvSpPr/>
          <p:nvPr/>
        </p:nvSpPr>
        <p:spPr>
          <a:xfrm>
            <a:off x="3305160" y="21621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3" name=""/>
          <p:cNvSpPr/>
          <p:nvPr/>
        </p:nvSpPr>
        <p:spPr>
          <a:xfrm>
            <a:off x="3314520" y="216216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4" name=""/>
          <p:cNvSpPr/>
          <p:nvPr/>
        </p:nvSpPr>
        <p:spPr>
          <a:xfrm>
            <a:off x="4352760" y="21621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5" name=""/>
          <p:cNvSpPr/>
          <p:nvPr/>
        </p:nvSpPr>
        <p:spPr>
          <a:xfrm>
            <a:off x="4362120" y="216216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6" name=""/>
          <p:cNvSpPr/>
          <p:nvPr/>
        </p:nvSpPr>
        <p:spPr>
          <a:xfrm>
            <a:off x="5905440" y="21621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7" name=""/>
          <p:cNvSpPr/>
          <p:nvPr/>
        </p:nvSpPr>
        <p:spPr>
          <a:xfrm>
            <a:off x="571320" y="256212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8" name=""/>
          <p:cNvSpPr/>
          <p:nvPr/>
        </p:nvSpPr>
        <p:spPr>
          <a:xfrm>
            <a:off x="1809720" y="256212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9" name=""/>
          <p:cNvSpPr/>
          <p:nvPr/>
        </p:nvSpPr>
        <p:spPr>
          <a:xfrm>
            <a:off x="3314520" y="256212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0" name=""/>
          <p:cNvSpPr/>
          <p:nvPr/>
        </p:nvSpPr>
        <p:spPr>
          <a:xfrm>
            <a:off x="4362120" y="256212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1" name=""/>
          <p:cNvSpPr/>
          <p:nvPr/>
        </p:nvSpPr>
        <p:spPr>
          <a:xfrm>
            <a:off x="57132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2" name=""/>
          <p:cNvSpPr/>
          <p:nvPr/>
        </p:nvSpPr>
        <p:spPr>
          <a:xfrm>
            <a:off x="1800000" y="25714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3" name=""/>
          <p:cNvSpPr/>
          <p:nvPr/>
        </p:nvSpPr>
        <p:spPr>
          <a:xfrm>
            <a:off x="330516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4" name=""/>
          <p:cNvSpPr/>
          <p:nvPr/>
        </p:nvSpPr>
        <p:spPr>
          <a:xfrm>
            <a:off x="435276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5" name=""/>
          <p:cNvSpPr/>
          <p:nvPr/>
        </p:nvSpPr>
        <p:spPr>
          <a:xfrm>
            <a:off x="590544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6" name=""/>
          <p:cNvSpPr/>
          <p:nvPr/>
        </p:nvSpPr>
        <p:spPr>
          <a:xfrm>
            <a:off x="57132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7" name=""/>
          <p:cNvSpPr/>
          <p:nvPr/>
        </p:nvSpPr>
        <p:spPr>
          <a:xfrm>
            <a:off x="571320" y="294300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8" name=""/>
          <p:cNvSpPr/>
          <p:nvPr/>
        </p:nvSpPr>
        <p:spPr>
          <a:xfrm>
            <a:off x="1800000" y="2952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9" name=""/>
          <p:cNvSpPr/>
          <p:nvPr/>
        </p:nvSpPr>
        <p:spPr>
          <a:xfrm>
            <a:off x="1809720" y="2943000"/>
            <a:ext cx="1505160" cy="10080"/>
          </a:xfrm>
          <a:custGeom>
            <a:avLst/>
            <a:gdLst/>
            <a:ahLst/>
            <a:rect l="0" t="0" r="r" b="b"/>
            <a:pathLst>
              <a:path w="4181" h="28">
                <a:moveTo>
                  <a:pt x="0" y="0"/>
                </a:moveTo>
                <a:lnTo>
                  <a:pt x="4181" y="0"/>
                </a:lnTo>
                <a:lnTo>
                  <a:pt x="41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0" name=""/>
          <p:cNvSpPr/>
          <p:nvPr/>
        </p:nvSpPr>
        <p:spPr>
          <a:xfrm>
            <a:off x="330516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1" name=""/>
          <p:cNvSpPr/>
          <p:nvPr/>
        </p:nvSpPr>
        <p:spPr>
          <a:xfrm>
            <a:off x="3314520" y="294300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2" name=""/>
          <p:cNvSpPr/>
          <p:nvPr/>
        </p:nvSpPr>
        <p:spPr>
          <a:xfrm>
            <a:off x="435276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3" name=""/>
          <p:cNvSpPr/>
          <p:nvPr/>
        </p:nvSpPr>
        <p:spPr>
          <a:xfrm>
            <a:off x="4362120" y="294300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4" name=""/>
          <p:cNvSpPr/>
          <p:nvPr/>
        </p:nvSpPr>
        <p:spPr>
          <a:xfrm>
            <a:off x="590544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5" name=""/>
          <p:cNvSpPr/>
          <p:nvPr/>
        </p:nvSpPr>
        <p:spPr>
          <a:xfrm>
            <a:off x="57132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6" name=""/>
          <p:cNvSpPr/>
          <p:nvPr/>
        </p:nvSpPr>
        <p:spPr>
          <a:xfrm>
            <a:off x="571320" y="332388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7" name=""/>
          <p:cNvSpPr/>
          <p:nvPr/>
        </p:nvSpPr>
        <p:spPr>
          <a:xfrm>
            <a:off x="1800000" y="3333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8" name=""/>
          <p:cNvSpPr/>
          <p:nvPr/>
        </p:nvSpPr>
        <p:spPr>
          <a:xfrm>
            <a:off x="1809720" y="3323880"/>
            <a:ext cx="1505160" cy="10080"/>
          </a:xfrm>
          <a:custGeom>
            <a:avLst/>
            <a:gdLst/>
            <a:ahLst/>
            <a:rect l="0" t="0" r="r" b="b"/>
            <a:pathLst>
              <a:path w="4181" h="28">
                <a:moveTo>
                  <a:pt x="0" y="0"/>
                </a:moveTo>
                <a:lnTo>
                  <a:pt x="4181" y="0"/>
                </a:lnTo>
                <a:lnTo>
                  <a:pt x="41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9" name=""/>
          <p:cNvSpPr/>
          <p:nvPr/>
        </p:nvSpPr>
        <p:spPr>
          <a:xfrm>
            <a:off x="330516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0" name=""/>
          <p:cNvSpPr/>
          <p:nvPr/>
        </p:nvSpPr>
        <p:spPr>
          <a:xfrm>
            <a:off x="3314520" y="332388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1" name=""/>
          <p:cNvSpPr/>
          <p:nvPr/>
        </p:nvSpPr>
        <p:spPr>
          <a:xfrm>
            <a:off x="435276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2" name=""/>
          <p:cNvSpPr/>
          <p:nvPr/>
        </p:nvSpPr>
        <p:spPr>
          <a:xfrm>
            <a:off x="4362120" y="332388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3" name=""/>
          <p:cNvSpPr/>
          <p:nvPr/>
        </p:nvSpPr>
        <p:spPr>
          <a:xfrm>
            <a:off x="590544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5" name=""/>
          <p:cNvSpPr/>
          <p:nvPr/>
        </p:nvSpPr>
        <p:spPr>
          <a:xfrm>
            <a:off x="571320" y="386712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6" name=""/>
          <p:cNvSpPr/>
          <p:nvPr/>
        </p:nvSpPr>
        <p:spPr>
          <a:xfrm>
            <a:off x="1800000" y="38764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7" name=""/>
          <p:cNvSpPr/>
          <p:nvPr/>
        </p:nvSpPr>
        <p:spPr>
          <a:xfrm>
            <a:off x="1809720" y="386712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8" name=""/>
          <p:cNvSpPr/>
          <p:nvPr/>
        </p:nvSpPr>
        <p:spPr>
          <a:xfrm>
            <a:off x="330516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9" name=""/>
          <p:cNvSpPr/>
          <p:nvPr/>
        </p:nvSpPr>
        <p:spPr>
          <a:xfrm>
            <a:off x="3314520" y="386712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0" name=""/>
          <p:cNvSpPr/>
          <p:nvPr/>
        </p:nvSpPr>
        <p:spPr>
          <a:xfrm>
            <a:off x="435276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1" name=""/>
          <p:cNvSpPr/>
          <p:nvPr/>
        </p:nvSpPr>
        <p:spPr>
          <a:xfrm>
            <a:off x="4362120" y="386712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2" name=""/>
          <p:cNvSpPr/>
          <p:nvPr/>
        </p:nvSpPr>
        <p:spPr>
          <a:xfrm>
            <a:off x="590544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3" name=""/>
          <p:cNvSpPr/>
          <p:nvPr/>
        </p:nvSpPr>
        <p:spPr>
          <a:xfrm>
            <a:off x="57132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4" name=""/>
          <p:cNvSpPr/>
          <p:nvPr/>
        </p:nvSpPr>
        <p:spPr>
          <a:xfrm>
            <a:off x="571320" y="441000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5" name=""/>
          <p:cNvSpPr/>
          <p:nvPr/>
        </p:nvSpPr>
        <p:spPr>
          <a:xfrm>
            <a:off x="1800000" y="44193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6" name=""/>
          <p:cNvSpPr/>
          <p:nvPr/>
        </p:nvSpPr>
        <p:spPr>
          <a:xfrm>
            <a:off x="1809720" y="441000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7" name=""/>
          <p:cNvSpPr/>
          <p:nvPr/>
        </p:nvSpPr>
        <p:spPr>
          <a:xfrm>
            <a:off x="330516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8" name=""/>
          <p:cNvSpPr/>
          <p:nvPr/>
        </p:nvSpPr>
        <p:spPr>
          <a:xfrm>
            <a:off x="3314520" y="441000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9" name=""/>
          <p:cNvSpPr/>
          <p:nvPr/>
        </p:nvSpPr>
        <p:spPr>
          <a:xfrm>
            <a:off x="435276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0" name=""/>
          <p:cNvSpPr/>
          <p:nvPr/>
        </p:nvSpPr>
        <p:spPr>
          <a:xfrm>
            <a:off x="4362120" y="4410000"/>
            <a:ext cx="1553040" cy="9720"/>
          </a:xfrm>
          <a:custGeom>
            <a:avLst/>
            <a:gdLst/>
            <a:ahLst/>
            <a:rect l="0" t="0" r="r" b="b"/>
            <a:pathLst>
              <a:path w="4314" h="27">
                <a:moveTo>
                  <a:pt x="0" y="0"/>
                </a:moveTo>
                <a:lnTo>
                  <a:pt x="4314" y="0"/>
                </a:lnTo>
                <a:lnTo>
                  <a:pt x="43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1" name=""/>
          <p:cNvSpPr/>
          <p:nvPr/>
        </p:nvSpPr>
        <p:spPr>
          <a:xfrm>
            <a:off x="590544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2" name=""/>
          <p:cNvSpPr/>
          <p:nvPr/>
        </p:nvSpPr>
        <p:spPr>
          <a:xfrm>
            <a:off x="571320" y="4971960"/>
            <a:ext cx="9720" cy="479880"/>
          </a:xfrm>
          <a:custGeom>
            <a:avLst/>
            <a:gdLst/>
            <a:ahLst/>
            <a:rect l="0" t="0" r="r" b="b"/>
            <a:pathLst>
              <a:path w="27" h="1333">
                <a:moveTo>
                  <a:pt x="21" y="1319"/>
                </a:moveTo>
                <a:cubicBezTo>
                  <a:pt x="7" y="1287"/>
                  <a:pt x="0" y="1253"/>
                  <a:pt x="0" y="1218"/>
                </a:cubicBezTo>
                <a:lnTo>
                  <a:pt x="0" y="0"/>
                </a:lnTo>
                <a:lnTo>
                  <a:pt x="27" y="0"/>
                </a:lnTo>
                <a:lnTo>
                  <a:pt x="27" y="1333"/>
                </a:lnTo>
                <a:cubicBezTo>
                  <a:pt x="25" y="1329"/>
                  <a:pt x="23" y="1324"/>
                  <a:pt x="21" y="131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3" name=""/>
          <p:cNvSpPr/>
          <p:nvPr/>
        </p:nvSpPr>
        <p:spPr>
          <a:xfrm>
            <a:off x="571320" y="496224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4" name=""/>
          <p:cNvSpPr/>
          <p:nvPr/>
        </p:nvSpPr>
        <p:spPr>
          <a:xfrm>
            <a:off x="1800000" y="49719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1482"/>
                </a:moveTo>
                <a:lnTo>
                  <a:pt x="0" y="0"/>
                </a:ln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5" name=""/>
          <p:cNvSpPr/>
          <p:nvPr/>
        </p:nvSpPr>
        <p:spPr>
          <a:xfrm>
            <a:off x="1809720" y="4962240"/>
            <a:ext cx="1505160" cy="10080"/>
          </a:xfrm>
          <a:custGeom>
            <a:avLst/>
            <a:gdLst/>
            <a:ahLst/>
            <a:rect l="0" t="0" r="r" b="b"/>
            <a:pathLst>
              <a:path w="4181" h="28">
                <a:moveTo>
                  <a:pt x="0" y="0"/>
                </a:moveTo>
                <a:lnTo>
                  <a:pt x="4181" y="0"/>
                </a:lnTo>
                <a:lnTo>
                  <a:pt x="41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6" name=""/>
          <p:cNvSpPr/>
          <p:nvPr/>
        </p:nvSpPr>
        <p:spPr>
          <a:xfrm>
            <a:off x="3305160" y="49719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1482"/>
                </a:move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7" name=""/>
          <p:cNvSpPr/>
          <p:nvPr/>
        </p:nvSpPr>
        <p:spPr>
          <a:xfrm>
            <a:off x="3314520" y="496224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8" name=""/>
          <p:cNvSpPr/>
          <p:nvPr/>
        </p:nvSpPr>
        <p:spPr>
          <a:xfrm>
            <a:off x="4352760" y="49719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1482"/>
                </a:move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9" name=""/>
          <p:cNvSpPr/>
          <p:nvPr/>
        </p:nvSpPr>
        <p:spPr>
          <a:xfrm>
            <a:off x="4362120" y="4962240"/>
            <a:ext cx="1553040" cy="10080"/>
          </a:xfrm>
          <a:custGeom>
            <a:avLst/>
            <a:gdLst/>
            <a:ahLst/>
            <a:rect l="0" t="0" r="r" b="b"/>
            <a:pathLst>
              <a:path w="4314" h="28">
                <a:moveTo>
                  <a:pt x="0" y="0"/>
                </a:moveTo>
                <a:lnTo>
                  <a:pt x="4314" y="0"/>
                </a:lnTo>
                <a:lnTo>
                  <a:pt x="43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0" name=""/>
          <p:cNvSpPr/>
          <p:nvPr/>
        </p:nvSpPr>
        <p:spPr>
          <a:xfrm>
            <a:off x="5905440" y="49719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1482"/>
                </a:move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1" name=""/>
          <p:cNvSpPr/>
          <p:nvPr/>
        </p:nvSpPr>
        <p:spPr>
          <a:xfrm>
            <a:off x="630720" y="1372320"/>
            <a:ext cx="357840" cy="436680"/>
          </a:xfrm>
          <a:custGeom>
            <a:avLst/>
            <a:gdLst/>
            <a:ahLst/>
            <a:rect l="0" t="0" r="r" b="b"/>
            <a:pathLst>
              <a:path w="994" h="1213">
                <a:moveTo>
                  <a:pt x="417" y="1213"/>
                </a:moveTo>
                <a:lnTo>
                  <a:pt x="417" y="1103"/>
                </a:lnTo>
                <a:lnTo>
                  <a:pt x="83" y="1103"/>
                </a:lnTo>
                <a:cubicBezTo>
                  <a:pt x="61" y="1103"/>
                  <a:pt x="42" y="1095"/>
                  <a:pt x="25" y="1078"/>
                </a:cubicBezTo>
                <a:cubicBezTo>
                  <a:pt x="9" y="1062"/>
                  <a:pt x="0" y="1043"/>
                  <a:pt x="0" y="1020"/>
                </a:cubicBezTo>
                <a:lnTo>
                  <a:pt x="0" y="193"/>
                </a:lnTo>
                <a:cubicBezTo>
                  <a:pt x="0" y="171"/>
                  <a:pt x="9" y="151"/>
                  <a:pt x="25" y="135"/>
                </a:cubicBezTo>
                <a:cubicBezTo>
                  <a:pt x="42" y="118"/>
                  <a:pt x="61" y="110"/>
                  <a:pt x="83" y="110"/>
                </a:cubicBezTo>
                <a:lnTo>
                  <a:pt x="417" y="110"/>
                </a:lnTo>
                <a:lnTo>
                  <a:pt x="417" y="0"/>
                </a:lnTo>
                <a:lnTo>
                  <a:pt x="499" y="0"/>
                </a:lnTo>
                <a:lnTo>
                  <a:pt x="499" y="1213"/>
                </a:lnTo>
                <a:lnTo>
                  <a:pt x="417" y="1213"/>
                </a:lnTo>
                <a:moveTo>
                  <a:pt x="83" y="963"/>
                </a:moveTo>
                <a:lnTo>
                  <a:pt x="417" y="963"/>
                </a:lnTo>
                <a:lnTo>
                  <a:pt x="417" y="581"/>
                </a:lnTo>
                <a:lnTo>
                  <a:pt x="83" y="963"/>
                </a:lnTo>
                <a:moveTo>
                  <a:pt x="582" y="1103"/>
                </a:moveTo>
                <a:lnTo>
                  <a:pt x="582" y="586"/>
                </a:lnTo>
                <a:lnTo>
                  <a:pt x="911" y="963"/>
                </a:lnTo>
                <a:lnTo>
                  <a:pt x="911" y="193"/>
                </a:lnTo>
                <a:lnTo>
                  <a:pt x="582" y="193"/>
                </a:lnTo>
                <a:lnTo>
                  <a:pt x="582" y="110"/>
                </a:lnTo>
                <a:lnTo>
                  <a:pt x="911" y="110"/>
                </a:lnTo>
                <a:cubicBezTo>
                  <a:pt x="933" y="110"/>
                  <a:pt x="952" y="118"/>
                  <a:pt x="969" y="135"/>
                </a:cubicBezTo>
                <a:cubicBezTo>
                  <a:pt x="985" y="151"/>
                  <a:pt x="994" y="171"/>
                  <a:pt x="994" y="193"/>
                </a:cubicBezTo>
                <a:lnTo>
                  <a:pt x="994" y="1020"/>
                </a:lnTo>
                <a:cubicBezTo>
                  <a:pt x="994" y="1043"/>
                  <a:pt x="985" y="1062"/>
                  <a:pt x="969" y="1078"/>
                </a:cubicBezTo>
                <a:cubicBezTo>
                  <a:pt x="952" y="1095"/>
                  <a:pt x="933" y="1103"/>
                  <a:pt x="911" y="1103"/>
                </a:cubicBezTo>
                <a:lnTo>
                  <a:pt x="582" y="110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047600" y="1501200"/>
            <a:ext cx="40939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従来の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ツールとの違い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04880" y="228312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項目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933560" y="2283120"/>
            <a:ext cx="1204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GitHub Copilot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554280" y="2283120"/>
            <a:ext cx="56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Cursor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4664520" y="2283120"/>
            <a:ext cx="892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04880" y="268236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役割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151720" y="268236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コード補完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436560" y="2682360"/>
            <a:ext cx="799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編集支援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487400" y="268236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自律エージェント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04880" y="306324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タスク実行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394360" y="30632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手動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590640" y="30632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半自動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809600" y="306324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完全自律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5" name=""/>
          <p:cNvSpPr/>
          <p:nvPr/>
        </p:nvSpPr>
        <p:spPr>
          <a:xfrm>
            <a:off x="2449440" y="346860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4" y="573"/>
                </a:moveTo>
                <a:lnTo>
                  <a:pt x="0" y="529"/>
                </a:lnTo>
                <a:lnTo>
                  <a:pt x="242" y="286"/>
                </a:lnTo>
                <a:lnTo>
                  <a:pt x="0" y="44"/>
                </a:lnTo>
                <a:lnTo>
                  <a:pt x="44" y="0"/>
                </a:lnTo>
                <a:lnTo>
                  <a:pt x="286" y="242"/>
                </a:lnTo>
                <a:lnTo>
                  <a:pt x="529" y="0"/>
                </a:lnTo>
                <a:lnTo>
                  <a:pt x="573" y="44"/>
                </a:lnTo>
                <a:lnTo>
                  <a:pt x="330" y="286"/>
                </a:lnTo>
                <a:lnTo>
                  <a:pt x="573" y="529"/>
                </a:lnTo>
                <a:lnTo>
                  <a:pt x="529" y="573"/>
                </a:lnTo>
                <a:lnTo>
                  <a:pt x="286" y="330"/>
                </a:lnTo>
                <a:lnTo>
                  <a:pt x="44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04880" y="352044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複数モデル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7" name=""/>
          <p:cNvSpPr/>
          <p:nvPr/>
        </p:nvSpPr>
        <p:spPr>
          <a:xfrm>
            <a:off x="4983120" y="3420720"/>
            <a:ext cx="301680" cy="302040"/>
          </a:xfrm>
          <a:custGeom>
            <a:avLst/>
            <a:gdLst/>
            <a:ahLst/>
            <a:rect l="0" t="0" r="r" b="b"/>
            <a:pathLst>
              <a:path w="838" h="839">
                <a:moveTo>
                  <a:pt x="357" y="611"/>
                </a:moveTo>
                <a:lnTo>
                  <a:pt x="184" y="437"/>
                </a:lnTo>
                <a:lnTo>
                  <a:pt x="231" y="390"/>
                </a:lnTo>
                <a:lnTo>
                  <a:pt x="357" y="516"/>
                </a:lnTo>
                <a:lnTo>
                  <a:pt x="605" y="267"/>
                </a:lnTo>
                <a:lnTo>
                  <a:pt x="653" y="315"/>
                </a:lnTo>
                <a:lnTo>
                  <a:pt x="357" y="611"/>
                </a:lnTo>
                <a:moveTo>
                  <a:pt x="419" y="839"/>
                </a:moveTo>
                <a:cubicBezTo>
                  <a:pt x="361" y="839"/>
                  <a:pt x="307" y="828"/>
                  <a:pt x="256" y="806"/>
                </a:cubicBezTo>
                <a:cubicBezTo>
                  <a:pt x="205" y="784"/>
                  <a:pt x="161" y="754"/>
                  <a:pt x="123" y="716"/>
                </a:cubicBezTo>
                <a:cubicBezTo>
                  <a:pt x="85" y="678"/>
                  <a:pt x="55" y="634"/>
                  <a:pt x="33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2"/>
                  <a:pt x="11" y="308"/>
                  <a:pt x="33" y="257"/>
                </a:cubicBezTo>
                <a:cubicBezTo>
                  <a:pt x="55" y="206"/>
                  <a:pt x="85" y="162"/>
                  <a:pt x="123" y="123"/>
                </a:cubicBezTo>
                <a:cubicBezTo>
                  <a:pt x="161" y="85"/>
                  <a:pt x="205" y="55"/>
                  <a:pt x="256" y="33"/>
                </a:cubicBezTo>
                <a:cubicBezTo>
                  <a:pt x="307" y="11"/>
                  <a:pt x="361" y="0"/>
                  <a:pt x="419" y="0"/>
                </a:cubicBezTo>
                <a:cubicBezTo>
                  <a:pt x="476" y="0"/>
                  <a:pt x="531" y="11"/>
                  <a:pt x="582" y="33"/>
                </a:cubicBezTo>
                <a:cubicBezTo>
                  <a:pt x="633" y="55"/>
                  <a:pt x="677" y="85"/>
                  <a:pt x="715" y="123"/>
                </a:cubicBezTo>
                <a:cubicBezTo>
                  <a:pt x="753" y="162"/>
                  <a:pt x="782" y="206"/>
                  <a:pt x="804" y="257"/>
                </a:cubicBezTo>
                <a:cubicBezTo>
                  <a:pt x="827" y="308"/>
                  <a:pt x="838" y="362"/>
                  <a:pt x="838" y="420"/>
                </a:cubicBezTo>
                <a:cubicBezTo>
                  <a:pt x="838" y="478"/>
                  <a:pt x="827" y="532"/>
                  <a:pt x="804" y="583"/>
                </a:cubicBezTo>
                <a:cubicBezTo>
                  <a:pt x="782" y="634"/>
                  <a:pt x="753" y="678"/>
                  <a:pt x="715" y="716"/>
                </a:cubicBezTo>
                <a:cubicBezTo>
                  <a:pt x="677" y="754"/>
                  <a:pt x="633" y="784"/>
                  <a:pt x="582" y="806"/>
                </a:cubicBezTo>
                <a:cubicBezTo>
                  <a:pt x="531" y="828"/>
                  <a:pt x="476" y="839"/>
                  <a:pt x="419" y="839"/>
                </a:cubicBezTo>
                <a:moveTo>
                  <a:pt x="419" y="776"/>
                </a:moveTo>
                <a:cubicBezTo>
                  <a:pt x="518" y="776"/>
                  <a:pt x="602" y="742"/>
                  <a:pt x="671" y="672"/>
                </a:cubicBezTo>
                <a:cubicBezTo>
                  <a:pt x="740" y="603"/>
                  <a:pt x="775" y="519"/>
                  <a:pt x="775" y="420"/>
                </a:cubicBezTo>
                <a:cubicBezTo>
                  <a:pt x="775" y="321"/>
                  <a:pt x="740" y="237"/>
                  <a:pt x="671" y="168"/>
                </a:cubicBezTo>
                <a:cubicBezTo>
                  <a:pt x="602" y="98"/>
                  <a:pt x="518" y="63"/>
                  <a:pt x="419" y="63"/>
                </a:cubicBezTo>
                <a:cubicBezTo>
                  <a:pt x="320" y="63"/>
                  <a:pt x="236" y="98"/>
                  <a:pt x="167" y="168"/>
                </a:cubicBezTo>
                <a:cubicBezTo>
                  <a:pt x="97" y="237"/>
                  <a:pt x="62" y="321"/>
                  <a:pt x="62" y="420"/>
                </a:cubicBezTo>
                <a:cubicBezTo>
                  <a:pt x="62" y="519"/>
                  <a:pt x="97" y="603"/>
                  <a:pt x="167" y="672"/>
                </a:cubicBezTo>
                <a:cubicBezTo>
                  <a:pt x="236" y="742"/>
                  <a:pt x="320" y="776"/>
                  <a:pt x="419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671280" y="35204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一部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9" name=""/>
          <p:cNvSpPr/>
          <p:nvPr/>
        </p:nvSpPr>
        <p:spPr>
          <a:xfrm>
            <a:off x="2449440" y="4011840"/>
            <a:ext cx="206280" cy="205920"/>
          </a:xfrm>
          <a:custGeom>
            <a:avLst/>
            <a:gdLst/>
            <a:ahLst/>
            <a:rect l="0" t="0" r="r" b="b"/>
            <a:pathLst>
              <a:path w="573" h="572">
                <a:moveTo>
                  <a:pt x="44" y="572"/>
                </a:moveTo>
                <a:lnTo>
                  <a:pt x="0" y="527"/>
                </a:lnTo>
                <a:lnTo>
                  <a:pt x="242" y="285"/>
                </a:lnTo>
                <a:lnTo>
                  <a:pt x="0" y="44"/>
                </a:lnTo>
                <a:lnTo>
                  <a:pt x="44" y="0"/>
                </a:lnTo>
                <a:lnTo>
                  <a:pt x="286" y="242"/>
                </a:lnTo>
                <a:lnTo>
                  <a:pt x="529" y="0"/>
                </a:lnTo>
                <a:lnTo>
                  <a:pt x="573" y="44"/>
                </a:lnTo>
                <a:lnTo>
                  <a:pt x="330" y="285"/>
                </a:lnTo>
                <a:lnTo>
                  <a:pt x="573" y="527"/>
                </a:lnTo>
                <a:lnTo>
                  <a:pt x="529" y="572"/>
                </a:lnTo>
                <a:lnTo>
                  <a:pt x="286" y="329"/>
                </a:lnTo>
                <a:lnTo>
                  <a:pt x="44" y="572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0" name=""/>
          <p:cNvSpPr/>
          <p:nvPr/>
        </p:nvSpPr>
        <p:spPr>
          <a:xfrm>
            <a:off x="3726000" y="4011840"/>
            <a:ext cx="206280" cy="205920"/>
          </a:xfrm>
          <a:custGeom>
            <a:avLst/>
            <a:gdLst/>
            <a:ahLst/>
            <a:rect l="0" t="0" r="r" b="b"/>
            <a:pathLst>
              <a:path w="573" h="572">
                <a:moveTo>
                  <a:pt x="44" y="572"/>
                </a:moveTo>
                <a:lnTo>
                  <a:pt x="0" y="527"/>
                </a:lnTo>
                <a:lnTo>
                  <a:pt x="243" y="285"/>
                </a:lnTo>
                <a:lnTo>
                  <a:pt x="0" y="44"/>
                </a:lnTo>
                <a:lnTo>
                  <a:pt x="44" y="0"/>
                </a:lnTo>
                <a:lnTo>
                  <a:pt x="287" y="242"/>
                </a:lnTo>
                <a:lnTo>
                  <a:pt x="529" y="0"/>
                </a:lnTo>
                <a:lnTo>
                  <a:pt x="573" y="44"/>
                </a:lnTo>
                <a:lnTo>
                  <a:pt x="331" y="285"/>
                </a:lnTo>
                <a:lnTo>
                  <a:pt x="573" y="527"/>
                </a:lnTo>
                <a:lnTo>
                  <a:pt x="529" y="572"/>
                </a:lnTo>
                <a:lnTo>
                  <a:pt x="287" y="329"/>
                </a:lnTo>
                <a:lnTo>
                  <a:pt x="44" y="572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1" name=""/>
          <p:cNvSpPr/>
          <p:nvPr/>
        </p:nvSpPr>
        <p:spPr>
          <a:xfrm>
            <a:off x="4983120" y="3963960"/>
            <a:ext cx="301680" cy="301680"/>
          </a:xfrm>
          <a:custGeom>
            <a:avLst/>
            <a:gdLst/>
            <a:ahLst/>
            <a:rect l="0" t="0" r="r" b="b"/>
            <a:pathLst>
              <a:path w="838" h="838">
                <a:moveTo>
                  <a:pt x="357" y="610"/>
                </a:moveTo>
                <a:lnTo>
                  <a:pt x="184" y="436"/>
                </a:lnTo>
                <a:lnTo>
                  <a:pt x="231" y="389"/>
                </a:lnTo>
                <a:lnTo>
                  <a:pt x="357" y="515"/>
                </a:lnTo>
                <a:lnTo>
                  <a:pt x="605" y="266"/>
                </a:lnTo>
                <a:lnTo>
                  <a:pt x="653" y="314"/>
                </a:lnTo>
                <a:lnTo>
                  <a:pt x="357" y="610"/>
                </a:lnTo>
                <a:moveTo>
                  <a:pt x="419" y="838"/>
                </a:moveTo>
                <a:cubicBezTo>
                  <a:pt x="361" y="838"/>
                  <a:pt x="307" y="827"/>
                  <a:pt x="256" y="805"/>
                </a:cubicBezTo>
                <a:cubicBezTo>
                  <a:pt x="205" y="783"/>
                  <a:pt x="161" y="753"/>
                  <a:pt x="123" y="715"/>
                </a:cubicBezTo>
                <a:cubicBezTo>
                  <a:pt x="85" y="677"/>
                  <a:pt x="55" y="633"/>
                  <a:pt x="33" y="582"/>
                </a:cubicBezTo>
                <a:cubicBezTo>
                  <a:pt x="11" y="531"/>
                  <a:pt x="0" y="477"/>
                  <a:pt x="0" y="419"/>
                </a:cubicBezTo>
                <a:cubicBezTo>
                  <a:pt x="0" y="362"/>
                  <a:pt x="11" y="307"/>
                  <a:pt x="33" y="255"/>
                </a:cubicBezTo>
                <a:cubicBezTo>
                  <a:pt x="55" y="204"/>
                  <a:pt x="85" y="160"/>
                  <a:pt x="123" y="122"/>
                </a:cubicBezTo>
                <a:cubicBezTo>
                  <a:pt x="161" y="84"/>
                  <a:pt x="205" y="55"/>
                  <a:pt x="256" y="33"/>
                </a:cubicBezTo>
                <a:cubicBezTo>
                  <a:pt x="307" y="11"/>
                  <a:pt x="361" y="0"/>
                  <a:pt x="419" y="0"/>
                </a:cubicBezTo>
                <a:cubicBezTo>
                  <a:pt x="476" y="0"/>
                  <a:pt x="531" y="11"/>
                  <a:pt x="582" y="33"/>
                </a:cubicBezTo>
                <a:cubicBezTo>
                  <a:pt x="633" y="55"/>
                  <a:pt x="677" y="84"/>
                  <a:pt x="715" y="122"/>
                </a:cubicBezTo>
                <a:cubicBezTo>
                  <a:pt x="753" y="160"/>
                  <a:pt x="782" y="204"/>
                  <a:pt x="804" y="255"/>
                </a:cubicBezTo>
                <a:cubicBezTo>
                  <a:pt x="827" y="307"/>
                  <a:pt x="838" y="362"/>
                  <a:pt x="838" y="419"/>
                </a:cubicBezTo>
                <a:cubicBezTo>
                  <a:pt x="838" y="477"/>
                  <a:pt x="827" y="531"/>
                  <a:pt x="804" y="582"/>
                </a:cubicBezTo>
                <a:cubicBezTo>
                  <a:pt x="782" y="633"/>
                  <a:pt x="753" y="677"/>
                  <a:pt x="715" y="715"/>
                </a:cubicBezTo>
                <a:cubicBezTo>
                  <a:pt x="677" y="753"/>
                  <a:pt x="633" y="783"/>
                  <a:pt x="582" y="805"/>
                </a:cubicBezTo>
                <a:cubicBezTo>
                  <a:pt x="531" y="827"/>
                  <a:pt x="476" y="838"/>
                  <a:pt x="419" y="838"/>
                </a:cubicBezTo>
                <a:moveTo>
                  <a:pt x="419" y="776"/>
                </a:moveTo>
                <a:cubicBezTo>
                  <a:pt x="518" y="776"/>
                  <a:pt x="602" y="741"/>
                  <a:pt x="671" y="671"/>
                </a:cubicBezTo>
                <a:cubicBezTo>
                  <a:pt x="740" y="602"/>
                  <a:pt x="775" y="518"/>
                  <a:pt x="775" y="419"/>
                </a:cubicBezTo>
                <a:cubicBezTo>
                  <a:pt x="775" y="320"/>
                  <a:pt x="740" y="235"/>
                  <a:pt x="671" y="166"/>
                </a:cubicBezTo>
                <a:cubicBezTo>
                  <a:pt x="602" y="97"/>
                  <a:pt x="518" y="62"/>
                  <a:pt x="419" y="62"/>
                </a:cubicBezTo>
                <a:cubicBezTo>
                  <a:pt x="320" y="62"/>
                  <a:pt x="236" y="97"/>
                  <a:pt x="167" y="166"/>
                </a:cubicBezTo>
                <a:cubicBezTo>
                  <a:pt x="97" y="235"/>
                  <a:pt x="62" y="320"/>
                  <a:pt x="62" y="419"/>
                </a:cubicBezTo>
                <a:cubicBezTo>
                  <a:pt x="62" y="518"/>
                  <a:pt x="97" y="602"/>
                  <a:pt x="167" y="671"/>
                </a:cubicBezTo>
                <a:cubicBezTo>
                  <a:pt x="236" y="741"/>
                  <a:pt x="320" y="776"/>
                  <a:pt x="419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04880" y="407304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ブラウザ操作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3" name=""/>
          <p:cNvSpPr/>
          <p:nvPr/>
        </p:nvSpPr>
        <p:spPr>
          <a:xfrm>
            <a:off x="2449440" y="455472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4" y="573"/>
                </a:moveTo>
                <a:lnTo>
                  <a:pt x="0" y="529"/>
                </a:lnTo>
                <a:lnTo>
                  <a:pt x="242" y="287"/>
                </a:lnTo>
                <a:lnTo>
                  <a:pt x="0" y="44"/>
                </a:lnTo>
                <a:lnTo>
                  <a:pt x="44" y="0"/>
                </a:lnTo>
                <a:lnTo>
                  <a:pt x="286" y="243"/>
                </a:lnTo>
                <a:lnTo>
                  <a:pt x="529" y="0"/>
                </a:lnTo>
                <a:lnTo>
                  <a:pt x="573" y="44"/>
                </a:lnTo>
                <a:lnTo>
                  <a:pt x="330" y="287"/>
                </a:lnTo>
                <a:lnTo>
                  <a:pt x="573" y="529"/>
                </a:lnTo>
                <a:lnTo>
                  <a:pt x="529" y="573"/>
                </a:lnTo>
                <a:lnTo>
                  <a:pt x="286" y="331"/>
                </a:lnTo>
                <a:lnTo>
                  <a:pt x="44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4" name=""/>
          <p:cNvSpPr/>
          <p:nvPr/>
        </p:nvSpPr>
        <p:spPr>
          <a:xfrm>
            <a:off x="3726000" y="455472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4" y="573"/>
                </a:moveTo>
                <a:lnTo>
                  <a:pt x="0" y="529"/>
                </a:lnTo>
                <a:lnTo>
                  <a:pt x="243" y="287"/>
                </a:lnTo>
                <a:lnTo>
                  <a:pt x="0" y="44"/>
                </a:lnTo>
                <a:lnTo>
                  <a:pt x="44" y="0"/>
                </a:lnTo>
                <a:lnTo>
                  <a:pt x="287" y="243"/>
                </a:lnTo>
                <a:lnTo>
                  <a:pt x="529" y="0"/>
                </a:lnTo>
                <a:lnTo>
                  <a:pt x="573" y="44"/>
                </a:lnTo>
                <a:lnTo>
                  <a:pt x="331" y="287"/>
                </a:lnTo>
                <a:lnTo>
                  <a:pt x="573" y="529"/>
                </a:lnTo>
                <a:lnTo>
                  <a:pt x="529" y="573"/>
                </a:lnTo>
                <a:lnTo>
                  <a:pt x="287" y="331"/>
                </a:lnTo>
                <a:lnTo>
                  <a:pt x="44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5" name=""/>
          <p:cNvSpPr/>
          <p:nvPr/>
        </p:nvSpPr>
        <p:spPr>
          <a:xfrm>
            <a:off x="4983120" y="4506840"/>
            <a:ext cx="301680" cy="302040"/>
          </a:xfrm>
          <a:custGeom>
            <a:avLst/>
            <a:gdLst/>
            <a:ahLst/>
            <a:rect l="0" t="0" r="r" b="b"/>
            <a:pathLst>
              <a:path w="838" h="839">
                <a:moveTo>
                  <a:pt x="357" y="610"/>
                </a:moveTo>
                <a:lnTo>
                  <a:pt x="653" y="313"/>
                </a:lnTo>
                <a:lnTo>
                  <a:pt x="605" y="266"/>
                </a:lnTo>
                <a:lnTo>
                  <a:pt x="357" y="515"/>
                </a:lnTo>
                <a:lnTo>
                  <a:pt x="231" y="388"/>
                </a:lnTo>
                <a:lnTo>
                  <a:pt x="184" y="435"/>
                </a:lnTo>
                <a:lnTo>
                  <a:pt x="357" y="610"/>
                </a:lnTo>
                <a:moveTo>
                  <a:pt x="419" y="839"/>
                </a:moveTo>
                <a:cubicBezTo>
                  <a:pt x="361" y="839"/>
                  <a:pt x="307" y="828"/>
                  <a:pt x="256" y="806"/>
                </a:cubicBezTo>
                <a:cubicBezTo>
                  <a:pt x="205" y="784"/>
                  <a:pt x="161" y="754"/>
                  <a:pt x="123" y="715"/>
                </a:cubicBezTo>
                <a:cubicBezTo>
                  <a:pt x="85" y="677"/>
                  <a:pt x="55" y="633"/>
                  <a:pt x="33" y="582"/>
                </a:cubicBezTo>
                <a:cubicBezTo>
                  <a:pt x="11" y="531"/>
                  <a:pt x="0" y="477"/>
                  <a:pt x="0" y="419"/>
                </a:cubicBezTo>
                <a:cubicBezTo>
                  <a:pt x="0" y="361"/>
                  <a:pt x="11" y="306"/>
                  <a:pt x="33" y="255"/>
                </a:cubicBezTo>
                <a:cubicBezTo>
                  <a:pt x="55" y="204"/>
                  <a:pt x="85" y="160"/>
                  <a:pt x="123" y="122"/>
                </a:cubicBezTo>
                <a:cubicBezTo>
                  <a:pt x="161" y="85"/>
                  <a:pt x="205" y="55"/>
                  <a:pt x="256" y="33"/>
                </a:cubicBezTo>
                <a:cubicBezTo>
                  <a:pt x="307" y="11"/>
                  <a:pt x="361" y="0"/>
                  <a:pt x="419" y="0"/>
                </a:cubicBezTo>
                <a:cubicBezTo>
                  <a:pt x="476" y="0"/>
                  <a:pt x="531" y="11"/>
                  <a:pt x="582" y="33"/>
                </a:cubicBezTo>
                <a:cubicBezTo>
                  <a:pt x="633" y="55"/>
                  <a:pt x="677" y="85"/>
                  <a:pt x="715" y="122"/>
                </a:cubicBezTo>
                <a:cubicBezTo>
                  <a:pt x="753" y="160"/>
                  <a:pt x="782" y="204"/>
                  <a:pt x="804" y="255"/>
                </a:cubicBezTo>
                <a:cubicBezTo>
                  <a:pt x="827" y="306"/>
                  <a:pt x="838" y="361"/>
                  <a:pt x="838" y="419"/>
                </a:cubicBezTo>
                <a:cubicBezTo>
                  <a:pt x="838" y="477"/>
                  <a:pt x="827" y="531"/>
                  <a:pt x="804" y="582"/>
                </a:cubicBezTo>
                <a:cubicBezTo>
                  <a:pt x="782" y="633"/>
                  <a:pt x="753" y="677"/>
                  <a:pt x="715" y="715"/>
                </a:cubicBezTo>
                <a:cubicBezTo>
                  <a:pt x="677" y="754"/>
                  <a:pt x="633" y="784"/>
                  <a:pt x="582" y="806"/>
                </a:cubicBezTo>
                <a:cubicBezTo>
                  <a:pt x="531" y="828"/>
                  <a:pt x="476" y="839"/>
                  <a:pt x="419" y="839"/>
                </a:cubicBezTo>
                <a:moveTo>
                  <a:pt x="419" y="776"/>
                </a:moveTo>
                <a:cubicBezTo>
                  <a:pt x="518" y="776"/>
                  <a:pt x="602" y="741"/>
                  <a:pt x="671" y="672"/>
                </a:cubicBezTo>
                <a:cubicBezTo>
                  <a:pt x="740" y="602"/>
                  <a:pt x="775" y="518"/>
                  <a:pt x="775" y="419"/>
                </a:cubicBezTo>
                <a:cubicBezTo>
                  <a:pt x="775" y="319"/>
                  <a:pt x="740" y="235"/>
                  <a:pt x="671" y="166"/>
                </a:cubicBezTo>
                <a:cubicBezTo>
                  <a:pt x="602" y="97"/>
                  <a:pt x="518" y="63"/>
                  <a:pt x="419" y="63"/>
                </a:cubicBezTo>
                <a:cubicBezTo>
                  <a:pt x="320" y="63"/>
                  <a:pt x="236" y="97"/>
                  <a:pt x="167" y="166"/>
                </a:cubicBezTo>
                <a:cubicBezTo>
                  <a:pt x="97" y="235"/>
                  <a:pt x="62" y="319"/>
                  <a:pt x="62" y="419"/>
                </a:cubicBezTo>
                <a:cubicBezTo>
                  <a:pt x="62" y="518"/>
                  <a:pt x="97" y="602"/>
                  <a:pt x="167" y="672"/>
                </a:cubicBezTo>
                <a:cubicBezTo>
                  <a:pt x="236" y="741"/>
                  <a:pt x="320" y="776"/>
                  <a:pt x="419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04880" y="461592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画像生成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7" name=""/>
          <p:cNvSpPr/>
          <p:nvPr/>
        </p:nvSpPr>
        <p:spPr>
          <a:xfrm>
            <a:off x="2449440" y="510696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4" y="573"/>
                </a:moveTo>
                <a:lnTo>
                  <a:pt x="0" y="529"/>
                </a:lnTo>
                <a:lnTo>
                  <a:pt x="242" y="286"/>
                </a:lnTo>
                <a:lnTo>
                  <a:pt x="0" y="44"/>
                </a:lnTo>
                <a:lnTo>
                  <a:pt x="44" y="0"/>
                </a:lnTo>
                <a:lnTo>
                  <a:pt x="286" y="242"/>
                </a:lnTo>
                <a:lnTo>
                  <a:pt x="529" y="0"/>
                </a:lnTo>
                <a:lnTo>
                  <a:pt x="573" y="44"/>
                </a:lnTo>
                <a:lnTo>
                  <a:pt x="330" y="286"/>
                </a:lnTo>
                <a:lnTo>
                  <a:pt x="573" y="529"/>
                </a:lnTo>
                <a:lnTo>
                  <a:pt x="529" y="573"/>
                </a:lnTo>
                <a:lnTo>
                  <a:pt x="286" y="330"/>
                </a:lnTo>
                <a:lnTo>
                  <a:pt x="44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04880" y="5158800"/>
            <a:ext cx="682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対応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9" name=""/>
          <p:cNvSpPr/>
          <p:nvPr/>
        </p:nvSpPr>
        <p:spPr>
          <a:xfrm>
            <a:off x="4983120" y="5059080"/>
            <a:ext cx="301680" cy="302040"/>
          </a:xfrm>
          <a:custGeom>
            <a:avLst/>
            <a:gdLst/>
            <a:ahLst/>
            <a:rect l="0" t="0" r="r" b="b"/>
            <a:pathLst>
              <a:path w="838" h="839">
                <a:moveTo>
                  <a:pt x="357" y="611"/>
                </a:moveTo>
                <a:lnTo>
                  <a:pt x="184" y="436"/>
                </a:lnTo>
                <a:lnTo>
                  <a:pt x="231" y="389"/>
                </a:lnTo>
                <a:lnTo>
                  <a:pt x="357" y="515"/>
                </a:lnTo>
                <a:lnTo>
                  <a:pt x="605" y="266"/>
                </a:lnTo>
                <a:lnTo>
                  <a:pt x="653" y="313"/>
                </a:lnTo>
                <a:lnTo>
                  <a:pt x="357" y="611"/>
                </a:lnTo>
                <a:moveTo>
                  <a:pt x="419" y="839"/>
                </a:moveTo>
                <a:cubicBezTo>
                  <a:pt x="361" y="839"/>
                  <a:pt x="307" y="828"/>
                  <a:pt x="256" y="806"/>
                </a:cubicBezTo>
                <a:cubicBezTo>
                  <a:pt x="205" y="784"/>
                  <a:pt x="161" y="754"/>
                  <a:pt x="123" y="716"/>
                </a:cubicBezTo>
                <a:cubicBezTo>
                  <a:pt x="85" y="678"/>
                  <a:pt x="55" y="634"/>
                  <a:pt x="33" y="582"/>
                </a:cubicBezTo>
                <a:cubicBezTo>
                  <a:pt x="11" y="531"/>
                  <a:pt x="0" y="476"/>
                  <a:pt x="0" y="419"/>
                </a:cubicBezTo>
                <a:cubicBezTo>
                  <a:pt x="0" y="361"/>
                  <a:pt x="11" y="307"/>
                  <a:pt x="33" y="256"/>
                </a:cubicBezTo>
                <a:cubicBezTo>
                  <a:pt x="55" y="205"/>
                  <a:pt x="85" y="161"/>
                  <a:pt x="123" y="123"/>
                </a:cubicBezTo>
                <a:cubicBezTo>
                  <a:pt x="161" y="85"/>
                  <a:pt x="205" y="55"/>
                  <a:pt x="256" y="33"/>
                </a:cubicBezTo>
                <a:cubicBezTo>
                  <a:pt x="307" y="11"/>
                  <a:pt x="361" y="0"/>
                  <a:pt x="419" y="0"/>
                </a:cubicBezTo>
                <a:cubicBezTo>
                  <a:pt x="476" y="0"/>
                  <a:pt x="531" y="11"/>
                  <a:pt x="582" y="33"/>
                </a:cubicBezTo>
                <a:cubicBezTo>
                  <a:pt x="633" y="55"/>
                  <a:pt x="677" y="85"/>
                  <a:pt x="715" y="123"/>
                </a:cubicBezTo>
                <a:cubicBezTo>
                  <a:pt x="753" y="161"/>
                  <a:pt x="782" y="205"/>
                  <a:pt x="804" y="256"/>
                </a:cubicBezTo>
                <a:cubicBezTo>
                  <a:pt x="827" y="307"/>
                  <a:pt x="838" y="361"/>
                  <a:pt x="838" y="419"/>
                </a:cubicBezTo>
                <a:cubicBezTo>
                  <a:pt x="838" y="476"/>
                  <a:pt x="827" y="531"/>
                  <a:pt x="804" y="582"/>
                </a:cubicBezTo>
                <a:cubicBezTo>
                  <a:pt x="782" y="634"/>
                  <a:pt x="753" y="678"/>
                  <a:pt x="715" y="716"/>
                </a:cubicBezTo>
                <a:cubicBezTo>
                  <a:pt x="677" y="754"/>
                  <a:pt x="633" y="784"/>
                  <a:pt x="582" y="806"/>
                </a:cubicBezTo>
                <a:cubicBezTo>
                  <a:pt x="531" y="828"/>
                  <a:pt x="476" y="839"/>
                  <a:pt x="419" y="839"/>
                </a:cubicBezTo>
                <a:moveTo>
                  <a:pt x="419" y="776"/>
                </a:moveTo>
                <a:cubicBezTo>
                  <a:pt x="518" y="776"/>
                  <a:pt x="602" y="742"/>
                  <a:pt x="671" y="672"/>
                </a:cubicBezTo>
                <a:cubicBezTo>
                  <a:pt x="740" y="603"/>
                  <a:pt x="775" y="518"/>
                  <a:pt x="775" y="419"/>
                </a:cubicBezTo>
                <a:cubicBezTo>
                  <a:pt x="775" y="320"/>
                  <a:pt x="740" y="236"/>
                  <a:pt x="671" y="167"/>
                </a:cubicBezTo>
                <a:cubicBezTo>
                  <a:pt x="602" y="98"/>
                  <a:pt x="518" y="63"/>
                  <a:pt x="419" y="63"/>
                </a:cubicBezTo>
                <a:cubicBezTo>
                  <a:pt x="320" y="63"/>
                  <a:pt x="236" y="98"/>
                  <a:pt x="167" y="167"/>
                </a:cubicBezTo>
                <a:cubicBezTo>
                  <a:pt x="97" y="236"/>
                  <a:pt x="62" y="320"/>
                  <a:pt x="62" y="419"/>
                </a:cubicBezTo>
                <a:cubicBezTo>
                  <a:pt x="62" y="518"/>
                  <a:pt x="97" y="603"/>
                  <a:pt x="167" y="672"/>
                </a:cubicBezTo>
                <a:cubicBezTo>
                  <a:pt x="236" y="742"/>
                  <a:pt x="320" y="776"/>
                  <a:pt x="419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3590640" y="515880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限定的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5" name=""/>
          <p:cNvSpPr/>
          <p:nvPr/>
        </p:nvSpPr>
        <p:spPr>
          <a:xfrm>
            <a:off x="571320" y="19620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6" name=""/>
          <p:cNvSpPr/>
          <p:nvPr/>
        </p:nvSpPr>
        <p:spPr>
          <a:xfrm>
            <a:off x="580680" y="2152440"/>
            <a:ext cx="11030400" cy="3353040"/>
          </a:xfrm>
          <a:custGeom>
            <a:avLst/>
            <a:gdLst/>
            <a:ahLst/>
            <a:rect l="0" t="0" r="r" b="b"/>
            <a:pathLst>
              <a:path w="30640" h="9314">
                <a:moveTo>
                  <a:pt x="0" y="902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023"/>
                </a:lnTo>
                <a:cubicBezTo>
                  <a:pt x="30640" y="9042"/>
                  <a:pt x="30638" y="9061"/>
                  <a:pt x="30635" y="9080"/>
                </a:cubicBezTo>
                <a:cubicBezTo>
                  <a:pt x="30631" y="9099"/>
                  <a:pt x="30625" y="9117"/>
                  <a:pt x="30618" y="9135"/>
                </a:cubicBezTo>
                <a:cubicBezTo>
                  <a:pt x="30611" y="9152"/>
                  <a:pt x="30602" y="9169"/>
                  <a:pt x="30591" y="9185"/>
                </a:cubicBezTo>
                <a:cubicBezTo>
                  <a:pt x="30581" y="9201"/>
                  <a:pt x="30568" y="9216"/>
                  <a:pt x="30555" y="9229"/>
                </a:cubicBezTo>
                <a:cubicBezTo>
                  <a:pt x="30541" y="9243"/>
                  <a:pt x="30527" y="9255"/>
                  <a:pt x="30511" y="9265"/>
                </a:cubicBezTo>
                <a:cubicBezTo>
                  <a:pt x="30495" y="9276"/>
                  <a:pt x="30478" y="9285"/>
                  <a:pt x="30461" y="9292"/>
                </a:cubicBezTo>
                <a:cubicBezTo>
                  <a:pt x="30443" y="9300"/>
                  <a:pt x="30425" y="9305"/>
                  <a:pt x="30406" y="9309"/>
                </a:cubicBezTo>
                <a:cubicBezTo>
                  <a:pt x="30387" y="9313"/>
                  <a:pt x="30368" y="9314"/>
                  <a:pt x="30349" y="9314"/>
                </a:cubicBezTo>
                <a:lnTo>
                  <a:pt x="291" y="9314"/>
                </a:lnTo>
                <a:cubicBezTo>
                  <a:pt x="272" y="9314"/>
                  <a:pt x="253" y="9313"/>
                  <a:pt x="235" y="9309"/>
                </a:cubicBezTo>
                <a:cubicBezTo>
                  <a:pt x="216" y="9305"/>
                  <a:pt x="198" y="9300"/>
                  <a:pt x="180" y="9292"/>
                </a:cubicBezTo>
                <a:cubicBezTo>
                  <a:pt x="162" y="9285"/>
                  <a:pt x="146" y="9276"/>
                  <a:pt x="130" y="9265"/>
                </a:cubicBezTo>
                <a:cubicBezTo>
                  <a:pt x="114" y="9255"/>
                  <a:pt x="99" y="9243"/>
                  <a:pt x="86" y="9229"/>
                </a:cubicBezTo>
                <a:cubicBezTo>
                  <a:pt x="72" y="9216"/>
                  <a:pt x="60" y="9201"/>
                  <a:pt x="50" y="9185"/>
                </a:cubicBezTo>
                <a:cubicBezTo>
                  <a:pt x="39" y="9169"/>
                  <a:pt x="30" y="9152"/>
                  <a:pt x="23" y="9135"/>
                </a:cubicBezTo>
                <a:cubicBezTo>
                  <a:pt x="15" y="9117"/>
                  <a:pt x="10" y="9099"/>
                  <a:pt x="6" y="9080"/>
                </a:cubicBezTo>
                <a:cubicBezTo>
                  <a:pt x="2" y="9061"/>
                  <a:pt x="0" y="9042"/>
                  <a:pt x="0" y="9023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7" name=""/>
          <p:cNvSpPr/>
          <p:nvPr/>
        </p:nvSpPr>
        <p:spPr>
          <a:xfrm>
            <a:off x="580680" y="2152440"/>
            <a:ext cx="11030400" cy="3353040"/>
          </a:xfrm>
          <a:custGeom>
            <a:avLst/>
            <a:gdLst/>
            <a:ahLst/>
            <a:rect l="0" t="0" r="r" b="b"/>
            <a:pathLst>
              <a:path w="30640" h="9314">
                <a:moveTo>
                  <a:pt x="0" y="902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023"/>
                </a:lnTo>
                <a:cubicBezTo>
                  <a:pt x="30640" y="9042"/>
                  <a:pt x="30638" y="9061"/>
                  <a:pt x="30635" y="9080"/>
                </a:cubicBezTo>
                <a:cubicBezTo>
                  <a:pt x="30631" y="9099"/>
                  <a:pt x="30625" y="9117"/>
                  <a:pt x="30618" y="9135"/>
                </a:cubicBezTo>
                <a:cubicBezTo>
                  <a:pt x="30611" y="9152"/>
                  <a:pt x="30602" y="9169"/>
                  <a:pt x="30591" y="9185"/>
                </a:cubicBezTo>
                <a:cubicBezTo>
                  <a:pt x="30581" y="9201"/>
                  <a:pt x="30568" y="9216"/>
                  <a:pt x="30555" y="9229"/>
                </a:cubicBezTo>
                <a:cubicBezTo>
                  <a:pt x="30541" y="9243"/>
                  <a:pt x="30527" y="9255"/>
                  <a:pt x="30511" y="9265"/>
                </a:cubicBezTo>
                <a:cubicBezTo>
                  <a:pt x="30495" y="9276"/>
                  <a:pt x="30478" y="9285"/>
                  <a:pt x="30461" y="9292"/>
                </a:cubicBezTo>
                <a:cubicBezTo>
                  <a:pt x="30443" y="9300"/>
                  <a:pt x="30425" y="9305"/>
                  <a:pt x="30406" y="9309"/>
                </a:cubicBezTo>
                <a:cubicBezTo>
                  <a:pt x="30387" y="9313"/>
                  <a:pt x="30368" y="9314"/>
                  <a:pt x="30349" y="9314"/>
                </a:cubicBezTo>
                <a:lnTo>
                  <a:pt x="291" y="9314"/>
                </a:lnTo>
                <a:cubicBezTo>
                  <a:pt x="272" y="9314"/>
                  <a:pt x="253" y="9313"/>
                  <a:pt x="235" y="9309"/>
                </a:cubicBezTo>
                <a:cubicBezTo>
                  <a:pt x="216" y="9305"/>
                  <a:pt x="198" y="9300"/>
                  <a:pt x="180" y="9292"/>
                </a:cubicBezTo>
                <a:cubicBezTo>
                  <a:pt x="162" y="9285"/>
                  <a:pt x="146" y="9276"/>
                  <a:pt x="130" y="9265"/>
                </a:cubicBezTo>
                <a:cubicBezTo>
                  <a:pt x="114" y="9255"/>
                  <a:pt x="99" y="9243"/>
                  <a:pt x="86" y="9229"/>
                </a:cubicBezTo>
                <a:cubicBezTo>
                  <a:pt x="72" y="9216"/>
                  <a:pt x="60" y="9201"/>
                  <a:pt x="50" y="9185"/>
                </a:cubicBezTo>
                <a:cubicBezTo>
                  <a:pt x="39" y="9169"/>
                  <a:pt x="30" y="9152"/>
                  <a:pt x="23" y="9135"/>
                </a:cubicBezTo>
                <a:cubicBezTo>
                  <a:pt x="15" y="9117"/>
                  <a:pt x="10" y="9099"/>
                  <a:pt x="6" y="9080"/>
                </a:cubicBezTo>
                <a:cubicBezTo>
                  <a:pt x="2" y="9061"/>
                  <a:pt x="0" y="9042"/>
                  <a:pt x="0" y="9023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8" name=""/>
          <p:cNvSpPr/>
          <p:nvPr/>
        </p:nvSpPr>
        <p:spPr>
          <a:xfrm>
            <a:off x="780840" y="2923920"/>
            <a:ext cx="10630440" cy="19440"/>
          </a:xfrm>
          <a:custGeom>
            <a:avLst/>
            <a:gdLst/>
            <a:ahLst/>
            <a:rect l="0" t="0" r="r" b="b"/>
            <a:pathLst>
              <a:path w="29529" h="54">
                <a:moveTo>
                  <a:pt x="0" y="0"/>
                </a:moveTo>
                <a:lnTo>
                  <a:pt x="29529" y="0"/>
                </a:lnTo>
                <a:lnTo>
                  <a:pt x="295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9" name=""/>
          <p:cNvSpPr/>
          <p:nvPr/>
        </p:nvSpPr>
        <p:spPr>
          <a:xfrm>
            <a:off x="610920" y="1383120"/>
            <a:ext cx="397440" cy="396720"/>
          </a:xfrm>
          <a:custGeom>
            <a:avLst/>
            <a:gdLst/>
            <a:ahLst/>
            <a:rect l="0" t="0" r="r" b="b"/>
            <a:pathLst>
              <a:path w="1104" h="1102">
                <a:moveTo>
                  <a:pt x="551" y="1102"/>
                </a:moveTo>
                <a:cubicBezTo>
                  <a:pt x="485" y="1094"/>
                  <a:pt x="419" y="1075"/>
                  <a:pt x="354" y="1045"/>
                </a:cubicBezTo>
                <a:cubicBezTo>
                  <a:pt x="288" y="1014"/>
                  <a:pt x="229" y="971"/>
                  <a:pt x="177" y="916"/>
                </a:cubicBezTo>
                <a:cubicBezTo>
                  <a:pt x="124" y="862"/>
                  <a:pt x="82" y="794"/>
                  <a:pt x="49" y="714"/>
                </a:cubicBezTo>
                <a:cubicBezTo>
                  <a:pt x="17" y="633"/>
                  <a:pt x="0" y="540"/>
                  <a:pt x="0" y="433"/>
                </a:cubicBezTo>
                <a:lnTo>
                  <a:pt x="0" y="381"/>
                </a:lnTo>
                <a:lnTo>
                  <a:pt x="53" y="381"/>
                </a:lnTo>
                <a:cubicBezTo>
                  <a:pt x="101" y="381"/>
                  <a:pt x="153" y="391"/>
                  <a:pt x="208" y="409"/>
                </a:cubicBezTo>
                <a:cubicBezTo>
                  <a:pt x="263" y="428"/>
                  <a:pt x="312" y="452"/>
                  <a:pt x="354" y="482"/>
                </a:cubicBezTo>
                <a:cubicBezTo>
                  <a:pt x="362" y="399"/>
                  <a:pt x="384" y="314"/>
                  <a:pt x="421" y="226"/>
                </a:cubicBezTo>
                <a:cubicBezTo>
                  <a:pt x="457" y="138"/>
                  <a:pt x="501" y="63"/>
                  <a:pt x="551" y="0"/>
                </a:cubicBezTo>
                <a:cubicBezTo>
                  <a:pt x="602" y="63"/>
                  <a:pt x="646" y="138"/>
                  <a:pt x="682" y="226"/>
                </a:cubicBezTo>
                <a:cubicBezTo>
                  <a:pt x="719" y="314"/>
                  <a:pt x="741" y="399"/>
                  <a:pt x="749" y="482"/>
                </a:cubicBezTo>
                <a:cubicBezTo>
                  <a:pt x="791" y="454"/>
                  <a:pt x="839" y="430"/>
                  <a:pt x="895" y="411"/>
                </a:cubicBezTo>
                <a:cubicBezTo>
                  <a:pt x="950" y="391"/>
                  <a:pt x="1002" y="381"/>
                  <a:pt x="1050" y="381"/>
                </a:cubicBezTo>
                <a:lnTo>
                  <a:pt x="1104" y="381"/>
                </a:lnTo>
                <a:lnTo>
                  <a:pt x="1104" y="433"/>
                </a:lnTo>
                <a:cubicBezTo>
                  <a:pt x="1104" y="540"/>
                  <a:pt x="1087" y="633"/>
                  <a:pt x="1054" y="714"/>
                </a:cubicBezTo>
                <a:cubicBezTo>
                  <a:pt x="1021" y="794"/>
                  <a:pt x="979" y="862"/>
                  <a:pt x="926" y="916"/>
                </a:cubicBezTo>
                <a:cubicBezTo>
                  <a:pt x="874" y="971"/>
                  <a:pt x="815" y="1014"/>
                  <a:pt x="749" y="1045"/>
                </a:cubicBezTo>
                <a:cubicBezTo>
                  <a:pt x="684" y="1075"/>
                  <a:pt x="618" y="1094"/>
                  <a:pt x="551" y="1102"/>
                </a:cubicBezTo>
                <a:moveTo>
                  <a:pt x="562" y="1018"/>
                </a:moveTo>
                <a:cubicBezTo>
                  <a:pt x="552" y="847"/>
                  <a:pt x="503" y="717"/>
                  <a:pt x="414" y="629"/>
                </a:cubicBezTo>
                <a:cubicBezTo>
                  <a:pt x="326" y="541"/>
                  <a:pt x="216" y="486"/>
                  <a:pt x="84" y="465"/>
                </a:cubicBezTo>
                <a:cubicBezTo>
                  <a:pt x="96" y="642"/>
                  <a:pt x="148" y="775"/>
                  <a:pt x="239" y="862"/>
                </a:cubicBezTo>
                <a:cubicBezTo>
                  <a:pt x="331" y="949"/>
                  <a:pt x="438" y="1001"/>
                  <a:pt x="562" y="1018"/>
                </a:cubicBezTo>
                <a:moveTo>
                  <a:pt x="550" y="680"/>
                </a:moveTo>
                <a:cubicBezTo>
                  <a:pt x="563" y="656"/>
                  <a:pt x="581" y="631"/>
                  <a:pt x="603" y="603"/>
                </a:cubicBezTo>
                <a:cubicBezTo>
                  <a:pt x="626" y="575"/>
                  <a:pt x="647" y="552"/>
                  <a:pt x="669" y="534"/>
                </a:cubicBezTo>
                <a:cubicBezTo>
                  <a:pt x="673" y="472"/>
                  <a:pt x="664" y="408"/>
                  <a:pt x="641" y="344"/>
                </a:cubicBezTo>
                <a:cubicBezTo>
                  <a:pt x="618" y="280"/>
                  <a:pt x="588" y="213"/>
                  <a:pt x="551" y="144"/>
                </a:cubicBezTo>
                <a:cubicBezTo>
                  <a:pt x="515" y="213"/>
                  <a:pt x="485" y="280"/>
                  <a:pt x="462" y="344"/>
                </a:cubicBezTo>
                <a:cubicBezTo>
                  <a:pt x="439" y="408"/>
                  <a:pt x="430" y="472"/>
                  <a:pt x="434" y="534"/>
                </a:cubicBezTo>
                <a:cubicBezTo>
                  <a:pt x="455" y="552"/>
                  <a:pt x="477" y="575"/>
                  <a:pt x="498" y="603"/>
                </a:cubicBezTo>
                <a:cubicBezTo>
                  <a:pt x="520" y="631"/>
                  <a:pt x="537" y="656"/>
                  <a:pt x="550" y="680"/>
                </a:cubicBezTo>
                <a:moveTo>
                  <a:pt x="645" y="994"/>
                </a:moveTo>
                <a:cubicBezTo>
                  <a:pt x="688" y="979"/>
                  <a:pt x="731" y="958"/>
                  <a:pt x="774" y="932"/>
                </a:cubicBezTo>
                <a:cubicBezTo>
                  <a:pt x="817" y="907"/>
                  <a:pt x="855" y="873"/>
                  <a:pt x="890" y="832"/>
                </a:cubicBezTo>
                <a:cubicBezTo>
                  <a:pt x="924" y="790"/>
                  <a:pt x="953" y="740"/>
                  <a:pt x="977" y="679"/>
                </a:cubicBezTo>
                <a:cubicBezTo>
                  <a:pt x="1000" y="619"/>
                  <a:pt x="1014" y="548"/>
                  <a:pt x="1019" y="465"/>
                </a:cubicBezTo>
                <a:cubicBezTo>
                  <a:pt x="921" y="481"/>
                  <a:pt x="835" y="515"/>
                  <a:pt x="761" y="569"/>
                </a:cubicBezTo>
                <a:cubicBezTo>
                  <a:pt x="687" y="623"/>
                  <a:pt x="632" y="689"/>
                  <a:pt x="597" y="768"/>
                </a:cubicBezTo>
                <a:cubicBezTo>
                  <a:pt x="608" y="803"/>
                  <a:pt x="618" y="838"/>
                  <a:pt x="626" y="874"/>
                </a:cubicBezTo>
                <a:cubicBezTo>
                  <a:pt x="634" y="909"/>
                  <a:pt x="641" y="949"/>
                  <a:pt x="645" y="994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370" name=""/>
          <p:cNvPicPr/>
          <p:nvPr/>
        </p:nvPicPr>
        <p:blipFill>
          <a:blip r:embed="rId1"/>
          <a:stretch/>
        </p:blipFill>
        <p:spPr>
          <a:xfrm>
            <a:off x="781200" y="26575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"/>
          <p:cNvSpPr txBox="1"/>
          <p:nvPr/>
        </p:nvSpPr>
        <p:spPr>
          <a:xfrm>
            <a:off x="1047600" y="1491840"/>
            <a:ext cx="30711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の哲学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933480" y="2577240"/>
            <a:ext cx="24044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「重力からの解放」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781200" y="3126960"/>
            <a:ext cx="10389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開発者は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「何を創るか（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What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）」に集中すべき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。環境構築、定型作業、ドキュメント、デザイン素材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4" name=""/>
          <p:cNvSpPr/>
          <p:nvPr/>
        </p:nvSpPr>
        <p:spPr>
          <a:xfrm>
            <a:off x="62172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42" y="676"/>
                </a:moveTo>
                <a:lnTo>
                  <a:pt x="442" y="2131"/>
                </a:lnTo>
                <a:cubicBezTo>
                  <a:pt x="442" y="2173"/>
                  <a:pt x="450" y="2213"/>
                  <a:pt x="466" y="2252"/>
                </a:cubicBezTo>
                <a:cubicBezTo>
                  <a:pt x="482" y="2291"/>
                  <a:pt x="505" y="2326"/>
                  <a:pt x="535" y="2355"/>
                </a:cubicBezTo>
                <a:cubicBezTo>
                  <a:pt x="565" y="2385"/>
                  <a:pt x="599" y="2408"/>
                  <a:pt x="638" y="2424"/>
                </a:cubicBezTo>
                <a:cubicBezTo>
                  <a:pt x="677" y="2440"/>
                  <a:pt x="717" y="2448"/>
                  <a:pt x="760" y="2448"/>
                </a:cubicBezTo>
                <a:lnTo>
                  <a:pt x="6714" y="2448"/>
                </a:lnTo>
                <a:cubicBezTo>
                  <a:pt x="6756" y="2448"/>
                  <a:pt x="6796" y="2440"/>
                  <a:pt x="6835" y="2424"/>
                </a:cubicBezTo>
                <a:cubicBezTo>
                  <a:pt x="6874" y="2408"/>
                  <a:pt x="6908" y="2385"/>
                  <a:pt x="6938" y="2355"/>
                </a:cubicBezTo>
                <a:cubicBezTo>
                  <a:pt x="6968" y="2326"/>
                  <a:pt x="6991" y="2291"/>
                  <a:pt x="7007" y="2252"/>
                </a:cubicBezTo>
                <a:cubicBezTo>
                  <a:pt x="7023" y="2213"/>
                  <a:pt x="7031" y="2173"/>
                  <a:pt x="7031" y="2131"/>
                </a:cubicBezTo>
                <a:lnTo>
                  <a:pt x="7031" y="676"/>
                </a:lnTo>
                <a:cubicBezTo>
                  <a:pt x="7031" y="633"/>
                  <a:pt x="7023" y="593"/>
                  <a:pt x="7007" y="554"/>
                </a:cubicBezTo>
                <a:cubicBezTo>
                  <a:pt x="6991" y="515"/>
                  <a:pt x="6968" y="481"/>
                  <a:pt x="6938" y="451"/>
                </a:cubicBezTo>
                <a:cubicBezTo>
                  <a:pt x="6908" y="421"/>
                  <a:pt x="6874" y="398"/>
                  <a:pt x="6835" y="382"/>
                </a:cubicBezTo>
                <a:cubicBezTo>
                  <a:pt x="6796" y="366"/>
                  <a:pt x="6756" y="358"/>
                  <a:pt x="6714" y="358"/>
                </a:cubicBezTo>
                <a:lnTo>
                  <a:pt x="760" y="358"/>
                </a:lnTo>
                <a:cubicBezTo>
                  <a:pt x="717" y="358"/>
                  <a:pt x="677" y="366"/>
                  <a:pt x="638" y="382"/>
                </a:cubicBezTo>
                <a:cubicBezTo>
                  <a:pt x="599" y="398"/>
                  <a:pt x="565" y="421"/>
                  <a:pt x="535" y="451"/>
                </a:cubicBezTo>
                <a:cubicBezTo>
                  <a:pt x="505" y="481"/>
                  <a:pt x="482" y="515"/>
                  <a:pt x="466" y="554"/>
                </a:cubicBezTo>
                <a:cubicBezTo>
                  <a:pt x="450" y="593"/>
                  <a:pt x="442" y="633"/>
                  <a:pt x="442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75" name=""/>
          <p:cNvSpPr/>
          <p:nvPr/>
        </p:nvSpPr>
        <p:spPr>
          <a:xfrm>
            <a:off x="79056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1" y="254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1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1" y="5"/>
                </a:cubicBezTo>
                <a:cubicBezTo>
                  <a:pt x="6320" y="9"/>
                  <a:pt x="6338" y="14"/>
                  <a:pt x="6356" y="22"/>
                </a:cubicBezTo>
                <a:cubicBezTo>
                  <a:pt x="6374" y="29"/>
                  <a:pt x="6391" y="38"/>
                  <a:pt x="6406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6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6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6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8" y="2023"/>
                  <a:pt x="6320" y="2029"/>
                  <a:pt x="6301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1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4" y="1841"/>
                  <a:pt x="9" y="1822"/>
                  <a:pt x="5" y="1804"/>
                </a:cubicBezTo>
                <a:cubicBezTo>
                  <a:pt x="1" y="1785"/>
                  <a:pt x="0" y="1766"/>
                  <a:pt x="0" y="174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6" name=""/>
          <p:cNvSpPr/>
          <p:nvPr/>
        </p:nvSpPr>
        <p:spPr>
          <a:xfrm>
            <a:off x="79056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1" y="254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1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1" y="5"/>
                </a:cubicBezTo>
                <a:cubicBezTo>
                  <a:pt x="6320" y="9"/>
                  <a:pt x="6338" y="14"/>
                  <a:pt x="6356" y="22"/>
                </a:cubicBezTo>
                <a:cubicBezTo>
                  <a:pt x="6374" y="29"/>
                  <a:pt x="6391" y="38"/>
                  <a:pt x="6406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6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6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6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8" y="2023"/>
                  <a:pt x="6320" y="2029"/>
                  <a:pt x="6301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1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4" y="1841"/>
                  <a:pt x="9" y="1822"/>
                  <a:pt x="5" y="1804"/>
                </a:cubicBezTo>
                <a:cubicBezTo>
                  <a:pt x="1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7" name=""/>
          <p:cNvSpPr/>
          <p:nvPr/>
        </p:nvSpPr>
        <p:spPr>
          <a:xfrm>
            <a:off x="1001520" y="41637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24" y="839"/>
                </a:moveTo>
                <a:lnTo>
                  <a:pt x="303" y="707"/>
                </a:lnTo>
                <a:cubicBezTo>
                  <a:pt x="289" y="702"/>
                  <a:pt x="275" y="696"/>
                  <a:pt x="261" y="687"/>
                </a:cubicBezTo>
                <a:cubicBezTo>
                  <a:pt x="246" y="679"/>
                  <a:pt x="233" y="670"/>
                  <a:pt x="222" y="661"/>
                </a:cubicBezTo>
                <a:lnTo>
                  <a:pt x="97" y="718"/>
                </a:lnTo>
                <a:lnTo>
                  <a:pt x="0" y="545"/>
                </a:lnTo>
                <a:lnTo>
                  <a:pt x="113" y="462"/>
                </a:lnTo>
                <a:cubicBezTo>
                  <a:pt x="112" y="456"/>
                  <a:pt x="111" y="449"/>
                  <a:pt x="111" y="441"/>
                </a:cubicBezTo>
                <a:cubicBezTo>
                  <a:pt x="110" y="433"/>
                  <a:pt x="110" y="425"/>
                  <a:pt x="110" y="419"/>
                </a:cubicBezTo>
                <a:cubicBezTo>
                  <a:pt x="110" y="413"/>
                  <a:pt x="110" y="406"/>
                  <a:pt x="111" y="398"/>
                </a:cubicBezTo>
                <a:cubicBezTo>
                  <a:pt x="111" y="390"/>
                  <a:pt x="112" y="382"/>
                  <a:pt x="113" y="376"/>
                </a:cubicBezTo>
                <a:lnTo>
                  <a:pt x="0" y="293"/>
                </a:lnTo>
                <a:lnTo>
                  <a:pt x="97" y="122"/>
                </a:lnTo>
                <a:lnTo>
                  <a:pt x="222" y="178"/>
                </a:lnTo>
                <a:cubicBezTo>
                  <a:pt x="233" y="169"/>
                  <a:pt x="246" y="160"/>
                  <a:pt x="261" y="152"/>
                </a:cubicBezTo>
                <a:cubicBezTo>
                  <a:pt x="275" y="144"/>
                  <a:pt x="289" y="137"/>
                  <a:pt x="303" y="133"/>
                </a:cubicBezTo>
                <a:lnTo>
                  <a:pt x="324" y="0"/>
                </a:lnTo>
                <a:lnTo>
                  <a:pt x="516" y="0"/>
                </a:lnTo>
                <a:lnTo>
                  <a:pt x="537" y="132"/>
                </a:lnTo>
                <a:cubicBezTo>
                  <a:pt x="551" y="137"/>
                  <a:pt x="565" y="144"/>
                  <a:pt x="580" y="152"/>
                </a:cubicBezTo>
                <a:cubicBezTo>
                  <a:pt x="595" y="160"/>
                  <a:pt x="607" y="168"/>
                  <a:pt x="618" y="178"/>
                </a:cubicBezTo>
                <a:lnTo>
                  <a:pt x="741" y="122"/>
                </a:lnTo>
                <a:lnTo>
                  <a:pt x="839" y="293"/>
                </a:lnTo>
                <a:lnTo>
                  <a:pt x="726" y="374"/>
                </a:lnTo>
                <a:cubicBezTo>
                  <a:pt x="727" y="381"/>
                  <a:pt x="728" y="389"/>
                  <a:pt x="728" y="397"/>
                </a:cubicBezTo>
                <a:cubicBezTo>
                  <a:pt x="729" y="405"/>
                  <a:pt x="729" y="412"/>
                  <a:pt x="729" y="419"/>
                </a:cubicBezTo>
                <a:cubicBezTo>
                  <a:pt x="729" y="426"/>
                  <a:pt x="729" y="433"/>
                  <a:pt x="728" y="441"/>
                </a:cubicBezTo>
                <a:cubicBezTo>
                  <a:pt x="728" y="449"/>
                  <a:pt x="727" y="456"/>
                  <a:pt x="726" y="463"/>
                </a:cubicBezTo>
                <a:lnTo>
                  <a:pt x="839" y="545"/>
                </a:lnTo>
                <a:lnTo>
                  <a:pt x="741" y="718"/>
                </a:lnTo>
                <a:lnTo>
                  <a:pt x="618" y="661"/>
                </a:lnTo>
                <a:cubicBezTo>
                  <a:pt x="607" y="670"/>
                  <a:pt x="594" y="679"/>
                  <a:pt x="580" y="688"/>
                </a:cubicBezTo>
                <a:cubicBezTo>
                  <a:pt x="565" y="696"/>
                  <a:pt x="551" y="703"/>
                  <a:pt x="537" y="707"/>
                </a:cubicBezTo>
                <a:lnTo>
                  <a:pt x="516" y="839"/>
                </a:lnTo>
                <a:lnTo>
                  <a:pt x="324" y="839"/>
                </a:lnTo>
                <a:moveTo>
                  <a:pt x="374" y="776"/>
                </a:moveTo>
                <a:lnTo>
                  <a:pt x="466" y="776"/>
                </a:lnTo>
                <a:lnTo>
                  <a:pt x="481" y="659"/>
                </a:lnTo>
                <a:cubicBezTo>
                  <a:pt x="504" y="653"/>
                  <a:pt x="526" y="645"/>
                  <a:pt x="546" y="633"/>
                </a:cubicBezTo>
                <a:cubicBezTo>
                  <a:pt x="567" y="621"/>
                  <a:pt x="585" y="607"/>
                  <a:pt x="602" y="590"/>
                </a:cubicBezTo>
                <a:lnTo>
                  <a:pt x="713" y="638"/>
                </a:lnTo>
                <a:lnTo>
                  <a:pt x="755" y="562"/>
                </a:lnTo>
                <a:lnTo>
                  <a:pt x="657" y="489"/>
                </a:lnTo>
                <a:cubicBezTo>
                  <a:pt x="659" y="477"/>
                  <a:pt x="662" y="466"/>
                  <a:pt x="663" y="454"/>
                </a:cubicBezTo>
                <a:cubicBezTo>
                  <a:pt x="665" y="443"/>
                  <a:pt x="666" y="431"/>
                  <a:pt x="666" y="419"/>
                </a:cubicBezTo>
                <a:cubicBezTo>
                  <a:pt x="666" y="407"/>
                  <a:pt x="665" y="396"/>
                  <a:pt x="664" y="384"/>
                </a:cubicBezTo>
                <a:cubicBezTo>
                  <a:pt x="663" y="373"/>
                  <a:pt x="660" y="361"/>
                  <a:pt x="657" y="349"/>
                </a:cubicBezTo>
                <a:lnTo>
                  <a:pt x="755" y="277"/>
                </a:lnTo>
                <a:lnTo>
                  <a:pt x="713" y="201"/>
                </a:lnTo>
                <a:lnTo>
                  <a:pt x="602" y="249"/>
                </a:lnTo>
                <a:cubicBezTo>
                  <a:pt x="586" y="231"/>
                  <a:pt x="568" y="216"/>
                  <a:pt x="548" y="204"/>
                </a:cubicBezTo>
                <a:cubicBezTo>
                  <a:pt x="527" y="192"/>
                  <a:pt x="505" y="184"/>
                  <a:pt x="481" y="180"/>
                </a:cubicBezTo>
                <a:lnTo>
                  <a:pt x="466" y="63"/>
                </a:lnTo>
                <a:lnTo>
                  <a:pt x="374" y="63"/>
                </a:lnTo>
                <a:lnTo>
                  <a:pt x="359" y="180"/>
                </a:lnTo>
                <a:cubicBezTo>
                  <a:pt x="335" y="185"/>
                  <a:pt x="313" y="194"/>
                  <a:pt x="293" y="205"/>
                </a:cubicBezTo>
                <a:cubicBezTo>
                  <a:pt x="272" y="217"/>
                  <a:pt x="254" y="232"/>
                  <a:pt x="238" y="249"/>
                </a:cubicBezTo>
                <a:lnTo>
                  <a:pt x="126" y="201"/>
                </a:lnTo>
                <a:lnTo>
                  <a:pt x="84" y="277"/>
                </a:lnTo>
                <a:lnTo>
                  <a:pt x="183" y="349"/>
                </a:lnTo>
                <a:cubicBezTo>
                  <a:pt x="180" y="361"/>
                  <a:pt x="178" y="373"/>
                  <a:pt x="176" y="384"/>
                </a:cubicBezTo>
                <a:cubicBezTo>
                  <a:pt x="175" y="396"/>
                  <a:pt x="174" y="407"/>
                  <a:pt x="174" y="419"/>
                </a:cubicBezTo>
                <a:cubicBezTo>
                  <a:pt x="174" y="431"/>
                  <a:pt x="175" y="443"/>
                  <a:pt x="176" y="454"/>
                </a:cubicBezTo>
                <a:cubicBezTo>
                  <a:pt x="178" y="466"/>
                  <a:pt x="180" y="477"/>
                  <a:pt x="183" y="489"/>
                </a:cubicBezTo>
                <a:lnTo>
                  <a:pt x="84" y="562"/>
                </a:lnTo>
                <a:lnTo>
                  <a:pt x="126" y="638"/>
                </a:lnTo>
                <a:lnTo>
                  <a:pt x="238" y="590"/>
                </a:lnTo>
                <a:cubicBezTo>
                  <a:pt x="254" y="607"/>
                  <a:pt x="273" y="621"/>
                  <a:pt x="294" y="633"/>
                </a:cubicBezTo>
                <a:cubicBezTo>
                  <a:pt x="314" y="645"/>
                  <a:pt x="336" y="653"/>
                  <a:pt x="359" y="659"/>
                </a:cubicBezTo>
                <a:lnTo>
                  <a:pt x="374" y="776"/>
                </a:lnTo>
                <a:moveTo>
                  <a:pt x="420" y="555"/>
                </a:moveTo>
                <a:cubicBezTo>
                  <a:pt x="458" y="555"/>
                  <a:pt x="490" y="542"/>
                  <a:pt x="516" y="515"/>
                </a:cubicBezTo>
                <a:cubicBezTo>
                  <a:pt x="543" y="489"/>
                  <a:pt x="556" y="457"/>
                  <a:pt x="556" y="419"/>
                </a:cubicBezTo>
                <a:cubicBezTo>
                  <a:pt x="556" y="381"/>
                  <a:pt x="543" y="349"/>
                  <a:pt x="516" y="323"/>
                </a:cubicBezTo>
                <a:cubicBezTo>
                  <a:pt x="490" y="296"/>
                  <a:pt x="458" y="283"/>
                  <a:pt x="420" y="283"/>
                </a:cubicBezTo>
                <a:cubicBezTo>
                  <a:pt x="382" y="283"/>
                  <a:pt x="350" y="296"/>
                  <a:pt x="324" y="323"/>
                </a:cubicBezTo>
                <a:cubicBezTo>
                  <a:pt x="297" y="349"/>
                  <a:pt x="284" y="381"/>
                  <a:pt x="284" y="419"/>
                </a:cubicBezTo>
                <a:cubicBezTo>
                  <a:pt x="284" y="457"/>
                  <a:pt x="297" y="489"/>
                  <a:pt x="324" y="515"/>
                </a:cubicBezTo>
                <a:cubicBezTo>
                  <a:pt x="350" y="542"/>
                  <a:pt x="382" y="555"/>
                  <a:pt x="420" y="555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81200" y="3488760"/>
            <a:ext cx="3417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──これらはすべて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に任せる。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9" name=""/>
          <p:cNvSpPr/>
          <p:nvPr/>
        </p:nvSpPr>
        <p:spPr>
          <a:xfrm>
            <a:off x="309060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37" y="676"/>
                </a:moveTo>
                <a:lnTo>
                  <a:pt x="437" y="2131"/>
                </a:lnTo>
                <a:cubicBezTo>
                  <a:pt x="437" y="2173"/>
                  <a:pt x="445" y="2213"/>
                  <a:pt x="461" y="2252"/>
                </a:cubicBezTo>
                <a:cubicBezTo>
                  <a:pt x="477" y="2291"/>
                  <a:pt x="500" y="2326"/>
                  <a:pt x="530" y="2355"/>
                </a:cubicBezTo>
                <a:cubicBezTo>
                  <a:pt x="560" y="2385"/>
                  <a:pt x="594" y="2408"/>
                  <a:pt x="633" y="2424"/>
                </a:cubicBezTo>
                <a:cubicBezTo>
                  <a:pt x="672" y="2440"/>
                  <a:pt x="712" y="2448"/>
                  <a:pt x="754" y="2448"/>
                </a:cubicBezTo>
                <a:lnTo>
                  <a:pt x="6708" y="2448"/>
                </a:lnTo>
                <a:cubicBezTo>
                  <a:pt x="6751" y="2448"/>
                  <a:pt x="6791" y="2440"/>
                  <a:pt x="6830" y="2424"/>
                </a:cubicBezTo>
                <a:cubicBezTo>
                  <a:pt x="6869" y="2408"/>
                  <a:pt x="6903" y="2385"/>
                  <a:pt x="6933" y="2355"/>
                </a:cubicBezTo>
                <a:cubicBezTo>
                  <a:pt x="6963" y="2326"/>
                  <a:pt x="6986" y="2291"/>
                  <a:pt x="7002" y="2252"/>
                </a:cubicBezTo>
                <a:cubicBezTo>
                  <a:pt x="7018" y="2213"/>
                  <a:pt x="7026" y="2173"/>
                  <a:pt x="7026" y="2131"/>
                </a:cubicBezTo>
                <a:lnTo>
                  <a:pt x="7026" y="676"/>
                </a:lnTo>
                <a:cubicBezTo>
                  <a:pt x="7026" y="633"/>
                  <a:pt x="7018" y="593"/>
                  <a:pt x="7002" y="554"/>
                </a:cubicBezTo>
                <a:cubicBezTo>
                  <a:pt x="6986" y="515"/>
                  <a:pt x="6963" y="481"/>
                  <a:pt x="6933" y="451"/>
                </a:cubicBezTo>
                <a:cubicBezTo>
                  <a:pt x="6903" y="421"/>
                  <a:pt x="6869" y="398"/>
                  <a:pt x="6830" y="382"/>
                </a:cubicBezTo>
                <a:cubicBezTo>
                  <a:pt x="6791" y="366"/>
                  <a:pt x="6751" y="358"/>
                  <a:pt x="6708" y="358"/>
                </a:cubicBezTo>
                <a:lnTo>
                  <a:pt x="754" y="358"/>
                </a:lnTo>
                <a:cubicBezTo>
                  <a:pt x="712" y="358"/>
                  <a:pt x="672" y="366"/>
                  <a:pt x="633" y="382"/>
                </a:cubicBezTo>
                <a:cubicBezTo>
                  <a:pt x="594" y="398"/>
                  <a:pt x="560" y="421"/>
                  <a:pt x="530" y="451"/>
                </a:cubicBezTo>
                <a:cubicBezTo>
                  <a:pt x="500" y="481"/>
                  <a:pt x="477" y="515"/>
                  <a:pt x="461" y="554"/>
                </a:cubicBezTo>
                <a:cubicBezTo>
                  <a:pt x="445" y="593"/>
                  <a:pt x="437" y="633"/>
                  <a:pt x="437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0" name=""/>
          <p:cNvSpPr/>
          <p:nvPr/>
        </p:nvSpPr>
        <p:spPr>
          <a:xfrm>
            <a:off x="325728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5" y="0"/>
                  <a:pt x="6283" y="1"/>
                  <a:pt x="6302" y="5"/>
                </a:cubicBezTo>
                <a:cubicBezTo>
                  <a:pt x="6321" y="9"/>
                  <a:pt x="6339" y="14"/>
                  <a:pt x="6357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3" y="59"/>
                  <a:pt x="6438" y="71"/>
                  <a:pt x="6451" y="85"/>
                </a:cubicBezTo>
                <a:cubicBezTo>
                  <a:pt x="6465" y="98"/>
                  <a:pt x="6477" y="113"/>
                  <a:pt x="6487" y="130"/>
                </a:cubicBezTo>
                <a:cubicBezTo>
                  <a:pt x="6498" y="146"/>
                  <a:pt x="6507" y="163"/>
                  <a:pt x="6514" y="180"/>
                </a:cubicBezTo>
                <a:cubicBezTo>
                  <a:pt x="6522" y="198"/>
                  <a:pt x="6527" y="216"/>
                  <a:pt x="6531" y="235"/>
                </a:cubicBezTo>
                <a:cubicBezTo>
                  <a:pt x="6535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5" y="1785"/>
                  <a:pt x="6531" y="1804"/>
                </a:cubicBezTo>
                <a:cubicBezTo>
                  <a:pt x="6527" y="1822"/>
                  <a:pt x="6522" y="1841"/>
                  <a:pt x="6514" y="1858"/>
                </a:cubicBezTo>
                <a:cubicBezTo>
                  <a:pt x="6507" y="1876"/>
                  <a:pt x="6498" y="1893"/>
                  <a:pt x="6487" y="1908"/>
                </a:cubicBezTo>
                <a:cubicBezTo>
                  <a:pt x="6477" y="1924"/>
                  <a:pt x="6465" y="1939"/>
                  <a:pt x="6451" y="1953"/>
                </a:cubicBezTo>
                <a:cubicBezTo>
                  <a:pt x="6438" y="1966"/>
                  <a:pt x="6423" y="1978"/>
                  <a:pt x="6407" y="1989"/>
                </a:cubicBezTo>
                <a:cubicBezTo>
                  <a:pt x="6391" y="1999"/>
                  <a:pt x="6374" y="2008"/>
                  <a:pt x="6357" y="2016"/>
                </a:cubicBezTo>
                <a:cubicBezTo>
                  <a:pt x="6339" y="2023"/>
                  <a:pt x="6321" y="2029"/>
                  <a:pt x="6302" y="2032"/>
                </a:cubicBezTo>
                <a:cubicBezTo>
                  <a:pt x="6283" y="2036"/>
                  <a:pt x="6265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5" y="1999"/>
                  <a:pt x="130" y="1989"/>
                </a:cubicBezTo>
                <a:cubicBezTo>
                  <a:pt x="114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9" y="1893"/>
                  <a:pt x="30" y="1876"/>
                  <a:pt x="22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1" name=""/>
          <p:cNvSpPr/>
          <p:nvPr/>
        </p:nvSpPr>
        <p:spPr>
          <a:xfrm>
            <a:off x="325728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5" y="0"/>
                  <a:pt x="6283" y="1"/>
                  <a:pt x="6302" y="5"/>
                </a:cubicBezTo>
                <a:cubicBezTo>
                  <a:pt x="6321" y="9"/>
                  <a:pt x="6339" y="14"/>
                  <a:pt x="6357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3" y="59"/>
                  <a:pt x="6438" y="71"/>
                  <a:pt x="6451" y="85"/>
                </a:cubicBezTo>
                <a:cubicBezTo>
                  <a:pt x="6465" y="98"/>
                  <a:pt x="6477" y="113"/>
                  <a:pt x="6487" y="130"/>
                </a:cubicBezTo>
                <a:cubicBezTo>
                  <a:pt x="6498" y="146"/>
                  <a:pt x="6507" y="163"/>
                  <a:pt x="6514" y="180"/>
                </a:cubicBezTo>
                <a:cubicBezTo>
                  <a:pt x="6522" y="198"/>
                  <a:pt x="6527" y="216"/>
                  <a:pt x="6531" y="235"/>
                </a:cubicBezTo>
                <a:cubicBezTo>
                  <a:pt x="6535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5" y="1785"/>
                  <a:pt x="6531" y="1804"/>
                </a:cubicBezTo>
                <a:cubicBezTo>
                  <a:pt x="6527" y="1822"/>
                  <a:pt x="6522" y="1841"/>
                  <a:pt x="6514" y="1858"/>
                </a:cubicBezTo>
                <a:cubicBezTo>
                  <a:pt x="6507" y="1876"/>
                  <a:pt x="6498" y="1893"/>
                  <a:pt x="6487" y="1908"/>
                </a:cubicBezTo>
                <a:cubicBezTo>
                  <a:pt x="6477" y="1924"/>
                  <a:pt x="6465" y="1939"/>
                  <a:pt x="6451" y="1953"/>
                </a:cubicBezTo>
                <a:cubicBezTo>
                  <a:pt x="6438" y="1966"/>
                  <a:pt x="6423" y="1978"/>
                  <a:pt x="6407" y="1989"/>
                </a:cubicBezTo>
                <a:cubicBezTo>
                  <a:pt x="6391" y="1999"/>
                  <a:pt x="6374" y="2008"/>
                  <a:pt x="6357" y="2016"/>
                </a:cubicBezTo>
                <a:cubicBezTo>
                  <a:pt x="6339" y="2023"/>
                  <a:pt x="6321" y="2029"/>
                  <a:pt x="6302" y="2032"/>
                </a:cubicBezTo>
                <a:cubicBezTo>
                  <a:pt x="6283" y="2036"/>
                  <a:pt x="6265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5" y="1999"/>
                  <a:pt x="130" y="1989"/>
                </a:cubicBezTo>
                <a:cubicBezTo>
                  <a:pt x="114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9" y="1893"/>
                  <a:pt x="30" y="1876"/>
                  <a:pt x="22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2" name=""/>
          <p:cNvSpPr/>
          <p:nvPr/>
        </p:nvSpPr>
        <p:spPr>
          <a:xfrm>
            <a:off x="3483720" y="4163760"/>
            <a:ext cx="271800" cy="302040"/>
          </a:xfrm>
          <a:custGeom>
            <a:avLst/>
            <a:gdLst/>
            <a:ahLst/>
            <a:rect l="0" t="0" r="r" b="b"/>
            <a:pathLst>
              <a:path w="755" h="839">
                <a:moveTo>
                  <a:pt x="167" y="839"/>
                </a:moveTo>
                <a:lnTo>
                  <a:pt x="0" y="671"/>
                </a:lnTo>
                <a:lnTo>
                  <a:pt x="167" y="503"/>
                </a:lnTo>
                <a:lnTo>
                  <a:pt x="211" y="549"/>
                </a:lnTo>
                <a:lnTo>
                  <a:pt x="121" y="640"/>
                </a:lnTo>
                <a:lnTo>
                  <a:pt x="608" y="640"/>
                </a:lnTo>
                <a:lnTo>
                  <a:pt x="608" y="471"/>
                </a:lnTo>
                <a:lnTo>
                  <a:pt x="671" y="471"/>
                </a:lnTo>
                <a:lnTo>
                  <a:pt x="671" y="703"/>
                </a:lnTo>
                <a:lnTo>
                  <a:pt x="121" y="703"/>
                </a:lnTo>
                <a:lnTo>
                  <a:pt x="211" y="793"/>
                </a:lnTo>
                <a:lnTo>
                  <a:pt x="167" y="839"/>
                </a:lnTo>
                <a:moveTo>
                  <a:pt x="83" y="367"/>
                </a:moveTo>
                <a:lnTo>
                  <a:pt x="83" y="136"/>
                </a:lnTo>
                <a:lnTo>
                  <a:pt x="633" y="136"/>
                </a:lnTo>
                <a:lnTo>
                  <a:pt x="543" y="46"/>
                </a:lnTo>
                <a:lnTo>
                  <a:pt x="587" y="0"/>
                </a:lnTo>
                <a:lnTo>
                  <a:pt x="755" y="168"/>
                </a:lnTo>
                <a:lnTo>
                  <a:pt x="587" y="335"/>
                </a:lnTo>
                <a:lnTo>
                  <a:pt x="543" y="289"/>
                </a:lnTo>
                <a:lnTo>
                  <a:pt x="633" y="199"/>
                </a:lnTo>
                <a:lnTo>
                  <a:pt x="146" y="199"/>
                </a:lnTo>
                <a:lnTo>
                  <a:pt x="146" y="367"/>
                </a:lnTo>
                <a:lnTo>
                  <a:pt x="83" y="367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33344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環境構築→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4" name=""/>
          <p:cNvSpPr/>
          <p:nvPr/>
        </p:nvSpPr>
        <p:spPr>
          <a:xfrm>
            <a:off x="5556240" y="3852360"/>
            <a:ext cx="3146040" cy="1067400"/>
          </a:xfrm>
          <a:custGeom>
            <a:avLst/>
            <a:gdLst/>
            <a:ahLst/>
            <a:rect l="0" t="0" r="r" b="b"/>
            <a:pathLst>
              <a:path w="8739" h="2965">
                <a:moveTo>
                  <a:pt x="440" y="676"/>
                </a:moveTo>
                <a:lnTo>
                  <a:pt x="440" y="2131"/>
                </a:lnTo>
                <a:cubicBezTo>
                  <a:pt x="440" y="2173"/>
                  <a:pt x="449" y="2213"/>
                  <a:pt x="465" y="2252"/>
                </a:cubicBezTo>
                <a:cubicBezTo>
                  <a:pt x="481" y="2291"/>
                  <a:pt x="504" y="2326"/>
                  <a:pt x="533" y="2355"/>
                </a:cubicBezTo>
                <a:cubicBezTo>
                  <a:pt x="563" y="2385"/>
                  <a:pt x="598" y="2408"/>
                  <a:pt x="636" y="2424"/>
                </a:cubicBezTo>
                <a:cubicBezTo>
                  <a:pt x="675" y="2440"/>
                  <a:pt x="716" y="2448"/>
                  <a:pt x="758" y="2448"/>
                </a:cubicBezTo>
                <a:lnTo>
                  <a:pt x="7982" y="2448"/>
                </a:lnTo>
                <a:cubicBezTo>
                  <a:pt x="8024" y="2448"/>
                  <a:pt x="8065" y="2440"/>
                  <a:pt x="8104" y="2424"/>
                </a:cubicBezTo>
                <a:cubicBezTo>
                  <a:pt x="8143" y="2408"/>
                  <a:pt x="8177" y="2385"/>
                  <a:pt x="8207" y="2355"/>
                </a:cubicBezTo>
                <a:cubicBezTo>
                  <a:pt x="8236" y="2326"/>
                  <a:pt x="8259" y="2291"/>
                  <a:pt x="8275" y="2252"/>
                </a:cubicBezTo>
                <a:cubicBezTo>
                  <a:pt x="8292" y="2213"/>
                  <a:pt x="8300" y="2173"/>
                  <a:pt x="8300" y="2131"/>
                </a:cubicBezTo>
                <a:lnTo>
                  <a:pt x="8300" y="676"/>
                </a:lnTo>
                <a:cubicBezTo>
                  <a:pt x="8300" y="633"/>
                  <a:pt x="8292" y="593"/>
                  <a:pt x="8275" y="554"/>
                </a:cubicBezTo>
                <a:cubicBezTo>
                  <a:pt x="8259" y="515"/>
                  <a:pt x="8236" y="481"/>
                  <a:pt x="8207" y="451"/>
                </a:cubicBezTo>
                <a:cubicBezTo>
                  <a:pt x="8177" y="421"/>
                  <a:pt x="8143" y="398"/>
                  <a:pt x="8104" y="382"/>
                </a:cubicBezTo>
                <a:cubicBezTo>
                  <a:pt x="8065" y="366"/>
                  <a:pt x="8024" y="358"/>
                  <a:pt x="7982" y="358"/>
                </a:cubicBezTo>
                <a:lnTo>
                  <a:pt x="758" y="358"/>
                </a:lnTo>
                <a:cubicBezTo>
                  <a:pt x="716" y="358"/>
                  <a:pt x="675" y="366"/>
                  <a:pt x="636" y="382"/>
                </a:cubicBezTo>
                <a:cubicBezTo>
                  <a:pt x="598" y="398"/>
                  <a:pt x="563" y="421"/>
                  <a:pt x="533" y="451"/>
                </a:cubicBezTo>
                <a:cubicBezTo>
                  <a:pt x="504" y="481"/>
                  <a:pt x="481" y="515"/>
                  <a:pt x="465" y="554"/>
                </a:cubicBezTo>
                <a:cubicBezTo>
                  <a:pt x="449" y="593"/>
                  <a:pt x="440" y="633"/>
                  <a:pt x="440" y="676"/>
                </a:cubicBezTo>
                <a:moveTo>
                  <a:pt x="0" y="0"/>
                </a:moveTo>
                <a:lnTo>
                  <a:pt x="8739" y="0"/>
                </a:lnTo>
                <a:lnTo>
                  <a:pt x="8739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5" name=""/>
          <p:cNvSpPr/>
          <p:nvPr/>
        </p:nvSpPr>
        <p:spPr>
          <a:xfrm>
            <a:off x="5724360" y="3990960"/>
            <a:ext cx="2810160" cy="733680"/>
          </a:xfrm>
          <a:custGeom>
            <a:avLst/>
            <a:gdLst/>
            <a:ahLst/>
            <a:rect l="0" t="0" r="r" b="b"/>
            <a:pathLst>
              <a:path w="780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5" y="0"/>
                </a:lnTo>
                <a:cubicBezTo>
                  <a:pt x="7534" y="0"/>
                  <a:pt x="7553" y="1"/>
                  <a:pt x="7572" y="5"/>
                </a:cubicBezTo>
                <a:cubicBezTo>
                  <a:pt x="7591" y="9"/>
                  <a:pt x="7609" y="14"/>
                  <a:pt x="7626" y="22"/>
                </a:cubicBezTo>
                <a:cubicBezTo>
                  <a:pt x="7644" y="29"/>
                  <a:pt x="7661" y="38"/>
                  <a:pt x="7677" y="49"/>
                </a:cubicBezTo>
                <a:cubicBezTo>
                  <a:pt x="7693" y="59"/>
                  <a:pt x="7707" y="71"/>
                  <a:pt x="7721" y="85"/>
                </a:cubicBezTo>
                <a:cubicBezTo>
                  <a:pt x="7734" y="98"/>
                  <a:pt x="7746" y="113"/>
                  <a:pt x="7757" y="130"/>
                </a:cubicBezTo>
                <a:cubicBezTo>
                  <a:pt x="7768" y="146"/>
                  <a:pt x="7777" y="163"/>
                  <a:pt x="7784" y="180"/>
                </a:cubicBezTo>
                <a:cubicBezTo>
                  <a:pt x="7791" y="198"/>
                  <a:pt x="7797" y="216"/>
                  <a:pt x="7801" y="235"/>
                </a:cubicBezTo>
                <a:cubicBezTo>
                  <a:pt x="7804" y="254"/>
                  <a:pt x="7806" y="272"/>
                  <a:pt x="7806" y="292"/>
                </a:cubicBezTo>
                <a:lnTo>
                  <a:pt x="7806" y="1747"/>
                </a:lnTo>
                <a:cubicBezTo>
                  <a:pt x="7806" y="1766"/>
                  <a:pt x="7804" y="1785"/>
                  <a:pt x="7801" y="1804"/>
                </a:cubicBezTo>
                <a:cubicBezTo>
                  <a:pt x="7797" y="1822"/>
                  <a:pt x="7791" y="1841"/>
                  <a:pt x="7784" y="1858"/>
                </a:cubicBezTo>
                <a:cubicBezTo>
                  <a:pt x="7777" y="1876"/>
                  <a:pt x="7768" y="1893"/>
                  <a:pt x="7757" y="1908"/>
                </a:cubicBezTo>
                <a:cubicBezTo>
                  <a:pt x="7746" y="1924"/>
                  <a:pt x="7734" y="1939"/>
                  <a:pt x="7721" y="1953"/>
                </a:cubicBezTo>
                <a:cubicBezTo>
                  <a:pt x="7707" y="1966"/>
                  <a:pt x="7693" y="1978"/>
                  <a:pt x="7677" y="1989"/>
                </a:cubicBezTo>
                <a:cubicBezTo>
                  <a:pt x="7661" y="1999"/>
                  <a:pt x="7644" y="2008"/>
                  <a:pt x="7626" y="2016"/>
                </a:cubicBezTo>
                <a:cubicBezTo>
                  <a:pt x="7609" y="2023"/>
                  <a:pt x="7591" y="2029"/>
                  <a:pt x="7572" y="2032"/>
                </a:cubicBezTo>
                <a:cubicBezTo>
                  <a:pt x="7553" y="2036"/>
                  <a:pt x="7534" y="2038"/>
                  <a:pt x="751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6" name=""/>
          <p:cNvSpPr/>
          <p:nvPr/>
        </p:nvSpPr>
        <p:spPr>
          <a:xfrm>
            <a:off x="5724360" y="3990960"/>
            <a:ext cx="2810160" cy="733680"/>
          </a:xfrm>
          <a:custGeom>
            <a:avLst/>
            <a:gdLst/>
            <a:ahLst/>
            <a:rect l="0" t="0" r="r" b="b"/>
            <a:pathLst>
              <a:path w="780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5" y="0"/>
                </a:lnTo>
                <a:cubicBezTo>
                  <a:pt x="7534" y="0"/>
                  <a:pt x="7553" y="1"/>
                  <a:pt x="7572" y="5"/>
                </a:cubicBezTo>
                <a:cubicBezTo>
                  <a:pt x="7591" y="9"/>
                  <a:pt x="7609" y="14"/>
                  <a:pt x="7626" y="22"/>
                </a:cubicBezTo>
                <a:cubicBezTo>
                  <a:pt x="7644" y="29"/>
                  <a:pt x="7661" y="38"/>
                  <a:pt x="7677" y="49"/>
                </a:cubicBezTo>
                <a:cubicBezTo>
                  <a:pt x="7693" y="59"/>
                  <a:pt x="7707" y="71"/>
                  <a:pt x="7721" y="85"/>
                </a:cubicBezTo>
                <a:cubicBezTo>
                  <a:pt x="7734" y="98"/>
                  <a:pt x="7746" y="113"/>
                  <a:pt x="7757" y="130"/>
                </a:cubicBezTo>
                <a:cubicBezTo>
                  <a:pt x="7768" y="146"/>
                  <a:pt x="7777" y="163"/>
                  <a:pt x="7784" y="180"/>
                </a:cubicBezTo>
                <a:cubicBezTo>
                  <a:pt x="7791" y="198"/>
                  <a:pt x="7797" y="216"/>
                  <a:pt x="7801" y="235"/>
                </a:cubicBezTo>
                <a:cubicBezTo>
                  <a:pt x="7804" y="254"/>
                  <a:pt x="7806" y="272"/>
                  <a:pt x="7806" y="292"/>
                </a:cubicBezTo>
                <a:lnTo>
                  <a:pt x="7806" y="1747"/>
                </a:lnTo>
                <a:cubicBezTo>
                  <a:pt x="7806" y="1766"/>
                  <a:pt x="7804" y="1785"/>
                  <a:pt x="7801" y="1804"/>
                </a:cubicBezTo>
                <a:cubicBezTo>
                  <a:pt x="7797" y="1822"/>
                  <a:pt x="7791" y="1841"/>
                  <a:pt x="7784" y="1858"/>
                </a:cubicBezTo>
                <a:cubicBezTo>
                  <a:pt x="7777" y="1876"/>
                  <a:pt x="7768" y="1893"/>
                  <a:pt x="7757" y="1908"/>
                </a:cubicBezTo>
                <a:cubicBezTo>
                  <a:pt x="7746" y="1924"/>
                  <a:pt x="7734" y="1939"/>
                  <a:pt x="7721" y="1953"/>
                </a:cubicBezTo>
                <a:cubicBezTo>
                  <a:pt x="7707" y="1966"/>
                  <a:pt x="7693" y="1978"/>
                  <a:pt x="7677" y="1989"/>
                </a:cubicBezTo>
                <a:cubicBezTo>
                  <a:pt x="7661" y="1999"/>
                  <a:pt x="7644" y="2008"/>
                  <a:pt x="7626" y="2016"/>
                </a:cubicBezTo>
                <a:cubicBezTo>
                  <a:pt x="7609" y="2023"/>
                  <a:pt x="7591" y="2029"/>
                  <a:pt x="7572" y="2032"/>
                </a:cubicBezTo>
                <a:cubicBezTo>
                  <a:pt x="7553" y="2036"/>
                  <a:pt x="7534" y="2038"/>
                  <a:pt x="751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7" name=""/>
          <p:cNvSpPr/>
          <p:nvPr/>
        </p:nvSpPr>
        <p:spPr>
          <a:xfrm>
            <a:off x="5965560" y="4163760"/>
            <a:ext cx="241920" cy="302040"/>
          </a:xfrm>
          <a:custGeom>
            <a:avLst/>
            <a:gdLst/>
            <a:ahLst/>
            <a:rect l="0" t="0" r="r" b="b"/>
            <a:pathLst>
              <a:path w="672" h="839">
                <a:moveTo>
                  <a:pt x="167" y="661"/>
                </a:moveTo>
                <a:lnTo>
                  <a:pt x="504" y="661"/>
                </a:lnTo>
                <a:lnTo>
                  <a:pt x="504" y="598"/>
                </a:lnTo>
                <a:lnTo>
                  <a:pt x="167" y="598"/>
                </a:lnTo>
                <a:lnTo>
                  <a:pt x="167" y="661"/>
                </a:lnTo>
                <a:moveTo>
                  <a:pt x="167" y="482"/>
                </a:moveTo>
                <a:lnTo>
                  <a:pt x="504" y="482"/>
                </a:lnTo>
                <a:lnTo>
                  <a:pt x="504" y="419"/>
                </a:lnTo>
                <a:lnTo>
                  <a:pt x="167" y="419"/>
                </a:lnTo>
                <a:lnTo>
                  <a:pt x="167" y="482"/>
                </a:lnTo>
                <a:moveTo>
                  <a:pt x="63" y="839"/>
                </a:moveTo>
                <a:cubicBezTo>
                  <a:pt x="46" y="839"/>
                  <a:pt x="32" y="833"/>
                  <a:pt x="19" y="820"/>
                </a:cubicBezTo>
                <a:cubicBezTo>
                  <a:pt x="7" y="808"/>
                  <a:pt x="0" y="793"/>
                  <a:pt x="0" y="776"/>
                </a:cubicBezTo>
                <a:lnTo>
                  <a:pt x="0" y="63"/>
                </a:lnTo>
                <a:cubicBezTo>
                  <a:pt x="0" y="46"/>
                  <a:pt x="7" y="32"/>
                  <a:pt x="19" y="19"/>
                </a:cubicBezTo>
                <a:cubicBezTo>
                  <a:pt x="32" y="6"/>
                  <a:pt x="46" y="0"/>
                  <a:pt x="63" y="0"/>
                </a:cubicBezTo>
                <a:lnTo>
                  <a:pt x="441" y="0"/>
                </a:lnTo>
                <a:lnTo>
                  <a:pt x="672" y="230"/>
                </a:lnTo>
                <a:lnTo>
                  <a:pt x="672" y="776"/>
                </a:lnTo>
                <a:cubicBezTo>
                  <a:pt x="672" y="793"/>
                  <a:pt x="665" y="808"/>
                  <a:pt x="653" y="820"/>
                </a:cubicBezTo>
                <a:cubicBezTo>
                  <a:pt x="640" y="833"/>
                  <a:pt x="625" y="839"/>
                  <a:pt x="609" y="839"/>
                </a:cubicBezTo>
                <a:lnTo>
                  <a:pt x="63" y="839"/>
                </a:lnTo>
                <a:moveTo>
                  <a:pt x="410" y="258"/>
                </a:moveTo>
                <a:lnTo>
                  <a:pt x="410" y="63"/>
                </a:lnTo>
                <a:lnTo>
                  <a:pt x="63" y="63"/>
                </a:lnTo>
                <a:lnTo>
                  <a:pt x="63" y="776"/>
                </a:lnTo>
                <a:lnTo>
                  <a:pt x="609" y="776"/>
                </a:lnTo>
                <a:lnTo>
                  <a:pt x="609" y="258"/>
                </a:lnTo>
                <a:lnTo>
                  <a:pt x="410" y="25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80016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定型作業→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9" name=""/>
          <p:cNvSpPr/>
          <p:nvPr/>
        </p:nvSpPr>
        <p:spPr>
          <a:xfrm>
            <a:off x="847944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43" y="676"/>
                </a:moveTo>
                <a:lnTo>
                  <a:pt x="443" y="2131"/>
                </a:lnTo>
                <a:cubicBezTo>
                  <a:pt x="443" y="2173"/>
                  <a:pt x="451" y="2213"/>
                  <a:pt x="467" y="2252"/>
                </a:cubicBezTo>
                <a:cubicBezTo>
                  <a:pt x="483" y="2291"/>
                  <a:pt x="506" y="2326"/>
                  <a:pt x="536" y="2355"/>
                </a:cubicBezTo>
                <a:cubicBezTo>
                  <a:pt x="566" y="2385"/>
                  <a:pt x="600" y="2408"/>
                  <a:pt x="639" y="2424"/>
                </a:cubicBezTo>
                <a:cubicBezTo>
                  <a:pt x="678" y="2440"/>
                  <a:pt x="719" y="2448"/>
                  <a:pt x="761" y="2448"/>
                </a:cubicBezTo>
                <a:lnTo>
                  <a:pt x="6715" y="2448"/>
                </a:lnTo>
                <a:cubicBezTo>
                  <a:pt x="6757" y="2448"/>
                  <a:pt x="6797" y="2440"/>
                  <a:pt x="6836" y="2424"/>
                </a:cubicBezTo>
                <a:cubicBezTo>
                  <a:pt x="6875" y="2408"/>
                  <a:pt x="6910" y="2385"/>
                  <a:pt x="6939" y="2355"/>
                </a:cubicBezTo>
                <a:cubicBezTo>
                  <a:pt x="6969" y="2326"/>
                  <a:pt x="6992" y="2291"/>
                  <a:pt x="7008" y="2252"/>
                </a:cubicBezTo>
                <a:cubicBezTo>
                  <a:pt x="7024" y="2213"/>
                  <a:pt x="7032" y="2173"/>
                  <a:pt x="7032" y="2131"/>
                </a:cubicBezTo>
                <a:lnTo>
                  <a:pt x="7032" y="676"/>
                </a:lnTo>
                <a:cubicBezTo>
                  <a:pt x="7032" y="633"/>
                  <a:pt x="7024" y="593"/>
                  <a:pt x="7008" y="554"/>
                </a:cubicBezTo>
                <a:cubicBezTo>
                  <a:pt x="6992" y="515"/>
                  <a:pt x="6969" y="481"/>
                  <a:pt x="6939" y="451"/>
                </a:cubicBezTo>
                <a:cubicBezTo>
                  <a:pt x="6910" y="421"/>
                  <a:pt x="6875" y="398"/>
                  <a:pt x="6836" y="382"/>
                </a:cubicBezTo>
                <a:cubicBezTo>
                  <a:pt x="6797" y="366"/>
                  <a:pt x="6757" y="358"/>
                  <a:pt x="6715" y="358"/>
                </a:cubicBezTo>
                <a:lnTo>
                  <a:pt x="761" y="358"/>
                </a:lnTo>
                <a:cubicBezTo>
                  <a:pt x="719" y="358"/>
                  <a:pt x="678" y="366"/>
                  <a:pt x="639" y="382"/>
                </a:cubicBezTo>
                <a:cubicBezTo>
                  <a:pt x="600" y="398"/>
                  <a:pt x="566" y="421"/>
                  <a:pt x="536" y="451"/>
                </a:cubicBezTo>
                <a:cubicBezTo>
                  <a:pt x="506" y="481"/>
                  <a:pt x="483" y="515"/>
                  <a:pt x="467" y="554"/>
                </a:cubicBezTo>
                <a:cubicBezTo>
                  <a:pt x="451" y="593"/>
                  <a:pt x="443" y="633"/>
                  <a:pt x="443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90" name=""/>
          <p:cNvSpPr/>
          <p:nvPr/>
        </p:nvSpPr>
        <p:spPr>
          <a:xfrm>
            <a:off x="864864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2" y="5"/>
                </a:cubicBezTo>
                <a:cubicBezTo>
                  <a:pt x="6320" y="9"/>
                  <a:pt x="6339" y="14"/>
                  <a:pt x="6356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7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7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7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9" y="2023"/>
                  <a:pt x="6320" y="2029"/>
                  <a:pt x="6302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5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1" name=""/>
          <p:cNvSpPr/>
          <p:nvPr/>
        </p:nvSpPr>
        <p:spPr>
          <a:xfrm>
            <a:off x="864864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2" y="5"/>
                </a:cubicBezTo>
                <a:cubicBezTo>
                  <a:pt x="6320" y="9"/>
                  <a:pt x="6339" y="14"/>
                  <a:pt x="6356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7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7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7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9" y="2023"/>
                  <a:pt x="6320" y="2029"/>
                  <a:pt x="6302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5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2" name=""/>
          <p:cNvSpPr/>
          <p:nvPr/>
        </p:nvSpPr>
        <p:spPr>
          <a:xfrm>
            <a:off x="8859600" y="41637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420" y="839"/>
                </a:moveTo>
                <a:cubicBezTo>
                  <a:pt x="363" y="839"/>
                  <a:pt x="309" y="828"/>
                  <a:pt x="258" y="806"/>
                </a:cubicBezTo>
                <a:cubicBezTo>
                  <a:pt x="207" y="784"/>
                  <a:pt x="162" y="754"/>
                  <a:pt x="124" y="716"/>
                </a:cubicBezTo>
                <a:cubicBezTo>
                  <a:pt x="86" y="678"/>
                  <a:pt x="55" y="633"/>
                  <a:pt x="33" y="582"/>
                </a:cubicBezTo>
                <a:cubicBezTo>
                  <a:pt x="11" y="530"/>
                  <a:pt x="0" y="476"/>
                  <a:pt x="0" y="419"/>
                </a:cubicBezTo>
                <a:cubicBezTo>
                  <a:pt x="0" y="360"/>
                  <a:pt x="11" y="305"/>
                  <a:pt x="34" y="254"/>
                </a:cubicBezTo>
                <a:cubicBezTo>
                  <a:pt x="56" y="203"/>
                  <a:pt x="88" y="158"/>
                  <a:pt x="126" y="121"/>
                </a:cubicBezTo>
                <a:cubicBezTo>
                  <a:pt x="165" y="83"/>
                  <a:pt x="210" y="53"/>
                  <a:pt x="262" y="32"/>
                </a:cubicBezTo>
                <a:cubicBezTo>
                  <a:pt x="314" y="11"/>
                  <a:pt x="370" y="0"/>
                  <a:pt x="430" y="0"/>
                </a:cubicBezTo>
                <a:cubicBezTo>
                  <a:pt x="485" y="0"/>
                  <a:pt x="537" y="9"/>
                  <a:pt x="587" y="28"/>
                </a:cubicBezTo>
                <a:cubicBezTo>
                  <a:pt x="636" y="46"/>
                  <a:pt x="680" y="72"/>
                  <a:pt x="717" y="105"/>
                </a:cubicBezTo>
                <a:cubicBezTo>
                  <a:pt x="754" y="138"/>
                  <a:pt x="784" y="177"/>
                  <a:pt x="806" y="222"/>
                </a:cubicBezTo>
                <a:cubicBezTo>
                  <a:pt x="828" y="267"/>
                  <a:pt x="839" y="316"/>
                  <a:pt x="839" y="370"/>
                </a:cubicBezTo>
                <a:cubicBezTo>
                  <a:pt x="839" y="445"/>
                  <a:pt x="817" y="505"/>
                  <a:pt x="773" y="548"/>
                </a:cubicBezTo>
                <a:cubicBezTo>
                  <a:pt x="729" y="593"/>
                  <a:pt x="671" y="615"/>
                  <a:pt x="598" y="615"/>
                </a:cubicBezTo>
                <a:lnTo>
                  <a:pt x="520" y="615"/>
                </a:lnTo>
                <a:cubicBezTo>
                  <a:pt x="507" y="615"/>
                  <a:pt x="496" y="620"/>
                  <a:pt x="487" y="630"/>
                </a:cubicBezTo>
                <a:cubicBezTo>
                  <a:pt x="478" y="639"/>
                  <a:pt x="473" y="650"/>
                  <a:pt x="473" y="662"/>
                </a:cubicBezTo>
                <a:cubicBezTo>
                  <a:pt x="473" y="681"/>
                  <a:pt x="479" y="697"/>
                  <a:pt x="489" y="710"/>
                </a:cubicBezTo>
                <a:cubicBezTo>
                  <a:pt x="499" y="723"/>
                  <a:pt x="504" y="739"/>
                  <a:pt x="504" y="756"/>
                </a:cubicBezTo>
                <a:cubicBezTo>
                  <a:pt x="504" y="783"/>
                  <a:pt x="497" y="803"/>
                  <a:pt x="482" y="818"/>
                </a:cubicBezTo>
                <a:cubicBezTo>
                  <a:pt x="467" y="832"/>
                  <a:pt x="447" y="839"/>
                  <a:pt x="420" y="839"/>
                </a:cubicBezTo>
                <a:moveTo>
                  <a:pt x="213" y="431"/>
                </a:moveTo>
                <a:cubicBezTo>
                  <a:pt x="223" y="420"/>
                  <a:pt x="228" y="408"/>
                  <a:pt x="228" y="394"/>
                </a:cubicBezTo>
                <a:cubicBezTo>
                  <a:pt x="228" y="380"/>
                  <a:pt x="223" y="368"/>
                  <a:pt x="213" y="357"/>
                </a:cubicBezTo>
                <a:cubicBezTo>
                  <a:pt x="202" y="347"/>
                  <a:pt x="190" y="342"/>
                  <a:pt x="176" y="342"/>
                </a:cubicBezTo>
                <a:cubicBezTo>
                  <a:pt x="162" y="342"/>
                  <a:pt x="150" y="347"/>
                  <a:pt x="139" y="357"/>
                </a:cubicBezTo>
                <a:cubicBezTo>
                  <a:pt x="129" y="368"/>
                  <a:pt x="124" y="380"/>
                  <a:pt x="124" y="394"/>
                </a:cubicBezTo>
                <a:cubicBezTo>
                  <a:pt x="124" y="408"/>
                  <a:pt x="129" y="420"/>
                  <a:pt x="139" y="431"/>
                </a:cubicBezTo>
                <a:cubicBezTo>
                  <a:pt x="150" y="441"/>
                  <a:pt x="162" y="446"/>
                  <a:pt x="176" y="446"/>
                </a:cubicBezTo>
                <a:cubicBezTo>
                  <a:pt x="190" y="446"/>
                  <a:pt x="202" y="441"/>
                  <a:pt x="213" y="431"/>
                </a:cubicBezTo>
                <a:moveTo>
                  <a:pt x="345" y="253"/>
                </a:moveTo>
                <a:cubicBezTo>
                  <a:pt x="355" y="242"/>
                  <a:pt x="360" y="230"/>
                  <a:pt x="360" y="216"/>
                </a:cubicBezTo>
                <a:cubicBezTo>
                  <a:pt x="360" y="202"/>
                  <a:pt x="355" y="190"/>
                  <a:pt x="345" y="179"/>
                </a:cubicBezTo>
                <a:cubicBezTo>
                  <a:pt x="334" y="169"/>
                  <a:pt x="322" y="164"/>
                  <a:pt x="308" y="164"/>
                </a:cubicBezTo>
                <a:cubicBezTo>
                  <a:pt x="294" y="164"/>
                  <a:pt x="282" y="169"/>
                  <a:pt x="271" y="179"/>
                </a:cubicBezTo>
                <a:cubicBezTo>
                  <a:pt x="261" y="190"/>
                  <a:pt x="256" y="202"/>
                  <a:pt x="256" y="216"/>
                </a:cubicBezTo>
                <a:cubicBezTo>
                  <a:pt x="256" y="230"/>
                  <a:pt x="261" y="242"/>
                  <a:pt x="271" y="253"/>
                </a:cubicBezTo>
                <a:cubicBezTo>
                  <a:pt x="282" y="263"/>
                  <a:pt x="294" y="268"/>
                  <a:pt x="308" y="268"/>
                </a:cubicBezTo>
                <a:cubicBezTo>
                  <a:pt x="322" y="268"/>
                  <a:pt x="334" y="263"/>
                  <a:pt x="345" y="253"/>
                </a:cubicBezTo>
                <a:moveTo>
                  <a:pt x="569" y="253"/>
                </a:moveTo>
                <a:cubicBezTo>
                  <a:pt x="579" y="242"/>
                  <a:pt x="585" y="230"/>
                  <a:pt x="585" y="216"/>
                </a:cubicBezTo>
                <a:cubicBezTo>
                  <a:pt x="585" y="202"/>
                  <a:pt x="579" y="190"/>
                  <a:pt x="569" y="179"/>
                </a:cubicBezTo>
                <a:cubicBezTo>
                  <a:pt x="558" y="169"/>
                  <a:pt x="546" y="164"/>
                  <a:pt x="532" y="164"/>
                </a:cubicBezTo>
                <a:cubicBezTo>
                  <a:pt x="518" y="164"/>
                  <a:pt x="506" y="169"/>
                  <a:pt x="495" y="179"/>
                </a:cubicBezTo>
                <a:cubicBezTo>
                  <a:pt x="485" y="190"/>
                  <a:pt x="480" y="202"/>
                  <a:pt x="480" y="216"/>
                </a:cubicBezTo>
                <a:cubicBezTo>
                  <a:pt x="480" y="230"/>
                  <a:pt x="485" y="242"/>
                  <a:pt x="495" y="253"/>
                </a:cubicBezTo>
                <a:cubicBezTo>
                  <a:pt x="506" y="263"/>
                  <a:pt x="518" y="268"/>
                  <a:pt x="532" y="268"/>
                </a:cubicBezTo>
                <a:cubicBezTo>
                  <a:pt x="546" y="268"/>
                  <a:pt x="558" y="263"/>
                  <a:pt x="569" y="253"/>
                </a:cubicBezTo>
                <a:moveTo>
                  <a:pt x="706" y="431"/>
                </a:moveTo>
                <a:cubicBezTo>
                  <a:pt x="716" y="420"/>
                  <a:pt x="722" y="408"/>
                  <a:pt x="722" y="394"/>
                </a:cubicBezTo>
                <a:cubicBezTo>
                  <a:pt x="722" y="380"/>
                  <a:pt x="716" y="368"/>
                  <a:pt x="706" y="357"/>
                </a:cubicBezTo>
                <a:cubicBezTo>
                  <a:pt x="696" y="347"/>
                  <a:pt x="683" y="342"/>
                  <a:pt x="669" y="342"/>
                </a:cubicBezTo>
                <a:cubicBezTo>
                  <a:pt x="655" y="342"/>
                  <a:pt x="643" y="347"/>
                  <a:pt x="633" y="357"/>
                </a:cubicBezTo>
                <a:cubicBezTo>
                  <a:pt x="622" y="368"/>
                  <a:pt x="617" y="380"/>
                  <a:pt x="617" y="394"/>
                </a:cubicBezTo>
                <a:cubicBezTo>
                  <a:pt x="617" y="408"/>
                  <a:pt x="622" y="420"/>
                  <a:pt x="633" y="431"/>
                </a:cubicBezTo>
                <a:cubicBezTo>
                  <a:pt x="643" y="441"/>
                  <a:pt x="655" y="446"/>
                  <a:pt x="669" y="446"/>
                </a:cubicBezTo>
                <a:cubicBezTo>
                  <a:pt x="683" y="446"/>
                  <a:pt x="696" y="441"/>
                  <a:pt x="706" y="431"/>
                </a:cubicBezTo>
                <a:moveTo>
                  <a:pt x="420" y="776"/>
                </a:moveTo>
                <a:cubicBezTo>
                  <a:pt x="428" y="776"/>
                  <a:pt x="433" y="775"/>
                  <a:pt x="436" y="771"/>
                </a:cubicBezTo>
                <a:cubicBezTo>
                  <a:pt x="439" y="768"/>
                  <a:pt x="441" y="763"/>
                  <a:pt x="441" y="756"/>
                </a:cubicBezTo>
                <a:cubicBezTo>
                  <a:pt x="441" y="747"/>
                  <a:pt x="436" y="737"/>
                  <a:pt x="426" y="729"/>
                </a:cubicBezTo>
                <a:cubicBezTo>
                  <a:pt x="416" y="721"/>
                  <a:pt x="411" y="702"/>
                  <a:pt x="411" y="674"/>
                </a:cubicBezTo>
                <a:cubicBezTo>
                  <a:pt x="411" y="641"/>
                  <a:pt x="421" y="613"/>
                  <a:pt x="442" y="589"/>
                </a:cubicBezTo>
                <a:cubicBezTo>
                  <a:pt x="463" y="563"/>
                  <a:pt x="490" y="551"/>
                  <a:pt x="522" y="551"/>
                </a:cubicBezTo>
                <a:lnTo>
                  <a:pt x="598" y="551"/>
                </a:lnTo>
                <a:cubicBezTo>
                  <a:pt x="651" y="551"/>
                  <a:pt x="694" y="536"/>
                  <a:pt x="727" y="504"/>
                </a:cubicBezTo>
                <a:cubicBezTo>
                  <a:pt x="760" y="473"/>
                  <a:pt x="776" y="429"/>
                  <a:pt x="776" y="370"/>
                </a:cubicBezTo>
                <a:cubicBezTo>
                  <a:pt x="776" y="278"/>
                  <a:pt x="741" y="204"/>
                  <a:pt x="671" y="147"/>
                </a:cubicBezTo>
                <a:cubicBezTo>
                  <a:pt x="602" y="91"/>
                  <a:pt x="521" y="63"/>
                  <a:pt x="430" y="63"/>
                </a:cubicBezTo>
                <a:cubicBezTo>
                  <a:pt x="328" y="63"/>
                  <a:pt x="241" y="97"/>
                  <a:pt x="170" y="166"/>
                </a:cubicBezTo>
                <a:cubicBezTo>
                  <a:pt x="99" y="235"/>
                  <a:pt x="63" y="319"/>
                  <a:pt x="63" y="419"/>
                </a:cubicBezTo>
                <a:cubicBezTo>
                  <a:pt x="63" y="518"/>
                  <a:pt x="99" y="603"/>
                  <a:pt x="168" y="672"/>
                </a:cubicBezTo>
                <a:cubicBezTo>
                  <a:pt x="238" y="741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267240" y="4289040"/>
            <a:ext cx="2121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ドキュメント→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19116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デザイン→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723920" y="4898520"/>
            <a:ext cx="2757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これが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の真髄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0" name=""/>
          <p:cNvSpPr/>
          <p:nvPr/>
        </p:nvSpPr>
        <p:spPr>
          <a:xfrm>
            <a:off x="571320" y="17524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1" name=""/>
          <p:cNvSpPr/>
          <p:nvPr/>
        </p:nvSpPr>
        <p:spPr>
          <a:xfrm>
            <a:off x="414360" y="1804320"/>
            <a:ext cx="11363400" cy="4105800"/>
          </a:xfrm>
          <a:custGeom>
            <a:avLst/>
            <a:gdLst/>
            <a:ahLst/>
            <a:rect l="0" t="0" r="r" b="b"/>
            <a:pathLst>
              <a:path w="31565" h="11405">
                <a:moveTo>
                  <a:pt x="436" y="676"/>
                </a:moveTo>
                <a:lnTo>
                  <a:pt x="436" y="10572"/>
                </a:lnTo>
                <a:cubicBezTo>
                  <a:pt x="436" y="10615"/>
                  <a:pt x="444" y="10655"/>
                  <a:pt x="460" y="10694"/>
                </a:cubicBezTo>
                <a:cubicBezTo>
                  <a:pt x="476" y="10733"/>
                  <a:pt x="499" y="10767"/>
                  <a:pt x="529" y="10797"/>
                </a:cubicBezTo>
                <a:cubicBezTo>
                  <a:pt x="559" y="10827"/>
                  <a:pt x="593" y="10850"/>
                  <a:pt x="632" y="10866"/>
                </a:cubicBezTo>
                <a:cubicBezTo>
                  <a:pt x="671" y="10882"/>
                  <a:pt x="711" y="10890"/>
                  <a:pt x="753" y="10890"/>
                </a:cubicBezTo>
                <a:lnTo>
                  <a:pt x="30811" y="10890"/>
                </a:lnTo>
                <a:cubicBezTo>
                  <a:pt x="30853" y="10890"/>
                  <a:pt x="30894" y="10882"/>
                  <a:pt x="30933" y="10866"/>
                </a:cubicBezTo>
                <a:cubicBezTo>
                  <a:pt x="30972" y="10850"/>
                  <a:pt x="31006" y="10827"/>
                  <a:pt x="31036" y="10797"/>
                </a:cubicBezTo>
                <a:cubicBezTo>
                  <a:pt x="31065" y="10767"/>
                  <a:pt x="31088" y="10733"/>
                  <a:pt x="31104" y="10694"/>
                </a:cubicBezTo>
                <a:cubicBezTo>
                  <a:pt x="31121" y="10655"/>
                  <a:pt x="31129" y="10615"/>
                  <a:pt x="31129" y="10572"/>
                </a:cubicBezTo>
                <a:lnTo>
                  <a:pt x="31129" y="676"/>
                </a:lnTo>
                <a:cubicBezTo>
                  <a:pt x="31129" y="634"/>
                  <a:pt x="31121" y="593"/>
                  <a:pt x="31104" y="555"/>
                </a:cubicBezTo>
                <a:cubicBezTo>
                  <a:pt x="31088" y="516"/>
                  <a:pt x="31065" y="481"/>
                  <a:pt x="31036" y="452"/>
                </a:cubicBezTo>
                <a:cubicBezTo>
                  <a:pt x="31006" y="422"/>
                  <a:pt x="30972" y="399"/>
                  <a:pt x="30933" y="383"/>
                </a:cubicBezTo>
                <a:cubicBezTo>
                  <a:pt x="30894" y="367"/>
                  <a:pt x="30853" y="359"/>
                  <a:pt x="30811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1"/>
                  <a:pt x="476" y="516"/>
                  <a:pt x="460" y="555"/>
                </a:cubicBezTo>
                <a:cubicBezTo>
                  <a:pt x="444" y="593"/>
                  <a:pt x="436" y="634"/>
                  <a:pt x="436" y="676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1405"/>
                </a:lnTo>
                <a:lnTo>
                  <a:pt x="0" y="1140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02" name=""/>
          <p:cNvSpPr/>
          <p:nvPr/>
        </p:nvSpPr>
        <p:spPr>
          <a:xfrm>
            <a:off x="580680" y="1942920"/>
            <a:ext cx="11030400" cy="3772080"/>
          </a:xfrm>
          <a:custGeom>
            <a:avLst/>
            <a:gdLst/>
            <a:ahLst/>
            <a:rect l="0" t="0" r="r" b="b"/>
            <a:pathLst>
              <a:path w="30640" h="10478">
                <a:moveTo>
                  <a:pt x="0" y="1018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0186"/>
                </a:lnTo>
                <a:cubicBezTo>
                  <a:pt x="30640" y="10206"/>
                  <a:pt x="30638" y="10224"/>
                  <a:pt x="30635" y="10243"/>
                </a:cubicBezTo>
                <a:cubicBezTo>
                  <a:pt x="30631" y="10262"/>
                  <a:pt x="30625" y="10280"/>
                  <a:pt x="30618" y="10298"/>
                </a:cubicBezTo>
                <a:cubicBezTo>
                  <a:pt x="30611" y="10315"/>
                  <a:pt x="30602" y="10333"/>
                  <a:pt x="30591" y="10349"/>
                </a:cubicBezTo>
                <a:cubicBezTo>
                  <a:pt x="30581" y="10365"/>
                  <a:pt x="30568" y="10380"/>
                  <a:pt x="30555" y="10393"/>
                </a:cubicBezTo>
                <a:cubicBezTo>
                  <a:pt x="30541" y="10407"/>
                  <a:pt x="30527" y="10419"/>
                  <a:pt x="30511" y="10429"/>
                </a:cubicBezTo>
                <a:cubicBezTo>
                  <a:pt x="30495" y="10440"/>
                  <a:pt x="30478" y="10449"/>
                  <a:pt x="30461" y="10456"/>
                </a:cubicBezTo>
                <a:cubicBezTo>
                  <a:pt x="30443" y="10464"/>
                  <a:pt x="30425" y="10469"/>
                  <a:pt x="30406" y="10473"/>
                </a:cubicBezTo>
                <a:cubicBezTo>
                  <a:pt x="30387" y="10477"/>
                  <a:pt x="30368" y="10478"/>
                  <a:pt x="30349" y="10478"/>
                </a:cubicBezTo>
                <a:lnTo>
                  <a:pt x="291" y="10478"/>
                </a:lnTo>
                <a:cubicBezTo>
                  <a:pt x="272" y="10478"/>
                  <a:pt x="253" y="10477"/>
                  <a:pt x="235" y="10473"/>
                </a:cubicBezTo>
                <a:cubicBezTo>
                  <a:pt x="216" y="10469"/>
                  <a:pt x="198" y="10464"/>
                  <a:pt x="180" y="10456"/>
                </a:cubicBezTo>
                <a:cubicBezTo>
                  <a:pt x="162" y="10449"/>
                  <a:pt x="146" y="10440"/>
                  <a:pt x="130" y="10429"/>
                </a:cubicBezTo>
                <a:cubicBezTo>
                  <a:pt x="114" y="10419"/>
                  <a:pt x="99" y="10407"/>
                  <a:pt x="86" y="10393"/>
                </a:cubicBezTo>
                <a:cubicBezTo>
                  <a:pt x="72" y="10380"/>
                  <a:pt x="60" y="10365"/>
                  <a:pt x="50" y="10349"/>
                </a:cubicBezTo>
                <a:cubicBezTo>
                  <a:pt x="39" y="10333"/>
                  <a:pt x="30" y="10315"/>
                  <a:pt x="23" y="10298"/>
                </a:cubicBezTo>
                <a:cubicBezTo>
                  <a:pt x="15" y="10280"/>
                  <a:pt x="10" y="10262"/>
                  <a:pt x="6" y="10243"/>
                </a:cubicBezTo>
                <a:cubicBezTo>
                  <a:pt x="2" y="10224"/>
                  <a:pt x="0" y="10206"/>
                  <a:pt x="0" y="1018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3" name=""/>
          <p:cNvSpPr/>
          <p:nvPr/>
        </p:nvSpPr>
        <p:spPr>
          <a:xfrm>
            <a:off x="580680" y="1942920"/>
            <a:ext cx="11030400" cy="3772080"/>
          </a:xfrm>
          <a:custGeom>
            <a:avLst/>
            <a:gdLst/>
            <a:ahLst/>
            <a:rect l="0" t="0" r="r" b="b"/>
            <a:pathLst>
              <a:path w="30640" h="10478">
                <a:moveTo>
                  <a:pt x="0" y="1018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0186"/>
                </a:lnTo>
                <a:cubicBezTo>
                  <a:pt x="30640" y="10206"/>
                  <a:pt x="30638" y="10224"/>
                  <a:pt x="30635" y="10243"/>
                </a:cubicBezTo>
                <a:cubicBezTo>
                  <a:pt x="30631" y="10262"/>
                  <a:pt x="30625" y="10280"/>
                  <a:pt x="30618" y="10298"/>
                </a:cubicBezTo>
                <a:cubicBezTo>
                  <a:pt x="30611" y="10315"/>
                  <a:pt x="30602" y="10333"/>
                  <a:pt x="30591" y="10349"/>
                </a:cubicBezTo>
                <a:cubicBezTo>
                  <a:pt x="30581" y="10365"/>
                  <a:pt x="30568" y="10380"/>
                  <a:pt x="30555" y="10393"/>
                </a:cubicBezTo>
                <a:cubicBezTo>
                  <a:pt x="30541" y="10407"/>
                  <a:pt x="30527" y="10419"/>
                  <a:pt x="30511" y="10429"/>
                </a:cubicBezTo>
                <a:cubicBezTo>
                  <a:pt x="30495" y="10440"/>
                  <a:pt x="30478" y="10449"/>
                  <a:pt x="30461" y="10456"/>
                </a:cubicBezTo>
                <a:cubicBezTo>
                  <a:pt x="30443" y="10464"/>
                  <a:pt x="30425" y="10469"/>
                  <a:pt x="30406" y="10473"/>
                </a:cubicBezTo>
                <a:cubicBezTo>
                  <a:pt x="30387" y="10477"/>
                  <a:pt x="30368" y="10478"/>
                  <a:pt x="30349" y="10478"/>
                </a:cubicBezTo>
                <a:lnTo>
                  <a:pt x="291" y="10478"/>
                </a:lnTo>
                <a:cubicBezTo>
                  <a:pt x="272" y="10478"/>
                  <a:pt x="253" y="10477"/>
                  <a:pt x="235" y="10473"/>
                </a:cubicBezTo>
                <a:cubicBezTo>
                  <a:pt x="216" y="10469"/>
                  <a:pt x="198" y="10464"/>
                  <a:pt x="180" y="10456"/>
                </a:cubicBezTo>
                <a:cubicBezTo>
                  <a:pt x="162" y="10449"/>
                  <a:pt x="146" y="10440"/>
                  <a:pt x="130" y="10429"/>
                </a:cubicBezTo>
                <a:cubicBezTo>
                  <a:pt x="114" y="10419"/>
                  <a:pt x="99" y="10407"/>
                  <a:pt x="86" y="10393"/>
                </a:cubicBezTo>
                <a:cubicBezTo>
                  <a:pt x="72" y="10380"/>
                  <a:pt x="60" y="10365"/>
                  <a:pt x="50" y="10349"/>
                </a:cubicBezTo>
                <a:cubicBezTo>
                  <a:pt x="39" y="10333"/>
                  <a:pt x="30" y="10315"/>
                  <a:pt x="23" y="10298"/>
                </a:cubicBezTo>
                <a:cubicBezTo>
                  <a:pt x="15" y="10280"/>
                  <a:pt x="10" y="10262"/>
                  <a:pt x="6" y="10243"/>
                </a:cubicBezTo>
                <a:cubicBezTo>
                  <a:pt x="2" y="10224"/>
                  <a:pt x="0" y="10206"/>
                  <a:pt x="0" y="1018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4" name=""/>
          <p:cNvSpPr/>
          <p:nvPr/>
        </p:nvSpPr>
        <p:spPr>
          <a:xfrm>
            <a:off x="610920" y="1192680"/>
            <a:ext cx="397440" cy="357840"/>
          </a:xfrm>
          <a:custGeom>
            <a:avLst/>
            <a:gdLst/>
            <a:ahLst/>
            <a:rect l="0" t="0" r="r" b="b"/>
            <a:pathLst>
              <a:path w="1104" h="994">
                <a:moveTo>
                  <a:pt x="722" y="994"/>
                </a:moveTo>
                <a:lnTo>
                  <a:pt x="722" y="821"/>
                </a:lnTo>
                <a:lnTo>
                  <a:pt x="510" y="821"/>
                </a:lnTo>
                <a:lnTo>
                  <a:pt x="510" y="256"/>
                </a:lnTo>
                <a:lnTo>
                  <a:pt x="382" y="256"/>
                </a:lnTo>
                <a:lnTo>
                  <a:pt x="382" y="435"/>
                </a:lnTo>
                <a:lnTo>
                  <a:pt x="0" y="435"/>
                </a:lnTo>
                <a:lnTo>
                  <a:pt x="0" y="0"/>
                </a:lnTo>
                <a:lnTo>
                  <a:pt x="382" y="0"/>
                </a:lnTo>
                <a:lnTo>
                  <a:pt x="382" y="174"/>
                </a:lnTo>
                <a:lnTo>
                  <a:pt x="722" y="174"/>
                </a:lnTo>
                <a:lnTo>
                  <a:pt x="722" y="0"/>
                </a:lnTo>
                <a:lnTo>
                  <a:pt x="1104" y="0"/>
                </a:lnTo>
                <a:lnTo>
                  <a:pt x="1104" y="435"/>
                </a:lnTo>
                <a:lnTo>
                  <a:pt x="722" y="435"/>
                </a:lnTo>
                <a:lnTo>
                  <a:pt x="722" y="256"/>
                </a:lnTo>
                <a:lnTo>
                  <a:pt x="593" y="256"/>
                </a:lnTo>
                <a:lnTo>
                  <a:pt x="593" y="739"/>
                </a:lnTo>
                <a:lnTo>
                  <a:pt x="722" y="739"/>
                </a:lnTo>
                <a:lnTo>
                  <a:pt x="722" y="560"/>
                </a:lnTo>
                <a:lnTo>
                  <a:pt x="1104" y="560"/>
                </a:lnTo>
                <a:lnTo>
                  <a:pt x="1104" y="994"/>
                </a:lnTo>
                <a:lnTo>
                  <a:pt x="722" y="994"/>
                </a:lnTo>
                <a:moveTo>
                  <a:pt x="805" y="353"/>
                </a:moveTo>
                <a:lnTo>
                  <a:pt x="1020" y="353"/>
                </a:lnTo>
                <a:lnTo>
                  <a:pt x="1020" y="83"/>
                </a:lnTo>
                <a:lnTo>
                  <a:pt x="805" y="83"/>
                </a:lnTo>
                <a:lnTo>
                  <a:pt x="805" y="353"/>
                </a:lnTo>
                <a:moveTo>
                  <a:pt x="805" y="911"/>
                </a:moveTo>
                <a:lnTo>
                  <a:pt x="1020" y="911"/>
                </a:lnTo>
                <a:lnTo>
                  <a:pt x="1020" y="642"/>
                </a:lnTo>
                <a:lnTo>
                  <a:pt x="805" y="642"/>
                </a:lnTo>
                <a:lnTo>
                  <a:pt x="805" y="911"/>
                </a:lnTo>
                <a:moveTo>
                  <a:pt x="83" y="353"/>
                </a:moveTo>
                <a:lnTo>
                  <a:pt x="299" y="353"/>
                </a:lnTo>
                <a:lnTo>
                  <a:pt x="299" y="83"/>
                </a:lnTo>
                <a:lnTo>
                  <a:pt x="83" y="83"/>
                </a:lnTo>
                <a:lnTo>
                  <a:pt x="83" y="35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047600" y="1282320"/>
            <a:ext cx="42552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Agent-First Architecture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4813200" y="2155320"/>
            <a:ext cx="2591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開発者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が自然言語で指示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7" name=""/>
          <p:cNvSpPr/>
          <p:nvPr/>
        </p:nvSpPr>
        <p:spPr>
          <a:xfrm>
            <a:off x="3302640" y="302652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409" y="283"/>
                </a:moveTo>
                <a:lnTo>
                  <a:pt x="409" y="0"/>
                </a:lnTo>
                <a:lnTo>
                  <a:pt x="755" y="0"/>
                </a:lnTo>
                <a:lnTo>
                  <a:pt x="755" y="283"/>
                </a:lnTo>
                <a:lnTo>
                  <a:pt x="409" y="283"/>
                </a:lnTo>
                <a:moveTo>
                  <a:pt x="0" y="409"/>
                </a:moveTo>
                <a:lnTo>
                  <a:pt x="0" y="0"/>
                </a:lnTo>
                <a:lnTo>
                  <a:pt x="347" y="0"/>
                </a:lnTo>
                <a:lnTo>
                  <a:pt x="347" y="409"/>
                </a:lnTo>
                <a:lnTo>
                  <a:pt x="0" y="409"/>
                </a:lnTo>
                <a:moveTo>
                  <a:pt x="409" y="755"/>
                </a:moveTo>
                <a:lnTo>
                  <a:pt x="409" y="346"/>
                </a:lnTo>
                <a:lnTo>
                  <a:pt x="755" y="346"/>
                </a:lnTo>
                <a:lnTo>
                  <a:pt x="755" y="755"/>
                </a:lnTo>
                <a:lnTo>
                  <a:pt x="409" y="755"/>
                </a:lnTo>
                <a:moveTo>
                  <a:pt x="0" y="755"/>
                </a:moveTo>
                <a:lnTo>
                  <a:pt x="0" y="472"/>
                </a:lnTo>
                <a:lnTo>
                  <a:pt x="347" y="472"/>
                </a:lnTo>
                <a:lnTo>
                  <a:pt x="347" y="755"/>
                </a:lnTo>
                <a:lnTo>
                  <a:pt x="0" y="755"/>
                </a:lnTo>
                <a:moveTo>
                  <a:pt x="63" y="346"/>
                </a:moveTo>
                <a:lnTo>
                  <a:pt x="284" y="346"/>
                </a:lnTo>
                <a:lnTo>
                  <a:pt x="284" y="62"/>
                </a:lnTo>
                <a:lnTo>
                  <a:pt x="63" y="62"/>
                </a:lnTo>
                <a:lnTo>
                  <a:pt x="63" y="346"/>
                </a:lnTo>
                <a:moveTo>
                  <a:pt x="472" y="692"/>
                </a:moveTo>
                <a:lnTo>
                  <a:pt x="692" y="692"/>
                </a:lnTo>
                <a:lnTo>
                  <a:pt x="692" y="409"/>
                </a:lnTo>
                <a:lnTo>
                  <a:pt x="472" y="409"/>
                </a:lnTo>
                <a:lnTo>
                  <a:pt x="472" y="692"/>
                </a:lnTo>
                <a:moveTo>
                  <a:pt x="472" y="220"/>
                </a:moveTo>
                <a:lnTo>
                  <a:pt x="692" y="220"/>
                </a:lnTo>
                <a:lnTo>
                  <a:pt x="692" y="62"/>
                </a:lnTo>
                <a:lnTo>
                  <a:pt x="472" y="62"/>
                </a:lnTo>
                <a:lnTo>
                  <a:pt x="472" y="220"/>
                </a:lnTo>
                <a:moveTo>
                  <a:pt x="63" y="692"/>
                </a:moveTo>
                <a:lnTo>
                  <a:pt x="284" y="692"/>
                </a:lnTo>
                <a:lnTo>
                  <a:pt x="284" y="535"/>
                </a:lnTo>
                <a:lnTo>
                  <a:pt x="63" y="535"/>
                </a:lnTo>
                <a:lnTo>
                  <a:pt x="63" y="692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991120" y="267732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3672000" y="3136320"/>
            <a:ext cx="5246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Manager View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が受け取り、各エージェントへ分配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0" name=""/>
          <p:cNvSpPr/>
          <p:nvPr/>
        </p:nvSpPr>
        <p:spPr>
          <a:xfrm>
            <a:off x="603360" y="3767040"/>
            <a:ext cx="1945080" cy="1076400"/>
          </a:xfrm>
          <a:custGeom>
            <a:avLst/>
            <a:gdLst/>
            <a:ahLst/>
            <a:rect l="0" t="0" r="r" b="b"/>
            <a:pathLst>
              <a:path w="5403" h="2990">
                <a:moveTo>
                  <a:pt x="440" y="674"/>
                </a:moveTo>
                <a:lnTo>
                  <a:pt x="440" y="2156"/>
                </a:lnTo>
                <a:cubicBezTo>
                  <a:pt x="440" y="2198"/>
                  <a:pt x="448" y="2239"/>
                  <a:pt x="464" y="2278"/>
                </a:cubicBezTo>
                <a:cubicBezTo>
                  <a:pt x="480" y="2317"/>
                  <a:pt x="503" y="2351"/>
                  <a:pt x="533" y="2381"/>
                </a:cubicBezTo>
                <a:cubicBezTo>
                  <a:pt x="563" y="2410"/>
                  <a:pt x="597" y="2433"/>
                  <a:pt x="636" y="2449"/>
                </a:cubicBezTo>
                <a:cubicBezTo>
                  <a:pt x="675" y="2466"/>
                  <a:pt x="716" y="2474"/>
                  <a:pt x="758" y="2474"/>
                </a:cubicBezTo>
                <a:lnTo>
                  <a:pt x="4648" y="2474"/>
                </a:lnTo>
                <a:cubicBezTo>
                  <a:pt x="4690" y="2474"/>
                  <a:pt x="4731" y="2466"/>
                  <a:pt x="4770" y="2449"/>
                </a:cubicBezTo>
                <a:cubicBezTo>
                  <a:pt x="4808" y="2433"/>
                  <a:pt x="4843" y="2410"/>
                  <a:pt x="4873" y="2381"/>
                </a:cubicBezTo>
                <a:cubicBezTo>
                  <a:pt x="4902" y="2351"/>
                  <a:pt x="4925" y="2317"/>
                  <a:pt x="4941" y="2278"/>
                </a:cubicBezTo>
                <a:cubicBezTo>
                  <a:pt x="4957" y="2239"/>
                  <a:pt x="4966" y="2198"/>
                  <a:pt x="4966" y="2156"/>
                </a:cubicBezTo>
                <a:lnTo>
                  <a:pt x="4966" y="674"/>
                </a:lnTo>
                <a:cubicBezTo>
                  <a:pt x="4966" y="632"/>
                  <a:pt x="4957" y="592"/>
                  <a:pt x="4941" y="553"/>
                </a:cubicBezTo>
                <a:cubicBezTo>
                  <a:pt x="4925" y="514"/>
                  <a:pt x="4902" y="480"/>
                  <a:pt x="4873" y="450"/>
                </a:cubicBezTo>
                <a:cubicBezTo>
                  <a:pt x="4843" y="420"/>
                  <a:pt x="4808" y="397"/>
                  <a:pt x="4770" y="381"/>
                </a:cubicBezTo>
                <a:cubicBezTo>
                  <a:pt x="4731" y="365"/>
                  <a:pt x="4690" y="357"/>
                  <a:pt x="4648" y="357"/>
                </a:cubicBezTo>
                <a:lnTo>
                  <a:pt x="758" y="357"/>
                </a:lnTo>
                <a:cubicBezTo>
                  <a:pt x="716" y="357"/>
                  <a:pt x="675" y="365"/>
                  <a:pt x="636" y="381"/>
                </a:cubicBezTo>
                <a:cubicBezTo>
                  <a:pt x="597" y="397"/>
                  <a:pt x="563" y="420"/>
                  <a:pt x="533" y="450"/>
                </a:cubicBezTo>
                <a:cubicBezTo>
                  <a:pt x="503" y="480"/>
                  <a:pt x="480" y="514"/>
                  <a:pt x="464" y="553"/>
                </a:cubicBezTo>
                <a:cubicBezTo>
                  <a:pt x="448" y="592"/>
                  <a:pt x="440" y="632"/>
                  <a:pt x="440" y="674"/>
                </a:cubicBezTo>
                <a:moveTo>
                  <a:pt x="0" y="0"/>
                </a:moveTo>
                <a:lnTo>
                  <a:pt x="5403" y="0"/>
                </a:lnTo>
                <a:lnTo>
                  <a:pt x="5403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11" name=""/>
          <p:cNvSpPr/>
          <p:nvPr/>
        </p:nvSpPr>
        <p:spPr>
          <a:xfrm>
            <a:off x="771480" y="3904920"/>
            <a:ext cx="1609920" cy="743400"/>
          </a:xfrm>
          <a:custGeom>
            <a:avLst/>
            <a:gdLst/>
            <a:ahLst/>
            <a:rect l="0" t="0" r="r" b="b"/>
            <a:pathLst>
              <a:path w="4472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4181" y="0"/>
                </a:lnTo>
                <a:cubicBezTo>
                  <a:pt x="4200" y="0"/>
                  <a:pt x="4219" y="2"/>
                  <a:pt x="4238" y="6"/>
                </a:cubicBezTo>
                <a:cubicBezTo>
                  <a:pt x="4257" y="10"/>
                  <a:pt x="4275" y="15"/>
                  <a:pt x="4292" y="23"/>
                </a:cubicBezTo>
                <a:cubicBezTo>
                  <a:pt x="4310" y="30"/>
                  <a:pt x="4327" y="39"/>
                  <a:pt x="4343" y="49"/>
                </a:cubicBezTo>
                <a:cubicBezTo>
                  <a:pt x="4359" y="60"/>
                  <a:pt x="4373" y="72"/>
                  <a:pt x="4387" y="86"/>
                </a:cubicBezTo>
                <a:cubicBezTo>
                  <a:pt x="4400" y="99"/>
                  <a:pt x="4412" y="114"/>
                  <a:pt x="4423" y="130"/>
                </a:cubicBezTo>
                <a:cubicBezTo>
                  <a:pt x="4434" y="146"/>
                  <a:pt x="4443" y="162"/>
                  <a:pt x="4450" y="180"/>
                </a:cubicBezTo>
                <a:cubicBezTo>
                  <a:pt x="4457" y="198"/>
                  <a:pt x="4463" y="216"/>
                  <a:pt x="4466" y="235"/>
                </a:cubicBezTo>
                <a:cubicBezTo>
                  <a:pt x="4470" y="253"/>
                  <a:pt x="4472" y="272"/>
                  <a:pt x="4472" y="291"/>
                </a:cubicBezTo>
                <a:lnTo>
                  <a:pt x="4472" y="1774"/>
                </a:lnTo>
                <a:cubicBezTo>
                  <a:pt x="4472" y="1793"/>
                  <a:pt x="4470" y="1812"/>
                  <a:pt x="4466" y="1831"/>
                </a:cubicBezTo>
                <a:cubicBezTo>
                  <a:pt x="4463" y="1850"/>
                  <a:pt x="4457" y="1868"/>
                  <a:pt x="4450" y="1885"/>
                </a:cubicBezTo>
                <a:cubicBezTo>
                  <a:pt x="4443" y="1903"/>
                  <a:pt x="4434" y="1920"/>
                  <a:pt x="4423" y="1936"/>
                </a:cubicBezTo>
                <a:cubicBezTo>
                  <a:pt x="4412" y="1952"/>
                  <a:pt x="4400" y="1966"/>
                  <a:pt x="4387" y="1980"/>
                </a:cubicBezTo>
                <a:cubicBezTo>
                  <a:pt x="4373" y="1993"/>
                  <a:pt x="4359" y="2005"/>
                  <a:pt x="4343" y="2016"/>
                </a:cubicBezTo>
                <a:cubicBezTo>
                  <a:pt x="4327" y="2027"/>
                  <a:pt x="4310" y="2036"/>
                  <a:pt x="4292" y="2043"/>
                </a:cubicBezTo>
                <a:cubicBezTo>
                  <a:pt x="4275" y="2050"/>
                  <a:pt x="4257" y="2056"/>
                  <a:pt x="4238" y="2060"/>
                </a:cubicBezTo>
                <a:cubicBezTo>
                  <a:pt x="4219" y="2063"/>
                  <a:pt x="4200" y="2065"/>
                  <a:pt x="4181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60"/>
                </a:cubicBezTo>
                <a:cubicBezTo>
                  <a:pt x="216" y="2056"/>
                  <a:pt x="198" y="2050"/>
                  <a:pt x="180" y="2043"/>
                </a:cubicBezTo>
                <a:cubicBezTo>
                  <a:pt x="163" y="2036"/>
                  <a:pt x="146" y="2027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2" name=""/>
          <p:cNvSpPr/>
          <p:nvPr/>
        </p:nvSpPr>
        <p:spPr>
          <a:xfrm>
            <a:off x="771480" y="3904920"/>
            <a:ext cx="1609920" cy="743400"/>
          </a:xfrm>
          <a:custGeom>
            <a:avLst/>
            <a:gdLst/>
            <a:ahLst/>
            <a:rect l="0" t="0" r="r" b="b"/>
            <a:pathLst>
              <a:path w="4472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4181" y="0"/>
                </a:lnTo>
                <a:cubicBezTo>
                  <a:pt x="4200" y="0"/>
                  <a:pt x="4219" y="2"/>
                  <a:pt x="4238" y="6"/>
                </a:cubicBezTo>
                <a:cubicBezTo>
                  <a:pt x="4257" y="10"/>
                  <a:pt x="4275" y="15"/>
                  <a:pt x="4292" y="23"/>
                </a:cubicBezTo>
                <a:cubicBezTo>
                  <a:pt x="4310" y="30"/>
                  <a:pt x="4327" y="39"/>
                  <a:pt x="4343" y="49"/>
                </a:cubicBezTo>
                <a:cubicBezTo>
                  <a:pt x="4359" y="60"/>
                  <a:pt x="4373" y="72"/>
                  <a:pt x="4387" y="86"/>
                </a:cubicBezTo>
                <a:cubicBezTo>
                  <a:pt x="4400" y="99"/>
                  <a:pt x="4412" y="114"/>
                  <a:pt x="4423" y="130"/>
                </a:cubicBezTo>
                <a:cubicBezTo>
                  <a:pt x="4434" y="146"/>
                  <a:pt x="4443" y="162"/>
                  <a:pt x="4450" y="180"/>
                </a:cubicBezTo>
                <a:cubicBezTo>
                  <a:pt x="4457" y="198"/>
                  <a:pt x="4463" y="216"/>
                  <a:pt x="4466" y="235"/>
                </a:cubicBezTo>
                <a:cubicBezTo>
                  <a:pt x="4470" y="253"/>
                  <a:pt x="4472" y="272"/>
                  <a:pt x="4472" y="291"/>
                </a:cubicBezTo>
                <a:lnTo>
                  <a:pt x="4472" y="1774"/>
                </a:lnTo>
                <a:cubicBezTo>
                  <a:pt x="4472" y="1793"/>
                  <a:pt x="4470" y="1812"/>
                  <a:pt x="4466" y="1831"/>
                </a:cubicBezTo>
                <a:cubicBezTo>
                  <a:pt x="4463" y="1850"/>
                  <a:pt x="4457" y="1868"/>
                  <a:pt x="4450" y="1885"/>
                </a:cubicBezTo>
                <a:cubicBezTo>
                  <a:pt x="4443" y="1903"/>
                  <a:pt x="4434" y="1920"/>
                  <a:pt x="4423" y="1936"/>
                </a:cubicBezTo>
                <a:cubicBezTo>
                  <a:pt x="4412" y="1952"/>
                  <a:pt x="4400" y="1966"/>
                  <a:pt x="4387" y="1980"/>
                </a:cubicBezTo>
                <a:cubicBezTo>
                  <a:pt x="4373" y="1993"/>
                  <a:pt x="4359" y="2005"/>
                  <a:pt x="4343" y="2016"/>
                </a:cubicBezTo>
                <a:cubicBezTo>
                  <a:pt x="4327" y="2027"/>
                  <a:pt x="4310" y="2036"/>
                  <a:pt x="4292" y="2043"/>
                </a:cubicBezTo>
                <a:cubicBezTo>
                  <a:pt x="4275" y="2050"/>
                  <a:pt x="4257" y="2056"/>
                  <a:pt x="4238" y="2060"/>
                </a:cubicBezTo>
                <a:cubicBezTo>
                  <a:pt x="4219" y="2063"/>
                  <a:pt x="4200" y="2065"/>
                  <a:pt x="4181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60"/>
                </a:cubicBezTo>
                <a:cubicBezTo>
                  <a:pt x="216" y="2056"/>
                  <a:pt x="198" y="2050"/>
                  <a:pt x="180" y="2043"/>
                </a:cubicBezTo>
                <a:cubicBezTo>
                  <a:pt x="163" y="2036"/>
                  <a:pt x="146" y="2027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3" name=""/>
          <p:cNvSpPr/>
          <p:nvPr/>
        </p:nvSpPr>
        <p:spPr>
          <a:xfrm>
            <a:off x="979560" y="4093200"/>
            <a:ext cx="307800" cy="271800"/>
          </a:xfrm>
          <a:custGeom>
            <a:avLst/>
            <a:gdLst/>
            <a:ahLst/>
            <a:rect l="0" t="0" r="r" b="b"/>
            <a:pathLst>
              <a:path w="855" h="755">
                <a:moveTo>
                  <a:pt x="63" y="755"/>
                </a:moveTo>
                <a:cubicBezTo>
                  <a:pt x="46" y="755"/>
                  <a:pt x="31" y="749"/>
                  <a:pt x="19" y="736"/>
                </a:cubicBezTo>
                <a:cubicBezTo>
                  <a:pt x="6" y="724"/>
                  <a:pt x="0" y="709"/>
                  <a:pt x="0" y="692"/>
                </a:cubicBez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93" y="0"/>
                </a:lnTo>
                <a:cubicBezTo>
                  <a:pt x="809" y="0"/>
                  <a:pt x="824" y="6"/>
                  <a:pt x="836" y="19"/>
                </a:cubicBezTo>
                <a:cubicBezTo>
                  <a:pt x="849" y="31"/>
                  <a:pt x="855" y="46"/>
                  <a:pt x="855" y="63"/>
                </a:cubicBezTo>
                <a:lnTo>
                  <a:pt x="855" y="692"/>
                </a:lnTo>
                <a:cubicBezTo>
                  <a:pt x="855" y="709"/>
                  <a:pt x="849" y="724"/>
                  <a:pt x="836" y="736"/>
                </a:cubicBezTo>
                <a:cubicBezTo>
                  <a:pt x="824" y="749"/>
                  <a:pt x="809" y="755"/>
                  <a:pt x="793" y="755"/>
                </a:cubicBezTo>
                <a:lnTo>
                  <a:pt x="63" y="755"/>
                </a:lnTo>
                <a:moveTo>
                  <a:pt x="63" y="692"/>
                </a:moveTo>
                <a:lnTo>
                  <a:pt x="793" y="692"/>
                </a:lnTo>
                <a:lnTo>
                  <a:pt x="793" y="63"/>
                </a:lnTo>
                <a:lnTo>
                  <a:pt x="63" y="63"/>
                </a:lnTo>
                <a:lnTo>
                  <a:pt x="63" y="692"/>
                </a:lnTo>
                <a:moveTo>
                  <a:pt x="134" y="587"/>
                </a:moveTo>
                <a:lnTo>
                  <a:pt x="344" y="587"/>
                </a:lnTo>
                <a:lnTo>
                  <a:pt x="344" y="504"/>
                </a:lnTo>
                <a:lnTo>
                  <a:pt x="134" y="504"/>
                </a:lnTo>
                <a:lnTo>
                  <a:pt x="134" y="587"/>
                </a:lnTo>
                <a:moveTo>
                  <a:pt x="535" y="504"/>
                </a:moveTo>
                <a:lnTo>
                  <a:pt x="742" y="295"/>
                </a:lnTo>
                <a:lnTo>
                  <a:pt x="683" y="236"/>
                </a:lnTo>
                <a:lnTo>
                  <a:pt x="535" y="385"/>
                </a:lnTo>
                <a:lnTo>
                  <a:pt x="475" y="326"/>
                </a:lnTo>
                <a:lnTo>
                  <a:pt x="417" y="385"/>
                </a:lnTo>
                <a:lnTo>
                  <a:pt x="535" y="504"/>
                </a:lnTo>
                <a:moveTo>
                  <a:pt x="134" y="420"/>
                </a:moveTo>
                <a:lnTo>
                  <a:pt x="344" y="420"/>
                </a:lnTo>
                <a:lnTo>
                  <a:pt x="344" y="336"/>
                </a:lnTo>
                <a:lnTo>
                  <a:pt x="134" y="336"/>
                </a:lnTo>
                <a:lnTo>
                  <a:pt x="134" y="420"/>
                </a:lnTo>
                <a:moveTo>
                  <a:pt x="134" y="251"/>
                </a:moveTo>
                <a:lnTo>
                  <a:pt x="344" y="251"/>
                </a:lnTo>
                <a:lnTo>
                  <a:pt x="344" y="168"/>
                </a:lnTo>
                <a:lnTo>
                  <a:pt x="134" y="168"/>
                </a:lnTo>
                <a:lnTo>
                  <a:pt x="134" y="25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5991120" y="353448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5" name=""/>
          <p:cNvSpPr/>
          <p:nvPr/>
        </p:nvSpPr>
        <p:spPr>
          <a:xfrm>
            <a:off x="2328480" y="3767040"/>
            <a:ext cx="1743840" cy="1076400"/>
          </a:xfrm>
          <a:custGeom>
            <a:avLst/>
            <a:gdLst/>
            <a:ahLst/>
            <a:rect l="0" t="0" r="r" b="b"/>
            <a:pathLst>
              <a:path w="4844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5" y="2239"/>
                  <a:pt x="461" y="2278"/>
                </a:cubicBezTo>
                <a:cubicBezTo>
                  <a:pt x="477" y="2317"/>
                  <a:pt x="500" y="2351"/>
                  <a:pt x="530" y="2381"/>
                </a:cubicBezTo>
                <a:cubicBezTo>
                  <a:pt x="560" y="2410"/>
                  <a:pt x="594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4089" y="2474"/>
                </a:lnTo>
                <a:cubicBezTo>
                  <a:pt x="4131" y="2474"/>
                  <a:pt x="4172" y="2466"/>
                  <a:pt x="4211" y="2449"/>
                </a:cubicBezTo>
                <a:cubicBezTo>
                  <a:pt x="4250" y="2433"/>
                  <a:pt x="4284" y="2410"/>
                  <a:pt x="4314" y="2381"/>
                </a:cubicBezTo>
                <a:cubicBezTo>
                  <a:pt x="4344" y="2351"/>
                  <a:pt x="4367" y="2317"/>
                  <a:pt x="4383" y="2278"/>
                </a:cubicBezTo>
                <a:cubicBezTo>
                  <a:pt x="4399" y="2239"/>
                  <a:pt x="4407" y="2198"/>
                  <a:pt x="4407" y="2156"/>
                </a:cubicBezTo>
                <a:lnTo>
                  <a:pt x="4407" y="674"/>
                </a:lnTo>
                <a:cubicBezTo>
                  <a:pt x="4407" y="632"/>
                  <a:pt x="4399" y="592"/>
                  <a:pt x="4383" y="553"/>
                </a:cubicBezTo>
                <a:cubicBezTo>
                  <a:pt x="4367" y="514"/>
                  <a:pt x="4344" y="480"/>
                  <a:pt x="4314" y="450"/>
                </a:cubicBezTo>
                <a:cubicBezTo>
                  <a:pt x="4284" y="420"/>
                  <a:pt x="4250" y="397"/>
                  <a:pt x="4211" y="381"/>
                </a:cubicBezTo>
                <a:cubicBezTo>
                  <a:pt x="4172" y="365"/>
                  <a:pt x="4131" y="357"/>
                  <a:pt x="4089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4" y="397"/>
                  <a:pt x="560" y="420"/>
                  <a:pt x="530" y="450"/>
                </a:cubicBezTo>
                <a:cubicBezTo>
                  <a:pt x="500" y="480"/>
                  <a:pt x="477" y="514"/>
                  <a:pt x="461" y="553"/>
                </a:cubicBezTo>
                <a:cubicBezTo>
                  <a:pt x="445" y="592"/>
                  <a:pt x="437" y="632"/>
                  <a:pt x="437" y="674"/>
                </a:cubicBezTo>
                <a:moveTo>
                  <a:pt x="0" y="0"/>
                </a:moveTo>
                <a:lnTo>
                  <a:pt x="4844" y="0"/>
                </a:lnTo>
                <a:lnTo>
                  <a:pt x="4844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16" name=""/>
          <p:cNvSpPr/>
          <p:nvPr/>
        </p:nvSpPr>
        <p:spPr>
          <a:xfrm>
            <a:off x="2495520" y="3904920"/>
            <a:ext cx="1409760" cy="743400"/>
          </a:xfrm>
          <a:custGeom>
            <a:avLst/>
            <a:gdLst/>
            <a:ahLst/>
            <a:rect l="0" t="0" r="r" b="b"/>
            <a:pathLst>
              <a:path w="3916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3625" y="0"/>
                </a:lnTo>
                <a:cubicBezTo>
                  <a:pt x="3644" y="0"/>
                  <a:pt x="3663" y="2"/>
                  <a:pt x="3682" y="6"/>
                </a:cubicBezTo>
                <a:cubicBezTo>
                  <a:pt x="3701" y="10"/>
                  <a:pt x="3719" y="15"/>
                  <a:pt x="3737" y="23"/>
                </a:cubicBezTo>
                <a:cubicBezTo>
                  <a:pt x="3754" y="30"/>
                  <a:pt x="3771" y="39"/>
                  <a:pt x="3787" y="49"/>
                </a:cubicBezTo>
                <a:cubicBezTo>
                  <a:pt x="3803" y="60"/>
                  <a:pt x="3818" y="72"/>
                  <a:pt x="3831" y="86"/>
                </a:cubicBezTo>
                <a:cubicBezTo>
                  <a:pt x="3845" y="99"/>
                  <a:pt x="3857" y="114"/>
                  <a:pt x="3867" y="130"/>
                </a:cubicBezTo>
                <a:cubicBezTo>
                  <a:pt x="3878" y="146"/>
                  <a:pt x="3887" y="162"/>
                  <a:pt x="3894" y="180"/>
                </a:cubicBezTo>
                <a:cubicBezTo>
                  <a:pt x="3902" y="198"/>
                  <a:pt x="3907" y="216"/>
                  <a:pt x="3911" y="235"/>
                </a:cubicBezTo>
                <a:cubicBezTo>
                  <a:pt x="3915" y="253"/>
                  <a:pt x="3916" y="272"/>
                  <a:pt x="3916" y="291"/>
                </a:cubicBezTo>
                <a:lnTo>
                  <a:pt x="3916" y="1774"/>
                </a:lnTo>
                <a:cubicBezTo>
                  <a:pt x="3916" y="1793"/>
                  <a:pt x="3915" y="1812"/>
                  <a:pt x="3911" y="1831"/>
                </a:cubicBezTo>
                <a:cubicBezTo>
                  <a:pt x="3907" y="1850"/>
                  <a:pt x="3902" y="1868"/>
                  <a:pt x="3894" y="1885"/>
                </a:cubicBezTo>
                <a:cubicBezTo>
                  <a:pt x="3887" y="1903"/>
                  <a:pt x="3878" y="1920"/>
                  <a:pt x="3867" y="1936"/>
                </a:cubicBezTo>
                <a:cubicBezTo>
                  <a:pt x="3857" y="1952"/>
                  <a:pt x="3845" y="1966"/>
                  <a:pt x="3831" y="1980"/>
                </a:cubicBezTo>
                <a:cubicBezTo>
                  <a:pt x="3818" y="1993"/>
                  <a:pt x="3803" y="2005"/>
                  <a:pt x="3787" y="2016"/>
                </a:cubicBezTo>
                <a:cubicBezTo>
                  <a:pt x="3771" y="2027"/>
                  <a:pt x="3754" y="2036"/>
                  <a:pt x="3737" y="2043"/>
                </a:cubicBezTo>
                <a:cubicBezTo>
                  <a:pt x="3719" y="2050"/>
                  <a:pt x="3701" y="2056"/>
                  <a:pt x="3682" y="2060"/>
                </a:cubicBezTo>
                <a:cubicBezTo>
                  <a:pt x="3663" y="2063"/>
                  <a:pt x="3644" y="2065"/>
                  <a:pt x="3625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7" name=""/>
          <p:cNvSpPr/>
          <p:nvPr/>
        </p:nvSpPr>
        <p:spPr>
          <a:xfrm>
            <a:off x="2495520" y="3904920"/>
            <a:ext cx="1409760" cy="743400"/>
          </a:xfrm>
          <a:custGeom>
            <a:avLst/>
            <a:gdLst/>
            <a:ahLst/>
            <a:rect l="0" t="0" r="r" b="b"/>
            <a:pathLst>
              <a:path w="3916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3625" y="0"/>
                </a:lnTo>
                <a:cubicBezTo>
                  <a:pt x="3644" y="0"/>
                  <a:pt x="3663" y="2"/>
                  <a:pt x="3682" y="6"/>
                </a:cubicBezTo>
                <a:cubicBezTo>
                  <a:pt x="3701" y="10"/>
                  <a:pt x="3719" y="15"/>
                  <a:pt x="3737" y="23"/>
                </a:cubicBezTo>
                <a:cubicBezTo>
                  <a:pt x="3754" y="30"/>
                  <a:pt x="3771" y="39"/>
                  <a:pt x="3787" y="49"/>
                </a:cubicBezTo>
                <a:cubicBezTo>
                  <a:pt x="3803" y="60"/>
                  <a:pt x="3818" y="72"/>
                  <a:pt x="3831" y="86"/>
                </a:cubicBezTo>
                <a:cubicBezTo>
                  <a:pt x="3845" y="99"/>
                  <a:pt x="3857" y="114"/>
                  <a:pt x="3867" y="130"/>
                </a:cubicBezTo>
                <a:cubicBezTo>
                  <a:pt x="3878" y="146"/>
                  <a:pt x="3887" y="162"/>
                  <a:pt x="3894" y="180"/>
                </a:cubicBezTo>
                <a:cubicBezTo>
                  <a:pt x="3902" y="198"/>
                  <a:pt x="3907" y="216"/>
                  <a:pt x="3911" y="235"/>
                </a:cubicBezTo>
                <a:cubicBezTo>
                  <a:pt x="3915" y="253"/>
                  <a:pt x="3916" y="272"/>
                  <a:pt x="3916" y="291"/>
                </a:cubicBezTo>
                <a:lnTo>
                  <a:pt x="3916" y="1774"/>
                </a:lnTo>
                <a:cubicBezTo>
                  <a:pt x="3916" y="1793"/>
                  <a:pt x="3915" y="1812"/>
                  <a:pt x="3911" y="1831"/>
                </a:cubicBezTo>
                <a:cubicBezTo>
                  <a:pt x="3907" y="1850"/>
                  <a:pt x="3902" y="1868"/>
                  <a:pt x="3894" y="1885"/>
                </a:cubicBezTo>
                <a:cubicBezTo>
                  <a:pt x="3887" y="1903"/>
                  <a:pt x="3878" y="1920"/>
                  <a:pt x="3867" y="1936"/>
                </a:cubicBezTo>
                <a:cubicBezTo>
                  <a:pt x="3857" y="1952"/>
                  <a:pt x="3845" y="1966"/>
                  <a:pt x="3831" y="1980"/>
                </a:cubicBezTo>
                <a:cubicBezTo>
                  <a:pt x="3818" y="1993"/>
                  <a:pt x="3803" y="2005"/>
                  <a:pt x="3787" y="2016"/>
                </a:cubicBezTo>
                <a:cubicBezTo>
                  <a:pt x="3771" y="2027"/>
                  <a:pt x="3754" y="2036"/>
                  <a:pt x="3737" y="2043"/>
                </a:cubicBezTo>
                <a:cubicBezTo>
                  <a:pt x="3719" y="2050"/>
                  <a:pt x="3701" y="2056"/>
                  <a:pt x="3682" y="2060"/>
                </a:cubicBezTo>
                <a:cubicBezTo>
                  <a:pt x="3663" y="2063"/>
                  <a:pt x="3644" y="2065"/>
                  <a:pt x="3625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8" name=""/>
          <p:cNvSpPr/>
          <p:nvPr/>
        </p:nvSpPr>
        <p:spPr>
          <a:xfrm>
            <a:off x="2706480" y="413676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1" y="506"/>
                </a:moveTo>
                <a:lnTo>
                  <a:pt x="0" y="254"/>
                </a:lnTo>
                <a:lnTo>
                  <a:pt x="254" y="0"/>
                </a:lnTo>
                <a:lnTo>
                  <a:pt x="299" y="45"/>
                </a:lnTo>
                <a:lnTo>
                  <a:pt x="90" y="254"/>
                </a:lnTo>
                <a:lnTo>
                  <a:pt x="296" y="461"/>
                </a:lnTo>
                <a:lnTo>
                  <a:pt x="251" y="506"/>
                </a:lnTo>
                <a:moveTo>
                  <a:pt x="585" y="508"/>
                </a:moveTo>
                <a:lnTo>
                  <a:pt x="540" y="463"/>
                </a:lnTo>
                <a:lnTo>
                  <a:pt x="749" y="254"/>
                </a:lnTo>
                <a:lnTo>
                  <a:pt x="543" y="48"/>
                </a:lnTo>
                <a:lnTo>
                  <a:pt x="588" y="3"/>
                </a:lnTo>
                <a:lnTo>
                  <a:pt x="839" y="254"/>
                </a:lnTo>
                <a:lnTo>
                  <a:pt x="585" y="50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314360" y="4203360"/>
            <a:ext cx="852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Planner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0" name=""/>
          <p:cNvSpPr/>
          <p:nvPr/>
        </p:nvSpPr>
        <p:spPr>
          <a:xfrm>
            <a:off x="3852360" y="3767040"/>
            <a:ext cx="2048760" cy="1076400"/>
          </a:xfrm>
          <a:custGeom>
            <a:avLst/>
            <a:gdLst/>
            <a:ahLst/>
            <a:rect l="0" t="0" r="r" b="b"/>
            <a:pathLst>
              <a:path w="5691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6" y="2239"/>
                  <a:pt x="462" y="2278"/>
                </a:cubicBezTo>
                <a:cubicBezTo>
                  <a:pt x="478" y="2317"/>
                  <a:pt x="501" y="2351"/>
                  <a:pt x="530" y="2381"/>
                </a:cubicBezTo>
                <a:cubicBezTo>
                  <a:pt x="560" y="2410"/>
                  <a:pt x="595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4936" y="2474"/>
                </a:lnTo>
                <a:cubicBezTo>
                  <a:pt x="4978" y="2474"/>
                  <a:pt x="5019" y="2466"/>
                  <a:pt x="5058" y="2449"/>
                </a:cubicBezTo>
                <a:cubicBezTo>
                  <a:pt x="5097" y="2433"/>
                  <a:pt x="5131" y="2410"/>
                  <a:pt x="5161" y="2381"/>
                </a:cubicBezTo>
                <a:cubicBezTo>
                  <a:pt x="5191" y="2351"/>
                  <a:pt x="5214" y="2317"/>
                  <a:pt x="5230" y="2278"/>
                </a:cubicBezTo>
                <a:cubicBezTo>
                  <a:pt x="5246" y="2239"/>
                  <a:pt x="5254" y="2198"/>
                  <a:pt x="5254" y="2156"/>
                </a:cubicBezTo>
                <a:lnTo>
                  <a:pt x="5254" y="674"/>
                </a:lnTo>
                <a:cubicBezTo>
                  <a:pt x="5254" y="632"/>
                  <a:pt x="5246" y="592"/>
                  <a:pt x="5230" y="553"/>
                </a:cubicBezTo>
                <a:cubicBezTo>
                  <a:pt x="5214" y="514"/>
                  <a:pt x="5191" y="480"/>
                  <a:pt x="5161" y="450"/>
                </a:cubicBezTo>
                <a:cubicBezTo>
                  <a:pt x="5131" y="420"/>
                  <a:pt x="5097" y="397"/>
                  <a:pt x="5058" y="381"/>
                </a:cubicBezTo>
                <a:cubicBezTo>
                  <a:pt x="5019" y="365"/>
                  <a:pt x="4978" y="357"/>
                  <a:pt x="4936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5" y="397"/>
                  <a:pt x="560" y="420"/>
                  <a:pt x="530" y="450"/>
                </a:cubicBezTo>
                <a:cubicBezTo>
                  <a:pt x="501" y="480"/>
                  <a:pt x="478" y="514"/>
                  <a:pt x="462" y="553"/>
                </a:cubicBezTo>
                <a:cubicBezTo>
                  <a:pt x="446" y="592"/>
                  <a:pt x="437" y="632"/>
                  <a:pt x="437" y="674"/>
                </a:cubicBezTo>
                <a:moveTo>
                  <a:pt x="0" y="0"/>
                </a:moveTo>
                <a:lnTo>
                  <a:pt x="5691" y="0"/>
                </a:lnTo>
                <a:lnTo>
                  <a:pt x="5691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21" name=""/>
          <p:cNvSpPr/>
          <p:nvPr/>
        </p:nvSpPr>
        <p:spPr>
          <a:xfrm>
            <a:off x="4019400" y="3904920"/>
            <a:ext cx="1714680" cy="743400"/>
          </a:xfrm>
          <a:custGeom>
            <a:avLst/>
            <a:gdLst/>
            <a:ahLst/>
            <a:rect l="0" t="0" r="r" b="b"/>
            <a:pathLst>
              <a:path w="4763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72" y="0"/>
                </a:lnTo>
                <a:cubicBezTo>
                  <a:pt x="4491" y="0"/>
                  <a:pt x="4510" y="2"/>
                  <a:pt x="4529" y="6"/>
                </a:cubicBezTo>
                <a:cubicBezTo>
                  <a:pt x="4548" y="10"/>
                  <a:pt x="4566" y="15"/>
                  <a:pt x="4584" y="23"/>
                </a:cubicBezTo>
                <a:cubicBezTo>
                  <a:pt x="4601" y="30"/>
                  <a:pt x="4618" y="39"/>
                  <a:pt x="4634" y="49"/>
                </a:cubicBezTo>
                <a:cubicBezTo>
                  <a:pt x="4650" y="60"/>
                  <a:pt x="4665" y="72"/>
                  <a:pt x="4678" y="86"/>
                </a:cubicBezTo>
                <a:cubicBezTo>
                  <a:pt x="4692" y="99"/>
                  <a:pt x="4704" y="114"/>
                  <a:pt x="4714" y="130"/>
                </a:cubicBezTo>
                <a:cubicBezTo>
                  <a:pt x="4725" y="146"/>
                  <a:pt x="4734" y="162"/>
                  <a:pt x="4741" y="180"/>
                </a:cubicBezTo>
                <a:cubicBezTo>
                  <a:pt x="4749" y="198"/>
                  <a:pt x="4754" y="216"/>
                  <a:pt x="4758" y="235"/>
                </a:cubicBezTo>
                <a:cubicBezTo>
                  <a:pt x="4762" y="253"/>
                  <a:pt x="4763" y="272"/>
                  <a:pt x="4763" y="291"/>
                </a:cubicBezTo>
                <a:lnTo>
                  <a:pt x="4763" y="1774"/>
                </a:lnTo>
                <a:cubicBezTo>
                  <a:pt x="4763" y="1793"/>
                  <a:pt x="4762" y="1812"/>
                  <a:pt x="4758" y="1831"/>
                </a:cubicBezTo>
                <a:cubicBezTo>
                  <a:pt x="4754" y="1850"/>
                  <a:pt x="4749" y="1868"/>
                  <a:pt x="4741" y="1885"/>
                </a:cubicBezTo>
                <a:cubicBezTo>
                  <a:pt x="4734" y="1903"/>
                  <a:pt x="4725" y="1920"/>
                  <a:pt x="4714" y="1936"/>
                </a:cubicBezTo>
                <a:cubicBezTo>
                  <a:pt x="4704" y="1952"/>
                  <a:pt x="4692" y="1966"/>
                  <a:pt x="4678" y="1980"/>
                </a:cubicBezTo>
                <a:cubicBezTo>
                  <a:pt x="4665" y="1993"/>
                  <a:pt x="4650" y="2005"/>
                  <a:pt x="4634" y="2016"/>
                </a:cubicBezTo>
                <a:cubicBezTo>
                  <a:pt x="4618" y="2027"/>
                  <a:pt x="4601" y="2036"/>
                  <a:pt x="4584" y="2043"/>
                </a:cubicBezTo>
                <a:cubicBezTo>
                  <a:pt x="4566" y="2050"/>
                  <a:pt x="4548" y="2056"/>
                  <a:pt x="4529" y="2060"/>
                </a:cubicBezTo>
                <a:cubicBezTo>
                  <a:pt x="4510" y="2063"/>
                  <a:pt x="4491" y="2065"/>
                  <a:pt x="4472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2" name=""/>
          <p:cNvSpPr/>
          <p:nvPr/>
        </p:nvSpPr>
        <p:spPr>
          <a:xfrm>
            <a:off x="4019400" y="3904920"/>
            <a:ext cx="1714680" cy="743400"/>
          </a:xfrm>
          <a:custGeom>
            <a:avLst/>
            <a:gdLst/>
            <a:ahLst/>
            <a:rect l="0" t="0" r="r" b="b"/>
            <a:pathLst>
              <a:path w="4763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72" y="0"/>
                </a:lnTo>
                <a:cubicBezTo>
                  <a:pt x="4491" y="0"/>
                  <a:pt x="4510" y="2"/>
                  <a:pt x="4529" y="6"/>
                </a:cubicBezTo>
                <a:cubicBezTo>
                  <a:pt x="4548" y="10"/>
                  <a:pt x="4566" y="15"/>
                  <a:pt x="4584" y="23"/>
                </a:cubicBezTo>
                <a:cubicBezTo>
                  <a:pt x="4601" y="30"/>
                  <a:pt x="4618" y="39"/>
                  <a:pt x="4634" y="49"/>
                </a:cubicBezTo>
                <a:cubicBezTo>
                  <a:pt x="4650" y="60"/>
                  <a:pt x="4665" y="72"/>
                  <a:pt x="4678" y="86"/>
                </a:cubicBezTo>
                <a:cubicBezTo>
                  <a:pt x="4692" y="99"/>
                  <a:pt x="4704" y="114"/>
                  <a:pt x="4714" y="130"/>
                </a:cubicBezTo>
                <a:cubicBezTo>
                  <a:pt x="4725" y="146"/>
                  <a:pt x="4734" y="162"/>
                  <a:pt x="4741" y="180"/>
                </a:cubicBezTo>
                <a:cubicBezTo>
                  <a:pt x="4749" y="198"/>
                  <a:pt x="4754" y="216"/>
                  <a:pt x="4758" y="235"/>
                </a:cubicBezTo>
                <a:cubicBezTo>
                  <a:pt x="4762" y="253"/>
                  <a:pt x="4763" y="272"/>
                  <a:pt x="4763" y="291"/>
                </a:cubicBezTo>
                <a:lnTo>
                  <a:pt x="4763" y="1774"/>
                </a:lnTo>
                <a:cubicBezTo>
                  <a:pt x="4763" y="1793"/>
                  <a:pt x="4762" y="1812"/>
                  <a:pt x="4758" y="1831"/>
                </a:cubicBezTo>
                <a:cubicBezTo>
                  <a:pt x="4754" y="1850"/>
                  <a:pt x="4749" y="1868"/>
                  <a:pt x="4741" y="1885"/>
                </a:cubicBezTo>
                <a:cubicBezTo>
                  <a:pt x="4734" y="1903"/>
                  <a:pt x="4725" y="1920"/>
                  <a:pt x="4714" y="1936"/>
                </a:cubicBezTo>
                <a:cubicBezTo>
                  <a:pt x="4704" y="1952"/>
                  <a:pt x="4692" y="1966"/>
                  <a:pt x="4678" y="1980"/>
                </a:cubicBezTo>
                <a:cubicBezTo>
                  <a:pt x="4665" y="1993"/>
                  <a:pt x="4650" y="2005"/>
                  <a:pt x="4634" y="2016"/>
                </a:cubicBezTo>
                <a:cubicBezTo>
                  <a:pt x="4618" y="2027"/>
                  <a:pt x="4601" y="2036"/>
                  <a:pt x="4584" y="2043"/>
                </a:cubicBezTo>
                <a:cubicBezTo>
                  <a:pt x="4566" y="2050"/>
                  <a:pt x="4548" y="2056"/>
                  <a:pt x="4529" y="2060"/>
                </a:cubicBezTo>
                <a:cubicBezTo>
                  <a:pt x="4510" y="2063"/>
                  <a:pt x="4491" y="2065"/>
                  <a:pt x="4472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3" name=""/>
          <p:cNvSpPr/>
          <p:nvPr/>
        </p:nvSpPr>
        <p:spPr>
          <a:xfrm>
            <a:off x="4234320" y="4093200"/>
            <a:ext cx="282240" cy="272880"/>
          </a:xfrm>
          <a:custGeom>
            <a:avLst/>
            <a:gdLst/>
            <a:ahLst/>
            <a:rect l="0" t="0" r="r" b="b"/>
            <a:pathLst>
              <a:path w="784" h="758">
                <a:moveTo>
                  <a:pt x="131" y="758"/>
                </a:moveTo>
                <a:cubicBezTo>
                  <a:pt x="107" y="758"/>
                  <a:pt x="84" y="754"/>
                  <a:pt x="61" y="746"/>
                </a:cubicBezTo>
                <a:cubicBezTo>
                  <a:pt x="38" y="738"/>
                  <a:pt x="17" y="725"/>
                  <a:pt x="0" y="707"/>
                </a:cubicBezTo>
                <a:cubicBezTo>
                  <a:pt x="24" y="698"/>
                  <a:pt x="42" y="686"/>
                  <a:pt x="52" y="670"/>
                </a:cubicBezTo>
                <a:cubicBezTo>
                  <a:pt x="63" y="654"/>
                  <a:pt x="68" y="632"/>
                  <a:pt x="68" y="605"/>
                </a:cubicBezTo>
                <a:cubicBezTo>
                  <a:pt x="68" y="575"/>
                  <a:pt x="79" y="549"/>
                  <a:pt x="100" y="527"/>
                </a:cubicBezTo>
                <a:cubicBezTo>
                  <a:pt x="122" y="506"/>
                  <a:pt x="148" y="495"/>
                  <a:pt x="178" y="495"/>
                </a:cubicBezTo>
                <a:cubicBezTo>
                  <a:pt x="209" y="495"/>
                  <a:pt x="235" y="506"/>
                  <a:pt x="256" y="527"/>
                </a:cubicBezTo>
                <a:cubicBezTo>
                  <a:pt x="277" y="549"/>
                  <a:pt x="288" y="575"/>
                  <a:pt x="288" y="605"/>
                </a:cubicBezTo>
                <a:cubicBezTo>
                  <a:pt x="288" y="650"/>
                  <a:pt x="273" y="687"/>
                  <a:pt x="242" y="715"/>
                </a:cubicBezTo>
                <a:cubicBezTo>
                  <a:pt x="212" y="744"/>
                  <a:pt x="175" y="758"/>
                  <a:pt x="131" y="758"/>
                </a:cubicBezTo>
                <a:moveTo>
                  <a:pt x="131" y="695"/>
                </a:moveTo>
                <a:cubicBezTo>
                  <a:pt x="155" y="695"/>
                  <a:pt x="177" y="687"/>
                  <a:pt x="196" y="669"/>
                </a:cubicBezTo>
                <a:cubicBezTo>
                  <a:pt x="215" y="652"/>
                  <a:pt x="225" y="630"/>
                  <a:pt x="225" y="605"/>
                </a:cubicBezTo>
                <a:cubicBezTo>
                  <a:pt x="225" y="591"/>
                  <a:pt x="221" y="580"/>
                  <a:pt x="212" y="571"/>
                </a:cubicBezTo>
                <a:cubicBezTo>
                  <a:pt x="203" y="563"/>
                  <a:pt x="192" y="558"/>
                  <a:pt x="178" y="558"/>
                </a:cubicBezTo>
                <a:cubicBezTo>
                  <a:pt x="164" y="558"/>
                  <a:pt x="153" y="563"/>
                  <a:pt x="144" y="571"/>
                </a:cubicBezTo>
                <a:cubicBezTo>
                  <a:pt x="135" y="580"/>
                  <a:pt x="131" y="591"/>
                  <a:pt x="131" y="605"/>
                </a:cubicBezTo>
                <a:cubicBezTo>
                  <a:pt x="131" y="632"/>
                  <a:pt x="128" y="653"/>
                  <a:pt x="122" y="665"/>
                </a:cubicBezTo>
                <a:cubicBezTo>
                  <a:pt x="116" y="678"/>
                  <a:pt x="105" y="686"/>
                  <a:pt x="89" y="689"/>
                </a:cubicBezTo>
                <a:cubicBezTo>
                  <a:pt x="93" y="690"/>
                  <a:pt x="100" y="691"/>
                  <a:pt x="110" y="693"/>
                </a:cubicBezTo>
                <a:cubicBezTo>
                  <a:pt x="120" y="694"/>
                  <a:pt x="127" y="695"/>
                  <a:pt x="131" y="695"/>
                </a:cubicBezTo>
                <a:moveTo>
                  <a:pt x="373" y="510"/>
                </a:moveTo>
                <a:lnTo>
                  <a:pt x="277" y="410"/>
                </a:lnTo>
                <a:lnTo>
                  <a:pt x="672" y="16"/>
                </a:lnTo>
                <a:cubicBezTo>
                  <a:pt x="682" y="6"/>
                  <a:pt x="693" y="1"/>
                  <a:pt x="705" y="0"/>
                </a:cubicBezTo>
                <a:cubicBezTo>
                  <a:pt x="717" y="0"/>
                  <a:pt x="728" y="5"/>
                  <a:pt x="738" y="16"/>
                </a:cubicBezTo>
                <a:lnTo>
                  <a:pt x="769" y="46"/>
                </a:lnTo>
                <a:cubicBezTo>
                  <a:pt x="779" y="57"/>
                  <a:pt x="784" y="68"/>
                  <a:pt x="784" y="80"/>
                </a:cubicBezTo>
                <a:cubicBezTo>
                  <a:pt x="783" y="92"/>
                  <a:pt x="778" y="103"/>
                  <a:pt x="769" y="113"/>
                </a:cubicBezTo>
                <a:lnTo>
                  <a:pt x="373" y="510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036600" y="4203360"/>
            <a:ext cx="686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Coder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5" name=""/>
          <p:cNvSpPr/>
          <p:nvPr/>
        </p:nvSpPr>
        <p:spPr>
          <a:xfrm>
            <a:off x="5681160" y="3767040"/>
            <a:ext cx="2088360" cy="1076400"/>
          </a:xfrm>
          <a:custGeom>
            <a:avLst/>
            <a:gdLst/>
            <a:ahLst/>
            <a:rect l="0" t="0" r="r" b="b"/>
            <a:pathLst>
              <a:path w="5801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6" y="2239"/>
                  <a:pt x="462" y="2278"/>
                </a:cubicBezTo>
                <a:cubicBezTo>
                  <a:pt x="478" y="2317"/>
                  <a:pt x="501" y="2351"/>
                  <a:pt x="530" y="2381"/>
                </a:cubicBezTo>
                <a:cubicBezTo>
                  <a:pt x="560" y="2410"/>
                  <a:pt x="595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5042" y="2474"/>
                </a:lnTo>
                <a:cubicBezTo>
                  <a:pt x="5084" y="2474"/>
                  <a:pt x="5125" y="2466"/>
                  <a:pt x="5164" y="2449"/>
                </a:cubicBezTo>
                <a:cubicBezTo>
                  <a:pt x="5203" y="2433"/>
                  <a:pt x="5237" y="2410"/>
                  <a:pt x="5267" y="2381"/>
                </a:cubicBezTo>
                <a:cubicBezTo>
                  <a:pt x="5296" y="2351"/>
                  <a:pt x="5319" y="2317"/>
                  <a:pt x="5336" y="2278"/>
                </a:cubicBezTo>
                <a:cubicBezTo>
                  <a:pt x="5352" y="2239"/>
                  <a:pt x="5360" y="2198"/>
                  <a:pt x="5360" y="2156"/>
                </a:cubicBezTo>
                <a:lnTo>
                  <a:pt x="5360" y="674"/>
                </a:lnTo>
                <a:cubicBezTo>
                  <a:pt x="5360" y="632"/>
                  <a:pt x="5352" y="592"/>
                  <a:pt x="5336" y="553"/>
                </a:cubicBezTo>
                <a:cubicBezTo>
                  <a:pt x="5319" y="514"/>
                  <a:pt x="5296" y="480"/>
                  <a:pt x="5267" y="450"/>
                </a:cubicBezTo>
                <a:cubicBezTo>
                  <a:pt x="5237" y="420"/>
                  <a:pt x="5203" y="397"/>
                  <a:pt x="5164" y="381"/>
                </a:cubicBezTo>
                <a:cubicBezTo>
                  <a:pt x="5125" y="365"/>
                  <a:pt x="5084" y="357"/>
                  <a:pt x="5042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5" y="397"/>
                  <a:pt x="560" y="420"/>
                  <a:pt x="530" y="450"/>
                </a:cubicBezTo>
                <a:cubicBezTo>
                  <a:pt x="501" y="480"/>
                  <a:pt x="478" y="514"/>
                  <a:pt x="462" y="553"/>
                </a:cubicBezTo>
                <a:cubicBezTo>
                  <a:pt x="446" y="592"/>
                  <a:pt x="437" y="632"/>
                  <a:pt x="437" y="674"/>
                </a:cubicBezTo>
                <a:moveTo>
                  <a:pt x="0" y="0"/>
                </a:moveTo>
                <a:lnTo>
                  <a:pt x="5801" y="0"/>
                </a:lnTo>
                <a:lnTo>
                  <a:pt x="5801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26" name=""/>
          <p:cNvSpPr/>
          <p:nvPr/>
        </p:nvSpPr>
        <p:spPr>
          <a:xfrm>
            <a:off x="5848200" y="3904920"/>
            <a:ext cx="1752840" cy="743400"/>
          </a:xfrm>
          <a:custGeom>
            <a:avLst/>
            <a:gdLst/>
            <a:ahLst/>
            <a:rect l="0" t="0" r="r" b="b"/>
            <a:pathLst>
              <a:path w="486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578" y="0"/>
                </a:lnTo>
                <a:cubicBezTo>
                  <a:pt x="4597" y="0"/>
                  <a:pt x="4616" y="2"/>
                  <a:pt x="4635" y="6"/>
                </a:cubicBezTo>
                <a:cubicBezTo>
                  <a:pt x="4654" y="10"/>
                  <a:pt x="4672" y="15"/>
                  <a:pt x="4690" y="23"/>
                </a:cubicBezTo>
                <a:cubicBezTo>
                  <a:pt x="4707" y="30"/>
                  <a:pt x="4724" y="39"/>
                  <a:pt x="4740" y="49"/>
                </a:cubicBezTo>
                <a:cubicBezTo>
                  <a:pt x="4756" y="60"/>
                  <a:pt x="4770" y="72"/>
                  <a:pt x="4784" y="86"/>
                </a:cubicBezTo>
                <a:cubicBezTo>
                  <a:pt x="4798" y="99"/>
                  <a:pt x="4810" y="114"/>
                  <a:pt x="4820" y="130"/>
                </a:cubicBezTo>
                <a:cubicBezTo>
                  <a:pt x="4831" y="146"/>
                  <a:pt x="4840" y="162"/>
                  <a:pt x="4847" y="180"/>
                </a:cubicBezTo>
                <a:cubicBezTo>
                  <a:pt x="4854" y="198"/>
                  <a:pt x="4860" y="216"/>
                  <a:pt x="4864" y="235"/>
                </a:cubicBezTo>
                <a:cubicBezTo>
                  <a:pt x="4867" y="253"/>
                  <a:pt x="4869" y="272"/>
                  <a:pt x="4869" y="291"/>
                </a:cubicBezTo>
                <a:lnTo>
                  <a:pt x="4869" y="1774"/>
                </a:lnTo>
                <a:cubicBezTo>
                  <a:pt x="4869" y="1793"/>
                  <a:pt x="4867" y="1812"/>
                  <a:pt x="4864" y="1831"/>
                </a:cubicBezTo>
                <a:cubicBezTo>
                  <a:pt x="4860" y="1850"/>
                  <a:pt x="4854" y="1868"/>
                  <a:pt x="4847" y="1885"/>
                </a:cubicBezTo>
                <a:cubicBezTo>
                  <a:pt x="4840" y="1903"/>
                  <a:pt x="4831" y="1920"/>
                  <a:pt x="4820" y="1936"/>
                </a:cubicBezTo>
                <a:cubicBezTo>
                  <a:pt x="4810" y="1952"/>
                  <a:pt x="4798" y="1966"/>
                  <a:pt x="4784" y="1980"/>
                </a:cubicBezTo>
                <a:cubicBezTo>
                  <a:pt x="4770" y="1993"/>
                  <a:pt x="4756" y="2005"/>
                  <a:pt x="4740" y="2016"/>
                </a:cubicBezTo>
                <a:cubicBezTo>
                  <a:pt x="4724" y="2027"/>
                  <a:pt x="4707" y="2036"/>
                  <a:pt x="4690" y="2043"/>
                </a:cubicBezTo>
                <a:cubicBezTo>
                  <a:pt x="4672" y="2050"/>
                  <a:pt x="4654" y="2056"/>
                  <a:pt x="4635" y="2060"/>
                </a:cubicBezTo>
                <a:cubicBezTo>
                  <a:pt x="4616" y="2063"/>
                  <a:pt x="4597" y="2065"/>
                  <a:pt x="4578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7" name=""/>
          <p:cNvSpPr/>
          <p:nvPr/>
        </p:nvSpPr>
        <p:spPr>
          <a:xfrm>
            <a:off x="5848200" y="3904920"/>
            <a:ext cx="1752840" cy="743400"/>
          </a:xfrm>
          <a:custGeom>
            <a:avLst/>
            <a:gdLst/>
            <a:ahLst/>
            <a:rect l="0" t="0" r="r" b="b"/>
            <a:pathLst>
              <a:path w="486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578" y="0"/>
                </a:lnTo>
                <a:cubicBezTo>
                  <a:pt x="4597" y="0"/>
                  <a:pt x="4616" y="2"/>
                  <a:pt x="4635" y="6"/>
                </a:cubicBezTo>
                <a:cubicBezTo>
                  <a:pt x="4654" y="10"/>
                  <a:pt x="4672" y="15"/>
                  <a:pt x="4690" y="23"/>
                </a:cubicBezTo>
                <a:cubicBezTo>
                  <a:pt x="4707" y="30"/>
                  <a:pt x="4724" y="39"/>
                  <a:pt x="4740" y="49"/>
                </a:cubicBezTo>
                <a:cubicBezTo>
                  <a:pt x="4756" y="60"/>
                  <a:pt x="4770" y="72"/>
                  <a:pt x="4784" y="86"/>
                </a:cubicBezTo>
                <a:cubicBezTo>
                  <a:pt x="4798" y="99"/>
                  <a:pt x="4810" y="114"/>
                  <a:pt x="4820" y="130"/>
                </a:cubicBezTo>
                <a:cubicBezTo>
                  <a:pt x="4831" y="146"/>
                  <a:pt x="4840" y="162"/>
                  <a:pt x="4847" y="180"/>
                </a:cubicBezTo>
                <a:cubicBezTo>
                  <a:pt x="4854" y="198"/>
                  <a:pt x="4860" y="216"/>
                  <a:pt x="4864" y="235"/>
                </a:cubicBezTo>
                <a:cubicBezTo>
                  <a:pt x="4867" y="253"/>
                  <a:pt x="4869" y="272"/>
                  <a:pt x="4869" y="291"/>
                </a:cubicBezTo>
                <a:lnTo>
                  <a:pt x="4869" y="1774"/>
                </a:lnTo>
                <a:cubicBezTo>
                  <a:pt x="4869" y="1793"/>
                  <a:pt x="4867" y="1812"/>
                  <a:pt x="4864" y="1831"/>
                </a:cubicBezTo>
                <a:cubicBezTo>
                  <a:pt x="4860" y="1850"/>
                  <a:pt x="4854" y="1868"/>
                  <a:pt x="4847" y="1885"/>
                </a:cubicBezTo>
                <a:cubicBezTo>
                  <a:pt x="4840" y="1903"/>
                  <a:pt x="4831" y="1920"/>
                  <a:pt x="4820" y="1936"/>
                </a:cubicBezTo>
                <a:cubicBezTo>
                  <a:pt x="4810" y="1952"/>
                  <a:pt x="4798" y="1966"/>
                  <a:pt x="4784" y="1980"/>
                </a:cubicBezTo>
                <a:cubicBezTo>
                  <a:pt x="4770" y="1993"/>
                  <a:pt x="4756" y="2005"/>
                  <a:pt x="4740" y="2016"/>
                </a:cubicBezTo>
                <a:cubicBezTo>
                  <a:pt x="4724" y="2027"/>
                  <a:pt x="4707" y="2036"/>
                  <a:pt x="4690" y="2043"/>
                </a:cubicBezTo>
                <a:cubicBezTo>
                  <a:pt x="4672" y="2050"/>
                  <a:pt x="4654" y="2056"/>
                  <a:pt x="4635" y="2060"/>
                </a:cubicBezTo>
                <a:cubicBezTo>
                  <a:pt x="4616" y="2063"/>
                  <a:pt x="4597" y="2065"/>
                  <a:pt x="4578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8" name=""/>
          <p:cNvSpPr/>
          <p:nvPr/>
        </p:nvSpPr>
        <p:spPr>
          <a:xfrm>
            <a:off x="6059160" y="40780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68" y="503"/>
                </a:moveTo>
                <a:lnTo>
                  <a:pt x="297" y="503"/>
                </a:lnTo>
                <a:lnTo>
                  <a:pt x="506" y="293"/>
                </a:lnTo>
                <a:cubicBezTo>
                  <a:pt x="513" y="287"/>
                  <a:pt x="517" y="280"/>
                  <a:pt x="520" y="272"/>
                </a:cubicBezTo>
                <a:cubicBezTo>
                  <a:pt x="523" y="264"/>
                  <a:pt x="525" y="256"/>
                  <a:pt x="525" y="248"/>
                </a:cubicBezTo>
                <a:cubicBezTo>
                  <a:pt x="525" y="241"/>
                  <a:pt x="524" y="233"/>
                  <a:pt x="521" y="225"/>
                </a:cubicBezTo>
                <a:cubicBezTo>
                  <a:pt x="518" y="218"/>
                  <a:pt x="514" y="211"/>
                  <a:pt x="507" y="204"/>
                </a:cubicBezTo>
                <a:lnTo>
                  <a:pt x="469" y="165"/>
                </a:lnTo>
                <a:cubicBezTo>
                  <a:pt x="462" y="159"/>
                  <a:pt x="455" y="155"/>
                  <a:pt x="448" y="151"/>
                </a:cubicBezTo>
                <a:cubicBezTo>
                  <a:pt x="440" y="148"/>
                  <a:pt x="432" y="147"/>
                  <a:pt x="423" y="147"/>
                </a:cubicBezTo>
                <a:cubicBezTo>
                  <a:pt x="416" y="147"/>
                  <a:pt x="408" y="148"/>
                  <a:pt x="400" y="151"/>
                </a:cubicBezTo>
                <a:cubicBezTo>
                  <a:pt x="393" y="154"/>
                  <a:pt x="386" y="158"/>
                  <a:pt x="379" y="165"/>
                </a:cubicBezTo>
                <a:lnTo>
                  <a:pt x="168" y="374"/>
                </a:lnTo>
                <a:lnTo>
                  <a:pt x="168" y="503"/>
                </a:lnTo>
                <a:moveTo>
                  <a:pt x="231" y="440"/>
                </a:moveTo>
                <a:lnTo>
                  <a:pt x="231" y="400"/>
                </a:lnTo>
                <a:lnTo>
                  <a:pt x="339" y="294"/>
                </a:lnTo>
                <a:lnTo>
                  <a:pt x="359" y="313"/>
                </a:lnTo>
                <a:lnTo>
                  <a:pt x="377" y="333"/>
                </a:lnTo>
                <a:lnTo>
                  <a:pt x="271" y="440"/>
                </a:lnTo>
                <a:lnTo>
                  <a:pt x="231" y="440"/>
                </a:lnTo>
                <a:moveTo>
                  <a:pt x="359" y="313"/>
                </a:moveTo>
                <a:lnTo>
                  <a:pt x="377" y="333"/>
                </a:lnTo>
                <a:lnTo>
                  <a:pt x="339" y="294"/>
                </a:lnTo>
                <a:lnTo>
                  <a:pt x="359" y="313"/>
                </a:lnTo>
                <a:moveTo>
                  <a:pt x="373" y="503"/>
                </a:moveTo>
                <a:lnTo>
                  <a:pt x="672" y="503"/>
                </a:lnTo>
                <a:lnTo>
                  <a:pt x="672" y="440"/>
                </a:lnTo>
                <a:lnTo>
                  <a:pt x="436" y="440"/>
                </a:lnTo>
                <a:lnTo>
                  <a:pt x="373" y="503"/>
                </a:lnTo>
                <a:moveTo>
                  <a:pt x="0" y="839"/>
                </a:moveTo>
                <a:lnTo>
                  <a:pt x="0" y="63"/>
                </a:lnTo>
                <a:cubicBezTo>
                  <a:pt x="0" y="46"/>
                  <a:pt x="7" y="31"/>
                  <a:pt x="19" y="19"/>
                </a:cubicBezTo>
                <a:cubicBezTo>
                  <a:pt x="32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8" y="6"/>
                  <a:pt x="820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4"/>
                  <a:pt x="833" y="639"/>
                  <a:pt x="820" y="652"/>
                </a:cubicBezTo>
                <a:cubicBezTo>
                  <a:pt x="808" y="664"/>
                  <a:pt x="793" y="670"/>
                  <a:pt x="776" y="670"/>
                </a:cubicBezTo>
                <a:lnTo>
                  <a:pt x="168" y="670"/>
                </a:lnTo>
                <a:lnTo>
                  <a:pt x="0" y="839"/>
                </a:lnTo>
                <a:moveTo>
                  <a:pt x="141" y="608"/>
                </a:moveTo>
                <a:lnTo>
                  <a:pt x="776" y="608"/>
                </a:lnTo>
                <a:lnTo>
                  <a:pt x="776" y="63"/>
                </a:lnTo>
                <a:lnTo>
                  <a:pt x="63" y="63"/>
                </a:lnTo>
                <a:lnTo>
                  <a:pt x="63" y="691"/>
                </a:lnTo>
                <a:lnTo>
                  <a:pt x="141" y="60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566960" y="4203360"/>
            <a:ext cx="979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Designer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393600" y="4203360"/>
            <a:ext cx="1017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Reviewer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1" name=""/>
          <p:cNvSpPr/>
          <p:nvPr/>
        </p:nvSpPr>
        <p:spPr>
          <a:xfrm>
            <a:off x="4306680" y="51544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05" y="839"/>
                </a:moveTo>
                <a:cubicBezTo>
                  <a:pt x="88" y="839"/>
                  <a:pt x="73" y="833"/>
                  <a:pt x="60" y="820"/>
                </a:cubicBezTo>
                <a:cubicBezTo>
                  <a:pt x="48" y="808"/>
                  <a:pt x="42" y="793"/>
                  <a:pt x="42" y="776"/>
                </a:cubicBezTo>
                <a:lnTo>
                  <a:pt x="42" y="269"/>
                </a:lnTo>
                <a:cubicBezTo>
                  <a:pt x="30" y="265"/>
                  <a:pt x="20" y="257"/>
                  <a:pt x="12" y="247"/>
                </a:cubicBezTo>
                <a:cubicBezTo>
                  <a:pt x="4" y="236"/>
                  <a:pt x="0" y="223"/>
                  <a:pt x="0" y="209"/>
                </a:cubicBezTo>
                <a:lnTo>
                  <a:pt x="0" y="63"/>
                </a:lnTo>
                <a:cubicBezTo>
                  <a:pt x="0" y="45"/>
                  <a:pt x="6" y="31"/>
                  <a:pt x="19" y="18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8" y="6"/>
                  <a:pt x="820" y="18"/>
                </a:cubicBezTo>
                <a:cubicBezTo>
                  <a:pt x="833" y="31"/>
                  <a:pt x="839" y="45"/>
                  <a:pt x="839" y="63"/>
                </a:cubicBezTo>
                <a:lnTo>
                  <a:pt x="839" y="209"/>
                </a:lnTo>
                <a:cubicBezTo>
                  <a:pt x="839" y="223"/>
                  <a:pt x="835" y="236"/>
                  <a:pt x="827" y="247"/>
                </a:cubicBezTo>
                <a:cubicBezTo>
                  <a:pt x="819" y="257"/>
                  <a:pt x="809" y="265"/>
                  <a:pt x="797" y="269"/>
                </a:cubicBezTo>
                <a:lnTo>
                  <a:pt x="797" y="776"/>
                </a:lnTo>
                <a:cubicBezTo>
                  <a:pt x="797" y="793"/>
                  <a:pt x="791" y="808"/>
                  <a:pt x="779" y="820"/>
                </a:cubicBezTo>
                <a:cubicBezTo>
                  <a:pt x="766" y="833"/>
                  <a:pt x="751" y="839"/>
                  <a:pt x="734" y="839"/>
                </a:cubicBezTo>
                <a:lnTo>
                  <a:pt x="105" y="839"/>
                </a:lnTo>
                <a:moveTo>
                  <a:pt x="105" y="272"/>
                </a:moveTo>
                <a:lnTo>
                  <a:pt x="105" y="776"/>
                </a:lnTo>
                <a:lnTo>
                  <a:pt x="734" y="776"/>
                </a:lnTo>
                <a:lnTo>
                  <a:pt x="734" y="272"/>
                </a:lnTo>
                <a:lnTo>
                  <a:pt x="105" y="272"/>
                </a:lnTo>
                <a:moveTo>
                  <a:pt x="63" y="209"/>
                </a:moveTo>
                <a:lnTo>
                  <a:pt x="776" y="209"/>
                </a:lnTo>
                <a:lnTo>
                  <a:pt x="776" y="63"/>
                </a:lnTo>
                <a:lnTo>
                  <a:pt x="63" y="63"/>
                </a:lnTo>
                <a:lnTo>
                  <a:pt x="63" y="209"/>
                </a:lnTo>
                <a:moveTo>
                  <a:pt x="294" y="483"/>
                </a:moveTo>
                <a:lnTo>
                  <a:pt x="546" y="483"/>
                </a:lnTo>
                <a:lnTo>
                  <a:pt x="546" y="420"/>
                </a:lnTo>
                <a:lnTo>
                  <a:pt x="294" y="420"/>
                </a:lnTo>
                <a:lnTo>
                  <a:pt x="294" y="483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5991120" y="48204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4689000" y="5279400"/>
            <a:ext cx="3214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（成果物）として統合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8" name=""/>
          <p:cNvSpPr/>
          <p:nvPr/>
        </p:nvSpPr>
        <p:spPr>
          <a:xfrm>
            <a:off x="571320" y="22953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9" name=""/>
          <p:cNvSpPr/>
          <p:nvPr/>
        </p:nvSpPr>
        <p:spPr>
          <a:xfrm>
            <a:off x="610920" y="175572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883"/>
                </a:moveTo>
                <a:cubicBezTo>
                  <a:pt x="60" y="883"/>
                  <a:pt x="41" y="874"/>
                  <a:pt x="25" y="858"/>
                </a:cubicBezTo>
                <a:cubicBezTo>
                  <a:pt x="8" y="841"/>
                  <a:pt x="0" y="822"/>
                  <a:pt x="0" y="799"/>
                </a:cubicBezTo>
                <a:lnTo>
                  <a:pt x="0" y="82"/>
                </a:lnTo>
                <a:cubicBezTo>
                  <a:pt x="0" y="60"/>
                  <a:pt x="8" y="40"/>
                  <a:pt x="25" y="24"/>
                </a:cubicBezTo>
                <a:cubicBezTo>
                  <a:pt x="41" y="8"/>
                  <a:pt x="60" y="0"/>
                  <a:pt x="83" y="0"/>
                </a:cubicBezTo>
                <a:lnTo>
                  <a:pt x="1020" y="0"/>
                </a:lnTo>
                <a:cubicBezTo>
                  <a:pt x="1043" y="0"/>
                  <a:pt x="1063" y="8"/>
                  <a:pt x="1079" y="24"/>
                </a:cubicBezTo>
                <a:cubicBezTo>
                  <a:pt x="1096" y="40"/>
                  <a:pt x="1104" y="60"/>
                  <a:pt x="1104" y="82"/>
                </a:cubicBezTo>
                <a:lnTo>
                  <a:pt x="1104" y="799"/>
                </a:lnTo>
                <a:cubicBezTo>
                  <a:pt x="1104" y="822"/>
                  <a:pt x="1096" y="841"/>
                  <a:pt x="1079" y="858"/>
                </a:cubicBezTo>
                <a:cubicBezTo>
                  <a:pt x="1063" y="874"/>
                  <a:pt x="1043" y="883"/>
                  <a:pt x="1020" y="883"/>
                </a:cubicBezTo>
                <a:lnTo>
                  <a:pt x="83" y="883"/>
                </a:lnTo>
                <a:moveTo>
                  <a:pt x="831" y="271"/>
                </a:moveTo>
                <a:lnTo>
                  <a:pt x="1020" y="271"/>
                </a:lnTo>
                <a:lnTo>
                  <a:pt x="1020" y="82"/>
                </a:lnTo>
                <a:lnTo>
                  <a:pt x="831" y="82"/>
                </a:lnTo>
                <a:lnTo>
                  <a:pt x="831" y="271"/>
                </a:lnTo>
                <a:moveTo>
                  <a:pt x="831" y="527"/>
                </a:moveTo>
                <a:lnTo>
                  <a:pt x="1020" y="527"/>
                </a:lnTo>
                <a:lnTo>
                  <a:pt x="1020" y="354"/>
                </a:lnTo>
                <a:lnTo>
                  <a:pt x="831" y="354"/>
                </a:lnTo>
                <a:lnTo>
                  <a:pt x="831" y="527"/>
                </a:lnTo>
                <a:moveTo>
                  <a:pt x="83" y="799"/>
                </a:moveTo>
                <a:lnTo>
                  <a:pt x="749" y="799"/>
                </a:lnTo>
                <a:lnTo>
                  <a:pt x="749" y="82"/>
                </a:lnTo>
                <a:lnTo>
                  <a:pt x="83" y="82"/>
                </a:lnTo>
                <a:lnTo>
                  <a:pt x="83" y="799"/>
                </a:lnTo>
                <a:moveTo>
                  <a:pt x="831" y="799"/>
                </a:moveTo>
                <a:lnTo>
                  <a:pt x="1020" y="799"/>
                </a:lnTo>
                <a:lnTo>
                  <a:pt x="1020" y="610"/>
                </a:lnTo>
                <a:lnTo>
                  <a:pt x="831" y="610"/>
                </a:lnTo>
                <a:lnTo>
                  <a:pt x="831" y="79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40" name=""/>
          <p:cNvSpPr/>
          <p:nvPr/>
        </p:nvSpPr>
        <p:spPr>
          <a:xfrm>
            <a:off x="414360" y="2383200"/>
            <a:ext cx="5763960" cy="2948040"/>
          </a:xfrm>
          <a:custGeom>
            <a:avLst/>
            <a:gdLst/>
            <a:ahLst/>
            <a:rect l="0" t="0" r="r" b="b"/>
            <a:pathLst>
              <a:path w="16011" h="8189">
                <a:moveTo>
                  <a:pt x="436" y="682"/>
                </a:moveTo>
                <a:lnTo>
                  <a:pt x="436" y="7350"/>
                </a:lnTo>
                <a:cubicBezTo>
                  <a:pt x="436" y="7393"/>
                  <a:pt x="444" y="7433"/>
                  <a:pt x="460" y="7472"/>
                </a:cubicBezTo>
                <a:cubicBezTo>
                  <a:pt x="476" y="7511"/>
                  <a:pt x="499" y="7545"/>
                  <a:pt x="529" y="7575"/>
                </a:cubicBezTo>
                <a:cubicBezTo>
                  <a:pt x="559" y="7605"/>
                  <a:pt x="593" y="7628"/>
                  <a:pt x="632" y="7644"/>
                </a:cubicBezTo>
                <a:cubicBezTo>
                  <a:pt x="671" y="7660"/>
                  <a:pt x="711" y="7668"/>
                  <a:pt x="753" y="7668"/>
                </a:cubicBezTo>
                <a:lnTo>
                  <a:pt x="15254" y="7668"/>
                </a:lnTo>
                <a:cubicBezTo>
                  <a:pt x="15296" y="7668"/>
                  <a:pt x="15336" y="7660"/>
                  <a:pt x="15375" y="7644"/>
                </a:cubicBezTo>
                <a:cubicBezTo>
                  <a:pt x="15414" y="7628"/>
                  <a:pt x="15448" y="7605"/>
                  <a:pt x="15478" y="7575"/>
                </a:cubicBezTo>
                <a:cubicBezTo>
                  <a:pt x="15508" y="7545"/>
                  <a:pt x="15531" y="7511"/>
                  <a:pt x="15547" y="7472"/>
                </a:cubicBezTo>
                <a:cubicBezTo>
                  <a:pt x="15563" y="7433"/>
                  <a:pt x="15571" y="7393"/>
                  <a:pt x="15571" y="7350"/>
                </a:cubicBezTo>
                <a:lnTo>
                  <a:pt x="15571" y="682"/>
                </a:lnTo>
                <a:cubicBezTo>
                  <a:pt x="15571" y="640"/>
                  <a:pt x="15563" y="599"/>
                  <a:pt x="15547" y="560"/>
                </a:cubicBezTo>
                <a:cubicBezTo>
                  <a:pt x="15531" y="522"/>
                  <a:pt x="15508" y="487"/>
                  <a:pt x="15478" y="457"/>
                </a:cubicBezTo>
                <a:cubicBezTo>
                  <a:pt x="15448" y="428"/>
                  <a:pt x="15414" y="405"/>
                  <a:pt x="15375" y="389"/>
                </a:cubicBezTo>
                <a:cubicBezTo>
                  <a:pt x="15336" y="373"/>
                  <a:pt x="15296" y="364"/>
                  <a:pt x="15254" y="364"/>
                </a:cubicBezTo>
                <a:lnTo>
                  <a:pt x="753" y="364"/>
                </a:lnTo>
                <a:cubicBezTo>
                  <a:pt x="711" y="364"/>
                  <a:pt x="671" y="373"/>
                  <a:pt x="632" y="389"/>
                </a:cubicBezTo>
                <a:cubicBezTo>
                  <a:pt x="593" y="405"/>
                  <a:pt x="559" y="428"/>
                  <a:pt x="529" y="457"/>
                </a:cubicBezTo>
                <a:cubicBezTo>
                  <a:pt x="499" y="487"/>
                  <a:pt x="476" y="522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8189"/>
                </a:lnTo>
                <a:lnTo>
                  <a:pt x="0" y="818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41" name=""/>
          <p:cNvSpPr/>
          <p:nvPr/>
        </p:nvSpPr>
        <p:spPr>
          <a:xfrm>
            <a:off x="580680" y="2523960"/>
            <a:ext cx="5429880" cy="2610360"/>
          </a:xfrm>
          <a:custGeom>
            <a:avLst/>
            <a:gdLst/>
            <a:ahLst/>
            <a:rect l="0" t="0" r="r" b="b"/>
            <a:pathLst>
              <a:path w="15083" h="7251">
                <a:moveTo>
                  <a:pt x="0" y="695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59"/>
                </a:lnTo>
                <a:cubicBezTo>
                  <a:pt x="15083" y="6979"/>
                  <a:pt x="15081" y="6998"/>
                  <a:pt x="15077" y="7016"/>
                </a:cubicBezTo>
                <a:cubicBezTo>
                  <a:pt x="15073" y="7035"/>
                  <a:pt x="15068" y="7053"/>
                  <a:pt x="15061" y="7071"/>
                </a:cubicBezTo>
                <a:cubicBezTo>
                  <a:pt x="15053" y="7089"/>
                  <a:pt x="15044" y="7105"/>
                  <a:pt x="15034" y="7121"/>
                </a:cubicBezTo>
                <a:cubicBezTo>
                  <a:pt x="15023" y="7137"/>
                  <a:pt x="15011" y="7152"/>
                  <a:pt x="14997" y="7165"/>
                </a:cubicBezTo>
                <a:cubicBezTo>
                  <a:pt x="14984" y="7179"/>
                  <a:pt x="14969" y="7191"/>
                  <a:pt x="14953" y="7201"/>
                </a:cubicBezTo>
                <a:cubicBezTo>
                  <a:pt x="14937" y="7212"/>
                  <a:pt x="14921" y="7221"/>
                  <a:pt x="14903" y="7228"/>
                </a:cubicBezTo>
                <a:cubicBezTo>
                  <a:pt x="14885" y="7236"/>
                  <a:pt x="14867" y="7241"/>
                  <a:pt x="14848" y="7245"/>
                </a:cubicBezTo>
                <a:cubicBezTo>
                  <a:pt x="14830" y="7249"/>
                  <a:pt x="14811" y="7251"/>
                  <a:pt x="14792" y="7251"/>
                </a:cubicBezTo>
                <a:lnTo>
                  <a:pt x="291" y="7251"/>
                </a:lnTo>
                <a:cubicBezTo>
                  <a:pt x="272" y="7251"/>
                  <a:pt x="253" y="7249"/>
                  <a:pt x="235" y="7245"/>
                </a:cubicBezTo>
                <a:cubicBezTo>
                  <a:pt x="216" y="7241"/>
                  <a:pt x="198" y="7236"/>
                  <a:pt x="180" y="7228"/>
                </a:cubicBezTo>
                <a:cubicBezTo>
                  <a:pt x="162" y="7221"/>
                  <a:pt x="146" y="7212"/>
                  <a:pt x="130" y="7201"/>
                </a:cubicBezTo>
                <a:cubicBezTo>
                  <a:pt x="114" y="7191"/>
                  <a:pt x="99" y="7179"/>
                  <a:pt x="86" y="7165"/>
                </a:cubicBezTo>
                <a:cubicBezTo>
                  <a:pt x="72" y="7152"/>
                  <a:pt x="60" y="7137"/>
                  <a:pt x="50" y="7121"/>
                </a:cubicBezTo>
                <a:cubicBezTo>
                  <a:pt x="39" y="7105"/>
                  <a:pt x="30" y="7089"/>
                  <a:pt x="23" y="7071"/>
                </a:cubicBezTo>
                <a:cubicBezTo>
                  <a:pt x="15" y="7053"/>
                  <a:pt x="10" y="7035"/>
                  <a:pt x="6" y="7016"/>
                </a:cubicBezTo>
                <a:cubicBezTo>
                  <a:pt x="2" y="6998"/>
                  <a:pt x="0" y="6979"/>
                  <a:pt x="0" y="6959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2" name=""/>
          <p:cNvSpPr/>
          <p:nvPr/>
        </p:nvSpPr>
        <p:spPr>
          <a:xfrm>
            <a:off x="580680" y="2523960"/>
            <a:ext cx="5429880" cy="2610360"/>
          </a:xfrm>
          <a:custGeom>
            <a:avLst/>
            <a:gdLst/>
            <a:ahLst/>
            <a:rect l="0" t="0" r="r" b="b"/>
            <a:pathLst>
              <a:path w="15083" h="7251">
                <a:moveTo>
                  <a:pt x="0" y="695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59"/>
                </a:lnTo>
                <a:cubicBezTo>
                  <a:pt x="15083" y="6979"/>
                  <a:pt x="15081" y="6998"/>
                  <a:pt x="15077" y="7016"/>
                </a:cubicBezTo>
                <a:cubicBezTo>
                  <a:pt x="15073" y="7035"/>
                  <a:pt x="15068" y="7053"/>
                  <a:pt x="15061" y="7071"/>
                </a:cubicBezTo>
                <a:cubicBezTo>
                  <a:pt x="15053" y="7089"/>
                  <a:pt x="15044" y="7105"/>
                  <a:pt x="15034" y="7121"/>
                </a:cubicBezTo>
                <a:cubicBezTo>
                  <a:pt x="15023" y="7137"/>
                  <a:pt x="15011" y="7152"/>
                  <a:pt x="14997" y="7165"/>
                </a:cubicBezTo>
                <a:cubicBezTo>
                  <a:pt x="14984" y="7179"/>
                  <a:pt x="14969" y="7191"/>
                  <a:pt x="14953" y="7201"/>
                </a:cubicBezTo>
                <a:cubicBezTo>
                  <a:pt x="14937" y="7212"/>
                  <a:pt x="14921" y="7221"/>
                  <a:pt x="14903" y="7228"/>
                </a:cubicBezTo>
                <a:cubicBezTo>
                  <a:pt x="14885" y="7236"/>
                  <a:pt x="14867" y="7241"/>
                  <a:pt x="14848" y="7245"/>
                </a:cubicBezTo>
                <a:cubicBezTo>
                  <a:pt x="14830" y="7249"/>
                  <a:pt x="14811" y="7251"/>
                  <a:pt x="14792" y="7251"/>
                </a:cubicBezTo>
                <a:lnTo>
                  <a:pt x="291" y="7251"/>
                </a:lnTo>
                <a:cubicBezTo>
                  <a:pt x="272" y="7251"/>
                  <a:pt x="253" y="7249"/>
                  <a:pt x="235" y="7245"/>
                </a:cubicBezTo>
                <a:cubicBezTo>
                  <a:pt x="216" y="7241"/>
                  <a:pt x="198" y="7236"/>
                  <a:pt x="180" y="7228"/>
                </a:cubicBezTo>
                <a:cubicBezTo>
                  <a:pt x="162" y="7221"/>
                  <a:pt x="146" y="7212"/>
                  <a:pt x="130" y="7201"/>
                </a:cubicBezTo>
                <a:cubicBezTo>
                  <a:pt x="114" y="7191"/>
                  <a:pt x="99" y="7179"/>
                  <a:pt x="86" y="7165"/>
                </a:cubicBezTo>
                <a:cubicBezTo>
                  <a:pt x="72" y="7152"/>
                  <a:pt x="60" y="7137"/>
                  <a:pt x="50" y="7121"/>
                </a:cubicBezTo>
                <a:cubicBezTo>
                  <a:pt x="39" y="7105"/>
                  <a:pt x="30" y="7089"/>
                  <a:pt x="23" y="7071"/>
                </a:cubicBezTo>
                <a:cubicBezTo>
                  <a:pt x="15" y="7053"/>
                  <a:pt x="10" y="7035"/>
                  <a:pt x="6" y="7016"/>
                </a:cubicBezTo>
                <a:cubicBezTo>
                  <a:pt x="2" y="6998"/>
                  <a:pt x="0" y="6979"/>
                  <a:pt x="0" y="6959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3" name=""/>
          <p:cNvSpPr/>
          <p:nvPr/>
        </p:nvSpPr>
        <p:spPr>
          <a:xfrm>
            <a:off x="792000" y="2962800"/>
            <a:ext cx="302040" cy="234720"/>
          </a:xfrm>
          <a:custGeom>
            <a:avLst/>
            <a:gdLst/>
            <a:ahLst/>
            <a:rect l="0" t="0" r="r" b="b"/>
            <a:pathLst>
              <a:path w="839" h="652">
                <a:moveTo>
                  <a:pt x="563" y="390"/>
                </a:moveTo>
                <a:cubicBezTo>
                  <a:pt x="544" y="371"/>
                  <a:pt x="534" y="348"/>
                  <a:pt x="534" y="321"/>
                </a:cubicBezTo>
                <a:cubicBezTo>
                  <a:pt x="534" y="294"/>
                  <a:pt x="544" y="270"/>
                  <a:pt x="563" y="251"/>
                </a:cubicBezTo>
                <a:cubicBezTo>
                  <a:pt x="582" y="232"/>
                  <a:pt x="605" y="222"/>
                  <a:pt x="633" y="222"/>
                </a:cubicBezTo>
                <a:cubicBezTo>
                  <a:pt x="660" y="222"/>
                  <a:pt x="683" y="232"/>
                  <a:pt x="702" y="251"/>
                </a:cubicBezTo>
                <a:cubicBezTo>
                  <a:pt x="721" y="270"/>
                  <a:pt x="732" y="294"/>
                  <a:pt x="732" y="321"/>
                </a:cubicBezTo>
                <a:cubicBezTo>
                  <a:pt x="732" y="348"/>
                  <a:pt x="721" y="371"/>
                  <a:pt x="702" y="390"/>
                </a:cubicBezTo>
                <a:cubicBezTo>
                  <a:pt x="683" y="410"/>
                  <a:pt x="660" y="419"/>
                  <a:pt x="633" y="419"/>
                </a:cubicBezTo>
                <a:cubicBezTo>
                  <a:pt x="605" y="419"/>
                  <a:pt x="582" y="410"/>
                  <a:pt x="563" y="390"/>
                </a:cubicBezTo>
                <a:moveTo>
                  <a:pt x="427" y="652"/>
                </a:moveTo>
                <a:lnTo>
                  <a:pt x="427" y="598"/>
                </a:lnTo>
                <a:cubicBezTo>
                  <a:pt x="427" y="580"/>
                  <a:pt x="431" y="565"/>
                  <a:pt x="439" y="552"/>
                </a:cubicBezTo>
                <a:cubicBezTo>
                  <a:pt x="446" y="538"/>
                  <a:pt x="457" y="528"/>
                  <a:pt x="471" y="521"/>
                </a:cubicBezTo>
                <a:cubicBezTo>
                  <a:pt x="497" y="508"/>
                  <a:pt x="523" y="498"/>
                  <a:pt x="550" y="491"/>
                </a:cubicBezTo>
                <a:cubicBezTo>
                  <a:pt x="576" y="485"/>
                  <a:pt x="604" y="482"/>
                  <a:pt x="633" y="482"/>
                </a:cubicBezTo>
                <a:cubicBezTo>
                  <a:pt x="661" y="482"/>
                  <a:pt x="689" y="485"/>
                  <a:pt x="715" y="491"/>
                </a:cubicBezTo>
                <a:cubicBezTo>
                  <a:pt x="743" y="497"/>
                  <a:pt x="769" y="507"/>
                  <a:pt x="795" y="521"/>
                </a:cubicBezTo>
                <a:cubicBezTo>
                  <a:pt x="809" y="527"/>
                  <a:pt x="820" y="537"/>
                  <a:pt x="827" y="551"/>
                </a:cubicBezTo>
                <a:cubicBezTo>
                  <a:pt x="835" y="564"/>
                  <a:pt x="839" y="580"/>
                  <a:pt x="839" y="598"/>
                </a:cubicBezTo>
                <a:lnTo>
                  <a:pt x="839" y="652"/>
                </a:lnTo>
                <a:lnTo>
                  <a:pt x="427" y="652"/>
                </a:lnTo>
                <a:moveTo>
                  <a:pt x="222" y="271"/>
                </a:moveTo>
                <a:cubicBezTo>
                  <a:pt x="193" y="241"/>
                  <a:pt x="178" y="203"/>
                  <a:pt x="178" y="157"/>
                </a:cubicBezTo>
                <a:cubicBezTo>
                  <a:pt x="178" y="111"/>
                  <a:pt x="193" y="74"/>
                  <a:pt x="222" y="44"/>
                </a:cubicBezTo>
                <a:cubicBezTo>
                  <a:pt x="251" y="15"/>
                  <a:pt x="289" y="0"/>
                  <a:pt x="335" y="0"/>
                </a:cubicBezTo>
                <a:cubicBezTo>
                  <a:pt x="381" y="0"/>
                  <a:pt x="419" y="15"/>
                  <a:pt x="448" y="44"/>
                </a:cubicBezTo>
                <a:cubicBezTo>
                  <a:pt x="478" y="74"/>
                  <a:pt x="492" y="111"/>
                  <a:pt x="492" y="157"/>
                </a:cubicBezTo>
                <a:cubicBezTo>
                  <a:pt x="492" y="203"/>
                  <a:pt x="478" y="241"/>
                  <a:pt x="448" y="271"/>
                </a:cubicBezTo>
                <a:cubicBezTo>
                  <a:pt x="419" y="300"/>
                  <a:pt x="381" y="314"/>
                  <a:pt x="335" y="314"/>
                </a:cubicBezTo>
                <a:cubicBezTo>
                  <a:pt x="289" y="314"/>
                  <a:pt x="251" y="300"/>
                  <a:pt x="222" y="271"/>
                </a:cubicBezTo>
                <a:moveTo>
                  <a:pt x="0" y="652"/>
                </a:moveTo>
                <a:lnTo>
                  <a:pt x="0" y="553"/>
                </a:lnTo>
                <a:cubicBezTo>
                  <a:pt x="0" y="528"/>
                  <a:pt x="6" y="507"/>
                  <a:pt x="18" y="487"/>
                </a:cubicBezTo>
                <a:cubicBezTo>
                  <a:pt x="30" y="467"/>
                  <a:pt x="47" y="452"/>
                  <a:pt x="71" y="441"/>
                </a:cubicBezTo>
                <a:cubicBezTo>
                  <a:pt x="118" y="420"/>
                  <a:pt x="163" y="405"/>
                  <a:pt x="206" y="394"/>
                </a:cubicBezTo>
                <a:cubicBezTo>
                  <a:pt x="249" y="384"/>
                  <a:pt x="292" y="378"/>
                  <a:pt x="335" y="378"/>
                </a:cubicBezTo>
                <a:cubicBezTo>
                  <a:pt x="357" y="378"/>
                  <a:pt x="377" y="379"/>
                  <a:pt x="395" y="382"/>
                </a:cubicBezTo>
                <a:cubicBezTo>
                  <a:pt x="412" y="384"/>
                  <a:pt x="431" y="387"/>
                  <a:pt x="451" y="391"/>
                </a:cubicBezTo>
                <a:lnTo>
                  <a:pt x="425" y="418"/>
                </a:lnTo>
                <a:lnTo>
                  <a:pt x="398" y="444"/>
                </a:lnTo>
                <a:cubicBezTo>
                  <a:pt x="389" y="443"/>
                  <a:pt x="379" y="442"/>
                  <a:pt x="369" y="442"/>
                </a:cubicBezTo>
                <a:cubicBezTo>
                  <a:pt x="358" y="441"/>
                  <a:pt x="347" y="441"/>
                  <a:pt x="335" y="441"/>
                </a:cubicBezTo>
                <a:cubicBezTo>
                  <a:pt x="295" y="441"/>
                  <a:pt x="257" y="445"/>
                  <a:pt x="219" y="453"/>
                </a:cubicBezTo>
                <a:cubicBezTo>
                  <a:pt x="181" y="461"/>
                  <a:pt x="140" y="476"/>
                  <a:pt x="96" y="498"/>
                </a:cubicBezTo>
                <a:cubicBezTo>
                  <a:pt x="87" y="503"/>
                  <a:pt x="78" y="510"/>
                  <a:pt x="72" y="521"/>
                </a:cubicBezTo>
                <a:cubicBezTo>
                  <a:pt x="66" y="531"/>
                  <a:pt x="63" y="542"/>
                  <a:pt x="63" y="553"/>
                </a:cubicBezTo>
                <a:lnTo>
                  <a:pt x="63" y="589"/>
                </a:lnTo>
                <a:lnTo>
                  <a:pt x="364" y="589"/>
                </a:lnTo>
                <a:lnTo>
                  <a:pt x="364" y="652"/>
                </a:lnTo>
                <a:lnTo>
                  <a:pt x="0" y="652"/>
                </a:lnTo>
                <a:moveTo>
                  <a:pt x="403" y="225"/>
                </a:moveTo>
                <a:cubicBezTo>
                  <a:pt x="420" y="207"/>
                  <a:pt x="429" y="185"/>
                  <a:pt x="429" y="157"/>
                </a:cubicBezTo>
                <a:cubicBezTo>
                  <a:pt x="429" y="130"/>
                  <a:pt x="420" y="108"/>
                  <a:pt x="403" y="90"/>
                </a:cubicBezTo>
                <a:cubicBezTo>
                  <a:pt x="385" y="72"/>
                  <a:pt x="362" y="63"/>
                  <a:pt x="335" y="63"/>
                </a:cubicBezTo>
                <a:cubicBezTo>
                  <a:pt x="308" y="63"/>
                  <a:pt x="285" y="72"/>
                  <a:pt x="268" y="90"/>
                </a:cubicBezTo>
                <a:cubicBezTo>
                  <a:pt x="250" y="108"/>
                  <a:pt x="241" y="130"/>
                  <a:pt x="241" y="157"/>
                </a:cubicBezTo>
                <a:cubicBezTo>
                  <a:pt x="241" y="185"/>
                  <a:pt x="250" y="207"/>
                  <a:pt x="268" y="225"/>
                </a:cubicBezTo>
                <a:cubicBezTo>
                  <a:pt x="285" y="243"/>
                  <a:pt x="308" y="252"/>
                  <a:pt x="335" y="252"/>
                </a:cubicBezTo>
                <a:cubicBezTo>
                  <a:pt x="362" y="252"/>
                  <a:pt x="385" y="243"/>
                  <a:pt x="403" y="225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047600" y="1825200"/>
            <a:ext cx="31924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Dual View System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1123920" y="3085200"/>
            <a:ext cx="2276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Manager View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（司令塔）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762120" y="344124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チャット形式で自然言語のタスク依頼ができるイ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762120" y="381276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ンターフェース。エージェントの動作をリアルタ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762120" y="4174560"/>
            <a:ext cx="4785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イムで監視‧管理し、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（成果物）もここ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9" name=""/>
          <p:cNvSpPr/>
          <p:nvPr/>
        </p:nvSpPr>
        <p:spPr>
          <a:xfrm>
            <a:off x="6013440" y="2383200"/>
            <a:ext cx="5764320" cy="2948040"/>
          </a:xfrm>
          <a:custGeom>
            <a:avLst/>
            <a:gdLst/>
            <a:ahLst/>
            <a:rect l="0" t="0" r="r" b="b"/>
            <a:pathLst>
              <a:path w="16012" h="8189">
                <a:moveTo>
                  <a:pt x="440" y="682"/>
                </a:moveTo>
                <a:lnTo>
                  <a:pt x="440" y="7350"/>
                </a:lnTo>
                <a:cubicBezTo>
                  <a:pt x="440" y="7393"/>
                  <a:pt x="449" y="7433"/>
                  <a:pt x="465" y="7472"/>
                </a:cubicBezTo>
                <a:cubicBezTo>
                  <a:pt x="481" y="7511"/>
                  <a:pt x="504" y="7545"/>
                  <a:pt x="533" y="7575"/>
                </a:cubicBezTo>
                <a:cubicBezTo>
                  <a:pt x="563" y="7605"/>
                  <a:pt x="598" y="7628"/>
                  <a:pt x="636" y="7644"/>
                </a:cubicBezTo>
                <a:cubicBezTo>
                  <a:pt x="675" y="7660"/>
                  <a:pt x="716" y="7668"/>
                  <a:pt x="758" y="7668"/>
                </a:cubicBezTo>
                <a:lnTo>
                  <a:pt x="15258" y="7668"/>
                </a:lnTo>
                <a:cubicBezTo>
                  <a:pt x="15300" y="7668"/>
                  <a:pt x="15341" y="7660"/>
                  <a:pt x="15380" y="7644"/>
                </a:cubicBezTo>
                <a:cubicBezTo>
                  <a:pt x="15419" y="7628"/>
                  <a:pt x="15453" y="7605"/>
                  <a:pt x="15483" y="7575"/>
                </a:cubicBezTo>
                <a:cubicBezTo>
                  <a:pt x="15512" y="7545"/>
                  <a:pt x="15535" y="7511"/>
                  <a:pt x="15551" y="7472"/>
                </a:cubicBezTo>
                <a:cubicBezTo>
                  <a:pt x="15568" y="7433"/>
                  <a:pt x="15576" y="7393"/>
                  <a:pt x="15576" y="7350"/>
                </a:cubicBezTo>
                <a:lnTo>
                  <a:pt x="15576" y="682"/>
                </a:lnTo>
                <a:cubicBezTo>
                  <a:pt x="15576" y="640"/>
                  <a:pt x="15568" y="599"/>
                  <a:pt x="15551" y="560"/>
                </a:cubicBezTo>
                <a:cubicBezTo>
                  <a:pt x="15535" y="522"/>
                  <a:pt x="15512" y="487"/>
                  <a:pt x="15483" y="457"/>
                </a:cubicBezTo>
                <a:cubicBezTo>
                  <a:pt x="15453" y="428"/>
                  <a:pt x="15419" y="405"/>
                  <a:pt x="15380" y="389"/>
                </a:cubicBezTo>
                <a:cubicBezTo>
                  <a:pt x="15341" y="373"/>
                  <a:pt x="15300" y="364"/>
                  <a:pt x="15258" y="364"/>
                </a:cubicBezTo>
                <a:lnTo>
                  <a:pt x="758" y="364"/>
                </a:lnTo>
                <a:cubicBezTo>
                  <a:pt x="716" y="364"/>
                  <a:pt x="675" y="373"/>
                  <a:pt x="636" y="389"/>
                </a:cubicBezTo>
                <a:cubicBezTo>
                  <a:pt x="598" y="405"/>
                  <a:pt x="563" y="428"/>
                  <a:pt x="533" y="457"/>
                </a:cubicBezTo>
                <a:cubicBezTo>
                  <a:pt x="504" y="487"/>
                  <a:pt x="481" y="522"/>
                  <a:pt x="465" y="560"/>
                </a:cubicBezTo>
                <a:cubicBezTo>
                  <a:pt x="449" y="599"/>
                  <a:pt x="440" y="640"/>
                  <a:pt x="440" y="682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8189"/>
                </a:lnTo>
                <a:lnTo>
                  <a:pt x="0" y="818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0" name=""/>
          <p:cNvSpPr/>
          <p:nvPr/>
        </p:nvSpPr>
        <p:spPr>
          <a:xfrm>
            <a:off x="6181560" y="2523960"/>
            <a:ext cx="5429520" cy="2610360"/>
          </a:xfrm>
          <a:custGeom>
            <a:avLst/>
            <a:gdLst/>
            <a:ahLst/>
            <a:rect l="0" t="0" r="r" b="b"/>
            <a:pathLst>
              <a:path w="15082" h="7251">
                <a:moveTo>
                  <a:pt x="0" y="695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59"/>
                </a:lnTo>
                <a:cubicBezTo>
                  <a:pt x="15082" y="6979"/>
                  <a:pt x="15080" y="6998"/>
                  <a:pt x="15077" y="7016"/>
                </a:cubicBezTo>
                <a:cubicBezTo>
                  <a:pt x="15073" y="7035"/>
                  <a:pt x="15067" y="7053"/>
                  <a:pt x="15060" y="7071"/>
                </a:cubicBezTo>
                <a:cubicBezTo>
                  <a:pt x="15053" y="7089"/>
                  <a:pt x="15044" y="7105"/>
                  <a:pt x="15033" y="7121"/>
                </a:cubicBezTo>
                <a:cubicBezTo>
                  <a:pt x="15023" y="7137"/>
                  <a:pt x="15010" y="7152"/>
                  <a:pt x="14997" y="7165"/>
                </a:cubicBezTo>
                <a:cubicBezTo>
                  <a:pt x="14983" y="7179"/>
                  <a:pt x="14969" y="7191"/>
                  <a:pt x="14953" y="7201"/>
                </a:cubicBezTo>
                <a:cubicBezTo>
                  <a:pt x="14937" y="7212"/>
                  <a:pt x="14920" y="7221"/>
                  <a:pt x="14903" y="7228"/>
                </a:cubicBezTo>
                <a:cubicBezTo>
                  <a:pt x="14885" y="7236"/>
                  <a:pt x="14867" y="7241"/>
                  <a:pt x="14848" y="7245"/>
                </a:cubicBezTo>
                <a:cubicBezTo>
                  <a:pt x="14829" y="7249"/>
                  <a:pt x="14810" y="7251"/>
                  <a:pt x="14791" y="7251"/>
                </a:cubicBezTo>
                <a:lnTo>
                  <a:pt x="291" y="7251"/>
                </a:lnTo>
                <a:cubicBezTo>
                  <a:pt x="272" y="7251"/>
                  <a:pt x="253" y="7249"/>
                  <a:pt x="234" y="7245"/>
                </a:cubicBezTo>
                <a:cubicBezTo>
                  <a:pt x="215" y="7241"/>
                  <a:pt x="197" y="7236"/>
                  <a:pt x="180" y="7228"/>
                </a:cubicBezTo>
                <a:cubicBezTo>
                  <a:pt x="162" y="7221"/>
                  <a:pt x="145" y="7212"/>
                  <a:pt x="129" y="7201"/>
                </a:cubicBezTo>
                <a:cubicBezTo>
                  <a:pt x="113" y="7191"/>
                  <a:pt x="99" y="7179"/>
                  <a:pt x="85" y="7165"/>
                </a:cubicBezTo>
                <a:cubicBezTo>
                  <a:pt x="72" y="7152"/>
                  <a:pt x="60" y="7137"/>
                  <a:pt x="49" y="7121"/>
                </a:cubicBezTo>
                <a:cubicBezTo>
                  <a:pt x="38" y="7105"/>
                  <a:pt x="29" y="7089"/>
                  <a:pt x="22" y="7071"/>
                </a:cubicBezTo>
                <a:cubicBezTo>
                  <a:pt x="15" y="7053"/>
                  <a:pt x="9" y="7035"/>
                  <a:pt x="6" y="7016"/>
                </a:cubicBezTo>
                <a:cubicBezTo>
                  <a:pt x="2" y="6998"/>
                  <a:pt x="0" y="6979"/>
                  <a:pt x="0" y="6959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1" name=""/>
          <p:cNvSpPr/>
          <p:nvPr/>
        </p:nvSpPr>
        <p:spPr>
          <a:xfrm>
            <a:off x="6181560" y="2523960"/>
            <a:ext cx="5429520" cy="2610360"/>
          </a:xfrm>
          <a:custGeom>
            <a:avLst/>
            <a:gdLst/>
            <a:ahLst/>
            <a:rect l="0" t="0" r="r" b="b"/>
            <a:pathLst>
              <a:path w="15082" h="7251">
                <a:moveTo>
                  <a:pt x="0" y="695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59"/>
                </a:lnTo>
                <a:cubicBezTo>
                  <a:pt x="15082" y="6979"/>
                  <a:pt x="15080" y="6998"/>
                  <a:pt x="15077" y="7016"/>
                </a:cubicBezTo>
                <a:cubicBezTo>
                  <a:pt x="15073" y="7035"/>
                  <a:pt x="15067" y="7053"/>
                  <a:pt x="15060" y="7071"/>
                </a:cubicBezTo>
                <a:cubicBezTo>
                  <a:pt x="15053" y="7089"/>
                  <a:pt x="15044" y="7105"/>
                  <a:pt x="15033" y="7121"/>
                </a:cubicBezTo>
                <a:cubicBezTo>
                  <a:pt x="15023" y="7137"/>
                  <a:pt x="15010" y="7152"/>
                  <a:pt x="14997" y="7165"/>
                </a:cubicBezTo>
                <a:cubicBezTo>
                  <a:pt x="14983" y="7179"/>
                  <a:pt x="14969" y="7191"/>
                  <a:pt x="14953" y="7201"/>
                </a:cubicBezTo>
                <a:cubicBezTo>
                  <a:pt x="14937" y="7212"/>
                  <a:pt x="14920" y="7221"/>
                  <a:pt x="14903" y="7228"/>
                </a:cubicBezTo>
                <a:cubicBezTo>
                  <a:pt x="14885" y="7236"/>
                  <a:pt x="14867" y="7241"/>
                  <a:pt x="14848" y="7245"/>
                </a:cubicBezTo>
                <a:cubicBezTo>
                  <a:pt x="14829" y="7249"/>
                  <a:pt x="14810" y="7251"/>
                  <a:pt x="14791" y="7251"/>
                </a:cubicBezTo>
                <a:lnTo>
                  <a:pt x="291" y="7251"/>
                </a:lnTo>
                <a:cubicBezTo>
                  <a:pt x="272" y="7251"/>
                  <a:pt x="253" y="7249"/>
                  <a:pt x="234" y="7245"/>
                </a:cubicBezTo>
                <a:cubicBezTo>
                  <a:pt x="215" y="7241"/>
                  <a:pt x="197" y="7236"/>
                  <a:pt x="180" y="7228"/>
                </a:cubicBezTo>
                <a:cubicBezTo>
                  <a:pt x="162" y="7221"/>
                  <a:pt x="145" y="7212"/>
                  <a:pt x="129" y="7201"/>
                </a:cubicBezTo>
                <a:cubicBezTo>
                  <a:pt x="113" y="7191"/>
                  <a:pt x="99" y="7179"/>
                  <a:pt x="85" y="7165"/>
                </a:cubicBezTo>
                <a:cubicBezTo>
                  <a:pt x="72" y="7152"/>
                  <a:pt x="60" y="7137"/>
                  <a:pt x="49" y="7121"/>
                </a:cubicBezTo>
                <a:cubicBezTo>
                  <a:pt x="38" y="7105"/>
                  <a:pt x="29" y="7089"/>
                  <a:pt x="22" y="7071"/>
                </a:cubicBezTo>
                <a:cubicBezTo>
                  <a:pt x="15" y="7053"/>
                  <a:pt x="9" y="7035"/>
                  <a:pt x="6" y="7016"/>
                </a:cubicBezTo>
                <a:cubicBezTo>
                  <a:pt x="2" y="6998"/>
                  <a:pt x="0" y="6979"/>
                  <a:pt x="0" y="6959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2" name=""/>
          <p:cNvSpPr/>
          <p:nvPr/>
        </p:nvSpPr>
        <p:spPr>
          <a:xfrm>
            <a:off x="6392520" y="2955600"/>
            <a:ext cx="302040" cy="241920"/>
          </a:xfrm>
          <a:custGeom>
            <a:avLst/>
            <a:gdLst/>
            <a:ahLst/>
            <a:rect l="0" t="0" r="r" b="b"/>
            <a:pathLst>
              <a:path w="839" h="672">
                <a:moveTo>
                  <a:pt x="63" y="672"/>
                </a:moveTo>
                <a:cubicBezTo>
                  <a:pt x="47" y="672"/>
                  <a:pt x="32" y="665"/>
                  <a:pt x="19" y="653"/>
                </a:cubicBezTo>
                <a:cubicBezTo>
                  <a:pt x="7" y="640"/>
                  <a:pt x="0" y="626"/>
                  <a:pt x="0" y="609"/>
                </a:cubicBezTo>
                <a:lnTo>
                  <a:pt x="0" y="63"/>
                </a:lnTo>
                <a:cubicBezTo>
                  <a:pt x="0" y="46"/>
                  <a:pt x="7" y="32"/>
                  <a:pt x="19" y="19"/>
                </a:cubicBezTo>
                <a:cubicBezTo>
                  <a:pt x="32" y="7"/>
                  <a:pt x="47" y="0"/>
                  <a:pt x="63" y="0"/>
                </a:cubicBezTo>
                <a:lnTo>
                  <a:pt x="776" y="0"/>
                </a:lnTo>
                <a:cubicBezTo>
                  <a:pt x="793" y="0"/>
                  <a:pt x="808" y="7"/>
                  <a:pt x="820" y="19"/>
                </a:cubicBezTo>
                <a:cubicBezTo>
                  <a:pt x="833" y="32"/>
                  <a:pt x="839" y="46"/>
                  <a:pt x="839" y="63"/>
                </a:cubicBezTo>
                <a:lnTo>
                  <a:pt x="839" y="609"/>
                </a:lnTo>
                <a:cubicBezTo>
                  <a:pt x="839" y="626"/>
                  <a:pt x="833" y="640"/>
                  <a:pt x="820" y="653"/>
                </a:cubicBezTo>
                <a:cubicBezTo>
                  <a:pt x="808" y="665"/>
                  <a:pt x="793" y="672"/>
                  <a:pt x="776" y="672"/>
                </a:cubicBezTo>
                <a:lnTo>
                  <a:pt x="63" y="672"/>
                </a:lnTo>
                <a:moveTo>
                  <a:pt x="63" y="609"/>
                </a:moveTo>
                <a:lnTo>
                  <a:pt x="776" y="609"/>
                </a:lnTo>
                <a:lnTo>
                  <a:pt x="776" y="151"/>
                </a:lnTo>
                <a:lnTo>
                  <a:pt x="63" y="151"/>
                </a:lnTo>
                <a:lnTo>
                  <a:pt x="63" y="609"/>
                </a:lnTo>
                <a:moveTo>
                  <a:pt x="231" y="533"/>
                </a:moveTo>
                <a:lnTo>
                  <a:pt x="187" y="489"/>
                </a:lnTo>
                <a:lnTo>
                  <a:pt x="296" y="381"/>
                </a:lnTo>
                <a:lnTo>
                  <a:pt x="186" y="272"/>
                </a:lnTo>
                <a:lnTo>
                  <a:pt x="231" y="228"/>
                </a:lnTo>
                <a:lnTo>
                  <a:pt x="385" y="381"/>
                </a:lnTo>
                <a:lnTo>
                  <a:pt x="231" y="533"/>
                </a:lnTo>
                <a:moveTo>
                  <a:pt x="431" y="538"/>
                </a:moveTo>
                <a:lnTo>
                  <a:pt x="431" y="475"/>
                </a:lnTo>
                <a:lnTo>
                  <a:pt x="661" y="475"/>
                </a:lnTo>
                <a:lnTo>
                  <a:pt x="661" y="538"/>
                </a:lnTo>
                <a:lnTo>
                  <a:pt x="431" y="538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62120" y="454608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で確認できます。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724800" y="3085200"/>
            <a:ext cx="2043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Editor View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（作業場）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5" name=""/>
          <p:cNvSpPr/>
          <p:nvPr/>
        </p:nvSpPr>
        <p:spPr>
          <a:xfrm>
            <a:off x="9038880" y="3457440"/>
            <a:ext cx="629280" cy="257400"/>
          </a:xfrm>
          <a:custGeom>
            <a:avLst/>
            <a:gdLst/>
            <a:ahLst/>
            <a:rect l="0" t="0" r="r" b="b"/>
            <a:pathLst>
              <a:path w="1748" h="715">
                <a:moveTo>
                  <a:pt x="0" y="556"/>
                </a:moveTo>
                <a:lnTo>
                  <a:pt x="0" y="160"/>
                </a:lnTo>
                <a:cubicBezTo>
                  <a:pt x="0" y="149"/>
                  <a:pt x="1" y="139"/>
                  <a:pt x="4" y="129"/>
                </a:cubicBezTo>
                <a:cubicBezTo>
                  <a:pt x="6" y="118"/>
                  <a:pt x="9" y="109"/>
                  <a:pt x="13" y="99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89" y="0"/>
                </a:lnTo>
                <a:cubicBezTo>
                  <a:pt x="1599" y="0"/>
                  <a:pt x="1610" y="1"/>
                  <a:pt x="1620" y="3"/>
                </a:cubicBezTo>
                <a:cubicBezTo>
                  <a:pt x="1630" y="5"/>
                  <a:pt x="1640" y="8"/>
                  <a:pt x="1650" y="12"/>
                </a:cubicBezTo>
                <a:cubicBezTo>
                  <a:pt x="1659" y="16"/>
                  <a:pt x="1668" y="21"/>
                  <a:pt x="1677" y="27"/>
                </a:cubicBezTo>
                <a:cubicBezTo>
                  <a:pt x="1686" y="32"/>
                  <a:pt x="1694" y="40"/>
                  <a:pt x="1701" y="47"/>
                </a:cubicBezTo>
                <a:cubicBezTo>
                  <a:pt x="1709" y="55"/>
                  <a:pt x="1715" y="63"/>
                  <a:pt x="1721" y="71"/>
                </a:cubicBezTo>
                <a:cubicBezTo>
                  <a:pt x="1727" y="80"/>
                  <a:pt x="1732" y="89"/>
                  <a:pt x="1736" y="99"/>
                </a:cubicBezTo>
                <a:cubicBezTo>
                  <a:pt x="1740" y="109"/>
                  <a:pt x="1743" y="118"/>
                  <a:pt x="1745" y="129"/>
                </a:cubicBezTo>
                <a:cubicBezTo>
                  <a:pt x="1747" y="139"/>
                  <a:pt x="1748" y="149"/>
                  <a:pt x="1748" y="160"/>
                </a:cubicBezTo>
                <a:lnTo>
                  <a:pt x="1748" y="556"/>
                </a:lnTo>
                <a:cubicBezTo>
                  <a:pt x="1748" y="567"/>
                  <a:pt x="1747" y="577"/>
                  <a:pt x="1745" y="587"/>
                </a:cubicBezTo>
                <a:cubicBezTo>
                  <a:pt x="1743" y="598"/>
                  <a:pt x="1740" y="608"/>
                  <a:pt x="1736" y="617"/>
                </a:cubicBezTo>
                <a:cubicBezTo>
                  <a:pt x="1732" y="627"/>
                  <a:pt x="1727" y="636"/>
                  <a:pt x="1721" y="645"/>
                </a:cubicBezTo>
                <a:cubicBezTo>
                  <a:pt x="1715" y="653"/>
                  <a:pt x="1709" y="661"/>
                  <a:pt x="1701" y="669"/>
                </a:cubicBezTo>
                <a:cubicBezTo>
                  <a:pt x="1694" y="676"/>
                  <a:pt x="1686" y="683"/>
                  <a:pt x="1677" y="688"/>
                </a:cubicBezTo>
                <a:cubicBezTo>
                  <a:pt x="1668" y="694"/>
                  <a:pt x="1659" y="699"/>
                  <a:pt x="1650" y="703"/>
                </a:cubicBezTo>
                <a:cubicBezTo>
                  <a:pt x="1640" y="707"/>
                  <a:pt x="1630" y="710"/>
                  <a:pt x="1620" y="712"/>
                </a:cubicBezTo>
                <a:cubicBezTo>
                  <a:pt x="1610" y="714"/>
                  <a:pt x="1599" y="715"/>
                  <a:pt x="1589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7" y="627"/>
                  <a:pt x="13" y="617"/>
                </a:cubicBezTo>
                <a:cubicBezTo>
                  <a:pt x="9" y="608"/>
                  <a:pt x="6" y="598"/>
                  <a:pt x="4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6362640" y="3441240"/>
            <a:ext cx="2744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VS Code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互換のエディタ。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9094320" y="3505320"/>
            <a:ext cx="513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Cmd+K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9665640" y="3441240"/>
            <a:ext cx="1676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でインライン編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6362640" y="381276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集、リアルタイムプレビューに対応。従来の手動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362640" y="4174560"/>
            <a:ext cx="4788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開発スタイルと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を柔軟に使い分けられます。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5" name=""/>
          <p:cNvSpPr/>
          <p:nvPr/>
        </p:nvSpPr>
        <p:spPr>
          <a:xfrm>
            <a:off x="571320" y="24573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6" name=""/>
          <p:cNvSpPr/>
          <p:nvPr/>
        </p:nvSpPr>
        <p:spPr>
          <a:xfrm>
            <a:off x="414360" y="2508480"/>
            <a:ext cx="11363400" cy="2240640"/>
          </a:xfrm>
          <a:custGeom>
            <a:avLst/>
            <a:gdLst/>
            <a:ahLst/>
            <a:rect l="0" t="0" r="r" b="b"/>
            <a:pathLst>
              <a:path w="31565" h="6224">
                <a:moveTo>
                  <a:pt x="436" y="625"/>
                </a:moveTo>
                <a:lnTo>
                  <a:pt x="436" y="5441"/>
                </a:lnTo>
                <a:cubicBezTo>
                  <a:pt x="436" y="5477"/>
                  <a:pt x="443" y="5510"/>
                  <a:pt x="456" y="5543"/>
                </a:cubicBezTo>
                <a:cubicBezTo>
                  <a:pt x="470" y="5575"/>
                  <a:pt x="489" y="5604"/>
                  <a:pt x="513" y="5629"/>
                </a:cubicBezTo>
                <a:cubicBezTo>
                  <a:pt x="538" y="5653"/>
                  <a:pt x="567" y="5672"/>
                  <a:pt x="599" y="5686"/>
                </a:cubicBezTo>
                <a:cubicBezTo>
                  <a:pt x="632" y="5699"/>
                  <a:pt x="665" y="5706"/>
                  <a:pt x="701" y="5706"/>
                </a:cubicBezTo>
                <a:lnTo>
                  <a:pt x="30864" y="5706"/>
                </a:lnTo>
                <a:cubicBezTo>
                  <a:pt x="30899" y="5706"/>
                  <a:pt x="30933" y="5699"/>
                  <a:pt x="30965" y="5686"/>
                </a:cubicBezTo>
                <a:cubicBezTo>
                  <a:pt x="30998" y="5672"/>
                  <a:pt x="31026" y="5653"/>
                  <a:pt x="31051" y="5629"/>
                </a:cubicBezTo>
                <a:cubicBezTo>
                  <a:pt x="31076" y="5604"/>
                  <a:pt x="31095" y="5575"/>
                  <a:pt x="31109" y="5543"/>
                </a:cubicBezTo>
                <a:cubicBezTo>
                  <a:pt x="31122" y="5510"/>
                  <a:pt x="31129" y="5477"/>
                  <a:pt x="31129" y="5441"/>
                </a:cubicBezTo>
                <a:lnTo>
                  <a:pt x="31129" y="625"/>
                </a:lnTo>
                <a:cubicBezTo>
                  <a:pt x="31129" y="590"/>
                  <a:pt x="31122" y="556"/>
                  <a:pt x="31109" y="524"/>
                </a:cubicBezTo>
                <a:cubicBezTo>
                  <a:pt x="31095" y="491"/>
                  <a:pt x="31076" y="463"/>
                  <a:pt x="31051" y="438"/>
                </a:cubicBezTo>
                <a:cubicBezTo>
                  <a:pt x="31026" y="413"/>
                  <a:pt x="30998" y="394"/>
                  <a:pt x="30965" y="381"/>
                </a:cubicBezTo>
                <a:cubicBezTo>
                  <a:pt x="30933" y="367"/>
                  <a:pt x="30899" y="360"/>
                  <a:pt x="30864" y="360"/>
                </a:cubicBezTo>
                <a:lnTo>
                  <a:pt x="701" y="360"/>
                </a:lnTo>
                <a:cubicBezTo>
                  <a:pt x="665" y="360"/>
                  <a:pt x="632" y="367"/>
                  <a:pt x="599" y="381"/>
                </a:cubicBezTo>
                <a:cubicBezTo>
                  <a:pt x="567" y="394"/>
                  <a:pt x="538" y="413"/>
                  <a:pt x="513" y="438"/>
                </a:cubicBezTo>
                <a:cubicBezTo>
                  <a:pt x="489" y="463"/>
                  <a:pt x="470" y="491"/>
                  <a:pt x="456" y="524"/>
                </a:cubicBezTo>
                <a:cubicBezTo>
                  <a:pt x="443" y="556"/>
                  <a:pt x="436" y="590"/>
                  <a:pt x="436" y="625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6224"/>
                </a:lnTo>
                <a:lnTo>
                  <a:pt x="0" y="622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7" name=""/>
          <p:cNvSpPr/>
          <p:nvPr/>
        </p:nvSpPr>
        <p:spPr>
          <a:xfrm>
            <a:off x="580680" y="2638080"/>
            <a:ext cx="2267640" cy="400680"/>
          </a:xfrm>
          <a:custGeom>
            <a:avLst/>
            <a:gdLst/>
            <a:ahLst/>
            <a:rect l="0" t="0" r="r" b="b"/>
            <a:pathLst>
              <a:path w="6299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6299" y="0"/>
                </a:lnTo>
                <a:lnTo>
                  <a:pt x="6299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8" name=""/>
          <p:cNvSpPr/>
          <p:nvPr/>
        </p:nvSpPr>
        <p:spPr>
          <a:xfrm>
            <a:off x="2847960" y="2638080"/>
            <a:ext cx="1876680" cy="400680"/>
          </a:xfrm>
          <a:custGeom>
            <a:avLst/>
            <a:gdLst/>
            <a:ahLst/>
            <a:rect l="0" t="0" r="r" b="b"/>
            <a:pathLst>
              <a:path w="5213" h="1113">
                <a:moveTo>
                  <a:pt x="0" y="0"/>
                </a:moveTo>
                <a:lnTo>
                  <a:pt x="5213" y="0"/>
                </a:lnTo>
                <a:lnTo>
                  <a:pt x="5213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9" name=""/>
          <p:cNvSpPr/>
          <p:nvPr/>
        </p:nvSpPr>
        <p:spPr>
          <a:xfrm>
            <a:off x="4724280" y="2638080"/>
            <a:ext cx="2524320" cy="400680"/>
          </a:xfrm>
          <a:custGeom>
            <a:avLst/>
            <a:gdLst/>
            <a:ahLst/>
            <a:rect l="0" t="0" r="r" b="b"/>
            <a:pathLst>
              <a:path w="7012" h="1113">
                <a:moveTo>
                  <a:pt x="0" y="0"/>
                </a:moveTo>
                <a:lnTo>
                  <a:pt x="7012" y="0"/>
                </a:lnTo>
                <a:lnTo>
                  <a:pt x="7012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0" name=""/>
          <p:cNvSpPr/>
          <p:nvPr/>
        </p:nvSpPr>
        <p:spPr>
          <a:xfrm>
            <a:off x="580680" y="2638080"/>
            <a:ext cx="2267640" cy="400680"/>
          </a:xfrm>
          <a:custGeom>
            <a:avLst/>
            <a:gdLst/>
            <a:ahLst/>
            <a:rect l="0" t="0" r="r" b="b"/>
            <a:pathLst>
              <a:path w="6299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6299" y="0"/>
                </a:lnTo>
                <a:lnTo>
                  <a:pt x="6299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1" name=""/>
          <p:cNvSpPr/>
          <p:nvPr/>
        </p:nvSpPr>
        <p:spPr>
          <a:xfrm>
            <a:off x="2847960" y="2638080"/>
            <a:ext cx="1876680" cy="400680"/>
          </a:xfrm>
          <a:custGeom>
            <a:avLst/>
            <a:gdLst/>
            <a:ahLst/>
            <a:rect l="0" t="0" r="r" b="b"/>
            <a:pathLst>
              <a:path w="5213" h="1113">
                <a:moveTo>
                  <a:pt x="0" y="0"/>
                </a:moveTo>
                <a:lnTo>
                  <a:pt x="5213" y="0"/>
                </a:lnTo>
                <a:lnTo>
                  <a:pt x="5213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2" name=""/>
          <p:cNvSpPr/>
          <p:nvPr/>
        </p:nvSpPr>
        <p:spPr>
          <a:xfrm>
            <a:off x="4724280" y="2638080"/>
            <a:ext cx="2524320" cy="400680"/>
          </a:xfrm>
          <a:custGeom>
            <a:avLst/>
            <a:gdLst/>
            <a:ahLst/>
            <a:rect l="0" t="0" r="r" b="b"/>
            <a:pathLst>
              <a:path w="7012" h="1113">
                <a:moveTo>
                  <a:pt x="0" y="0"/>
                </a:moveTo>
                <a:lnTo>
                  <a:pt x="7012" y="0"/>
                </a:lnTo>
                <a:lnTo>
                  <a:pt x="7012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3" name=""/>
          <p:cNvSpPr/>
          <p:nvPr/>
        </p:nvSpPr>
        <p:spPr>
          <a:xfrm>
            <a:off x="580680" y="3038400"/>
            <a:ext cx="2267640" cy="381240"/>
          </a:xfrm>
          <a:custGeom>
            <a:avLst/>
            <a:gdLst/>
            <a:ahLst/>
            <a:rect l="0" t="0" r="r" b="b"/>
            <a:pathLst>
              <a:path w="6299" h="1059">
                <a:moveTo>
                  <a:pt x="0" y="0"/>
                </a:moveTo>
                <a:lnTo>
                  <a:pt x="6299" y="0"/>
                </a:lnTo>
                <a:lnTo>
                  <a:pt x="629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4" name=""/>
          <p:cNvSpPr/>
          <p:nvPr/>
        </p:nvSpPr>
        <p:spPr>
          <a:xfrm>
            <a:off x="2847960" y="3038400"/>
            <a:ext cx="1876680" cy="381240"/>
          </a:xfrm>
          <a:custGeom>
            <a:avLst/>
            <a:gdLst/>
            <a:ahLst/>
            <a:rect l="0" t="0" r="r" b="b"/>
            <a:pathLst>
              <a:path w="5213" h="1059">
                <a:moveTo>
                  <a:pt x="0" y="0"/>
                </a:moveTo>
                <a:lnTo>
                  <a:pt x="5213" y="0"/>
                </a:lnTo>
                <a:lnTo>
                  <a:pt x="52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5" name=""/>
          <p:cNvSpPr/>
          <p:nvPr/>
        </p:nvSpPr>
        <p:spPr>
          <a:xfrm>
            <a:off x="4724280" y="3038400"/>
            <a:ext cx="2524320" cy="381240"/>
          </a:xfrm>
          <a:custGeom>
            <a:avLst/>
            <a:gdLst/>
            <a:ahLst/>
            <a:rect l="0" t="0" r="r" b="b"/>
            <a:pathLst>
              <a:path w="7012" h="1059">
                <a:moveTo>
                  <a:pt x="0" y="0"/>
                </a:moveTo>
                <a:lnTo>
                  <a:pt x="7012" y="0"/>
                </a:lnTo>
                <a:lnTo>
                  <a:pt x="7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6" name=""/>
          <p:cNvSpPr/>
          <p:nvPr/>
        </p:nvSpPr>
        <p:spPr>
          <a:xfrm>
            <a:off x="580680" y="3038400"/>
            <a:ext cx="2267640" cy="381240"/>
          </a:xfrm>
          <a:custGeom>
            <a:avLst/>
            <a:gdLst/>
            <a:ahLst/>
            <a:rect l="0" t="0" r="r" b="b"/>
            <a:pathLst>
              <a:path w="6299" h="1059">
                <a:moveTo>
                  <a:pt x="0" y="0"/>
                </a:moveTo>
                <a:lnTo>
                  <a:pt x="6299" y="0"/>
                </a:lnTo>
                <a:lnTo>
                  <a:pt x="629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7" name=""/>
          <p:cNvSpPr/>
          <p:nvPr/>
        </p:nvSpPr>
        <p:spPr>
          <a:xfrm>
            <a:off x="2847960" y="3038400"/>
            <a:ext cx="1876680" cy="381240"/>
          </a:xfrm>
          <a:custGeom>
            <a:avLst/>
            <a:gdLst/>
            <a:ahLst/>
            <a:rect l="0" t="0" r="r" b="b"/>
            <a:pathLst>
              <a:path w="5213" h="1059">
                <a:moveTo>
                  <a:pt x="0" y="0"/>
                </a:moveTo>
                <a:lnTo>
                  <a:pt x="5213" y="0"/>
                </a:lnTo>
                <a:lnTo>
                  <a:pt x="52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8" name=""/>
          <p:cNvSpPr/>
          <p:nvPr/>
        </p:nvSpPr>
        <p:spPr>
          <a:xfrm>
            <a:off x="4724280" y="3038400"/>
            <a:ext cx="2524320" cy="381240"/>
          </a:xfrm>
          <a:custGeom>
            <a:avLst/>
            <a:gdLst/>
            <a:ahLst/>
            <a:rect l="0" t="0" r="r" b="b"/>
            <a:pathLst>
              <a:path w="7012" h="1059">
                <a:moveTo>
                  <a:pt x="0" y="0"/>
                </a:moveTo>
                <a:lnTo>
                  <a:pt x="7012" y="0"/>
                </a:lnTo>
                <a:lnTo>
                  <a:pt x="7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9" name=""/>
          <p:cNvSpPr/>
          <p:nvPr/>
        </p:nvSpPr>
        <p:spPr>
          <a:xfrm>
            <a:off x="580680" y="3419280"/>
            <a:ext cx="2267640" cy="381240"/>
          </a:xfrm>
          <a:custGeom>
            <a:avLst/>
            <a:gdLst/>
            <a:ahLst/>
            <a:rect l="0" t="0" r="r" b="b"/>
            <a:pathLst>
              <a:path w="6299" h="1059">
                <a:moveTo>
                  <a:pt x="0" y="0"/>
                </a:moveTo>
                <a:lnTo>
                  <a:pt x="6299" y="0"/>
                </a:lnTo>
                <a:lnTo>
                  <a:pt x="629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0" name=""/>
          <p:cNvSpPr/>
          <p:nvPr/>
        </p:nvSpPr>
        <p:spPr>
          <a:xfrm>
            <a:off x="2847960" y="3419280"/>
            <a:ext cx="1876680" cy="381240"/>
          </a:xfrm>
          <a:custGeom>
            <a:avLst/>
            <a:gdLst/>
            <a:ahLst/>
            <a:rect l="0" t="0" r="r" b="b"/>
            <a:pathLst>
              <a:path w="5213" h="1059">
                <a:moveTo>
                  <a:pt x="0" y="0"/>
                </a:moveTo>
                <a:lnTo>
                  <a:pt x="5213" y="0"/>
                </a:lnTo>
                <a:lnTo>
                  <a:pt x="52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1" name=""/>
          <p:cNvSpPr/>
          <p:nvPr/>
        </p:nvSpPr>
        <p:spPr>
          <a:xfrm>
            <a:off x="4724280" y="3419280"/>
            <a:ext cx="2524320" cy="381240"/>
          </a:xfrm>
          <a:custGeom>
            <a:avLst/>
            <a:gdLst/>
            <a:ahLst/>
            <a:rect l="0" t="0" r="r" b="b"/>
            <a:pathLst>
              <a:path w="7012" h="1059">
                <a:moveTo>
                  <a:pt x="0" y="0"/>
                </a:moveTo>
                <a:lnTo>
                  <a:pt x="7012" y="0"/>
                </a:lnTo>
                <a:lnTo>
                  <a:pt x="7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2" name=""/>
          <p:cNvSpPr/>
          <p:nvPr/>
        </p:nvSpPr>
        <p:spPr>
          <a:xfrm>
            <a:off x="580680" y="3419280"/>
            <a:ext cx="2267640" cy="381240"/>
          </a:xfrm>
          <a:custGeom>
            <a:avLst/>
            <a:gdLst/>
            <a:ahLst/>
            <a:rect l="0" t="0" r="r" b="b"/>
            <a:pathLst>
              <a:path w="6299" h="1059">
                <a:moveTo>
                  <a:pt x="0" y="0"/>
                </a:moveTo>
                <a:lnTo>
                  <a:pt x="6299" y="0"/>
                </a:lnTo>
                <a:lnTo>
                  <a:pt x="629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3" name=""/>
          <p:cNvSpPr/>
          <p:nvPr/>
        </p:nvSpPr>
        <p:spPr>
          <a:xfrm>
            <a:off x="2847960" y="3419280"/>
            <a:ext cx="1876680" cy="381240"/>
          </a:xfrm>
          <a:custGeom>
            <a:avLst/>
            <a:gdLst/>
            <a:ahLst/>
            <a:rect l="0" t="0" r="r" b="b"/>
            <a:pathLst>
              <a:path w="5213" h="1059">
                <a:moveTo>
                  <a:pt x="0" y="0"/>
                </a:moveTo>
                <a:lnTo>
                  <a:pt x="5213" y="0"/>
                </a:lnTo>
                <a:lnTo>
                  <a:pt x="521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4" name=""/>
          <p:cNvSpPr/>
          <p:nvPr/>
        </p:nvSpPr>
        <p:spPr>
          <a:xfrm>
            <a:off x="4724280" y="3419280"/>
            <a:ext cx="2524320" cy="381240"/>
          </a:xfrm>
          <a:custGeom>
            <a:avLst/>
            <a:gdLst/>
            <a:ahLst/>
            <a:rect l="0" t="0" r="r" b="b"/>
            <a:pathLst>
              <a:path w="7012" h="1059">
                <a:moveTo>
                  <a:pt x="0" y="0"/>
                </a:moveTo>
                <a:lnTo>
                  <a:pt x="7012" y="0"/>
                </a:lnTo>
                <a:lnTo>
                  <a:pt x="7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5" name=""/>
          <p:cNvSpPr/>
          <p:nvPr/>
        </p:nvSpPr>
        <p:spPr>
          <a:xfrm>
            <a:off x="580680" y="3800160"/>
            <a:ext cx="2267640" cy="390960"/>
          </a:xfrm>
          <a:custGeom>
            <a:avLst/>
            <a:gdLst/>
            <a:ahLst/>
            <a:rect l="0" t="0" r="r" b="b"/>
            <a:pathLst>
              <a:path w="6299" h="1086">
                <a:moveTo>
                  <a:pt x="0" y="0"/>
                </a:moveTo>
                <a:lnTo>
                  <a:pt x="6299" y="0"/>
                </a:lnTo>
                <a:lnTo>
                  <a:pt x="629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6" name=""/>
          <p:cNvSpPr/>
          <p:nvPr/>
        </p:nvSpPr>
        <p:spPr>
          <a:xfrm>
            <a:off x="2847960" y="3800160"/>
            <a:ext cx="1876680" cy="390960"/>
          </a:xfrm>
          <a:custGeom>
            <a:avLst/>
            <a:gdLst/>
            <a:ahLst/>
            <a:rect l="0" t="0" r="r" b="b"/>
            <a:pathLst>
              <a:path w="5213" h="1086">
                <a:moveTo>
                  <a:pt x="0" y="0"/>
                </a:moveTo>
                <a:lnTo>
                  <a:pt x="5213" y="0"/>
                </a:lnTo>
                <a:lnTo>
                  <a:pt x="52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7" name=""/>
          <p:cNvSpPr/>
          <p:nvPr/>
        </p:nvSpPr>
        <p:spPr>
          <a:xfrm>
            <a:off x="4724280" y="3800160"/>
            <a:ext cx="2524320" cy="390960"/>
          </a:xfrm>
          <a:custGeom>
            <a:avLst/>
            <a:gdLst/>
            <a:ahLst/>
            <a:rect l="0" t="0" r="r" b="b"/>
            <a:pathLst>
              <a:path w="7012" h="1086">
                <a:moveTo>
                  <a:pt x="0" y="0"/>
                </a:moveTo>
                <a:lnTo>
                  <a:pt x="7012" y="0"/>
                </a:lnTo>
                <a:lnTo>
                  <a:pt x="701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8" name=""/>
          <p:cNvSpPr/>
          <p:nvPr/>
        </p:nvSpPr>
        <p:spPr>
          <a:xfrm>
            <a:off x="580680" y="3800160"/>
            <a:ext cx="2267640" cy="390960"/>
          </a:xfrm>
          <a:custGeom>
            <a:avLst/>
            <a:gdLst/>
            <a:ahLst/>
            <a:rect l="0" t="0" r="r" b="b"/>
            <a:pathLst>
              <a:path w="6299" h="1086">
                <a:moveTo>
                  <a:pt x="0" y="0"/>
                </a:moveTo>
                <a:lnTo>
                  <a:pt x="6299" y="0"/>
                </a:lnTo>
                <a:lnTo>
                  <a:pt x="629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9" name=""/>
          <p:cNvSpPr/>
          <p:nvPr/>
        </p:nvSpPr>
        <p:spPr>
          <a:xfrm>
            <a:off x="2847960" y="3800160"/>
            <a:ext cx="1876680" cy="390960"/>
          </a:xfrm>
          <a:custGeom>
            <a:avLst/>
            <a:gdLst/>
            <a:ahLst/>
            <a:rect l="0" t="0" r="r" b="b"/>
            <a:pathLst>
              <a:path w="5213" h="1086">
                <a:moveTo>
                  <a:pt x="0" y="0"/>
                </a:moveTo>
                <a:lnTo>
                  <a:pt x="5213" y="0"/>
                </a:lnTo>
                <a:lnTo>
                  <a:pt x="52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0" name=""/>
          <p:cNvSpPr/>
          <p:nvPr/>
        </p:nvSpPr>
        <p:spPr>
          <a:xfrm>
            <a:off x="4724280" y="3800160"/>
            <a:ext cx="2524320" cy="390960"/>
          </a:xfrm>
          <a:custGeom>
            <a:avLst/>
            <a:gdLst/>
            <a:ahLst/>
            <a:rect l="0" t="0" r="r" b="b"/>
            <a:pathLst>
              <a:path w="7012" h="1086">
                <a:moveTo>
                  <a:pt x="0" y="0"/>
                </a:moveTo>
                <a:lnTo>
                  <a:pt x="7012" y="0"/>
                </a:lnTo>
                <a:lnTo>
                  <a:pt x="701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1" name=""/>
          <p:cNvSpPr/>
          <p:nvPr/>
        </p:nvSpPr>
        <p:spPr>
          <a:xfrm>
            <a:off x="580680" y="419076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239" y="1033"/>
                </a:moveTo>
                <a:cubicBezTo>
                  <a:pt x="203" y="1033"/>
                  <a:pt x="170" y="1026"/>
                  <a:pt x="137" y="1013"/>
                </a:cubicBezTo>
                <a:cubicBezTo>
                  <a:pt x="105" y="999"/>
                  <a:pt x="76" y="980"/>
                  <a:pt x="51" y="956"/>
                </a:cubicBezTo>
                <a:cubicBezTo>
                  <a:pt x="30" y="934"/>
                  <a:pt x="13" y="910"/>
                  <a:pt x="0" y="884"/>
                </a:cubicBezTo>
                <a:lnTo>
                  <a:pt x="0" y="0"/>
                </a:lnTo>
                <a:lnTo>
                  <a:pt x="6299" y="0"/>
                </a:lnTo>
                <a:lnTo>
                  <a:pt x="6299" y="1033"/>
                </a:lnTo>
                <a:lnTo>
                  <a:pt x="239" y="1033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2" name=""/>
          <p:cNvSpPr/>
          <p:nvPr/>
        </p:nvSpPr>
        <p:spPr>
          <a:xfrm>
            <a:off x="2847960" y="4190760"/>
            <a:ext cx="1876680" cy="371880"/>
          </a:xfrm>
          <a:custGeom>
            <a:avLst/>
            <a:gdLst/>
            <a:ahLst/>
            <a:rect l="0" t="0" r="r" b="b"/>
            <a:pathLst>
              <a:path w="5213" h="1033">
                <a:moveTo>
                  <a:pt x="0" y="1033"/>
                </a:moveTo>
                <a:lnTo>
                  <a:pt x="0" y="0"/>
                </a:lnTo>
                <a:lnTo>
                  <a:pt x="5213" y="0"/>
                </a:lnTo>
                <a:lnTo>
                  <a:pt x="5213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3" name=""/>
          <p:cNvSpPr/>
          <p:nvPr/>
        </p:nvSpPr>
        <p:spPr>
          <a:xfrm>
            <a:off x="4724280" y="4190760"/>
            <a:ext cx="2524320" cy="371880"/>
          </a:xfrm>
          <a:custGeom>
            <a:avLst/>
            <a:gdLst/>
            <a:ahLst/>
            <a:rect l="0" t="0" r="r" b="b"/>
            <a:pathLst>
              <a:path w="7012" h="1033">
                <a:moveTo>
                  <a:pt x="0" y="1033"/>
                </a:moveTo>
                <a:lnTo>
                  <a:pt x="0" y="0"/>
                </a:lnTo>
                <a:lnTo>
                  <a:pt x="7012" y="0"/>
                </a:lnTo>
                <a:lnTo>
                  <a:pt x="7012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4" name=""/>
          <p:cNvSpPr/>
          <p:nvPr/>
        </p:nvSpPr>
        <p:spPr>
          <a:xfrm>
            <a:off x="580680" y="4190760"/>
            <a:ext cx="2267640" cy="371880"/>
          </a:xfrm>
          <a:custGeom>
            <a:avLst/>
            <a:gdLst/>
            <a:ahLst/>
            <a:rect l="0" t="0" r="r" b="b"/>
            <a:pathLst>
              <a:path w="6299" h="1033">
                <a:moveTo>
                  <a:pt x="239" y="1033"/>
                </a:moveTo>
                <a:cubicBezTo>
                  <a:pt x="203" y="1033"/>
                  <a:pt x="170" y="1026"/>
                  <a:pt x="137" y="1013"/>
                </a:cubicBezTo>
                <a:cubicBezTo>
                  <a:pt x="105" y="999"/>
                  <a:pt x="76" y="980"/>
                  <a:pt x="51" y="956"/>
                </a:cubicBezTo>
                <a:cubicBezTo>
                  <a:pt x="30" y="934"/>
                  <a:pt x="13" y="910"/>
                  <a:pt x="0" y="884"/>
                </a:cubicBezTo>
                <a:lnTo>
                  <a:pt x="0" y="0"/>
                </a:lnTo>
                <a:lnTo>
                  <a:pt x="6299" y="0"/>
                </a:lnTo>
                <a:lnTo>
                  <a:pt x="6299" y="1033"/>
                </a:lnTo>
                <a:lnTo>
                  <a:pt x="239" y="1033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5" name=""/>
          <p:cNvSpPr/>
          <p:nvPr/>
        </p:nvSpPr>
        <p:spPr>
          <a:xfrm>
            <a:off x="2847960" y="4190760"/>
            <a:ext cx="1876680" cy="371880"/>
          </a:xfrm>
          <a:custGeom>
            <a:avLst/>
            <a:gdLst/>
            <a:ahLst/>
            <a:rect l="0" t="0" r="r" b="b"/>
            <a:pathLst>
              <a:path w="5213" h="1033">
                <a:moveTo>
                  <a:pt x="0" y="1033"/>
                </a:moveTo>
                <a:lnTo>
                  <a:pt x="0" y="0"/>
                </a:lnTo>
                <a:lnTo>
                  <a:pt x="5213" y="0"/>
                </a:lnTo>
                <a:lnTo>
                  <a:pt x="5213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6" name=""/>
          <p:cNvSpPr/>
          <p:nvPr/>
        </p:nvSpPr>
        <p:spPr>
          <a:xfrm>
            <a:off x="4724280" y="4190760"/>
            <a:ext cx="2524320" cy="371880"/>
          </a:xfrm>
          <a:custGeom>
            <a:avLst/>
            <a:gdLst/>
            <a:ahLst/>
            <a:rect l="0" t="0" r="r" b="b"/>
            <a:pathLst>
              <a:path w="7012" h="1033">
                <a:moveTo>
                  <a:pt x="0" y="1033"/>
                </a:moveTo>
                <a:lnTo>
                  <a:pt x="0" y="0"/>
                </a:lnTo>
                <a:lnTo>
                  <a:pt x="7012" y="0"/>
                </a:lnTo>
                <a:lnTo>
                  <a:pt x="7012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7" name=""/>
          <p:cNvSpPr/>
          <p:nvPr/>
        </p:nvSpPr>
        <p:spPr>
          <a:xfrm>
            <a:off x="571320" y="269208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8" name=""/>
          <p:cNvSpPr/>
          <p:nvPr/>
        </p:nvSpPr>
        <p:spPr>
          <a:xfrm>
            <a:off x="624960" y="2638080"/>
            <a:ext cx="2232720" cy="10080"/>
          </a:xfrm>
          <a:custGeom>
            <a:avLst/>
            <a:gdLst/>
            <a:ahLst/>
            <a:rect l="0" t="0" r="r" b="b"/>
            <a:pathLst>
              <a:path w="6202" h="28">
                <a:moveTo>
                  <a:pt x="14" y="22"/>
                </a:moveTo>
                <a:cubicBezTo>
                  <a:pt x="47" y="7"/>
                  <a:pt x="80" y="0"/>
                  <a:pt x="116" y="0"/>
                </a:cubicBezTo>
                <a:lnTo>
                  <a:pt x="6202" y="0"/>
                </a:lnTo>
                <a:lnTo>
                  <a:pt x="6202" y="28"/>
                </a:lnTo>
                <a:lnTo>
                  <a:pt x="0" y="28"/>
                </a:lnTo>
                <a:cubicBezTo>
                  <a:pt x="5" y="26"/>
                  <a:pt x="10" y="24"/>
                  <a:pt x="14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9" name=""/>
          <p:cNvSpPr/>
          <p:nvPr/>
        </p:nvSpPr>
        <p:spPr>
          <a:xfrm>
            <a:off x="2847960" y="26380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0" name=""/>
          <p:cNvSpPr/>
          <p:nvPr/>
        </p:nvSpPr>
        <p:spPr>
          <a:xfrm>
            <a:off x="2857320" y="2638080"/>
            <a:ext cx="1876680" cy="10080"/>
          </a:xfrm>
          <a:custGeom>
            <a:avLst/>
            <a:gdLst/>
            <a:ahLst/>
            <a:rect l="0" t="0" r="r" b="b"/>
            <a:pathLst>
              <a:path w="5213" h="28">
                <a:moveTo>
                  <a:pt x="0" y="0"/>
                </a:moveTo>
                <a:lnTo>
                  <a:pt x="5213" y="0"/>
                </a:lnTo>
                <a:lnTo>
                  <a:pt x="52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1" name=""/>
          <p:cNvSpPr/>
          <p:nvPr/>
        </p:nvSpPr>
        <p:spPr>
          <a:xfrm>
            <a:off x="4724280" y="26380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2" name=""/>
          <p:cNvSpPr/>
          <p:nvPr/>
        </p:nvSpPr>
        <p:spPr>
          <a:xfrm>
            <a:off x="4733640" y="263808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3" name=""/>
          <p:cNvSpPr/>
          <p:nvPr/>
        </p:nvSpPr>
        <p:spPr>
          <a:xfrm>
            <a:off x="7238880" y="26380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4" name=""/>
          <p:cNvSpPr/>
          <p:nvPr/>
        </p:nvSpPr>
        <p:spPr>
          <a:xfrm>
            <a:off x="571320" y="303840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5" name=""/>
          <p:cNvSpPr/>
          <p:nvPr/>
        </p:nvSpPr>
        <p:spPr>
          <a:xfrm>
            <a:off x="2857320" y="3038400"/>
            <a:ext cx="1876680" cy="9720"/>
          </a:xfrm>
          <a:custGeom>
            <a:avLst/>
            <a:gdLst/>
            <a:ahLst/>
            <a:rect l="0" t="0" r="r" b="b"/>
            <a:pathLst>
              <a:path w="5213" h="27">
                <a:moveTo>
                  <a:pt x="0" y="0"/>
                </a:moveTo>
                <a:lnTo>
                  <a:pt x="5213" y="0"/>
                </a:lnTo>
                <a:lnTo>
                  <a:pt x="52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6" name=""/>
          <p:cNvSpPr/>
          <p:nvPr/>
        </p:nvSpPr>
        <p:spPr>
          <a:xfrm>
            <a:off x="4733640" y="303840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7" name=""/>
          <p:cNvSpPr/>
          <p:nvPr/>
        </p:nvSpPr>
        <p:spPr>
          <a:xfrm>
            <a:off x="57132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8" name=""/>
          <p:cNvSpPr/>
          <p:nvPr/>
        </p:nvSpPr>
        <p:spPr>
          <a:xfrm>
            <a:off x="284796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9" name=""/>
          <p:cNvSpPr/>
          <p:nvPr/>
        </p:nvSpPr>
        <p:spPr>
          <a:xfrm>
            <a:off x="472428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0" name=""/>
          <p:cNvSpPr/>
          <p:nvPr/>
        </p:nvSpPr>
        <p:spPr>
          <a:xfrm>
            <a:off x="723888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1" name=""/>
          <p:cNvSpPr/>
          <p:nvPr/>
        </p:nvSpPr>
        <p:spPr>
          <a:xfrm>
            <a:off x="57132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2" name=""/>
          <p:cNvSpPr/>
          <p:nvPr/>
        </p:nvSpPr>
        <p:spPr>
          <a:xfrm>
            <a:off x="571320" y="341928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3" name=""/>
          <p:cNvSpPr/>
          <p:nvPr/>
        </p:nvSpPr>
        <p:spPr>
          <a:xfrm>
            <a:off x="284796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4" name=""/>
          <p:cNvSpPr/>
          <p:nvPr/>
        </p:nvSpPr>
        <p:spPr>
          <a:xfrm>
            <a:off x="2857320" y="3419280"/>
            <a:ext cx="1876680" cy="9720"/>
          </a:xfrm>
          <a:custGeom>
            <a:avLst/>
            <a:gdLst/>
            <a:ahLst/>
            <a:rect l="0" t="0" r="r" b="b"/>
            <a:pathLst>
              <a:path w="5213" h="27">
                <a:moveTo>
                  <a:pt x="0" y="0"/>
                </a:moveTo>
                <a:lnTo>
                  <a:pt x="5213" y="0"/>
                </a:lnTo>
                <a:lnTo>
                  <a:pt x="52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5" name=""/>
          <p:cNvSpPr/>
          <p:nvPr/>
        </p:nvSpPr>
        <p:spPr>
          <a:xfrm>
            <a:off x="472428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6" name=""/>
          <p:cNvSpPr/>
          <p:nvPr/>
        </p:nvSpPr>
        <p:spPr>
          <a:xfrm>
            <a:off x="4733640" y="341928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7" name=""/>
          <p:cNvSpPr/>
          <p:nvPr/>
        </p:nvSpPr>
        <p:spPr>
          <a:xfrm>
            <a:off x="723888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8" name=""/>
          <p:cNvSpPr/>
          <p:nvPr/>
        </p:nvSpPr>
        <p:spPr>
          <a:xfrm>
            <a:off x="571320" y="3809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9" name=""/>
          <p:cNvSpPr/>
          <p:nvPr/>
        </p:nvSpPr>
        <p:spPr>
          <a:xfrm>
            <a:off x="571320" y="380016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0" name=""/>
          <p:cNvSpPr/>
          <p:nvPr/>
        </p:nvSpPr>
        <p:spPr>
          <a:xfrm>
            <a:off x="2847960" y="3809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1" name=""/>
          <p:cNvSpPr/>
          <p:nvPr/>
        </p:nvSpPr>
        <p:spPr>
          <a:xfrm>
            <a:off x="2857320" y="3800160"/>
            <a:ext cx="1876680" cy="10080"/>
          </a:xfrm>
          <a:custGeom>
            <a:avLst/>
            <a:gdLst/>
            <a:ahLst/>
            <a:rect l="0" t="0" r="r" b="b"/>
            <a:pathLst>
              <a:path w="5213" h="28">
                <a:moveTo>
                  <a:pt x="0" y="0"/>
                </a:moveTo>
                <a:lnTo>
                  <a:pt x="5213" y="0"/>
                </a:lnTo>
                <a:lnTo>
                  <a:pt x="52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2" name=""/>
          <p:cNvSpPr/>
          <p:nvPr/>
        </p:nvSpPr>
        <p:spPr>
          <a:xfrm>
            <a:off x="4724280" y="3809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3" name=""/>
          <p:cNvSpPr/>
          <p:nvPr/>
        </p:nvSpPr>
        <p:spPr>
          <a:xfrm>
            <a:off x="4733640" y="380016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4" name=""/>
          <p:cNvSpPr/>
          <p:nvPr/>
        </p:nvSpPr>
        <p:spPr>
          <a:xfrm>
            <a:off x="7238880" y="3809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5" name=""/>
          <p:cNvSpPr/>
          <p:nvPr/>
        </p:nvSpPr>
        <p:spPr>
          <a:xfrm>
            <a:off x="571320" y="4190760"/>
            <a:ext cx="9720" cy="318240"/>
          </a:xfrm>
          <a:custGeom>
            <a:avLst/>
            <a:gdLst/>
            <a:ahLst/>
            <a:rect l="0" t="0" r="r" b="b"/>
            <a:pathLst>
              <a:path w="27" h="884">
                <a:moveTo>
                  <a:pt x="21" y="870"/>
                </a:moveTo>
                <a:cubicBezTo>
                  <a:pt x="7" y="837"/>
                  <a:pt x="0" y="804"/>
                  <a:pt x="0" y="768"/>
                </a:cubicBezTo>
                <a:lnTo>
                  <a:pt x="0" y="0"/>
                </a:lnTo>
                <a:lnTo>
                  <a:pt x="27" y="0"/>
                </a:lnTo>
                <a:lnTo>
                  <a:pt x="27" y="884"/>
                </a:lnTo>
                <a:cubicBezTo>
                  <a:pt x="25" y="879"/>
                  <a:pt x="23" y="874"/>
                  <a:pt x="21" y="87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6" name=""/>
          <p:cNvSpPr/>
          <p:nvPr/>
        </p:nvSpPr>
        <p:spPr>
          <a:xfrm>
            <a:off x="571320" y="418140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7" name=""/>
          <p:cNvSpPr/>
          <p:nvPr/>
        </p:nvSpPr>
        <p:spPr>
          <a:xfrm>
            <a:off x="2847960" y="4190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1033"/>
                </a:moveTo>
                <a:lnTo>
                  <a:pt x="0" y="0"/>
                </a:ln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8" name=""/>
          <p:cNvSpPr/>
          <p:nvPr/>
        </p:nvSpPr>
        <p:spPr>
          <a:xfrm>
            <a:off x="2857320" y="4181400"/>
            <a:ext cx="1876680" cy="9720"/>
          </a:xfrm>
          <a:custGeom>
            <a:avLst/>
            <a:gdLst/>
            <a:ahLst/>
            <a:rect l="0" t="0" r="r" b="b"/>
            <a:pathLst>
              <a:path w="5213" h="27">
                <a:moveTo>
                  <a:pt x="0" y="0"/>
                </a:moveTo>
                <a:lnTo>
                  <a:pt x="5213" y="0"/>
                </a:lnTo>
                <a:lnTo>
                  <a:pt x="52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9" name=""/>
          <p:cNvSpPr/>
          <p:nvPr/>
        </p:nvSpPr>
        <p:spPr>
          <a:xfrm>
            <a:off x="4724280" y="4190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1033"/>
                </a:moveTo>
                <a:lnTo>
                  <a:pt x="0" y="0"/>
                </a:ln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0" name=""/>
          <p:cNvSpPr/>
          <p:nvPr/>
        </p:nvSpPr>
        <p:spPr>
          <a:xfrm>
            <a:off x="4733640" y="418140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1" name=""/>
          <p:cNvSpPr/>
          <p:nvPr/>
        </p:nvSpPr>
        <p:spPr>
          <a:xfrm>
            <a:off x="7238880" y="4190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1033"/>
                </a:moveTo>
                <a:lnTo>
                  <a:pt x="0" y="0"/>
                </a:ln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2" name=""/>
          <p:cNvSpPr/>
          <p:nvPr/>
        </p:nvSpPr>
        <p:spPr>
          <a:xfrm>
            <a:off x="630720" y="1848600"/>
            <a:ext cx="357840" cy="397080"/>
          </a:xfrm>
          <a:custGeom>
            <a:avLst/>
            <a:gdLst/>
            <a:ahLst/>
            <a:rect l="0" t="0" r="r" b="b"/>
            <a:pathLst>
              <a:path w="994" h="1103">
                <a:moveTo>
                  <a:pt x="119" y="985"/>
                </a:moveTo>
                <a:cubicBezTo>
                  <a:pt x="81" y="940"/>
                  <a:pt x="52" y="890"/>
                  <a:pt x="31" y="835"/>
                </a:cubicBezTo>
                <a:cubicBezTo>
                  <a:pt x="11" y="781"/>
                  <a:pt x="0" y="723"/>
                  <a:pt x="0" y="661"/>
                </a:cubicBezTo>
                <a:cubicBezTo>
                  <a:pt x="0" y="523"/>
                  <a:pt x="49" y="406"/>
                  <a:pt x="145" y="310"/>
                </a:cubicBezTo>
                <a:cubicBezTo>
                  <a:pt x="242" y="214"/>
                  <a:pt x="359" y="166"/>
                  <a:pt x="496" y="166"/>
                </a:cubicBezTo>
                <a:cubicBezTo>
                  <a:pt x="506" y="166"/>
                  <a:pt x="515" y="167"/>
                  <a:pt x="525" y="167"/>
                </a:cubicBezTo>
                <a:cubicBezTo>
                  <a:pt x="534" y="168"/>
                  <a:pt x="543" y="168"/>
                  <a:pt x="550" y="169"/>
                </a:cubicBezTo>
                <a:lnTo>
                  <a:pt x="439" y="57"/>
                </a:lnTo>
                <a:lnTo>
                  <a:pt x="496" y="0"/>
                </a:lnTo>
                <a:lnTo>
                  <a:pt x="717" y="220"/>
                </a:lnTo>
                <a:lnTo>
                  <a:pt x="496" y="441"/>
                </a:lnTo>
                <a:lnTo>
                  <a:pt x="437" y="381"/>
                </a:lnTo>
                <a:lnTo>
                  <a:pt x="564" y="255"/>
                </a:lnTo>
                <a:cubicBezTo>
                  <a:pt x="554" y="253"/>
                  <a:pt x="542" y="251"/>
                  <a:pt x="528" y="250"/>
                </a:cubicBezTo>
                <a:cubicBezTo>
                  <a:pt x="514" y="250"/>
                  <a:pt x="504" y="249"/>
                  <a:pt x="496" y="249"/>
                </a:cubicBezTo>
                <a:cubicBezTo>
                  <a:pt x="382" y="249"/>
                  <a:pt x="284" y="289"/>
                  <a:pt x="204" y="369"/>
                </a:cubicBezTo>
                <a:cubicBezTo>
                  <a:pt x="123" y="449"/>
                  <a:pt x="83" y="546"/>
                  <a:pt x="83" y="661"/>
                </a:cubicBezTo>
                <a:cubicBezTo>
                  <a:pt x="83" y="708"/>
                  <a:pt x="91" y="755"/>
                  <a:pt x="106" y="802"/>
                </a:cubicBezTo>
                <a:cubicBezTo>
                  <a:pt x="122" y="848"/>
                  <a:pt x="146" y="889"/>
                  <a:pt x="178" y="924"/>
                </a:cubicBezTo>
                <a:lnTo>
                  <a:pt x="119" y="985"/>
                </a:lnTo>
                <a:moveTo>
                  <a:pt x="444" y="979"/>
                </a:moveTo>
                <a:cubicBezTo>
                  <a:pt x="444" y="960"/>
                  <a:pt x="437" y="940"/>
                  <a:pt x="423" y="919"/>
                </a:cubicBezTo>
                <a:cubicBezTo>
                  <a:pt x="410" y="899"/>
                  <a:pt x="395" y="878"/>
                  <a:pt x="379" y="857"/>
                </a:cubicBezTo>
                <a:cubicBezTo>
                  <a:pt x="363" y="836"/>
                  <a:pt x="348" y="813"/>
                  <a:pt x="334" y="790"/>
                </a:cubicBezTo>
                <a:cubicBezTo>
                  <a:pt x="320" y="766"/>
                  <a:pt x="313" y="742"/>
                  <a:pt x="313" y="716"/>
                </a:cubicBezTo>
                <a:cubicBezTo>
                  <a:pt x="313" y="666"/>
                  <a:pt x="331" y="622"/>
                  <a:pt x="367" y="587"/>
                </a:cubicBezTo>
                <a:cubicBezTo>
                  <a:pt x="403" y="551"/>
                  <a:pt x="446" y="533"/>
                  <a:pt x="496" y="533"/>
                </a:cubicBezTo>
                <a:cubicBezTo>
                  <a:pt x="547" y="533"/>
                  <a:pt x="590" y="551"/>
                  <a:pt x="626" y="587"/>
                </a:cubicBezTo>
                <a:cubicBezTo>
                  <a:pt x="662" y="622"/>
                  <a:pt x="680" y="666"/>
                  <a:pt x="680" y="716"/>
                </a:cubicBezTo>
                <a:cubicBezTo>
                  <a:pt x="680" y="742"/>
                  <a:pt x="673" y="766"/>
                  <a:pt x="659" y="790"/>
                </a:cubicBezTo>
                <a:cubicBezTo>
                  <a:pt x="645" y="813"/>
                  <a:pt x="630" y="836"/>
                  <a:pt x="614" y="857"/>
                </a:cubicBezTo>
                <a:cubicBezTo>
                  <a:pt x="598" y="878"/>
                  <a:pt x="583" y="899"/>
                  <a:pt x="569" y="919"/>
                </a:cubicBezTo>
                <a:cubicBezTo>
                  <a:pt x="556" y="940"/>
                  <a:pt x="549" y="960"/>
                  <a:pt x="549" y="979"/>
                </a:cubicBezTo>
                <a:lnTo>
                  <a:pt x="444" y="979"/>
                </a:lnTo>
                <a:moveTo>
                  <a:pt x="441" y="1103"/>
                </a:moveTo>
                <a:lnTo>
                  <a:pt x="441" y="1034"/>
                </a:lnTo>
                <a:lnTo>
                  <a:pt x="552" y="1034"/>
                </a:lnTo>
                <a:lnTo>
                  <a:pt x="552" y="1103"/>
                </a:lnTo>
                <a:lnTo>
                  <a:pt x="441" y="1103"/>
                </a:lnTo>
                <a:moveTo>
                  <a:pt x="875" y="985"/>
                </a:moveTo>
                <a:lnTo>
                  <a:pt x="817" y="927"/>
                </a:lnTo>
                <a:cubicBezTo>
                  <a:pt x="845" y="893"/>
                  <a:pt x="867" y="854"/>
                  <a:pt x="885" y="809"/>
                </a:cubicBezTo>
                <a:cubicBezTo>
                  <a:pt x="902" y="764"/>
                  <a:pt x="911" y="714"/>
                  <a:pt x="911" y="661"/>
                </a:cubicBezTo>
                <a:cubicBezTo>
                  <a:pt x="911" y="600"/>
                  <a:pt x="898" y="543"/>
                  <a:pt x="873" y="488"/>
                </a:cubicBezTo>
                <a:cubicBezTo>
                  <a:pt x="848" y="433"/>
                  <a:pt x="810" y="385"/>
                  <a:pt x="759" y="344"/>
                </a:cubicBezTo>
                <a:lnTo>
                  <a:pt x="820" y="283"/>
                </a:lnTo>
                <a:cubicBezTo>
                  <a:pt x="873" y="329"/>
                  <a:pt x="915" y="385"/>
                  <a:pt x="947" y="450"/>
                </a:cubicBezTo>
                <a:cubicBezTo>
                  <a:pt x="978" y="514"/>
                  <a:pt x="994" y="585"/>
                  <a:pt x="994" y="661"/>
                </a:cubicBezTo>
                <a:cubicBezTo>
                  <a:pt x="994" y="723"/>
                  <a:pt x="983" y="781"/>
                  <a:pt x="963" y="835"/>
                </a:cubicBezTo>
                <a:cubicBezTo>
                  <a:pt x="942" y="890"/>
                  <a:pt x="913" y="940"/>
                  <a:pt x="875" y="985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047600" y="1977480"/>
            <a:ext cx="35917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Multi-Model Support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04880" y="275940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モデル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2977560" y="275940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得意分野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4856400" y="2759400"/>
            <a:ext cx="854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使用シーン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704880" y="3158640"/>
            <a:ext cx="997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977560" y="3158640"/>
            <a:ext cx="1344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総合力‧論理的思考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4856400" y="3158640"/>
            <a:ext cx="2100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メイン開発、複雑なロジック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04880" y="3539520"/>
            <a:ext cx="1401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Claude Sonnet 4.5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2977560" y="3539520"/>
            <a:ext cx="1506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文脈理解‧自然な文章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4856400" y="3539520"/>
            <a:ext cx="1777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ドキュメント、要件定義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04880" y="3920760"/>
            <a:ext cx="10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977560" y="3920760"/>
            <a:ext cx="1506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画像生成‧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UI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デザイン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4856400" y="3920760"/>
            <a:ext cx="2298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アイコン、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OGP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、ヒーロー画像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704880" y="4301640"/>
            <a:ext cx="1966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2.5 Computer Use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977560" y="430164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ブラウザ操作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4856400" y="4301640"/>
            <a:ext cx="1607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Web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検索、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E2E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テスト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4038480" y="4727160"/>
            <a:ext cx="4115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目的に応じてモデルが自動で選ばれます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4" name=""/>
          <p:cNvSpPr/>
          <p:nvPr/>
        </p:nvSpPr>
        <p:spPr>
          <a:xfrm>
            <a:off x="571320" y="19238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5" name=""/>
          <p:cNvSpPr/>
          <p:nvPr/>
        </p:nvSpPr>
        <p:spPr>
          <a:xfrm>
            <a:off x="580680" y="2114280"/>
            <a:ext cx="11030400" cy="3439080"/>
          </a:xfrm>
          <a:custGeom>
            <a:avLst/>
            <a:gdLst/>
            <a:ahLst/>
            <a:rect l="0" t="0" r="r" b="b"/>
            <a:pathLst>
              <a:path w="30640" h="9553">
                <a:moveTo>
                  <a:pt x="0" y="926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262"/>
                </a:lnTo>
                <a:cubicBezTo>
                  <a:pt x="30640" y="9281"/>
                  <a:pt x="30638" y="9300"/>
                  <a:pt x="30635" y="9318"/>
                </a:cubicBezTo>
                <a:cubicBezTo>
                  <a:pt x="30631" y="9337"/>
                  <a:pt x="30625" y="9355"/>
                  <a:pt x="30618" y="9373"/>
                </a:cubicBezTo>
                <a:cubicBezTo>
                  <a:pt x="30611" y="9391"/>
                  <a:pt x="30602" y="9407"/>
                  <a:pt x="30591" y="9423"/>
                </a:cubicBezTo>
                <a:cubicBezTo>
                  <a:pt x="30581" y="9439"/>
                  <a:pt x="30568" y="9454"/>
                  <a:pt x="30555" y="9467"/>
                </a:cubicBezTo>
                <a:cubicBezTo>
                  <a:pt x="30541" y="9481"/>
                  <a:pt x="30527" y="9493"/>
                  <a:pt x="30511" y="9504"/>
                </a:cubicBezTo>
                <a:cubicBezTo>
                  <a:pt x="30495" y="9514"/>
                  <a:pt x="30478" y="9523"/>
                  <a:pt x="30461" y="9531"/>
                </a:cubicBezTo>
                <a:cubicBezTo>
                  <a:pt x="30443" y="9538"/>
                  <a:pt x="30425" y="9543"/>
                  <a:pt x="30406" y="9547"/>
                </a:cubicBezTo>
                <a:cubicBezTo>
                  <a:pt x="30387" y="9551"/>
                  <a:pt x="30368" y="9553"/>
                  <a:pt x="30349" y="9553"/>
                </a:cubicBezTo>
                <a:lnTo>
                  <a:pt x="291" y="9553"/>
                </a:lnTo>
                <a:cubicBezTo>
                  <a:pt x="272" y="9553"/>
                  <a:pt x="253" y="9551"/>
                  <a:pt x="235" y="9547"/>
                </a:cubicBezTo>
                <a:cubicBezTo>
                  <a:pt x="216" y="9543"/>
                  <a:pt x="198" y="9538"/>
                  <a:pt x="180" y="9531"/>
                </a:cubicBezTo>
                <a:cubicBezTo>
                  <a:pt x="162" y="9523"/>
                  <a:pt x="146" y="9514"/>
                  <a:pt x="130" y="9504"/>
                </a:cubicBezTo>
                <a:cubicBezTo>
                  <a:pt x="114" y="9493"/>
                  <a:pt x="99" y="9481"/>
                  <a:pt x="86" y="9467"/>
                </a:cubicBezTo>
                <a:cubicBezTo>
                  <a:pt x="72" y="9454"/>
                  <a:pt x="60" y="9439"/>
                  <a:pt x="50" y="9423"/>
                </a:cubicBezTo>
                <a:cubicBezTo>
                  <a:pt x="39" y="9407"/>
                  <a:pt x="30" y="9391"/>
                  <a:pt x="23" y="9373"/>
                </a:cubicBezTo>
                <a:cubicBezTo>
                  <a:pt x="15" y="9355"/>
                  <a:pt x="10" y="9337"/>
                  <a:pt x="6" y="9318"/>
                </a:cubicBezTo>
                <a:cubicBezTo>
                  <a:pt x="2" y="9300"/>
                  <a:pt x="0" y="9281"/>
                  <a:pt x="0" y="9262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6" name=""/>
          <p:cNvSpPr/>
          <p:nvPr/>
        </p:nvSpPr>
        <p:spPr>
          <a:xfrm>
            <a:off x="580680" y="2114280"/>
            <a:ext cx="11030400" cy="3439080"/>
          </a:xfrm>
          <a:custGeom>
            <a:avLst/>
            <a:gdLst/>
            <a:ahLst/>
            <a:rect l="0" t="0" r="r" b="b"/>
            <a:pathLst>
              <a:path w="30640" h="9553">
                <a:moveTo>
                  <a:pt x="0" y="926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262"/>
                </a:lnTo>
                <a:cubicBezTo>
                  <a:pt x="30640" y="9281"/>
                  <a:pt x="30638" y="9300"/>
                  <a:pt x="30635" y="9318"/>
                </a:cubicBezTo>
                <a:cubicBezTo>
                  <a:pt x="30631" y="9337"/>
                  <a:pt x="30625" y="9355"/>
                  <a:pt x="30618" y="9373"/>
                </a:cubicBezTo>
                <a:cubicBezTo>
                  <a:pt x="30611" y="9391"/>
                  <a:pt x="30602" y="9407"/>
                  <a:pt x="30591" y="9423"/>
                </a:cubicBezTo>
                <a:cubicBezTo>
                  <a:pt x="30581" y="9439"/>
                  <a:pt x="30568" y="9454"/>
                  <a:pt x="30555" y="9467"/>
                </a:cubicBezTo>
                <a:cubicBezTo>
                  <a:pt x="30541" y="9481"/>
                  <a:pt x="30527" y="9493"/>
                  <a:pt x="30511" y="9504"/>
                </a:cubicBezTo>
                <a:cubicBezTo>
                  <a:pt x="30495" y="9514"/>
                  <a:pt x="30478" y="9523"/>
                  <a:pt x="30461" y="9531"/>
                </a:cubicBezTo>
                <a:cubicBezTo>
                  <a:pt x="30443" y="9538"/>
                  <a:pt x="30425" y="9543"/>
                  <a:pt x="30406" y="9547"/>
                </a:cubicBezTo>
                <a:cubicBezTo>
                  <a:pt x="30387" y="9551"/>
                  <a:pt x="30368" y="9553"/>
                  <a:pt x="30349" y="9553"/>
                </a:cubicBezTo>
                <a:lnTo>
                  <a:pt x="291" y="9553"/>
                </a:lnTo>
                <a:cubicBezTo>
                  <a:pt x="272" y="9553"/>
                  <a:pt x="253" y="9551"/>
                  <a:pt x="235" y="9547"/>
                </a:cubicBezTo>
                <a:cubicBezTo>
                  <a:pt x="216" y="9543"/>
                  <a:pt x="198" y="9538"/>
                  <a:pt x="180" y="9531"/>
                </a:cubicBezTo>
                <a:cubicBezTo>
                  <a:pt x="162" y="9523"/>
                  <a:pt x="146" y="9514"/>
                  <a:pt x="130" y="9504"/>
                </a:cubicBezTo>
                <a:cubicBezTo>
                  <a:pt x="114" y="9493"/>
                  <a:pt x="99" y="9481"/>
                  <a:pt x="86" y="9467"/>
                </a:cubicBezTo>
                <a:cubicBezTo>
                  <a:pt x="72" y="9454"/>
                  <a:pt x="60" y="9439"/>
                  <a:pt x="50" y="9423"/>
                </a:cubicBezTo>
                <a:cubicBezTo>
                  <a:pt x="39" y="9407"/>
                  <a:pt x="30" y="9391"/>
                  <a:pt x="23" y="9373"/>
                </a:cubicBezTo>
                <a:cubicBezTo>
                  <a:pt x="15" y="9355"/>
                  <a:pt x="10" y="9337"/>
                  <a:pt x="6" y="9318"/>
                </a:cubicBezTo>
                <a:cubicBezTo>
                  <a:pt x="2" y="9300"/>
                  <a:pt x="0" y="9281"/>
                  <a:pt x="0" y="9262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7" name=""/>
          <p:cNvSpPr/>
          <p:nvPr/>
        </p:nvSpPr>
        <p:spPr>
          <a:xfrm>
            <a:off x="566640" y="2825280"/>
            <a:ext cx="11058480" cy="942120"/>
          </a:xfrm>
          <a:custGeom>
            <a:avLst/>
            <a:gdLst/>
            <a:ahLst/>
            <a:rect l="0" t="0" r="r" b="b"/>
            <a:pathLst>
              <a:path w="30718" h="2617">
                <a:moveTo>
                  <a:pt x="622" y="803"/>
                </a:moveTo>
                <a:lnTo>
                  <a:pt x="622" y="1598"/>
                </a:lnTo>
                <a:cubicBezTo>
                  <a:pt x="622" y="1637"/>
                  <a:pt x="629" y="1674"/>
                  <a:pt x="644" y="1710"/>
                </a:cubicBezTo>
                <a:cubicBezTo>
                  <a:pt x="658" y="1745"/>
                  <a:pt x="679" y="1777"/>
                  <a:pt x="707" y="1804"/>
                </a:cubicBezTo>
                <a:cubicBezTo>
                  <a:pt x="734" y="1831"/>
                  <a:pt x="766" y="1852"/>
                  <a:pt x="801" y="1867"/>
                </a:cubicBezTo>
                <a:cubicBezTo>
                  <a:pt x="837" y="1882"/>
                  <a:pt x="874" y="1889"/>
                  <a:pt x="913" y="1889"/>
                </a:cubicBezTo>
                <a:lnTo>
                  <a:pt x="29806" y="1889"/>
                </a:lnTo>
                <a:cubicBezTo>
                  <a:pt x="29845" y="1889"/>
                  <a:pt x="29882" y="1882"/>
                  <a:pt x="29917" y="1867"/>
                </a:cubicBezTo>
                <a:cubicBezTo>
                  <a:pt x="29953" y="1852"/>
                  <a:pt x="29985" y="1831"/>
                  <a:pt x="30012" y="1804"/>
                </a:cubicBezTo>
                <a:cubicBezTo>
                  <a:pt x="30039" y="1777"/>
                  <a:pt x="30060" y="1745"/>
                  <a:pt x="30075" y="1710"/>
                </a:cubicBezTo>
                <a:cubicBezTo>
                  <a:pt x="30090" y="1674"/>
                  <a:pt x="30097" y="1637"/>
                  <a:pt x="30097" y="1598"/>
                </a:cubicBezTo>
                <a:lnTo>
                  <a:pt x="30097" y="803"/>
                </a:lnTo>
                <a:cubicBezTo>
                  <a:pt x="30097" y="765"/>
                  <a:pt x="30090" y="728"/>
                  <a:pt x="30075" y="692"/>
                </a:cubicBezTo>
                <a:cubicBezTo>
                  <a:pt x="30060" y="656"/>
                  <a:pt x="30039" y="625"/>
                  <a:pt x="30012" y="598"/>
                </a:cubicBezTo>
                <a:cubicBezTo>
                  <a:pt x="29985" y="570"/>
                  <a:pt x="29953" y="549"/>
                  <a:pt x="29917" y="534"/>
                </a:cubicBezTo>
                <a:cubicBezTo>
                  <a:pt x="29882" y="520"/>
                  <a:pt x="29845" y="512"/>
                  <a:pt x="29806" y="512"/>
                </a:cubicBezTo>
                <a:lnTo>
                  <a:pt x="913" y="512"/>
                </a:lnTo>
                <a:cubicBezTo>
                  <a:pt x="874" y="512"/>
                  <a:pt x="837" y="520"/>
                  <a:pt x="801" y="534"/>
                </a:cubicBezTo>
                <a:cubicBezTo>
                  <a:pt x="766" y="549"/>
                  <a:pt x="734" y="570"/>
                  <a:pt x="707" y="598"/>
                </a:cubicBezTo>
                <a:cubicBezTo>
                  <a:pt x="679" y="625"/>
                  <a:pt x="658" y="656"/>
                  <a:pt x="644" y="692"/>
                </a:cubicBezTo>
                <a:cubicBezTo>
                  <a:pt x="629" y="728"/>
                  <a:pt x="622" y="765"/>
                  <a:pt x="622" y="803"/>
                </a:cubicBezTo>
                <a:moveTo>
                  <a:pt x="0" y="0"/>
                </a:moveTo>
                <a:lnTo>
                  <a:pt x="30718" y="0"/>
                </a:lnTo>
                <a:lnTo>
                  <a:pt x="30718" y="2617"/>
                </a:lnTo>
                <a:lnTo>
                  <a:pt x="0" y="261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58" name=""/>
          <p:cNvSpPr/>
          <p:nvPr/>
        </p:nvSpPr>
        <p:spPr>
          <a:xfrm>
            <a:off x="785520" y="3004920"/>
            <a:ext cx="10620720" cy="505080"/>
          </a:xfrm>
          <a:custGeom>
            <a:avLst/>
            <a:gdLst/>
            <a:ahLst/>
            <a:rect l="0" t="0" r="r" b="b"/>
            <a:pathLst>
              <a:path w="29502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198" y="0"/>
                </a:lnTo>
                <a:cubicBezTo>
                  <a:pt x="29218" y="0"/>
                  <a:pt x="29238" y="2"/>
                  <a:pt x="29257" y="6"/>
                </a:cubicBezTo>
                <a:cubicBezTo>
                  <a:pt x="29277" y="10"/>
                  <a:pt x="29296" y="16"/>
                  <a:pt x="29315" y="23"/>
                </a:cubicBezTo>
                <a:cubicBezTo>
                  <a:pt x="29333" y="31"/>
                  <a:pt x="29351" y="40"/>
                  <a:pt x="29367" y="51"/>
                </a:cubicBezTo>
                <a:cubicBezTo>
                  <a:pt x="29384" y="62"/>
                  <a:pt x="29399" y="75"/>
                  <a:pt x="29413" y="89"/>
                </a:cubicBezTo>
                <a:cubicBezTo>
                  <a:pt x="29427" y="103"/>
                  <a:pt x="29440" y="119"/>
                  <a:pt x="29451" y="135"/>
                </a:cubicBezTo>
                <a:cubicBezTo>
                  <a:pt x="29462" y="152"/>
                  <a:pt x="29472" y="169"/>
                  <a:pt x="29479" y="188"/>
                </a:cubicBezTo>
                <a:cubicBezTo>
                  <a:pt x="29487" y="206"/>
                  <a:pt x="29493" y="225"/>
                  <a:pt x="29497" y="245"/>
                </a:cubicBezTo>
                <a:cubicBezTo>
                  <a:pt x="29500" y="265"/>
                  <a:pt x="29502" y="284"/>
                  <a:pt x="29502" y="304"/>
                </a:cubicBezTo>
                <a:lnTo>
                  <a:pt x="29502" y="1099"/>
                </a:lnTo>
                <a:cubicBezTo>
                  <a:pt x="29502" y="1119"/>
                  <a:pt x="29500" y="1139"/>
                  <a:pt x="29497" y="1158"/>
                </a:cubicBezTo>
                <a:cubicBezTo>
                  <a:pt x="29493" y="1178"/>
                  <a:pt x="29487" y="1197"/>
                  <a:pt x="29479" y="1216"/>
                </a:cubicBezTo>
                <a:cubicBezTo>
                  <a:pt x="29472" y="1234"/>
                  <a:pt x="29462" y="1252"/>
                  <a:pt x="29451" y="1268"/>
                </a:cubicBezTo>
                <a:cubicBezTo>
                  <a:pt x="29440" y="1285"/>
                  <a:pt x="29427" y="1300"/>
                  <a:pt x="29413" y="1314"/>
                </a:cubicBezTo>
                <a:cubicBezTo>
                  <a:pt x="29399" y="1328"/>
                  <a:pt x="29384" y="1341"/>
                  <a:pt x="29367" y="1352"/>
                </a:cubicBezTo>
                <a:cubicBezTo>
                  <a:pt x="29351" y="1363"/>
                  <a:pt x="29333" y="1373"/>
                  <a:pt x="29315" y="1380"/>
                </a:cubicBezTo>
                <a:cubicBezTo>
                  <a:pt x="29296" y="1388"/>
                  <a:pt x="29277" y="1394"/>
                  <a:pt x="29257" y="1398"/>
                </a:cubicBezTo>
                <a:cubicBezTo>
                  <a:pt x="29238" y="1401"/>
                  <a:pt x="29218" y="1403"/>
                  <a:pt x="29198" y="1403"/>
                </a:cubicBezTo>
                <a:lnTo>
                  <a:pt x="305" y="1403"/>
                </a:lnTo>
                <a:cubicBezTo>
                  <a:pt x="285" y="1403"/>
                  <a:pt x="265" y="1401"/>
                  <a:pt x="245" y="1398"/>
                </a:cubicBezTo>
                <a:cubicBezTo>
                  <a:pt x="226" y="1394"/>
                  <a:pt x="207" y="1388"/>
                  <a:pt x="188" y="1380"/>
                </a:cubicBezTo>
                <a:cubicBezTo>
                  <a:pt x="170" y="1373"/>
                  <a:pt x="152" y="1363"/>
                  <a:pt x="136" y="1352"/>
                </a:cubicBezTo>
                <a:cubicBezTo>
                  <a:pt x="119" y="1341"/>
                  <a:pt x="104" y="1328"/>
                  <a:pt x="89" y="1314"/>
                </a:cubicBezTo>
                <a:cubicBezTo>
                  <a:pt x="75" y="1300"/>
                  <a:pt x="63" y="1285"/>
                  <a:pt x="52" y="1268"/>
                </a:cubicBezTo>
                <a:cubicBezTo>
                  <a:pt x="40" y="1252"/>
                  <a:pt x="31" y="1234"/>
                  <a:pt x="23" y="1216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9"/>
                  <a:pt x="0" y="1119"/>
                  <a:pt x="0" y="1099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59" name=""/>
          <p:cNvSpPr/>
          <p:nvPr/>
        </p:nvSpPr>
        <p:spPr>
          <a:xfrm>
            <a:off x="785520" y="3004920"/>
            <a:ext cx="10620720" cy="505080"/>
          </a:xfrm>
          <a:custGeom>
            <a:avLst/>
            <a:gdLst/>
            <a:ahLst/>
            <a:rect l="0" t="0" r="r" b="b"/>
            <a:pathLst>
              <a:path w="29502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198" y="0"/>
                </a:lnTo>
                <a:cubicBezTo>
                  <a:pt x="29218" y="0"/>
                  <a:pt x="29238" y="2"/>
                  <a:pt x="29257" y="6"/>
                </a:cubicBezTo>
                <a:cubicBezTo>
                  <a:pt x="29277" y="10"/>
                  <a:pt x="29296" y="16"/>
                  <a:pt x="29315" y="23"/>
                </a:cubicBezTo>
                <a:cubicBezTo>
                  <a:pt x="29333" y="31"/>
                  <a:pt x="29351" y="40"/>
                  <a:pt x="29367" y="51"/>
                </a:cubicBezTo>
                <a:cubicBezTo>
                  <a:pt x="29384" y="62"/>
                  <a:pt x="29399" y="75"/>
                  <a:pt x="29413" y="89"/>
                </a:cubicBezTo>
                <a:cubicBezTo>
                  <a:pt x="29427" y="103"/>
                  <a:pt x="29440" y="119"/>
                  <a:pt x="29451" y="135"/>
                </a:cubicBezTo>
                <a:cubicBezTo>
                  <a:pt x="29462" y="152"/>
                  <a:pt x="29472" y="169"/>
                  <a:pt x="29479" y="188"/>
                </a:cubicBezTo>
                <a:cubicBezTo>
                  <a:pt x="29487" y="206"/>
                  <a:pt x="29493" y="225"/>
                  <a:pt x="29497" y="245"/>
                </a:cubicBezTo>
                <a:cubicBezTo>
                  <a:pt x="29500" y="265"/>
                  <a:pt x="29502" y="284"/>
                  <a:pt x="29502" y="304"/>
                </a:cubicBezTo>
                <a:lnTo>
                  <a:pt x="29502" y="1099"/>
                </a:lnTo>
                <a:cubicBezTo>
                  <a:pt x="29502" y="1119"/>
                  <a:pt x="29500" y="1139"/>
                  <a:pt x="29497" y="1158"/>
                </a:cubicBezTo>
                <a:cubicBezTo>
                  <a:pt x="29493" y="1178"/>
                  <a:pt x="29487" y="1197"/>
                  <a:pt x="29479" y="1216"/>
                </a:cubicBezTo>
                <a:cubicBezTo>
                  <a:pt x="29472" y="1234"/>
                  <a:pt x="29462" y="1252"/>
                  <a:pt x="29451" y="1268"/>
                </a:cubicBezTo>
                <a:cubicBezTo>
                  <a:pt x="29440" y="1285"/>
                  <a:pt x="29427" y="1300"/>
                  <a:pt x="29413" y="1314"/>
                </a:cubicBezTo>
                <a:cubicBezTo>
                  <a:pt x="29399" y="1328"/>
                  <a:pt x="29384" y="1341"/>
                  <a:pt x="29367" y="1352"/>
                </a:cubicBezTo>
                <a:cubicBezTo>
                  <a:pt x="29351" y="1363"/>
                  <a:pt x="29333" y="1373"/>
                  <a:pt x="29315" y="1380"/>
                </a:cubicBezTo>
                <a:cubicBezTo>
                  <a:pt x="29296" y="1388"/>
                  <a:pt x="29277" y="1394"/>
                  <a:pt x="29257" y="1398"/>
                </a:cubicBezTo>
                <a:cubicBezTo>
                  <a:pt x="29238" y="1401"/>
                  <a:pt x="29218" y="1403"/>
                  <a:pt x="29198" y="1403"/>
                </a:cubicBezTo>
                <a:lnTo>
                  <a:pt x="305" y="1403"/>
                </a:lnTo>
                <a:cubicBezTo>
                  <a:pt x="285" y="1403"/>
                  <a:pt x="265" y="1401"/>
                  <a:pt x="245" y="1398"/>
                </a:cubicBezTo>
                <a:cubicBezTo>
                  <a:pt x="226" y="1394"/>
                  <a:pt x="207" y="1388"/>
                  <a:pt x="188" y="1380"/>
                </a:cubicBezTo>
                <a:cubicBezTo>
                  <a:pt x="170" y="1373"/>
                  <a:pt x="152" y="1363"/>
                  <a:pt x="136" y="1352"/>
                </a:cubicBezTo>
                <a:cubicBezTo>
                  <a:pt x="119" y="1341"/>
                  <a:pt x="104" y="1328"/>
                  <a:pt x="89" y="1314"/>
                </a:cubicBezTo>
                <a:cubicBezTo>
                  <a:pt x="75" y="1300"/>
                  <a:pt x="63" y="1285"/>
                  <a:pt x="52" y="1268"/>
                </a:cubicBezTo>
                <a:cubicBezTo>
                  <a:pt x="40" y="1252"/>
                  <a:pt x="31" y="1234"/>
                  <a:pt x="23" y="1216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9"/>
                  <a:pt x="0" y="1119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0" name=""/>
          <p:cNvSpPr/>
          <p:nvPr/>
        </p:nvSpPr>
        <p:spPr>
          <a:xfrm>
            <a:off x="630720" y="13546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83" y="993"/>
                </a:moveTo>
                <a:cubicBezTo>
                  <a:pt x="61" y="993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911" y="0"/>
                </a:lnTo>
                <a:cubicBezTo>
                  <a:pt x="933" y="0"/>
                  <a:pt x="952" y="8"/>
                  <a:pt x="969" y="25"/>
                </a:cubicBezTo>
                <a:cubicBezTo>
                  <a:pt x="985" y="42"/>
                  <a:pt x="994" y="61"/>
                  <a:pt x="994" y="83"/>
                </a:cubicBez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3"/>
                  <a:pt x="911" y="993"/>
                </a:cubicBezTo>
                <a:lnTo>
                  <a:pt x="83" y="993"/>
                </a:lnTo>
                <a:moveTo>
                  <a:pt x="83" y="911"/>
                </a:moveTo>
                <a:lnTo>
                  <a:pt x="911" y="911"/>
                </a:lnTo>
                <a:lnTo>
                  <a:pt x="911" y="83"/>
                </a:lnTo>
                <a:lnTo>
                  <a:pt x="83" y="83"/>
                </a:lnTo>
                <a:lnTo>
                  <a:pt x="83" y="911"/>
                </a:lnTo>
                <a:moveTo>
                  <a:pt x="160" y="777"/>
                </a:moveTo>
                <a:lnTo>
                  <a:pt x="835" y="777"/>
                </a:lnTo>
                <a:lnTo>
                  <a:pt x="632" y="506"/>
                </a:lnTo>
                <a:lnTo>
                  <a:pt x="450" y="743"/>
                </a:lnTo>
                <a:lnTo>
                  <a:pt x="321" y="567"/>
                </a:lnTo>
                <a:lnTo>
                  <a:pt x="160" y="777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1" name=""/>
          <p:cNvSpPr/>
          <p:nvPr/>
        </p:nvSpPr>
        <p:spPr>
          <a:xfrm>
            <a:off x="814680" y="2550240"/>
            <a:ext cx="282240" cy="272880"/>
          </a:xfrm>
          <a:custGeom>
            <a:avLst/>
            <a:gdLst/>
            <a:ahLst/>
            <a:rect l="0" t="0" r="r" b="b"/>
            <a:pathLst>
              <a:path w="784" h="758">
                <a:moveTo>
                  <a:pt x="131" y="758"/>
                </a:moveTo>
                <a:cubicBezTo>
                  <a:pt x="108" y="758"/>
                  <a:pt x="84" y="754"/>
                  <a:pt x="61" y="746"/>
                </a:cubicBezTo>
                <a:cubicBezTo>
                  <a:pt x="38" y="738"/>
                  <a:pt x="18" y="725"/>
                  <a:pt x="0" y="707"/>
                </a:cubicBezTo>
                <a:cubicBezTo>
                  <a:pt x="25" y="698"/>
                  <a:pt x="42" y="686"/>
                  <a:pt x="53" y="670"/>
                </a:cubicBezTo>
                <a:cubicBezTo>
                  <a:pt x="63" y="654"/>
                  <a:pt x="68" y="632"/>
                  <a:pt x="68" y="605"/>
                </a:cubicBezTo>
                <a:cubicBezTo>
                  <a:pt x="68" y="574"/>
                  <a:pt x="79" y="549"/>
                  <a:pt x="101" y="527"/>
                </a:cubicBezTo>
                <a:cubicBezTo>
                  <a:pt x="122" y="506"/>
                  <a:pt x="148" y="495"/>
                  <a:pt x="179" y="495"/>
                </a:cubicBezTo>
                <a:cubicBezTo>
                  <a:pt x="209" y="495"/>
                  <a:pt x="235" y="506"/>
                  <a:pt x="256" y="527"/>
                </a:cubicBezTo>
                <a:cubicBezTo>
                  <a:pt x="278" y="549"/>
                  <a:pt x="288" y="574"/>
                  <a:pt x="288" y="605"/>
                </a:cubicBezTo>
                <a:cubicBezTo>
                  <a:pt x="288" y="650"/>
                  <a:pt x="273" y="686"/>
                  <a:pt x="243" y="715"/>
                </a:cubicBezTo>
                <a:cubicBezTo>
                  <a:pt x="212" y="744"/>
                  <a:pt x="175" y="758"/>
                  <a:pt x="131" y="758"/>
                </a:cubicBezTo>
                <a:moveTo>
                  <a:pt x="131" y="695"/>
                </a:moveTo>
                <a:cubicBezTo>
                  <a:pt x="156" y="695"/>
                  <a:pt x="178" y="686"/>
                  <a:pt x="197" y="669"/>
                </a:cubicBezTo>
                <a:cubicBezTo>
                  <a:pt x="216" y="651"/>
                  <a:pt x="226" y="630"/>
                  <a:pt x="226" y="605"/>
                </a:cubicBezTo>
                <a:cubicBezTo>
                  <a:pt x="226" y="591"/>
                  <a:pt x="221" y="580"/>
                  <a:pt x="212" y="571"/>
                </a:cubicBezTo>
                <a:cubicBezTo>
                  <a:pt x="204" y="562"/>
                  <a:pt x="192" y="558"/>
                  <a:pt x="178" y="558"/>
                </a:cubicBezTo>
                <a:cubicBezTo>
                  <a:pt x="164" y="558"/>
                  <a:pt x="153" y="562"/>
                  <a:pt x="144" y="571"/>
                </a:cubicBezTo>
                <a:cubicBezTo>
                  <a:pt x="136" y="580"/>
                  <a:pt x="131" y="591"/>
                  <a:pt x="131" y="605"/>
                </a:cubicBezTo>
                <a:cubicBezTo>
                  <a:pt x="131" y="632"/>
                  <a:pt x="128" y="652"/>
                  <a:pt x="122" y="665"/>
                </a:cubicBezTo>
                <a:cubicBezTo>
                  <a:pt x="116" y="678"/>
                  <a:pt x="105" y="686"/>
                  <a:pt x="89" y="689"/>
                </a:cubicBezTo>
                <a:cubicBezTo>
                  <a:pt x="94" y="689"/>
                  <a:pt x="101" y="691"/>
                  <a:pt x="110" y="692"/>
                </a:cubicBezTo>
                <a:cubicBezTo>
                  <a:pt x="120" y="694"/>
                  <a:pt x="127" y="695"/>
                  <a:pt x="131" y="695"/>
                </a:cubicBezTo>
                <a:moveTo>
                  <a:pt x="372" y="510"/>
                </a:moveTo>
                <a:lnTo>
                  <a:pt x="278" y="410"/>
                </a:lnTo>
                <a:lnTo>
                  <a:pt x="673" y="15"/>
                </a:lnTo>
                <a:cubicBezTo>
                  <a:pt x="682" y="6"/>
                  <a:pt x="693" y="1"/>
                  <a:pt x="705" y="0"/>
                </a:cubicBezTo>
                <a:cubicBezTo>
                  <a:pt x="717" y="0"/>
                  <a:pt x="728" y="5"/>
                  <a:pt x="739" y="15"/>
                </a:cubicBezTo>
                <a:lnTo>
                  <a:pt x="769" y="46"/>
                </a:lnTo>
                <a:cubicBezTo>
                  <a:pt x="779" y="56"/>
                  <a:pt x="785" y="68"/>
                  <a:pt x="784" y="80"/>
                </a:cubicBezTo>
                <a:cubicBezTo>
                  <a:pt x="784" y="92"/>
                  <a:pt x="779" y="104"/>
                  <a:pt x="769" y="114"/>
                </a:cubicBezTo>
                <a:lnTo>
                  <a:pt x="372" y="510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047600" y="1443960"/>
            <a:ext cx="49374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Nano Banana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（画像生成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1143000" y="2694600"/>
            <a:ext cx="3493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エンジニアがデザイン素材を即座に用意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961920" y="3184560"/>
            <a:ext cx="3048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「このヘッダーに合う背景画像を生成して（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4010040" y="31878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Nano Banana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015880" y="3184560"/>
            <a:ext cx="305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991120" y="36774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8" name=""/>
          <p:cNvSpPr/>
          <p:nvPr/>
        </p:nvSpPr>
        <p:spPr>
          <a:xfrm>
            <a:off x="2657160" y="4066920"/>
            <a:ext cx="1562760" cy="257760"/>
          </a:xfrm>
          <a:custGeom>
            <a:avLst/>
            <a:gdLst/>
            <a:ahLst/>
            <a:rect l="0" t="0" r="r" b="b"/>
            <a:pathLst>
              <a:path w="434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182" y="0"/>
                </a:lnTo>
                <a:cubicBezTo>
                  <a:pt x="4192" y="0"/>
                  <a:pt x="4203" y="1"/>
                  <a:pt x="4213" y="3"/>
                </a:cubicBezTo>
                <a:cubicBezTo>
                  <a:pt x="4223" y="5"/>
                  <a:pt x="4233" y="8"/>
                  <a:pt x="4243" y="12"/>
                </a:cubicBezTo>
                <a:cubicBezTo>
                  <a:pt x="4252" y="16"/>
                  <a:pt x="4261" y="21"/>
                  <a:pt x="4270" y="27"/>
                </a:cubicBezTo>
                <a:cubicBezTo>
                  <a:pt x="4279" y="33"/>
                  <a:pt x="4287" y="39"/>
                  <a:pt x="4294" y="47"/>
                </a:cubicBezTo>
                <a:cubicBezTo>
                  <a:pt x="4301" y="54"/>
                  <a:pt x="4308" y="62"/>
                  <a:pt x="4314" y="71"/>
                </a:cubicBezTo>
                <a:cubicBezTo>
                  <a:pt x="4320" y="79"/>
                  <a:pt x="4324" y="89"/>
                  <a:pt x="4328" y="98"/>
                </a:cubicBezTo>
                <a:cubicBezTo>
                  <a:pt x="4332" y="108"/>
                  <a:pt x="4335" y="118"/>
                  <a:pt x="4337" y="128"/>
                </a:cubicBezTo>
                <a:cubicBezTo>
                  <a:pt x="4340" y="138"/>
                  <a:pt x="4341" y="149"/>
                  <a:pt x="4341" y="159"/>
                </a:cubicBezTo>
                <a:lnTo>
                  <a:pt x="4341" y="557"/>
                </a:lnTo>
                <a:cubicBezTo>
                  <a:pt x="4341" y="567"/>
                  <a:pt x="4340" y="578"/>
                  <a:pt x="4337" y="588"/>
                </a:cubicBezTo>
                <a:cubicBezTo>
                  <a:pt x="4335" y="598"/>
                  <a:pt x="4332" y="608"/>
                  <a:pt x="4328" y="618"/>
                </a:cubicBezTo>
                <a:cubicBezTo>
                  <a:pt x="4324" y="627"/>
                  <a:pt x="4320" y="636"/>
                  <a:pt x="4314" y="645"/>
                </a:cubicBezTo>
                <a:cubicBezTo>
                  <a:pt x="4308" y="654"/>
                  <a:pt x="4301" y="662"/>
                  <a:pt x="4294" y="669"/>
                </a:cubicBezTo>
                <a:cubicBezTo>
                  <a:pt x="4287" y="676"/>
                  <a:pt x="4279" y="683"/>
                  <a:pt x="4270" y="689"/>
                </a:cubicBezTo>
                <a:cubicBezTo>
                  <a:pt x="4261" y="695"/>
                  <a:pt x="4252" y="700"/>
                  <a:pt x="4243" y="703"/>
                </a:cubicBezTo>
                <a:cubicBezTo>
                  <a:pt x="4233" y="707"/>
                  <a:pt x="4223" y="710"/>
                  <a:pt x="4213" y="713"/>
                </a:cubicBezTo>
                <a:cubicBezTo>
                  <a:pt x="4203" y="715"/>
                  <a:pt x="4192" y="716"/>
                  <a:pt x="4182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781200" y="405072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生成された画像が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2718360" y="4114800"/>
            <a:ext cx="1434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public/images/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1" name=""/>
          <p:cNvSpPr/>
          <p:nvPr/>
        </p:nvSpPr>
        <p:spPr>
          <a:xfrm>
            <a:off x="621720" y="4404240"/>
            <a:ext cx="3853080" cy="1079280"/>
          </a:xfrm>
          <a:custGeom>
            <a:avLst/>
            <a:gdLst/>
            <a:ahLst/>
            <a:rect l="0" t="0" r="r" b="b"/>
            <a:pathLst>
              <a:path w="10703" h="2998">
                <a:moveTo>
                  <a:pt x="442" y="677"/>
                </a:moveTo>
                <a:lnTo>
                  <a:pt x="442" y="2160"/>
                </a:lnTo>
                <a:cubicBezTo>
                  <a:pt x="442" y="2202"/>
                  <a:pt x="450" y="2242"/>
                  <a:pt x="466" y="2281"/>
                </a:cubicBezTo>
                <a:cubicBezTo>
                  <a:pt x="482" y="2320"/>
                  <a:pt x="505" y="2355"/>
                  <a:pt x="535" y="2384"/>
                </a:cubicBezTo>
                <a:cubicBezTo>
                  <a:pt x="565" y="2414"/>
                  <a:pt x="599" y="2437"/>
                  <a:pt x="638" y="2453"/>
                </a:cubicBezTo>
                <a:cubicBezTo>
                  <a:pt x="677" y="2469"/>
                  <a:pt x="717" y="2477"/>
                  <a:pt x="760" y="2477"/>
                </a:cubicBezTo>
                <a:lnTo>
                  <a:pt x="9942" y="2477"/>
                </a:lnTo>
                <a:cubicBezTo>
                  <a:pt x="9984" y="2477"/>
                  <a:pt x="10024" y="2469"/>
                  <a:pt x="10063" y="2453"/>
                </a:cubicBezTo>
                <a:cubicBezTo>
                  <a:pt x="10102" y="2437"/>
                  <a:pt x="10136" y="2414"/>
                  <a:pt x="10166" y="2384"/>
                </a:cubicBezTo>
                <a:cubicBezTo>
                  <a:pt x="10196" y="2355"/>
                  <a:pt x="10219" y="2320"/>
                  <a:pt x="10235" y="2281"/>
                </a:cubicBezTo>
                <a:cubicBezTo>
                  <a:pt x="10251" y="2242"/>
                  <a:pt x="10259" y="2202"/>
                  <a:pt x="10259" y="2160"/>
                </a:cubicBezTo>
                <a:lnTo>
                  <a:pt x="10259" y="677"/>
                </a:lnTo>
                <a:cubicBezTo>
                  <a:pt x="10259" y="635"/>
                  <a:pt x="10251" y="595"/>
                  <a:pt x="10235" y="556"/>
                </a:cubicBezTo>
                <a:cubicBezTo>
                  <a:pt x="10219" y="517"/>
                  <a:pt x="10196" y="482"/>
                  <a:pt x="10166" y="453"/>
                </a:cubicBezTo>
                <a:cubicBezTo>
                  <a:pt x="10136" y="423"/>
                  <a:pt x="10102" y="400"/>
                  <a:pt x="10063" y="384"/>
                </a:cubicBezTo>
                <a:cubicBezTo>
                  <a:pt x="10024" y="368"/>
                  <a:pt x="9984" y="360"/>
                  <a:pt x="9942" y="360"/>
                </a:cubicBezTo>
                <a:lnTo>
                  <a:pt x="760" y="360"/>
                </a:lnTo>
                <a:cubicBezTo>
                  <a:pt x="717" y="360"/>
                  <a:pt x="677" y="368"/>
                  <a:pt x="638" y="384"/>
                </a:cubicBezTo>
                <a:cubicBezTo>
                  <a:pt x="599" y="400"/>
                  <a:pt x="565" y="423"/>
                  <a:pt x="535" y="453"/>
                </a:cubicBezTo>
                <a:cubicBezTo>
                  <a:pt x="505" y="482"/>
                  <a:pt x="482" y="517"/>
                  <a:pt x="466" y="556"/>
                </a:cubicBezTo>
                <a:cubicBezTo>
                  <a:pt x="450" y="595"/>
                  <a:pt x="442" y="635"/>
                  <a:pt x="442" y="677"/>
                </a:cubicBezTo>
                <a:moveTo>
                  <a:pt x="0" y="0"/>
                </a:moveTo>
                <a:lnTo>
                  <a:pt x="10703" y="0"/>
                </a:lnTo>
                <a:lnTo>
                  <a:pt x="10703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72" name=""/>
          <p:cNvSpPr/>
          <p:nvPr/>
        </p:nvSpPr>
        <p:spPr>
          <a:xfrm>
            <a:off x="79056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4"/>
                </a:cubicBezTo>
                <a:cubicBezTo>
                  <a:pt x="9" y="216"/>
                  <a:pt x="14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1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29" y="6"/>
                </a:cubicBezTo>
                <a:cubicBezTo>
                  <a:pt x="9548" y="9"/>
                  <a:pt x="9566" y="15"/>
                  <a:pt x="9584" y="22"/>
                </a:cubicBezTo>
                <a:cubicBezTo>
                  <a:pt x="9602" y="30"/>
                  <a:pt x="9618" y="39"/>
                  <a:pt x="9634" y="49"/>
                </a:cubicBezTo>
                <a:cubicBezTo>
                  <a:pt x="9650" y="60"/>
                  <a:pt x="9665" y="72"/>
                  <a:pt x="9678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4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4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8" y="1980"/>
                </a:cubicBezTo>
                <a:cubicBezTo>
                  <a:pt x="9665" y="1993"/>
                  <a:pt x="9650" y="2005"/>
                  <a:pt x="9634" y="2016"/>
                </a:cubicBezTo>
                <a:cubicBezTo>
                  <a:pt x="9618" y="2026"/>
                  <a:pt x="9602" y="2035"/>
                  <a:pt x="9584" y="2043"/>
                </a:cubicBezTo>
                <a:cubicBezTo>
                  <a:pt x="9566" y="2050"/>
                  <a:pt x="9548" y="2056"/>
                  <a:pt x="9529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1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4" y="1868"/>
                  <a:pt x="9" y="1849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3" name=""/>
          <p:cNvSpPr/>
          <p:nvPr/>
        </p:nvSpPr>
        <p:spPr>
          <a:xfrm>
            <a:off x="79056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4"/>
                </a:cubicBezTo>
                <a:cubicBezTo>
                  <a:pt x="9" y="216"/>
                  <a:pt x="14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1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29" y="6"/>
                </a:cubicBezTo>
                <a:cubicBezTo>
                  <a:pt x="9548" y="9"/>
                  <a:pt x="9566" y="15"/>
                  <a:pt x="9584" y="22"/>
                </a:cubicBezTo>
                <a:cubicBezTo>
                  <a:pt x="9602" y="30"/>
                  <a:pt x="9618" y="39"/>
                  <a:pt x="9634" y="49"/>
                </a:cubicBezTo>
                <a:cubicBezTo>
                  <a:pt x="9650" y="60"/>
                  <a:pt x="9665" y="72"/>
                  <a:pt x="9678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4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4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8" y="1980"/>
                </a:cubicBezTo>
                <a:cubicBezTo>
                  <a:pt x="9665" y="1993"/>
                  <a:pt x="9650" y="2005"/>
                  <a:pt x="9634" y="2016"/>
                </a:cubicBezTo>
                <a:cubicBezTo>
                  <a:pt x="9618" y="2026"/>
                  <a:pt x="9602" y="2035"/>
                  <a:pt x="9584" y="2043"/>
                </a:cubicBezTo>
                <a:cubicBezTo>
                  <a:pt x="9566" y="2050"/>
                  <a:pt x="9548" y="2056"/>
                  <a:pt x="9529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1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4" y="1868"/>
                  <a:pt x="9" y="1849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4" name=""/>
          <p:cNvSpPr/>
          <p:nvPr/>
        </p:nvSpPr>
        <p:spPr>
          <a:xfrm>
            <a:off x="1001520" y="4746960"/>
            <a:ext cx="300240" cy="241200"/>
          </a:xfrm>
          <a:custGeom>
            <a:avLst/>
            <a:gdLst/>
            <a:ahLst/>
            <a:rect l="0" t="0" r="r" b="b"/>
            <a:pathLst>
              <a:path w="834" h="670">
                <a:moveTo>
                  <a:pt x="413" y="519"/>
                </a:moveTo>
                <a:cubicBezTo>
                  <a:pt x="444" y="518"/>
                  <a:pt x="466" y="506"/>
                  <a:pt x="480" y="485"/>
                </a:cubicBezTo>
                <a:lnTo>
                  <a:pt x="706" y="129"/>
                </a:lnTo>
                <a:lnTo>
                  <a:pt x="355" y="359"/>
                </a:lnTo>
                <a:cubicBezTo>
                  <a:pt x="334" y="373"/>
                  <a:pt x="323" y="395"/>
                  <a:pt x="322" y="426"/>
                </a:cubicBezTo>
                <a:cubicBezTo>
                  <a:pt x="320" y="457"/>
                  <a:pt x="327" y="480"/>
                  <a:pt x="344" y="496"/>
                </a:cubicBezTo>
                <a:cubicBezTo>
                  <a:pt x="360" y="512"/>
                  <a:pt x="383" y="520"/>
                  <a:pt x="413" y="519"/>
                </a:cubicBezTo>
                <a:moveTo>
                  <a:pt x="418" y="0"/>
                </a:moveTo>
                <a:cubicBezTo>
                  <a:pt x="458" y="0"/>
                  <a:pt x="499" y="6"/>
                  <a:pt x="542" y="19"/>
                </a:cubicBezTo>
                <a:cubicBezTo>
                  <a:pt x="586" y="32"/>
                  <a:pt x="627" y="54"/>
                  <a:pt x="667" y="85"/>
                </a:cubicBezTo>
                <a:lnTo>
                  <a:pt x="613" y="124"/>
                </a:lnTo>
                <a:cubicBezTo>
                  <a:pt x="581" y="103"/>
                  <a:pt x="548" y="88"/>
                  <a:pt x="512" y="78"/>
                </a:cubicBezTo>
                <a:cubicBezTo>
                  <a:pt x="476" y="68"/>
                  <a:pt x="444" y="62"/>
                  <a:pt x="418" y="62"/>
                </a:cubicBezTo>
                <a:cubicBezTo>
                  <a:pt x="320" y="62"/>
                  <a:pt x="236" y="97"/>
                  <a:pt x="167" y="167"/>
                </a:cubicBezTo>
                <a:cubicBezTo>
                  <a:pt x="97" y="237"/>
                  <a:pt x="63" y="322"/>
                  <a:pt x="63" y="422"/>
                </a:cubicBezTo>
                <a:cubicBezTo>
                  <a:pt x="63" y="453"/>
                  <a:pt x="67" y="485"/>
                  <a:pt x="76" y="517"/>
                </a:cubicBezTo>
                <a:cubicBezTo>
                  <a:pt x="85" y="550"/>
                  <a:pt x="97" y="580"/>
                  <a:pt x="113" y="607"/>
                </a:cubicBezTo>
                <a:lnTo>
                  <a:pt x="721" y="607"/>
                </a:lnTo>
                <a:cubicBezTo>
                  <a:pt x="736" y="582"/>
                  <a:pt x="748" y="553"/>
                  <a:pt x="757" y="518"/>
                </a:cubicBezTo>
                <a:cubicBezTo>
                  <a:pt x="766" y="485"/>
                  <a:pt x="771" y="452"/>
                  <a:pt x="771" y="420"/>
                </a:cubicBezTo>
                <a:cubicBezTo>
                  <a:pt x="771" y="390"/>
                  <a:pt x="766" y="359"/>
                  <a:pt x="758" y="325"/>
                </a:cubicBezTo>
                <a:cubicBezTo>
                  <a:pt x="749" y="291"/>
                  <a:pt x="733" y="260"/>
                  <a:pt x="711" y="231"/>
                </a:cubicBezTo>
                <a:lnTo>
                  <a:pt x="752" y="177"/>
                </a:lnTo>
                <a:cubicBezTo>
                  <a:pt x="778" y="216"/>
                  <a:pt x="798" y="255"/>
                  <a:pt x="812" y="294"/>
                </a:cubicBezTo>
                <a:cubicBezTo>
                  <a:pt x="825" y="334"/>
                  <a:pt x="832" y="374"/>
                  <a:pt x="834" y="413"/>
                </a:cubicBezTo>
                <a:cubicBezTo>
                  <a:pt x="835" y="455"/>
                  <a:pt x="831" y="495"/>
                  <a:pt x="821" y="533"/>
                </a:cubicBezTo>
                <a:cubicBezTo>
                  <a:pt x="811" y="570"/>
                  <a:pt x="797" y="604"/>
                  <a:pt x="778" y="635"/>
                </a:cubicBezTo>
                <a:cubicBezTo>
                  <a:pt x="770" y="651"/>
                  <a:pt x="761" y="661"/>
                  <a:pt x="751" y="665"/>
                </a:cubicBezTo>
                <a:cubicBezTo>
                  <a:pt x="742" y="668"/>
                  <a:pt x="730" y="670"/>
                  <a:pt x="716" y="670"/>
                </a:cubicBezTo>
                <a:lnTo>
                  <a:pt x="117" y="670"/>
                </a:lnTo>
                <a:cubicBezTo>
                  <a:pt x="105" y="670"/>
                  <a:pt x="94" y="667"/>
                  <a:pt x="82" y="661"/>
                </a:cubicBezTo>
                <a:cubicBezTo>
                  <a:pt x="71" y="655"/>
                  <a:pt x="62" y="646"/>
                  <a:pt x="57" y="635"/>
                </a:cubicBezTo>
                <a:cubicBezTo>
                  <a:pt x="38" y="602"/>
                  <a:pt x="24" y="568"/>
                  <a:pt x="15" y="533"/>
                </a:cubicBezTo>
                <a:cubicBezTo>
                  <a:pt x="5" y="498"/>
                  <a:pt x="0" y="461"/>
                  <a:pt x="0" y="422"/>
                </a:cubicBezTo>
                <a:cubicBezTo>
                  <a:pt x="0" y="364"/>
                  <a:pt x="11" y="309"/>
                  <a:pt x="33" y="258"/>
                </a:cubicBezTo>
                <a:cubicBezTo>
                  <a:pt x="55" y="206"/>
                  <a:pt x="85" y="162"/>
                  <a:pt x="123" y="124"/>
                </a:cubicBezTo>
                <a:cubicBezTo>
                  <a:pt x="161" y="86"/>
                  <a:pt x="205" y="55"/>
                  <a:pt x="256" y="33"/>
                </a:cubicBezTo>
                <a:cubicBezTo>
                  <a:pt x="307" y="11"/>
                  <a:pt x="361" y="0"/>
                  <a:pt x="418" y="0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4215600" y="4050720"/>
            <a:ext cx="2893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に自動保存‧配置されます。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6" name=""/>
          <p:cNvSpPr/>
          <p:nvPr/>
        </p:nvSpPr>
        <p:spPr>
          <a:xfrm>
            <a:off x="4251600" y="4404240"/>
            <a:ext cx="3393000" cy="1079280"/>
          </a:xfrm>
          <a:custGeom>
            <a:avLst/>
            <a:gdLst/>
            <a:ahLst/>
            <a:rect l="0" t="0" r="r" b="b"/>
            <a:pathLst>
              <a:path w="9425" h="2998">
                <a:moveTo>
                  <a:pt x="440" y="677"/>
                </a:moveTo>
                <a:lnTo>
                  <a:pt x="440" y="2160"/>
                </a:lnTo>
                <a:cubicBezTo>
                  <a:pt x="440" y="2202"/>
                  <a:pt x="448" y="2242"/>
                  <a:pt x="464" y="2281"/>
                </a:cubicBezTo>
                <a:cubicBezTo>
                  <a:pt x="480" y="2320"/>
                  <a:pt x="503" y="2355"/>
                  <a:pt x="533" y="2384"/>
                </a:cubicBezTo>
                <a:cubicBezTo>
                  <a:pt x="562" y="2414"/>
                  <a:pt x="597" y="2437"/>
                  <a:pt x="636" y="2453"/>
                </a:cubicBezTo>
                <a:cubicBezTo>
                  <a:pt x="675" y="2469"/>
                  <a:pt x="715" y="2477"/>
                  <a:pt x="757" y="2477"/>
                </a:cubicBezTo>
                <a:lnTo>
                  <a:pt x="8669" y="2477"/>
                </a:lnTo>
                <a:cubicBezTo>
                  <a:pt x="8711" y="2477"/>
                  <a:pt x="8752" y="2469"/>
                  <a:pt x="8791" y="2453"/>
                </a:cubicBezTo>
                <a:cubicBezTo>
                  <a:pt x="8830" y="2437"/>
                  <a:pt x="8864" y="2414"/>
                  <a:pt x="8894" y="2384"/>
                </a:cubicBezTo>
                <a:cubicBezTo>
                  <a:pt x="8924" y="2355"/>
                  <a:pt x="8946" y="2320"/>
                  <a:pt x="8963" y="2281"/>
                </a:cubicBezTo>
                <a:cubicBezTo>
                  <a:pt x="8979" y="2242"/>
                  <a:pt x="8987" y="2202"/>
                  <a:pt x="8987" y="2160"/>
                </a:cubicBezTo>
                <a:lnTo>
                  <a:pt x="8987" y="677"/>
                </a:lnTo>
                <a:cubicBezTo>
                  <a:pt x="8987" y="635"/>
                  <a:pt x="8979" y="595"/>
                  <a:pt x="8963" y="556"/>
                </a:cubicBezTo>
                <a:cubicBezTo>
                  <a:pt x="8946" y="517"/>
                  <a:pt x="8924" y="482"/>
                  <a:pt x="8894" y="453"/>
                </a:cubicBezTo>
                <a:cubicBezTo>
                  <a:pt x="8864" y="423"/>
                  <a:pt x="8830" y="400"/>
                  <a:pt x="8791" y="384"/>
                </a:cubicBezTo>
                <a:cubicBezTo>
                  <a:pt x="8752" y="368"/>
                  <a:pt x="8711" y="360"/>
                  <a:pt x="8669" y="360"/>
                </a:cubicBezTo>
                <a:lnTo>
                  <a:pt x="757" y="360"/>
                </a:lnTo>
                <a:cubicBezTo>
                  <a:pt x="715" y="360"/>
                  <a:pt x="675" y="368"/>
                  <a:pt x="636" y="384"/>
                </a:cubicBezTo>
                <a:cubicBezTo>
                  <a:pt x="597" y="400"/>
                  <a:pt x="562" y="423"/>
                  <a:pt x="533" y="453"/>
                </a:cubicBezTo>
                <a:cubicBezTo>
                  <a:pt x="503" y="482"/>
                  <a:pt x="480" y="517"/>
                  <a:pt x="464" y="556"/>
                </a:cubicBezTo>
                <a:cubicBezTo>
                  <a:pt x="448" y="595"/>
                  <a:pt x="440" y="635"/>
                  <a:pt x="440" y="677"/>
                </a:cubicBezTo>
                <a:moveTo>
                  <a:pt x="0" y="0"/>
                </a:moveTo>
                <a:lnTo>
                  <a:pt x="9425" y="0"/>
                </a:lnTo>
                <a:lnTo>
                  <a:pt x="9425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77" name=""/>
          <p:cNvSpPr/>
          <p:nvPr/>
        </p:nvSpPr>
        <p:spPr>
          <a:xfrm>
            <a:off x="4419360" y="4543200"/>
            <a:ext cx="3057840" cy="743400"/>
          </a:xfrm>
          <a:custGeom>
            <a:avLst/>
            <a:gdLst/>
            <a:ahLst/>
            <a:rect l="0" t="0" r="r" b="b"/>
            <a:pathLst>
              <a:path w="849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203" y="0"/>
                </a:lnTo>
                <a:cubicBezTo>
                  <a:pt x="8222" y="0"/>
                  <a:pt x="8241" y="2"/>
                  <a:pt x="8260" y="6"/>
                </a:cubicBezTo>
                <a:cubicBezTo>
                  <a:pt x="8279" y="9"/>
                  <a:pt x="8297" y="15"/>
                  <a:pt x="8315" y="22"/>
                </a:cubicBezTo>
                <a:cubicBezTo>
                  <a:pt x="8332" y="30"/>
                  <a:pt x="8349" y="39"/>
                  <a:pt x="8365" y="49"/>
                </a:cubicBezTo>
                <a:cubicBezTo>
                  <a:pt x="8381" y="60"/>
                  <a:pt x="8396" y="72"/>
                  <a:pt x="8409" y="85"/>
                </a:cubicBezTo>
                <a:cubicBezTo>
                  <a:pt x="8423" y="99"/>
                  <a:pt x="8435" y="114"/>
                  <a:pt x="8445" y="129"/>
                </a:cubicBezTo>
                <a:cubicBezTo>
                  <a:pt x="8456" y="145"/>
                  <a:pt x="8465" y="162"/>
                  <a:pt x="8472" y="180"/>
                </a:cubicBezTo>
                <a:cubicBezTo>
                  <a:pt x="8479" y="197"/>
                  <a:pt x="8485" y="216"/>
                  <a:pt x="8489" y="234"/>
                </a:cubicBezTo>
                <a:cubicBezTo>
                  <a:pt x="8492" y="253"/>
                  <a:pt x="8494" y="272"/>
                  <a:pt x="8494" y="291"/>
                </a:cubicBezTo>
                <a:lnTo>
                  <a:pt x="8494" y="1774"/>
                </a:lnTo>
                <a:cubicBezTo>
                  <a:pt x="8494" y="1793"/>
                  <a:pt x="8492" y="1812"/>
                  <a:pt x="8489" y="1831"/>
                </a:cubicBezTo>
                <a:cubicBezTo>
                  <a:pt x="8485" y="1849"/>
                  <a:pt x="8479" y="1868"/>
                  <a:pt x="8472" y="1885"/>
                </a:cubicBezTo>
                <a:cubicBezTo>
                  <a:pt x="8465" y="1903"/>
                  <a:pt x="8456" y="1920"/>
                  <a:pt x="8445" y="1936"/>
                </a:cubicBezTo>
                <a:cubicBezTo>
                  <a:pt x="8435" y="1951"/>
                  <a:pt x="8423" y="1966"/>
                  <a:pt x="8409" y="1980"/>
                </a:cubicBezTo>
                <a:cubicBezTo>
                  <a:pt x="8396" y="1993"/>
                  <a:pt x="8381" y="2005"/>
                  <a:pt x="8365" y="2016"/>
                </a:cubicBezTo>
                <a:cubicBezTo>
                  <a:pt x="8349" y="2026"/>
                  <a:pt x="8332" y="2035"/>
                  <a:pt x="8315" y="2043"/>
                </a:cubicBezTo>
                <a:cubicBezTo>
                  <a:pt x="8297" y="2050"/>
                  <a:pt x="8279" y="2056"/>
                  <a:pt x="8260" y="2059"/>
                </a:cubicBezTo>
                <a:cubicBezTo>
                  <a:pt x="8241" y="2063"/>
                  <a:pt x="8222" y="2065"/>
                  <a:pt x="820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6" y="2056"/>
                  <a:pt x="197" y="2050"/>
                  <a:pt x="180" y="2043"/>
                </a:cubicBezTo>
                <a:cubicBezTo>
                  <a:pt x="162" y="2035"/>
                  <a:pt x="145" y="2026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9" y="1920"/>
                  <a:pt x="30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8" name=""/>
          <p:cNvSpPr/>
          <p:nvPr/>
        </p:nvSpPr>
        <p:spPr>
          <a:xfrm>
            <a:off x="4419360" y="4543200"/>
            <a:ext cx="3057840" cy="743400"/>
          </a:xfrm>
          <a:custGeom>
            <a:avLst/>
            <a:gdLst/>
            <a:ahLst/>
            <a:rect l="0" t="0" r="r" b="b"/>
            <a:pathLst>
              <a:path w="849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203" y="0"/>
                </a:lnTo>
                <a:cubicBezTo>
                  <a:pt x="8222" y="0"/>
                  <a:pt x="8241" y="2"/>
                  <a:pt x="8260" y="6"/>
                </a:cubicBezTo>
                <a:cubicBezTo>
                  <a:pt x="8279" y="9"/>
                  <a:pt x="8297" y="15"/>
                  <a:pt x="8315" y="22"/>
                </a:cubicBezTo>
                <a:cubicBezTo>
                  <a:pt x="8332" y="30"/>
                  <a:pt x="8349" y="39"/>
                  <a:pt x="8365" y="49"/>
                </a:cubicBezTo>
                <a:cubicBezTo>
                  <a:pt x="8381" y="60"/>
                  <a:pt x="8396" y="72"/>
                  <a:pt x="8409" y="85"/>
                </a:cubicBezTo>
                <a:cubicBezTo>
                  <a:pt x="8423" y="99"/>
                  <a:pt x="8435" y="114"/>
                  <a:pt x="8445" y="129"/>
                </a:cubicBezTo>
                <a:cubicBezTo>
                  <a:pt x="8456" y="145"/>
                  <a:pt x="8465" y="162"/>
                  <a:pt x="8472" y="180"/>
                </a:cubicBezTo>
                <a:cubicBezTo>
                  <a:pt x="8479" y="197"/>
                  <a:pt x="8485" y="216"/>
                  <a:pt x="8489" y="234"/>
                </a:cubicBezTo>
                <a:cubicBezTo>
                  <a:pt x="8492" y="253"/>
                  <a:pt x="8494" y="272"/>
                  <a:pt x="8494" y="291"/>
                </a:cubicBezTo>
                <a:lnTo>
                  <a:pt x="8494" y="1774"/>
                </a:lnTo>
                <a:cubicBezTo>
                  <a:pt x="8494" y="1793"/>
                  <a:pt x="8492" y="1812"/>
                  <a:pt x="8489" y="1831"/>
                </a:cubicBezTo>
                <a:cubicBezTo>
                  <a:pt x="8485" y="1849"/>
                  <a:pt x="8479" y="1868"/>
                  <a:pt x="8472" y="1885"/>
                </a:cubicBezTo>
                <a:cubicBezTo>
                  <a:pt x="8465" y="1903"/>
                  <a:pt x="8456" y="1920"/>
                  <a:pt x="8445" y="1936"/>
                </a:cubicBezTo>
                <a:cubicBezTo>
                  <a:pt x="8435" y="1951"/>
                  <a:pt x="8423" y="1966"/>
                  <a:pt x="8409" y="1980"/>
                </a:cubicBezTo>
                <a:cubicBezTo>
                  <a:pt x="8396" y="1993"/>
                  <a:pt x="8381" y="2005"/>
                  <a:pt x="8365" y="2016"/>
                </a:cubicBezTo>
                <a:cubicBezTo>
                  <a:pt x="8349" y="2026"/>
                  <a:pt x="8332" y="2035"/>
                  <a:pt x="8315" y="2043"/>
                </a:cubicBezTo>
                <a:cubicBezTo>
                  <a:pt x="8297" y="2050"/>
                  <a:pt x="8279" y="2056"/>
                  <a:pt x="8260" y="2059"/>
                </a:cubicBezTo>
                <a:cubicBezTo>
                  <a:pt x="8241" y="2063"/>
                  <a:pt x="8222" y="2065"/>
                  <a:pt x="820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6" y="2056"/>
                  <a:pt x="197" y="2050"/>
                  <a:pt x="180" y="2043"/>
                </a:cubicBezTo>
                <a:cubicBezTo>
                  <a:pt x="162" y="2035"/>
                  <a:pt x="145" y="2026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9" y="1920"/>
                  <a:pt x="30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9" name=""/>
          <p:cNvSpPr/>
          <p:nvPr/>
        </p:nvSpPr>
        <p:spPr>
          <a:xfrm>
            <a:off x="4660560" y="4716360"/>
            <a:ext cx="241920" cy="302040"/>
          </a:xfrm>
          <a:custGeom>
            <a:avLst/>
            <a:gdLst/>
            <a:ahLst/>
            <a:rect l="0" t="0" r="r" b="b"/>
            <a:pathLst>
              <a:path w="672" h="839">
                <a:moveTo>
                  <a:pt x="245" y="750"/>
                </a:moveTo>
                <a:lnTo>
                  <a:pt x="538" y="398"/>
                </a:lnTo>
                <a:lnTo>
                  <a:pt x="349" y="398"/>
                </a:lnTo>
                <a:lnTo>
                  <a:pt x="387" y="98"/>
                </a:lnTo>
                <a:lnTo>
                  <a:pt x="122" y="482"/>
                </a:lnTo>
                <a:lnTo>
                  <a:pt x="283" y="482"/>
                </a:lnTo>
                <a:lnTo>
                  <a:pt x="245" y="750"/>
                </a:lnTo>
                <a:moveTo>
                  <a:pt x="169" y="839"/>
                </a:moveTo>
                <a:lnTo>
                  <a:pt x="211" y="544"/>
                </a:lnTo>
                <a:lnTo>
                  <a:pt x="0" y="544"/>
                </a:lnTo>
                <a:lnTo>
                  <a:pt x="378" y="0"/>
                </a:lnTo>
                <a:lnTo>
                  <a:pt x="462" y="0"/>
                </a:lnTo>
                <a:lnTo>
                  <a:pt x="420" y="335"/>
                </a:lnTo>
                <a:lnTo>
                  <a:pt x="672" y="335"/>
                </a:lnTo>
                <a:lnTo>
                  <a:pt x="253" y="839"/>
                </a:lnTo>
                <a:lnTo>
                  <a:pt x="169" y="839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333440" y="4841280"/>
            <a:ext cx="2819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デザイナーを待つ必要なし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1" name=""/>
          <p:cNvSpPr/>
          <p:nvPr/>
        </p:nvSpPr>
        <p:spPr>
          <a:xfrm>
            <a:off x="7424640" y="4404240"/>
            <a:ext cx="3850200" cy="1079280"/>
          </a:xfrm>
          <a:custGeom>
            <a:avLst/>
            <a:gdLst/>
            <a:ahLst/>
            <a:rect l="0" t="0" r="r" b="b"/>
            <a:pathLst>
              <a:path w="10695" h="2998">
                <a:moveTo>
                  <a:pt x="436" y="677"/>
                </a:moveTo>
                <a:lnTo>
                  <a:pt x="436" y="2160"/>
                </a:lnTo>
                <a:cubicBezTo>
                  <a:pt x="436" y="2202"/>
                  <a:pt x="444" y="2242"/>
                  <a:pt x="460" y="2281"/>
                </a:cubicBezTo>
                <a:cubicBezTo>
                  <a:pt x="477" y="2320"/>
                  <a:pt x="500" y="2355"/>
                  <a:pt x="529" y="2384"/>
                </a:cubicBezTo>
                <a:cubicBezTo>
                  <a:pt x="559" y="2414"/>
                  <a:pt x="593" y="2437"/>
                  <a:pt x="632" y="2453"/>
                </a:cubicBezTo>
                <a:cubicBezTo>
                  <a:pt x="671" y="2469"/>
                  <a:pt x="712" y="2477"/>
                  <a:pt x="754" y="2477"/>
                </a:cubicBezTo>
                <a:lnTo>
                  <a:pt x="9936" y="2477"/>
                </a:lnTo>
                <a:cubicBezTo>
                  <a:pt x="9978" y="2477"/>
                  <a:pt x="10018" y="2469"/>
                  <a:pt x="10057" y="2453"/>
                </a:cubicBezTo>
                <a:cubicBezTo>
                  <a:pt x="10096" y="2437"/>
                  <a:pt x="10131" y="2414"/>
                  <a:pt x="10160" y="2384"/>
                </a:cubicBezTo>
                <a:cubicBezTo>
                  <a:pt x="10190" y="2355"/>
                  <a:pt x="10213" y="2320"/>
                  <a:pt x="10229" y="2281"/>
                </a:cubicBezTo>
                <a:cubicBezTo>
                  <a:pt x="10245" y="2242"/>
                  <a:pt x="10253" y="2202"/>
                  <a:pt x="10253" y="2160"/>
                </a:cubicBezTo>
                <a:lnTo>
                  <a:pt x="10253" y="677"/>
                </a:lnTo>
                <a:cubicBezTo>
                  <a:pt x="10253" y="635"/>
                  <a:pt x="10245" y="595"/>
                  <a:pt x="10229" y="556"/>
                </a:cubicBezTo>
                <a:cubicBezTo>
                  <a:pt x="10213" y="517"/>
                  <a:pt x="10190" y="482"/>
                  <a:pt x="10160" y="453"/>
                </a:cubicBezTo>
                <a:cubicBezTo>
                  <a:pt x="10131" y="423"/>
                  <a:pt x="10096" y="400"/>
                  <a:pt x="10057" y="384"/>
                </a:cubicBezTo>
                <a:cubicBezTo>
                  <a:pt x="10018" y="368"/>
                  <a:pt x="9978" y="360"/>
                  <a:pt x="9936" y="360"/>
                </a:cubicBezTo>
                <a:lnTo>
                  <a:pt x="754" y="360"/>
                </a:lnTo>
                <a:cubicBezTo>
                  <a:pt x="712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500" y="482"/>
                  <a:pt x="477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moveTo>
                  <a:pt x="0" y="0"/>
                </a:moveTo>
                <a:lnTo>
                  <a:pt x="10695" y="0"/>
                </a:lnTo>
                <a:lnTo>
                  <a:pt x="10695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82" name=""/>
          <p:cNvSpPr/>
          <p:nvPr/>
        </p:nvSpPr>
        <p:spPr>
          <a:xfrm>
            <a:off x="759132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30" y="6"/>
                </a:cubicBezTo>
                <a:cubicBezTo>
                  <a:pt x="9548" y="9"/>
                  <a:pt x="9567" y="15"/>
                  <a:pt x="9584" y="22"/>
                </a:cubicBezTo>
                <a:cubicBezTo>
                  <a:pt x="9602" y="30"/>
                  <a:pt x="9619" y="39"/>
                  <a:pt x="9635" y="49"/>
                </a:cubicBezTo>
                <a:cubicBezTo>
                  <a:pt x="9650" y="60"/>
                  <a:pt x="9665" y="72"/>
                  <a:pt x="9679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5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5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9" y="1980"/>
                </a:cubicBezTo>
                <a:cubicBezTo>
                  <a:pt x="9665" y="1993"/>
                  <a:pt x="9650" y="2005"/>
                  <a:pt x="9635" y="2016"/>
                </a:cubicBezTo>
                <a:cubicBezTo>
                  <a:pt x="9619" y="2026"/>
                  <a:pt x="9602" y="2035"/>
                  <a:pt x="9584" y="2043"/>
                </a:cubicBezTo>
                <a:cubicBezTo>
                  <a:pt x="9567" y="2050"/>
                  <a:pt x="9548" y="2056"/>
                  <a:pt x="9530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5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3" name=""/>
          <p:cNvSpPr/>
          <p:nvPr/>
        </p:nvSpPr>
        <p:spPr>
          <a:xfrm>
            <a:off x="759132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30" y="6"/>
                </a:cubicBezTo>
                <a:cubicBezTo>
                  <a:pt x="9548" y="9"/>
                  <a:pt x="9567" y="15"/>
                  <a:pt x="9584" y="22"/>
                </a:cubicBezTo>
                <a:cubicBezTo>
                  <a:pt x="9602" y="30"/>
                  <a:pt x="9619" y="39"/>
                  <a:pt x="9635" y="49"/>
                </a:cubicBezTo>
                <a:cubicBezTo>
                  <a:pt x="9650" y="60"/>
                  <a:pt x="9665" y="72"/>
                  <a:pt x="9679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5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5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9" y="1980"/>
                </a:cubicBezTo>
                <a:cubicBezTo>
                  <a:pt x="9665" y="1993"/>
                  <a:pt x="9650" y="2005"/>
                  <a:pt x="9635" y="2016"/>
                </a:cubicBezTo>
                <a:cubicBezTo>
                  <a:pt x="9619" y="2026"/>
                  <a:pt x="9602" y="2035"/>
                  <a:pt x="9584" y="2043"/>
                </a:cubicBezTo>
                <a:cubicBezTo>
                  <a:pt x="9567" y="2050"/>
                  <a:pt x="9548" y="2056"/>
                  <a:pt x="9530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5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4" name=""/>
          <p:cNvSpPr/>
          <p:nvPr/>
        </p:nvSpPr>
        <p:spPr>
          <a:xfrm>
            <a:off x="7801920" y="4701240"/>
            <a:ext cx="316440" cy="302040"/>
          </a:xfrm>
          <a:custGeom>
            <a:avLst/>
            <a:gdLst/>
            <a:ahLst/>
            <a:rect l="0" t="0" r="r" b="b"/>
            <a:pathLst>
              <a:path w="879" h="839">
                <a:moveTo>
                  <a:pt x="667" y="839"/>
                </a:moveTo>
                <a:lnTo>
                  <a:pt x="202" y="839"/>
                </a:lnTo>
                <a:lnTo>
                  <a:pt x="0" y="839"/>
                </a:lnTo>
                <a:lnTo>
                  <a:pt x="0" y="302"/>
                </a:lnTo>
                <a:lnTo>
                  <a:pt x="202" y="302"/>
                </a:lnTo>
                <a:lnTo>
                  <a:pt x="494" y="0"/>
                </a:lnTo>
                <a:lnTo>
                  <a:pt x="534" y="32"/>
                </a:lnTo>
                <a:cubicBezTo>
                  <a:pt x="539" y="36"/>
                  <a:pt x="542" y="41"/>
                  <a:pt x="544" y="47"/>
                </a:cubicBezTo>
                <a:cubicBezTo>
                  <a:pt x="546" y="53"/>
                  <a:pt x="547" y="61"/>
                  <a:pt x="547" y="70"/>
                </a:cubicBezTo>
                <a:lnTo>
                  <a:pt x="547" y="81"/>
                </a:lnTo>
                <a:lnTo>
                  <a:pt x="500" y="302"/>
                </a:lnTo>
                <a:lnTo>
                  <a:pt x="814" y="302"/>
                </a:lnTo>
                <a:cubicBezTo>
                  <a:pt x="831" y="302"/>
                  <a:pt x="845" y="308"/>
                  <a:pt x="858" y="320"/>
                </a:cubicBezTo>
                <a:cubicBezTo>
                  <a:pt x="871" y="333"/>
                  <a:pt x="877" y="348"/>
                  <a:pt x="877" y="364"/>
                </a:cubicBezTo>
                <a:lnTo>
                  <a:pt x="877" y="450"/>
                </a:lnTo>
                <a:cubicBezTo>
                  <a:pt x="877" y="455"/>
                  <a:pt x="877" y="460"/>
                  <a:pt x="878" y="465"/>
                </a:cubicBezTo>
                <a:cubicBezTo>
                  <a:pt x="879" y="471"/>
                  <a:pt x="879" y="476"/>
                  <a:pt x="877" y="481"/>
                </a:cubicBezTo>
                <a:lnTo>
                  <a:pt x="745" y="785"/>
                </a:lnTo>
                <a:cubicBezTo>
                  <a:pt x="739" y="800"/>
                  <a:pt x="728" y="813"/>
                  <a:pt x="714" y="823"/>
                </a:cubicBezTo>
                <a:cubicBezTo>
                  <a:pt x="699" y="834"/>
                  <a:pt x="683" y="839"/>
                  <a:pt x="667" y="839"/>
                </a:cubicBezTo>
                <a:moveTo>
                  <a:pt x="202" y="364"/>
                </a:moveTo>
                <a:lnTo>
                  <a:pt x="63" y="364"/>
                </a:lnTo>
                <a:lnTo>
                  <a:pt x="63" y="776"/>
                </a:lnTo>
                <a:lnTo>
                  <a:pt x="202" y="776"/>
                </a:lnTo>
                <a:lnTo>
                  <a:pt x="202" y="364"/>
                </a:lnTo>
                <a:moveTo>
                  <a:pt x="265" y="776"/>
                </a:moveTo>
                <a:lnTo>
                  <a:pt x="681" y="776"/>
                </a:lnTo>
                <a:lnTo>
                  <a:pt x="814" y="462"/>
                </a:lnTo>
                <a:lnTo>
                  <a:pt x="814" y="364"/>
                </a:lnTo>
                <a:lnTo>
                  <a:pt x="422" y="364"/>
                </a:lnTo>
                <a:lnTo>
                  <a:pt x="478" y="104"/>
                </a:lnTo>
                <a:lnTo>
                  <a:pt x="265" y="328"/>
                </a:lnTo>
                <a:lnTo>
                  <a:pt x="265" y="776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4961520" y="4841280"/>
            <a:ext cx="2362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プロトタイプが高速化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8136720" y="4841280"/>
            <a:ext cx="2819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イメージ通りの素材を入手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1" name=""/>
          <p:cNvSpPr/>
          <p:nvPr/>
        </p:nvSpPr>
        <p:spPr>
          <a:xfrm>
            <a:off x="571320" y="15904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2" name=""/>
          <p:cNvSpPr/>
          <p:nvPr/>
        </p:nvSpPr>
        <p:spPr>
          <a:xfrm>
            <a:off x="595080" y="1771560"/>
            <a:ext cx="11025720" cy="533520"/>
          </a:xfrm>
          <a:custGeom>
            <a:avLst/>
            <a:gdLst/>
            <a:ahLst/>
            <a:rect l="0" t="0" r="r" b="b"/>
            <a:pathLst>
              <a:path w="30627" h="1482">
                <a:moveTo>
                  <a:pt x="0" y="1218"/>
                </a:moveTo>
                <a:lnTo>
                  <a:pt x="0" y="265"/>
                </a:lnTo>
                <a:cubicBezTo>
                  <a:pt x="0" y="247"/>
                  <a:pt x="1" y="230"/>
                  <a:pt x="4" y="213"/>
                </a:cubicBezTo>
                <a:cubicBezTo>
                  <a:pt x="7" y="196"/>
                  <a:pt x="10" y="179"/>
                  <a:pt x="15" y="163"/>
                </a:cubicBezTo>
                <a:cubicBezTo>
                  <a:pt x="20" y="147"/>
                  <a:pt x="26" y="132"/>
                  <a:pt x="34" y="117"/>
                </a:cubicBezTo>
                <a:cubicBezTo>
                  <a:pt x="41" y="103"/>
                  <a:pt x="49" y="90"/>
                  <a:pt x="58" y="77"/>
                </a:cubicBezTo>
                <a:cubicBezTo>
                  <a:pt x="67" y="65"/>
                  <a:pt x="78" y="54"/>
                  <a:pt x="88" y="44"/>
                </a:cubicBezTo>
                <a:cubicBezTo>
                  <a:pt x="99" y="35"/>
                  <a:pt x="111" y="27"/>
                  <a:pt x="123" y="20"/>
                </a:cubicBezTo>
                <a:cubicBezTo>
                  <a:pt x="135" y="13"/>
                  <a:pt x="147" y="8"/>
                  <a:pt x="160" y="5"/>
                </a:cubicBezTo>
                <a:cubicBezTo>
                  <a:pt x="173" y="1"/>
                  <a:pt x="186" y="0"/>
                  <a:pt x="199" y="0"/>
                </a:cubicBezTo>
                <a:lnTo>
                  <a:pt x="30362" y="0"/>
                </a:lnTo>
                <a:cubicBezTo>
                  <a:pt x="30379" y="0"/>
                  <a:pt x="30397" y="1"/>
                  <a:pt x="30414" y="5"/>
                </a:cubicBezTo>
                <a:cubicBezTo>
                  <a:pt x="30431" y="8"/>
                  <a:pt x="30447" y="13"/>
                  <a:pt x="30463" y="20"/>
                </a:cubicBezTo>
                <a:cubicBezTo>
                  <a:pt x="30479" y="27"/>
                  <a:pt x="30495" y="35"/>
                  <a:pt x="30509" y="44"/>
                </a:cubicBezTo>
                <a:cubicBezTo>
                  <a:pt x="30524" y="54"/>
                  <a:pt x="30537" y="65"/>
                  <a:pt x="30549" y="77"/>
                </a:cubicBezTo>
                <a:cubicBezTo>
                  <a:pt x="30561" y="90"/>
                  <a:pt x="30572" y="103"/>
                  <a:pt x="30582" y="117"/>
                </a:cubicBezTo>
                <a:cubicBezTo>
                  <a:pt x="30592" y="132"/>
                  <a:pt x="30600" y="147"/>
                  <a:pt x="30607" y="163"/>
                </a:cubicBezTo>
                <a:cubicBezTo>
                  <a:pt x="30613" y="179"/>
                  <a:pt x="30618" y="196"/>
                  <a:pt x="30622" y="213"/>
                </a:cubicBezTo>
                <a:cubicBezTo>
                  <a:pt x="30625" y="230"/>
                  <a:pt x="30627" y="247"/>
                  <a:pt x="30627" y="265"/>
                </a:cubicBezTo>
                <a:lnTo>
                  <a:pt x="30627" y="1218"/>
                </a:lnTo>
                <a:cubicBezTo>
                  <a:pt x="30627" y="1235"/>
                  <a:pt x="30625" y="1252"/>
                  <a:pt x="30622" y="1269"/>
                </a:cubicBezTo>
                <a:cubicBezTo>
                  <a:pt x="30618" y="1286"/>
                  <a:pt x="30613" y="1303"/>
                  <a:pt x="30607" y="1319"/>
                </a:cubicBezTo>
                <a:cubicBezTo>
                  <a:pt x="30600" y="1335"/>
                  <a:pt x="30592" y="1350"/>
                  <a:pt x="30582" y="1365"/>
                </a:cubicBezTo>
                <a:cubicBezTo>
                  <a:pt x="30572" y="1379"/>
                  <a:pt x="30561" y="1393"/>
                  <a:pt x="30549" y="1405"/>
                </a:cubicBezTo>
                <a:cubicBezTo>
                  <a:pt x="30537" y="1417"/>
                  <a:pt x="30524" y="1428"/>
                  <a:pt x="30509" y="1438"/>
                </a:cubicBezTo>
                <a:cubicBezTo>
                  <a:pt x="30495" y="1447"/>
                  <a:pt x="30479" y="1456"/>
                  <a:pt x="30463" y="1462"/>
                </a:cubicBezTo>
                <a:cubicBezTo>
                  <a:pt x="30447" y="1469"/>
                  <a:pt x="30431" y="1474"/>
                  <a:pt x="30414" y="1477"/>
                </a:cubicBezTo>
                <a:cubicBezTo>
                  <a:pt x="30397" y="1481"/>
                  <a:pt x="30379" y="1482"/>
                  <a:pt x="30362" y="1482"/>
                </a:cubicBezTo>
                <a:lnTo>
                  <a:pt x="199" y="1482"/>
                </a:lnTo>
                <a:cubicBezTo>
                  <a:pt x="186" y="1482"/>
                  <a:pt x="173" y="1481"/>
                  <a:pt x="160" y="1477"/>
                </a:cubicBezTo>
                <a:cubicBezTo>
                  <a:pt x="147" y="1474"/>
                  <a:pt x="135" y="1469"/>
                  <a:pt x="123" y="1462"/>
                </a:cubicBezTo>
                <a:cubicBezTo>
                  <a:pt x="111" y="1456"/>
                  <a:pt x="99" y="1447"/>
                  <a:pt x="88" y="1438"/>
                </a:cubicBezTo>
                <a:cubicBezTo>
                  <a:pt x="78" y="1428"/>
                  <a:pt x="67" y="1417"/>
                  <a:pt x="58" y="1405"/>
                </a:cubicBezTo>
                <a:cubicBezTo>
                  <a:pt x="49" y="1393"/>
                  <a:pt x="41" y="1379"/>
                  <a:pt x="34" y="1365"/>
                </a:cubicBezTo>
                <a:cubicBezTo>
                  <a:pt x="26" y="1350"/>
                  <a:pt x="20" y="1335"/>
                  <a:pt x="15" y="1319"/>
                </a:cubicBezTo>
                <a:cubicBezTo>
                  <a:pt x="10" y="1303"/>
                  <a:pt x="7" y="1286"/>
                  <a:pt x="4" y="1269"/>
                </a:cubicBezTo>
                <a:cubicBezTo>
                  <a:pt x="1" y="1252"/>
                  <a:pt x="0" y="1235"/>
                  <a:pt x="0" y="1218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3" name=""/>
          <p:cNvSpPr/>
          <p:nvPr/>
        </p:nvSpPr>
        <p:spPr>
          <a:xfrm>
            <a:off x="571320" y="1771560"/>
            <a:ext cx="95760" cy="533520"/>
          </a:xfrm>
          <a:custGeom>
            <a:avLst/>
            <a:gdLst/>
            <a:ahLst/>
            <a:rect l="0" t="0" r="r" b="b"/>
            <a:pathLst>
              <a:path w="266" h="1482">
                <a:moveTo>
                  <a:pt x="0" y="0"/>
                </a:moveTo>
                <a:lnTo>
                  <a:pt x="266" y="0"/>
                </a:lnTo>
                <a:lnTo>
                  <a:pt x="2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C8B8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4" name=""/>
          <p:cNvSpPr/>
          <p:nvPr/>
        </p:nvSpPr>
        <p:spPr>
          <a:xfrm>
            <a:off x="630720" y="103104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97" y="993"/>
                </a:moveTo>
                <a:cubicBezTo>
                  <a:pt x="85" y="993"/>
                  <a:pt x="75" y="989"/>
                  <a:pt x="67" y="981"/>
                </a:cubicBezTo>
                <a:cubicBezTo>
                  <a:pt x="59" y="973"/>
                  <a:pt x="55" y="963"/>
                  <a:pt x="55" y="951"/>
                </a:cubicBezTo>
                <a:lnTo>
                  <a:pt x="55" y="883"/>
                </a:lnTo>
                <a:lnTo>
                  <a:pt x="0" y="883"/>
                </a:lnTo>
                <a:lnTo>
                  <a:pt x="0" y="676"/>
                </a:lnTo>
                <a:cubicBezTo>
                  <a:pt x="0" y="664"/>
                  <a:pt x="4" y="654"/>
                  <a:pt x="12" y="646"/>
                </a:cubicBezTo>
                <a:cubicBezTo>
                  <a:pt x="20" y="638"/>
                  <a:pt x="30" y="635"/>
                  <a:pt x="42" y="635"/>
                </a:cubicBezTo>
                <a:lnTo>
                  <a:pt x="111" y="635"/>
                </a:lnTo>
                <a:lnTo>
                  <a:pt x="111" y="206"/>
                </a:lnTo>
                <a:cubicBezTo>
                  <a:pt x="111" y="148"/>
                  <a:pt x="132" y="98"/>
                  <a:pt x="175" y="59"/>
                </a:cubicBezTo>
                <a:cubicBezTo>
                  <a:pt x="219" y="19"/>
                  <a:pt x="270" y="0"/>
                  <a:pt x="331" y="0"/>
                </a:cubicBezTo>
                <a:cubicBezTo>
                  <a:pt x="389" y="0"/>
                  <a:pt x="438" y="20"/>
                  <a:pt x="478" y="60"/>
                </a:cubicBezTo>
                <a:cubicBezTo>
                  <a:pt x="518" y="100"/>
                  <a:pt x="538" y="148"/>
                  <a:pt x="538" y="206"/>
                </a:cubicBezTo>
                <a:lnTo>
                  <a:pt x="538" y="786"/>
                </a:lnTo>
                <a:cubicBezTo>
                  <a:pt x="538" y="821"/>
                  <a:pt x="550" y="850"/>
                  <a:pt x="574" y="874"/>
                </a:cubicBezTo>
                <a:cubicBezTo>
                  <a:pt x="598" y="898"/>
                  <a:pt x="627" y="910"/>
                  <a:pt x="662" y="910"/>
                </a:cubicBezTo>
                <a:cubicBezTo>
                  <a:pt x="699" y="910"/>
                  <a:pt x="733" y="898"/>
                  <a:pt x="760" y="875"/>
                </a:cubicBezTo>
                <a:cubicBezTo>
                  <a:pt x="787" y="852"/>
                  <a:pt x="801" y="822"/>
                  <a:pt x="801" y="786"/>
                </a:cubicBezTo>
                <a:lnTo>
                  <a:pt x="801" y="358"/>
                </a:lnTo>
                <a:lnTo>
                  <a:pt x="732" y="358"/>
                </a:lnTo>
                <a:cubicBezTo>
                  <a:pt x="719" y="358"/>
                  <a:pt x="709" y="354"/>
                  <a:pt x="701" y="346"/>
                </a:cubicBezTo>
                <a:cubicBezTo>
                  <a:pt x="693" y="338"/>
                  <a:pt x="689" y="329"/>
                  <a:pt x="689" y="317"/>
                </a:cubicBezTo>
                <a:lnTo>
                  <a:pt x="689" y="110"/>
                </a:lnTo>
                <a:lnTo>
                  <a:pt x="746" y="110"/>
                </a:lnTo>
                <a:lnTo>
                  <a:pt x="746" y="41"/>
                </a:lnTo>
                <a:cubicBezTo>
                  <a:pt x="746" y="29"/>
                  <a:pt x="749" y="19"/>
                  <a:pt x="757" y="11"/>
                </a:cubicBezTo>
                <a:cubicBezTo>
                  <a:pt x="765" y="4"/>
                  <a:pt x="775" y="0"/>
                  <a:pt x="787" y="0"/>
                </a:cubicBezTo>
                <a:lnTo>
                  <a:pt x="897" y="0"/>
                </a:lnTo>
                <a:cubicBezTo>
                  <a:pt x="909" y="0"/>
                  <a:pt x="919" y="4"/>
                  <a:pt x="927" y="11"/>
                </a:cubicBezTo>
                <a:cubicBezTo>
                  <a:pt x="935" y="19"/>
                  <a:pt x="938" y="29"/>
                  <a:pt x="938" y="41"/>
                </a:cubicBezTo>
                <a:lnTo>
                  <a:pt x="938" y="110"/>
                </a:lnTo>
                <a:lnTo>
                  <a:pt x="994" y="110"/>
                </a:lnTo>
                <a:lnTo>
                  <a:pt x="994" y="317"/>
                </a:lnTo>
                <a:cubicBezTo>
                  <a:pt x="994" y="329"/>
                  <a:pt x="990" y="338"/>
                  <a:pt x="982" y="346"/>
                </a:cubicBezTo>
                <a:cubicBezTo>
                  <a:pt x="974" y="354"/>
                  <a:pt x="964" y="358"/>
                  <a:pt x="952" y="358"/>
                </a:cubicBezTo>
                <a:lnTo>
                  <a:pt x="883" y="358"/>
                </a:lnTo>
                <a:lnTo>
                  <a:pt x="883" y="786"/>
                </a:lnTo>
                <a:cubicBezTo>
                  <a:pt x="883" y="845"/>
                  <a:pt x="862" y="894"/>
                  <a:pt x="819" y="934"/>
                </a:cubicBezTo>
                <a:cubicBezTo>
                  <a:pt x="775" y="973"/>
                  <a:pt x="722" y="993"/>
                  <a:pt x="662" y="993"/>
                </a:cubicBezTo>
                <a:cubicBezTo>
                  <a:pt x="604" y="993"/>
                  <a:pt x="555" y="973"/>
                  <a:pt x="515" y="933"/>
                </a:cubicBezTo>
                <a:cubicBezTo>
                  <a:pt x="475" y="893"/>
                  <a:pt x="455" y="844"/>
                  <a:pt x="455" y="786"/>
                </a:cubicBezTo>
                <a:lnTo>
                  <a:pt x="455" y="206"/>
                </a:lnTo>
                <a:cubicBezTo>
                  <a:pt x="455" y="171"/>
                  <a:pt x="443" y="142"/>
                  <a:pt x="419" y="118"/>
                </a:cubicBezTo>
                <a:cubicBezTo>
                  <a:pt x="395" y="94"/>
                  <a:pt x="366" y="82"/>
                  <a:pt x="331" y="82"/>
                </a:cubicBezTo>
                <a:cubicBezTo>
                  <a:pt x="293" y="82"/>
                  <a:pt x="261" y="94"/>
                  <a:pt x="234" y="117"/>
                </a:cubicBezTo>
                <a:cubicBezTo>
                  <a:pt x="207" y="141"/>
                  <a:pt x="193" y="170"/>
                  <a:pt x="193" y="206"/>
                </a:cubicBezTo>
                <a:lnTo>
                  <a:pt x="193" y="635"/>
                </a:lnTo>
                <a:lnTo>
                  <a:pt x="262" y="635"/>
                </a:lnTo>
                <a:cubicBezTo>
                  <a:pt x="274" y="635"/>
                  <a:pt x="284" y="638"/>
                  <a:pt x="292" y="646"/>
                </a:cubicBezTo>
                <a:cubicBezTo>
                  <a:pt x="300" y="654"/>
                  <a:pt x="304" y="664"/>
                  <a:pt x="304" y="676"/>
                </a:cubicBezTo>
                <a:lnTo>
                  <a:pt x="304" y="883"/>
                </a:lnTo>
                <a:lnTo>
                  <a:pt x="248" y="883"/>
                </a:lnTo>
                <a:lnTo>
                  <a:pt x="248" y="951"/>
                </a:lnTo>
                <a:cubicBezTo>
                  <a:pt x="248" y="963"/>
                  <a:pt x="245" y="973"/>
                  <a:pt x="237" y="981"/>
                </a:cubicBezTo>
                <a:cubicBezTo>
                  <a:pt x="229" y="989"/>
                  <a:pt x="219" y="993"/>
                  <a:pt x="207" y="993"/>
                </a:cubicBezTo>
                <a:lnTo>
                  <a:pt x="97" y="993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047600" y="1120320"/>
            <a:ext cx="56790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MCP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Model Context Protocol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6" name=""/>
          <p:cNvSpPr/>
          <p:nvPr/>
        </p:nvSpPr>
        <p:spPr>
          <a:xfrm>
            <a:off x="616680" y="2556000"/>
            <a:ext cx="293040" cy="294480"/>
          </a:xfrm>
          <a:custGeom>
            <a:avLst/>
            <a:gdLst/>
            <a:ahLst/>
            <a:rect l="0" t="0" r="r" b="b"/>
            <a:pathLst>
              <a:path w="814" h="818">
                <a:moveTo>
                  <a:pt x="247" y="818"/>
                </a:moveTo>
                <a:lnTo>
                  <a:pt x="63" y="818"/>
                </a:lnTo>
                <a:cubicBezTo>
                  <a:pt x="46" y="818"/>
                  <a:pt x="31" y="812"/>
                  <a:pt x="19" y="799"/>
                </a:cubicBezTo>
                <a:cubicBezTo>
                  <a:pt x="6" y="787"/>
                  <a:pt x="0" y="772"/>
                  <a:pt x="0" y="755"/>
                </a:cubicBezTo>
                <a:lnTo>
                  <a:pt x="0" y="570"/>
                </a:lnTo>
                <a:cubicBezTo>
                  <a:pt x="30" y="566"/>
                  <a:pt x="57" y="554"/>
                  <a:pt x="79" y="534"/>
                </a:cubicBezTo>
                <a:cubicBezTo>
                  <a:pt x="101" y="513"/>
                  <a:pt x="112" y="488"/>
                  <a:pt x="112" y="458"/>
                </a:cubicBezTo>
                <a:cubicBezTo>
                  <a:pt x="112" y="428"/>
                  <a:pt x="101" y="403"/>
                  <a:pt x="79" y="382"/>
                </a:cubicBezTo>
                <a:cubicBezTo>
                  <a:pt x="57" y="361"/>
                  <a:pt x="30" y="349"/>
                  <a:pt x="0" y="346"/>
                </a:cubicBezTo>
                <a:lnTo>
                  <a:pt x="0" y="162"/>
                </a:lnTo>
                <a:cubicBezTo>
                  <a:pt x="0" y="145"/>
                  <a:pt x="6" y="130"/>
                  <a:pt x="19" y="118"/>
                </a:cubicBezTo>
                <a:cubicBezTo>
                  <a:pt x="31" y="105"/>
                  <a:pt x="46" y="99"/>
                  <a:pt x="63" y="99"/>
                </a:cubicBezTo>
                <a:lnTo>
                  <a:pt x="248" y="99"/>
                </a:lnTo>
                <a:cubicBezTo>
                  <a:pt x="256" y="71"/>
                  <a:pt x="269" y="47"/>
                  <a:pt x="289" y="29"/>
                </a:cubicBezTo>
                <a:cubicBezTo>
                  <a:pt x="309" y="10"/>
                  <a:pt x="334" y="0"/>
                  <a:pt x="362" y="0"/>
                </a:cubicBezTo>
                <a:cubicBezTo>
                  <a:pt x="390" y="0"/>
                  <a:pt x="414" y="10"/>
                  <a:pt x="434" y="29"/>
                </a:cubicBezTo>
                <a:cubicBezTo>
                  <a:pt x="454" y="47"/>
                  <a:pt x="467" y="71"/>
                  <a:pt x="475" y="99"/>
                </a:cubicBezTo>
                <a:lnTo>
                  <a:pt x="656" y="99"/>
                </a:lnTo>
                <a:cubicBezTo>
                  <a:pt x="673" y="99"/>
                  <a:pt x="688" y="105"/>
                  <a:pt x="700" y="118"/>
                </a:cubicBezTo>
                <a:cubicBezTo>
                  <a:pt x="713" y="130"/>
                  <a:pt x="719" y="145"/>
                  <a:pt x="719" y="162"/>
                </a:cubicBezTo>
                <a:lnTo>
                  <a:pt x="719" y="343"/>
                </a:lnTo>
                <a:cubicBezTo>
                  <a:pt x="747" y="350"/>
                  <a:pt x="770" y="365"/>
                  <a:pt x="788" y="386"/>
                </a:cubicBezTo>
                <a:cubicBezTo>
                  <a:pt x="806" y="407"/>
                  <a:pt x="814" y="432"/>
                  <a:pt x="814" y="460"/>
                </a:cubicBezTo>
                <a:cubicBezTo>
                  <a:pt x="814" y="488"/>
                  <a:pt x="806" y="511"/>
                  <a:pt x="788" y="530"/>
                </a:cubicBezTo>
                <a:cubicBezTo>
                  <a:pt x="770" y="549"/>
                  <a:pt x="747" y="562"/>
                  <a:pt x="719" y="570"/>
                </a:cubicBezTo>
                <a:lnTo>
                  <a:pt x="719" y="755"/>
                </a:lnTo>
                <a:cubicBezTo>
                  <a:pt x="719" y="772"/>
                  <a:pt x="713" y="787"/>
                  <a:pt x="700" y="799"/>
                </a:cubicBezTo>
                <a:cubicBezTo>
                  <a:pt x="688" y="812"/>
                  <a:pt x="673" y="818"/>
                  <a:pt x="656" y="818"/>
                </a:cubicBezTo>
                <a:lnTo>
                  <a:pt x="472" y="818"/>
                </a:lnTo>
                <a:cubicBezTo>
                  <a:pt x="468" y="785"/>
                  <a:pt x="456" y="758"/>
                  <a:pt x="435" y="737"/>
                </a:cubicBezTo>
                <a:cubicBezTo>
                  <a:pt x="413" y="716"/>
                  <a:pt x="389" y="706"/>
                  <a:pt x="360" y="706"/>
                </a:cubicBezTo>
                <a:cubicBezTo>
                  <a:pt x="331" y="706"/>
                  <a:pt x="305" y="716"/>
                  <a:pt x="284" y="737"/>
                </a:cubicBezTo>
                <a:cubicBezTo>
                  <a:pt x="263" y="758"/>
                  <a:pt x="250" y="785"/>
                  <a:pt x="247" y="818"/>
                </a:cubicBezTo>
                <a:moveTo>
                  <a:pt x="63" y="755"/>
                </a:moveTo>
                <a:lnTo>
                  <a:pt x="199" y="755"/>
                </a:lnTo>
                <a:cubicBezTo>
                  <a:pt x="216" y="713"/>
                  <a:pt x="241" y="683"/>
                  <a:pt x="272" y="667"/>
                </a:cubicBezTo>
                <a:cubicBezTo>
                  <a:pt x="303" y="650"/>
                  <a:pt x="333" y="642"/>
                  <a:pt x="360" y="642"/>
                </a:cubicBezTo>
                <a:cubicBezTo>
                  <a:pt x="386" y="642"/>
                  <a:pt x="415" y="650"/>
                  <a:pt x="447" y="667"/>
                </a:cubicBezTo>
                <a:cubicBezTo>
                  <a:pt x="478" y="683"/>
                  <a:pt x="503" y="713"/>
                  <a:pt x="520" y="755"/>
                </a:cubicBezTo>
                <a:lnTo>
                  <a:pt x="656" y="755"/>
                </a:lnTo>
                <a:lnTo>
                  <a:pt x="656" y="508"/>
                </a:lnTo>
                <a:lnTo>
                  <a:pt x="703" y="508"/>
                </a:lnTo>
                <a:cubicBezTo>
                  <a:pt x="717" y="508"/>
                  <a:pt x="729" y="504"/>
                  <a:pt x="738" y="495"/>
                </a:cubicBezTo>
                <a:cubicBezTo>
                  <a:pt x="747" y="486"/>
                  <a:pt x="752" y="474"/>
                  <a:pt x="752" y="460"/>
                </a:cubicBezTo>
                <a:cubicBezTo>
                  <a:pt x="752" y="446"/>
                  <a:pt x="747" y="435"/>
                  <a:pt x="738" y="425"/>
                </a:cubicBezTo>
                <a:cubicBezTo>
                  <a:pt x="729" y="416"/>
                  <a:pt x="717" y="412"/>
                  <a:pt x="703" y="412"/>
                </a:cubicBezTo>
                <a:lnTo>
                  <a:pt x="656" y="412"/>
                </a:lnTo>
                <a:lnTo>
                  <a:pt x="656" y="162"/>
                </a:lnTo>
                <a:lnTo>
                  <a:pt x="410" y="162"/>
                </a:lnTo>
                <a:lnTo>
                  <a:pt x="410" y="111"/>
                </a:lnTo>
                <a:cubicBezTo>
                  <a:pt x="410" y="97"/>
                  <a:pt x="406" y="86"/>
                  <a:pt x="397" y="77"/>
                </a:cubicBezTo>
                <a:cubicBezTo>
                  <a:pt x="387" y="68"/>
                  <a:pt x="376" y="63"/>
                  <a:pt x="362" y="63"/>
                </a:cubicBezTo>
                <a:cubicBezTo>
                  <a:pt x="348" y="63"/>
                  <a:pt x="337" y="68"/>
                  <a:pt x="327" y="77"/>
                </a:cubicBezTo>
                <a:cubicBezTo>
                  <a:pt x="317" y="86"/>
                  <a:pt x="313" y="97"/>
                  <a:pt x="313" y="111"/>
                </a:cubicBezTo>
                <a:lnTo>
                  <a:pt x="313" y="162"/>
                </a:lnTo>
                <a:lnTo>
                  <a:pt x="63" y="162"/>
                </a:lnTo>
                <a:lnTo>
                  <a:pt x="63" y="298"/>
                </a:lnTo>
                <a:cubicBezTo>
                  <a:pt x="96" y="310"/>
                  <a:pt x="123" y="331"/>
                  <a:pt x="144" y="360"/>
                </a:cubicBezTo>
                <a:cubicBezTo>
                  <a:pt x="164" y="389"/>
                  <a:pt x="175" y="422"/>
                  <a:pt x="175" y="458"/>
                </a:cubicBezTo>
                <a:cubicBezTo>
                  <a:pt x="175" y="494"/>
                  <a:pt x="164" y="526"/>
                  <a:pt x="144" y="555"/>
                </a:cubicBezTo>
                <a:cubicBezTo>
                  <a:pt x="123" y="585"/>
                  <a:pt x="96" y="606"/>
                  <a:pt x="63" y="618"/>
                </a:cubicBezTo>
                <a:lnTo>
                  <a:pt x="63" y="75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90560" y="1942200"/>
            <a:ext cx="5334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エージェントを外部ツールに接続するための標準規格です。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8" name=""/>
          <p:cNvSpPr/>
          <p:nvPr/>
        </p:nvSpPr>
        <p:spPr>
          <a:xfrm>
            <a:off x="414360" y="2916720"/>
            <a:ext cx="3146040" cy="1442160"/>
          </a:xfrm>
          <a:custGeom>
            <a:avLst/>
            <a:gdLst/>
            <a:ahLst/>
            <a:rect l="0" t="0" r="r" b="b"/>
            <a:pathLst>
              <a:path w="8739" h="4006">
                <a:moveTo>
                  <a:pt x="436" y="682"/>
                </a:moveTo>
                <a:lnTo>
                  <a:pt x="436" y="3170"/>
                </a:lnTo>
                <a:cubicBezTo>
                  <a:pt x="436" y="3212"/>
                  <a:pt x="444" y="3252"/>
                  <a:pt x="460" y="3291"/>
                </a:cubicBezTo>
                <a:cubicBezTo>
                  <a:pt x="476" y="3330"/>
                  <a:pt x="499" y="3364"/>
                  <a:pt x="529" y="3394"/>
                </a:cubicBezTo>
                <a:cubicBezTo>
                  <a:pt x="559" y="3424"/>
                  <a:pt x="593" y="3447"/>
                  <a:pt x="632" y="3463"/>
                </a:cubicBezTo>
                <a:cubicBezTo>
                  <a:pt x="671" y="3479"/>
                  <a:pt x="711" y="3487"/>
                  <a:pt x="753" y="3487"/>
                </a:cubicBezTo>
                <a:lnTo>
                  <a:pt x="7978" y="3487"/>
                </a:lnTo>
                <a:cubicBezTo>
                  <a:pt x="8020" y="3487"/>
                  <a:pt x="8060" y="3479"/>
                  <a:pt x="8099" y="3463"/>
                </a:cubicBezTo>
                <a:cubicBezTo>
                  <a:pt x="8138" y="3447"/>
                  <a:pt x="8172" y="3424"/>
                  <a:pt x="8202" y="3394"/>
                </a:cubicBezTo>
                <a:cubicBezTo>
                  <a:pt x="8232" y="3364"/>
                  <a:pt x="8255" y="3330"/>
                  <a:pt x="8271" y="3291"/>
                </a:cubicBezTo>
                <a:cubicBezTo>
                  <a:pt x="8287" y="3252"/>
                  <a:pt x="8295" y="3212"/>
                  <a:pt x="8295" y="3170"/>
                </a:cubicBezTo>
                <a:lnTo>
                  <a:pt x="8295" y="682"/>
                </a:lnTo>
                <a:cubicBezTo>
                  <a:pt x="8295" y="640"/>
                  <a:pt x="8287" y="599"/>
                  <a:pt x="8271" y="560"/>
                </a:cubicBezTo>
                <a:cubicBezTo>
                  <a:pt x="8255" y="521"/>
                  <a:pt x="8232" y="487"/>
                  <a:pt x="8202" y="457"/>
                </a:cubicBezTo>
                <a:cubicBezTo>
                  <a:pt x="8172" y="427"/>
                  <a:pt x="8138" y="404"/>
                  <a:pt x="8099" y="388"/>
                </a:cubicBezTo>
                <a:cubicBezTo>
                  <a:pt x="8060" y="372"/>
                  <a:pt x="8020" y="364"/>
                  <a:pt x="7978" y="364"/>
                </a:cubicBezTo>
                <a:lnTo>
                  <a:pt x="753" y="364"/>
                </a:lnTo>
                <a:cubicBezTo>
                  <a:pt x="711" y="364"/>
                  <a:pt x="671" y="372"/>
                  <a:pt x="632" y="388"/>
                </a:cubicBezTo>
                <a:cubicBezTo>
                  <a:pt x="593" y="404"/>
                  <a:pt x="559" y="427"/>
                  <a:pt x="529" y="457"/>
                </a:cubicBezTo>
                <a:cubicBezTo>
                  <a:pt x="499" y="487"/>
                  <a:pt x="476" y="521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8739" y="0"/>
                </a:lnTo>
                <a:lnTo>
                  <a:pt x="8739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99" name=""/>
          <p:cNvSpPr/>
          <p:nvPr/>
        </p:nvSpPr>
        <p:spPr>
          <a:xfrm>
            <a:off x="580680" y="3057480"/>
            <a:ext cx="2810520" cy="1105200"/>
          </a:xfrm>
          <a:custGeom>
            <a:avLst/>
            <a:gdLst/>
            <a:ahLst/>
            <a:rect l="0" t="0" r="r" b="b"/>
            <a:pathLst>
              <a:path w="7807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6" y="0"/>
                </a:lnTo>
                <a:cubicBezTo>
                  <a:pt x="7535" y="0"/>
                  <a:pt x="7554" y="1"/>
                  <a:pt x="7572" y="5"/>
                </a:cubicBezTo>
                <a:cubicBezTo>
                  <a:pt x="7591" y="9"/>
                  <a:pt x="7609" y="14"/>
                  <a:pt x="7627" y="22"/>
                </a:cubicBezTo>
                <a:cubicBezTo>
                  <a:pt x="7645" y="29"/>
                  <a:pt x="7661" y="38"/>
                  <a:pt x="7677" y="49"/>
                </a:cubicBezTo>
                <a:cubicBezTo>
                  <a:pt x="7693" y="59"/>
                  <a:pt x="7708" y="71"/>
                  <a:pt x="7721" y="85"/>
                </a:cubicBezTo>
                <a:cubicBezTo>
                  <a:pt x="7735" y="98"/>
                  <a:pt x="7747" y="113"/>
                  <a:pt x="7758" y="129"/>
                </a:cubicBezTo>
                <a:cubicBezTo>
                  <a:pt x="7768" y="145"/>
                  <a:pt x="7777" y="162"/>
                  <a:pt x="7785" y="179"/>
                </a:cubicBezTo>
                <a:cubicBezTo>
                  <a:pt x="7792" y="197"/>
                  <a:pt x="7797" y="215"/>
                  <a:pt x="7801" y="234"/>
                </a:cubicBezTo>
                <a:cubicBezTo>
                  <a:pt x="7805" y="253"/>
                  <a:pt x="7807" y="272"/>
                  <a:pt x="7807" y="291"/>
                </a:cubicBezTo>
                <a:lnTo>
                  <a:pt x="7807" y="2779"/>
                </a:lnTo>
                <a:cubicBezTo>
                  <a:pt x="7807" y="2798"/>
                  <a:pt x="7805" y="2817"/>
                  <a:pt x="7801" y="2836"/>
                </a:cubicBezTo>
                <a:cubicBezTo>
                  <a:pt x="7797" y="2854"/>
                  <a:pt x="7792" y="2872"/>
                  <a:pt x="7785" y="2890"/>
                </a:cubicBezTo>
                <a:cubicBezTo>
                  <a:pt x="7777" y="2908"/>
                  <a:pt x="7768" y="2925"/>
                  <a:pt x="7758" y="2940"/>
                </a:cubicBezTo>
                <a:cubicBezTo>
                  <a:pt x="7747" y="2956"/>
                  <a:pt x="7735" y="2971"/>
                  <a:pt x="7721" y="2985"/>
                </a:cubicBezTo>
                <a:cubicBezTo>
                  <a:pt x="7708" y="2998"/>
                  <a:pt x="7693" y="3010"/>
                  <a:pt x="7677" y="3021"/>
                </a:cubicBezTo>
                <a:cubicBezTo>
                  <a:pt x="7661" y="3031"/>
                  <a:pt x="7645" y="3040"/>
                  <a:pt x="7627" y="3048"/>
                </a:cubicBezTo>
                <a:cubicBezTo>
                  <a:pt x="7609" y="3055"/>
                  <a:pt x="7591" y="3060"/>
                  <a:pt x="7572" y="3064"/>
                </a:cubicBezTo>
                <a:cubicBezTo>
                  <a:pt x="7554" y="3068"/>
                  <a:pt x="7535" y="3070"/>
                  <a:pt x="7516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4"/>
                </a:cubicBezTo>
                <a:cubicBezTo>
                  <a:pt x="216" y="3060"/>
                  <a:pt x="198" y="3055"/>
                  <a:pt x="180" y="3048"/>
                </a:cubicBezTo>
                <a:cubicBezTo>
                  <a:pt x="162" y="3040"/>
                  <a:pt x="146" y="3031"/>
                  <a:pt x="130" y="3021"/>
                </a:cubicBezTo>
                <a:cubicBezTo>
                  <a:pt x="114" y="3010"/>
                  <a:pt x="99" y="2998"/>
                  <a:pt x="86" y="2985"/>
                </a:cubicBezTo>
                <a:cubicBezTo>
                  <a:pt x="72" y="2971"/>
                  <a:pt x="60" y="2956"/>
                  <a:pt x="50" y="2940"/>
                </a:cubicBezTo>
                <a:cubicBezTo>
                  <a:pt x="39" y="2925"/>
                  <a:pt x="30" y="2908"/>
                  <a:pt x="23" y="2890"/>
                </a:cubicBezTo>
                <a:cubicBezTo>
                  <a:pt x="15" y="2872"/>
                  <a:pt x="10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0" name=""/>
          <p:cNvSpPr/>
          <p:nvPr/>
        </p:nvSpPr>
        <p:spPr>
          <a:xfrm>
            <a:off x="580680" y="3057480"/>
            <a:ext cx="2810520" cy="1105200"/>
          </a:xfrm>
          <a:custGeom>
            <a:avLst/>
            <a:gdLst/>
            <a:ahLst/>
            <a:rect l="0" t="0" r="r" b="b"/>
            <a:pathLst>
              <a:path w="7807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6" y="0"/>
                </a:lnTo>
                <a:cubicBezTo>
                  <a:pt x="7535" y="0"/>
                  <a:pt x="7554" y="1"/>
                  <a:pt x="7572" y="5"/>
                </a:cubicBezTo>
                <a:cubicBezTo>
                  <a:pt x="7591" y="9"/>
                  <a:pt x="7609" y="14"/>
                  <a:pt x="7627" y="22"/>
                </a:cubicBezTo>
                <a:cubicBezTo>
                  <a:pt x="7645" y="29"/>
                  <a:pt x="7661" y="38"/>
                  <a:pt x="7677" y="49"/>
                </a:cubicBezTo>
                <a:cubicBezTo>
                  <a:pt x="7693" y="59"/>
                  <a:pt x="7708" y="71"/>
                  <a:pt x="7721" y="85"/>
                </a:cubicBezTo>
                <a:cubicBezTo>
                  <a:pt x="7735" y="98"/>
                  <a:pt x="7747" y="113"/>
                  <a:pt x="7758" y="129"/>
                </a:cubicBezTo>
                <a:cubicBezTo>
                  <a:pt x="7768" y="145"/>
                  <a:pt x="7777" y="162"/>
                  <a:pt x="7785" y="179"/>
                </a:cubicBezTo>
                <a:cubicBezTo>
                  <a:pt x="7792" y="197"/>
                  <a:pt x="7797" y="215"/>
                  <a:pt x="7801" y="234"/>
                </a:cubicBezTo>
                <a:cubicBezTo>
                  <a:pt x="7805" y="253"/>
                  <a:pt x="7807" y="272"/>
                  <a:pt x="7807" y="291"/>
                </a:cubicBezTo>
                <a:lnTo>
                  <a:pt x="7807" y="2779"/>
                </a:lnTo>
                <a:cubicBezTo>
                  <a:pt x="7807" y="2798"/>
                  <a:pt x="7805" y="2817"/>
                  <a:pt x="7801" y="2836"/>
                </a:cubicBezTo>
                <a:cubicBezTo>
                  <a:pt x="7797" y="2854"/>
                  <a:pt x="7792" y="2872"/>
                  <a:pt x="7785" y="2890"/>
                </a:cubicBezTo>
                <a:cubicBezTo>
                  <a:pt x="7777" y="2908"/>
                  <a:pt x="7768" y="2925"/>
                  <a:pt x="7758" y="2940"/>
                </a:cubicBezTo>
                <a:cubicBezTo>
                  <a:pt x="7747" y="2956"/>
                  <a:pt x="7735" y="2971"/>
                  <a:pt x="7721" y="2985"/>
                </a:cubicBezTo>
                <a:cubicBezTo>
                  <a:pt x="7708" y="2998"/>
                  <a:pt x="7693" y="3010"/>
                  <a:pt x="7677" y="3021"/>
                </a:cubicBezTo>
                <a:cubicBezTo>
                  <a:pt x="7661" y="3031"/>
                  <a:pt x="7645" y="3040"/>
                  <a:pt x="7627" y="3048"/>
                </a:cubicBezTo>
                <a:cubicBezTo>
                  <a:pt x="7609" y="3055"/>
                  <a:pt x="7591" y="3060"/>
                  <a:pt x="7572" y="3064"/>
                </a:cubicBezTo>
                <a:cubicBezTo>
                  <a:pt x="7554" y="3068"/>
                  <a:pt x="7535" y="3070"/>
                  <a:pt x="7516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4"/>
                </a:cubicBezTo>
                <a:cubicBezTo>
                  <a:pt x="216" y="3060"/>
                  <a:pt x="198" y="3055"/>
                  <a:pt x="180" y="3048"/>
                </a:cubicBezTo>
                <a:cubicBezTo>
                  <a:pt x="162" y="3040"/>
                  <a:pt x="146" y="3031"/>
                  <a:pt x="130" y="3021"/>
                </a:cubicBezTo>
                <a:cubicBezTo>
                  <a:pt x="114" y="3010"/>
                  <a:pt x="99" y="2998"/>
                  <a:pt x="86" y="2985"/>
                </a:cubicBezTo>
                <a:cubicBezTo>
                  <a:pt x="72" y="2971"/>
                  <a:pt x="60" y="2956"/>
                  <a:pt x="50" y="2940"/>
                </a:cubicBezTo>
                <a:cubicBezTo>
                  <a:pt x="39" y="2925"/>
                  <a:pt x="30" y="2908"/>
                  <a:pt x="23" y="2890"/>
                </a:cubicBezTo>
                <a:cubicBezTo>
                  <a:pt x="15" y="2872"/>
                  <a:pt x="10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1" name=""/>
          <p:cNvSpPr/>
          <p:nvPr/>
        </p:nvSpPr>
        <p:spPr>
          <a:xfrm>
            <a:off x="792000" y="32302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254" y="806"/>
                </a:moveTo>
                <a:cubicBezTo>
                  <a:pt x="203" y="784"/>
                  <a:pt x="159" y="754"/>
                  <a:pt x="121" y="717"/>
                </a:cubicBezTo>
                <a:cubicBezTo>
                  <a:pt x="84" y="679"/>
                  <a:pt x="54" y="633"/>
                  <a:pt x="32" y="582"/>
                </a:cubicBezTo>
                <a:cubicBezTo>
                  <a:pt x="11" y="531"/>
                  <a:pt x="0" y="476"/>
                  <a:pt x="0" y="417"/>
                </a:cubicBezTo>
                <a:cubicBezTo>
                  <a:pt x="0" y="358"/>
                  <a:pt x="11" y="304"/>
                  <a:pt x="32" y="253"/>
                </a:cubicBezTo>
                <a:cubicBezTo>
                  <a:pt x="54" y="203"/>
                  <a:pt x="84" y="158"/>
                  <a:pt x="121" y="121"/>
                </a:cubicBezTo>
                <a:cubicBezTo>
                  <a:pt x="159" y="83"/>
                  <a:pt x="203" y="54"/>
                  <a:pt x="254" y="32"/>
                </a:cubicBezTo>
                <a:cubicBezTo>
                  <a:pt x="305" y="11"/>
                  <a:pt x="360" y="0"/>
                  <a:pt x="419" y="0"/>
                </a:cubicBezTo>
                <a:cubicBezTo>
                  <a:pt x="478" y="0"/>
                  <a:pt x="532" y="11"/>
                  <a:pt x="583" y="32"/>
                </a:cubicBezTo>
                <a:cubicBezTo>
                  <a:pt x="634" y="54"/>
                  <a:pt x="679" y="83"/>
                  <a:pt x="716" y="121"/>
                </a:cubicBezTo>
                <a:cubicBezTo>
                  <a:pt x="755" y="158"/>
                  <a:pt x="785" y="203"/>
                  <a:pt x="806" y="253"/>
                </a:cubicBezTo>
                <a:cubicBezTo>
                  <a:pt x="828" y="304"/>
                  <a:pt x="839" y="358"/>
                  <a:pt x="839" y="417"/>
                </a:cubicBezTo>
                <a:cubicBezTo>
                  <a:pt x="839" y="476"/>
                  <a:pt x="828" y="531"/>
                  <a:pt x="806" y="582"/>
                </a:cubicBezTo>
                <a:cubicBezTo>
                  <a:pt x="785" y="633"/>
                  <a:pt x="755" y="679"/>
                  <a:pt x="716" y="717"/>
                </a:cubicBezTo>
                <a:cubicBezTo>
                  <a:pt x="679" y="754"/>
                  <a:pt x="634" y="784"/>
                  <a:pt x="583" y="806"/>
                </a:cubicBezTo>
                <a:cubicBezTo>
                  <a:pt x="532" y="828"/>
                  <a:pt x="478" y="839"/>
                  <a:pt x="419" y="839"/>
                </a:cubicBezTo>
                <a:cubicBezTo>
                  <a:pt x="360" y="839"/>
                  <a:pt x="305" y="828"/>
                  <a:pt x="254" y="806"/>
                </a:cubicBezTo>
                <a:moveTo>
                  <a:pt x="419" y="778"/>
                </a:moveTo>
                <a:cubicBezTo>
                  <a:pt x="443" y="753"/>
                  <a:pt x="464" y="724"/>
                  <a:pt x="480" y="692"/>
                </a:cubicBezTo>
                <a:cubicBezTo>
                  <a:pt x="497" y="660"/>
                  <a:pt x="510" y="620"/>
                  <a:pt x="520" y="575"/>
                </a:cubicBezTo>
                <a:lnTo>
                  <a:pt x="318" y="575"/>
                </a:lnTo>
                <a:cubicBezTo>
                  <a:pt x="328" y="617"/>
                  <a:pt x="341" y="656"/>
                  <a:pt x="358" y="689"/>
                </a:cubicBezTo>
                <a:cubicBezTo>
                  <a:pt x="374" y="723"/>
                  <a:pt x="394" y="753"/>
                  <a:pt x="419" y="778"/>
                </a:cubicBezTo>
                <a:moveTo>
                  <a:pt x="330" y="766"/>
                </a:moveTo>
                <a:cubicBezTo>
                  <a:pt x="312" y="739"/>
                  <a:pt x="297" y="711"/>
                  <a:pt x="285" y="680"/>
                </a:cubicBezTo>
                <a:cubicBezTo>
                  <a:pt x="272" y="648"/>
                  <a:pt x="262" y="614"/>
                  <a:pt x="253" y="575"/>
                </a:cubicBezTo>
                <a:lnTo>
                  <a:pt x="96" y="575"/>
                </a:lnTo>
                <a:cubicBezTo>
                  <a:pt x="123" y="625"/>
                  <a:pt x="154" y="665"/>
                  <a:pt x="188" y="693"/>
                </a:cubicBezTo>
                <a:cubicBezTo>
                  <a:pt x="223" y="721"/>
                  <a:pt x="271" y="746"/>
                  <a:pt x="330" y="766"/>
                </a:cubicBezTo>
                <a:moveTo>
                  <a:pt x="509" y="765"/>
                </a:moveTo>
                <a:cubicBezTo>
                  <a:pt x="559" y="749"/>
                  <a:pt x="604" y="725"/>
                  <a:pt x="645" y="693"/>
                </a:cubicBezTo>
                <a:cubicBezTo>
                  <a:pt x="685" y="660"/>
                  <a:pt x="717" y="621"/>
                  <a:pt x="742" y="575"/>
                </a:cubicBezTo>
                <a:lnTo>
                  <a:pt x="585" y="575"/>
                </a:lnTo>
                <a:cubicBezTo>
                  <a:pt x="576" y="613"/>
                  <a:pt x="566" y="647"/>
                  <a:pt x="553" y="679"/>
                </a:cubicBezTo>
                <a:cubicBezTo>
                  <a:pt x="541" y="710"/>
                  <a:pt x="526" y="738"/>
                  <a:pt x="509" y="765"/>
                </a:cubicBezTo>
                <a:moveTo>
                  <a:pt x="75" y="512"/>
                </a:moveTo>
                <a:lnTo>
                  <a:pt x="242" y="512"/>
                </a:lnTo>
                <a:cubicBezTo>
                  <a:pt x="240" y="494"/>
                  <a:pt x="239" y="477"/>
                  <a:pt x="238" y="462"/>
                </a:cubicBezTo>
                <a:cubicBezTo>
                  <a:pt x="238" y="447"/>
                  <a:pt x="238" y="432"/>
                  <a:pt x="238" y="417"/>
                </a:cubicBezTo>
                <a:cubicBezTo>
                  <a:pt x="238" y="400"/>
                  <a:pt x="238" y="384"/>
                  <a:pt x="239" y="371"/>
                </a:cubicBezTo>
                <a:cubicBezTo>
                  <a:pt x="239" y="357"/>
                  <a:pt x="241" y="342"/>
                  <a:pt x="243" y="325"/>
                </a:cubicBezTo>
                <a:lnTo>
                  <a:pt x="75" y="325"/>
                </a:lnTo>
                <a:cubicBezTo>
                  <a:pt x="70" y="342"/>
                  <a:pt x="67" y="357"/>
                  <a:pt x="65" y="370"/>
                </a:cubicBezTo>
                <a:cubicBezTo>
                  <a:pt x="64" y="383"/>
                  <a:pt x="63" y="399"/>
                  <a:pt x="63" y="417"/>
                </a:cubicBezTo>
                <a:cubicBezTo>
                  <a:pt x="63" y="435"/>
                  <a:pt x="64" y="451"/>
                  <a:pt x="65" y="466"/>
                </a:cubicBezTo>
                <a:cubicBezTo>
                  <a:pt x="67" y="480"/>
                  <a:pt x="70" y="496"/>
                  <a:pt x="75" y="512"/>
                </a:cubicBezTo>
                <a:moveTo>
                  <a:pt x="307" y="512"/>
                </a:moveTo>
                <a:lnTo>
                  <a:pt x="532" y="512"/>
                </a:lnTo>
                <a:cubicBezTo>
                  <a:pt x="535" y="491"/>
                  <a:pt x="537" y="473"/>
                  <a:pt x="537" y="460"/>
                </a:cubicBezTo>
                <a:cubicBezTo>
                  <a:pt x="538" y="446"/>
                  <a:pt x="538" y="432"/>
                  <a:pt x="538" y="417"/>
                </a:cubicBezTo>
                <a:cubicBezTo>
                  <a:pt x="538" y="403"/>
                  <a:pt x="538" y="390"/>
                  <a:pt x="537" y="377"/>
                </a:cubicBezTo>
                <a:cubicBezTo>
                  <a:pt x="537" y="364"/>
                  <a:pt x="535" y="347"/>
                  <a:pt x="532" y="325"/>
                </a:cubicBezTo>
                <a:lnTo>
                  <a:pt x="307" y="325"/>
                </a:lnTo>
                <a:cubicBezTo>
                  <a:pt x="304" y="347"/>
                  <a:pt x="302" y="364"/>
                  <a:pt x="302" y="377"/>
                </a:cubicBezTo>
                <a:cubicBezTo>
                  <a:pt x="301" y="390"/>
                  <a:pt x="301" y="403"/>
                  <a:pt x="301" y="417"/>
                </a:cubicBezTo>
                <a:cubicBezTo>
                  <a:pt x="301" y="432"/>
                  <a:pt x="301" y="446"/>
                  <a:pt x="302" y="460"/>
                </a:cubicBezTo>
                <a:cubicBezTo>
                  <a:pt x="302" y="473"/>
                  <a:pt x="304" y="491"/>
                  <a:pt x="307" y="512"/>
                </a:cubicBezTo>
                <a:moveTo>
                  <a:pt x="595" y="512"/>
                </a:moveTo>
                <a:lnTo>
                  <a:pt x="763" y="512"/>
                </a:lnTo>
                <a:cubicBezTo>
                  <a:pt x="768" y="496"/>
                  <a:pt x="772" y="480"/>
                  <a:pt x="773" y="466"/>
                </a:cubicBezTo>
                <a:cubicBezTo>
                  <a:pt x="775" y="451"/>
                  <a:pt x="776" y="435"/>
                  <a:pt x="776" y="417"/>
                </a:cubicBezTo>
                <a:cubicBezTo>
                  <a:pt x="776" y="399"/>
                  <a:pt x="775" y="383"/>
                  <a:pt x="773" y="370"/>
                </a:cubicBezTo>
                <a:cubicBezTo>
                  <a:pt x="772" y="357"/>
                  <a:pt x="768" y="342"/>
                  <a:pt x="763" y="325"/>
                </a:cubicBezTo>
                <a:lnTo>
                  <a:pt x="596" y="325"/>
                </a:lnTo>
                <a:cubicBezTo>
                  <a:pt x="598" y="349"/>
                  <a:pt x="599" y="368"/>
                  <a:pt x="600" y="381"/>
                </a:cubicBezTo>
                <a:cubicBezTo>
                  <a:pt x="601" y="394"/>
                  <a:pt x="601" y="406"/>
                  <a:pt x="601" y="417"/>
                </a:cubicBezTo>
                <a:cubicBezTo>
                  <a:pt x="601" y="432"/>
                  <a:pt x="601" y="447"/>
                  <a:pt x="600" y="461"/>
                </a:cubicBezTo>
                <a:cubicBezTo>
                  <a:pt x="598" y="474"/>
                  <a:pt x="597" y="491"/>
                  <a:pt x="595" y="512"/>
                </a:cubicBezTo>
                <a:moveTo>
                  <a:pt x="584" y="262"/>
                </a:moveTo>
                <a:lnTo>
                  <a:pt x="742" y="262"/>
                </a:lnTo>
                <a:cubicBezTo>
                  <a:pt x="718" y="214"/>
                  <a:pt x="687" y="174"/>
                  <a:pt x="647" y="142"/>
                </a:cubicBezTo>
                <a:cubicBezTo>
                  <a:pt x="607" y="110"/>
                  <a:pt x="560" y="87"/>
                  <a:pt x="508" y="74"/>
                </a:cubicBezTo>
                <a:cubicBezTo>
                  <a:pt x="525" y="99"/>
                  <a:pt x="540" y="127"/>
                  <a:pt x="552" y="157"/>
                </a:cubicBezTo>
                <a:cubicBezTo>
                  <a:pt x="565" y="187"/>
                  <a:pt x="575" y="222"/>
                  <a:pt x="584" y="262"/>
                </a:cubicBezTo>
                <a:moveTo>
                  <a:pt x="318" y="262"/>
                </a:moveTo>
                <a:lnTo>
                  <a:pt x="522" y="262"/>
                </a:lnTo>
                <a:cubicBezTo>
                  <a:pt x="514" y="225"/>
                  <a:pt x="501" y="189"/>
                  <a:pt x="483" y="155"/>
                </a:cubicBezTo>
                <a:cubicBezTo>
                  <a:pt x="465" y="120"/>
                  <a:pt x="443" y="90"/>
                  <a:pt x="419" y="63"/>
                </a:cubicBezTo>
                <a:cubicBezTo>
                  <a:pt x="397" y="82"/>
                  <a:pt x="378" y="107"/>
                  <a:pt x="362" y="137"/>
                </a:cubicBezTo>
                <a:cubicBezTo>
                  <a:pt x="347" y="168"/>
                  <a:pt x="332" y="210"/>
                  <a:pt x="318" y="262"/>
                </a:cubicBezTo>
                <a:moveTo>
                  <a:pt x="96" y="262"/>
                </a:moveTo>
                <a:lnTo>
                  <a:pt x="254" y="262"/>
                </a:lnTo>
                <a:cubicBezTo>
                  <a:pt x="262" y="224"/>
                  <a:pt x="272" y="191"/>
                  <a:pt x="284" y="161"/>
                </a:cubicBezTo>
                <a:cubicBezTo>
                  <a:pt x="296" y="131"/>
                  <a:pt x="311" y="103"/>
                  <a:pt x="329" y="75"/>
                </a:cubicBezTo>
                <a:cubicBezTo>
                  <a:pt x="276" y="88"/>
                  <a:pt x="231" y="110"/>
                  <a:pt x="192" y="142"/>
                </a:cubicBezTo>
                <a:cubicBezTo>
                  <a:pt x="153" y="173"/>
                  <a:pt x="121" y="213"/>
                  <a:pt x="96" y="262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933480" y="2723040"/>
            <a:ext cx="17787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接続可能なツール例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175040" y="3355560"/>
            <a:ext cx="915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4" name=""/>
          <p:cNvSpPr/>
          <p:nvPr/>
        </p:nvSpPr>
        <p:spPr>
          <a:xfrm>
            <a:off x="3337200" y="2916720"/>
            <a:ext cx="2984400" cy="1442160"/>
          </a:xfrm>
          <a:custGeom>
            <a:avLst/>
            <a:gdLst/>
            <a:ahLst/>
            <a:rect l="0" t="0" r="r" b="b"/>
            <a:pathLst>
              <a:path w="8290" h="4006">
                <a:moveTo>
                  <a:pt x="440" y="682"/>
                </a:moveTo>
                <a:lnTo>
                  <a:pt x="440" y="3170"/>
                </a:lnTo>
                <a:cubicBezTo>
                  <a:pt x="440" y="3212"/>
                  <a:pt x="448" y="3252"/>
                  <a:pt x="464" y="3291"/>
                </a:cubicBezTo>
                <a:cubicBezTo>
                  <a:pt x="480" y="3330"/>
                  <a:pt x="503" y="3364"/>
                  <a:pt x="533" y="3394"/>
                </a:cubicBezTo>
                <a:cubicBezTo>
                  <a:pt x="562" y="3424"/>
                  <a:pt x="597" y="3447"/>
                  <a:pt x="636" y="3463"/>
                </a:cubicBezTo>
                <a:cubicBezTo>
                  <a:pt x="675" y="3479"/>
                  <a:pt x="715" y="3487"/>
                  <a:pt x="757" y="3487"/>
                </a:cubicBezTo>
                <a:lnTo>
                  <a:pt x="7532" y="3487"/>
                </a:lnTo>
                <a:cubicBezTo>
                  <a:pt x="7574" y="3487"/>
                  <a:pt x="7614" y="3479"/>
                  <a:pt x="7653" y="3463"/>
                </a:cubicBezTo>
                <a:cubicBezTo>
                  <a:pt x="7692" y="3447"/>
                  <a:pt x="7726" y="3424"/>
                  <a:pt x="7756" y="3394"/>
                </a:cubicBezTo>
                <a:cubicBezTo>
                  <a:pt x="7786" y="3364"/>
                  <a:pt x="7809" y="3330"/>
                  <a:pt x="7825" y="3291"/>
                </a:cubicBezTo>
                <a:cubicBezTo>
                  <a:pt x="7841" y="3252"/>
                  <a:pt x="7849" y="3212"/>
                  <a:pt x="7849" y="3170"/>
                </a:cubicBezTo>
                <a:lnTo>
                  <a:pt x="7849" y="682"/>
                </a:lnTo>
                <a:cubicBezTo>
                  <a:pt x="7849" y="640"/>
                  <a:pt x="7841" y="599"/>
                  <a:pt x="7825" y="560"/>
                </a:cubicBezTo>
                <a:cubicBezTo>
                  <a:pt x="7809" y="521"/>
                  <a:pt x="7786" y="487"/>
                  <a:pt x="7756" y="457"/>
                </a:cubicBezTo>
                <a:cubicBezTo>
                  <a:pt x="7726" y="427"/>
                  <a:pt x="7692" y="404"/>
                  <a:pt x="7653" y="388"/>
                </a:cubicBezTo>
                <a:cubicBezTo>
                  <a:pt x="7614" y="372"/>
                  <a:pt x="7574" y="364"/>
                  <a:pt x="7532" y="364"/>
                </a:cubicBezTo>
                <a:lnTo>
                  <a:pt x="757" y="364"/>
                </a:lnTo>
                <a:cubicBezTo>
                  <a:pt x="715" y="364"/>
                  <a:pt x="675" y="372"/>
                  <a:pt x="636" y="388"/>
                </a:cubicBezTo>
                <a:cubicBezTo>
                  <a:pt x="597" y="404"/>
                  <a:pt x="562" y="427"/>
                  <a:pt x="533" y="457"/>
                </a:cubicBezTo>
                <a:cubicBezTo>
                  <a:pt x="503" y="487"/>
                  <a:pt x="480" y="521"/>
                  <a:pt x="464" y="560"/>
                </a:cubicBezTo>
                <a:cubicBezTo>
                  <a:pt x="448" y="599"/>
                  <a:pt x="440" y="640"/>
                  <a:pt x="440" y="682"/>
                </a:cubicBezTo>
                <a:moveTo>
                  <a:pt x="0" y="0"/>
                </a:moveTo>
                <a:lnTo>
                  <a:pt x="8290" y="0"/>
                </a:lnTo>
                <a:lnTo>
                  <a:pt x="8290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05" name=""/>
          <p:cNvSpPr/>
          <p:nvPr/>
        </p:nvSpPr>
        <p:spPr>
          <a:xfrm>
            <a:off x="3504960" y="3057480"/>
            <a:ext cx="2648520" cy="1105200"/>
          </a:xfrm>
          <a:custGeom>
            <a:avLst/>
            <a:gdLst/>
            <a:ahLst/>
            <a:rect l="0" t="0" r="r" b="b"/>
            <a:pathLst>
              <a:path w="7357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066" y="0"/>
                </a:lnTo>
                <a:cubicBezTo>
                  <a:pt x="7085" y="0"/>
                  <a:pt x="7104" y="1"/>
                  <a:pt x="7122" y="5"/>
                </a:cubicBezTo>
                <a:cubicBezTo>
                  <a:pt x="7141" y="9"/>
                  <a:pt x="7159" y="14"/>
                  <a:pt x="7177" y="22"/>
                </a:cubicBezTo>
                <a:cubicBezTo>
                  <a:pt x="7195" y="29"/>
                  <a:pt x="7211" y="38"/>
                  <a:pt x="7227" y="49"/>
                </a:cubicBezTo>
                <a:cubicBezTo>
                  <a:pt x="7243" y="59"/>
                  <a:pt x="7258" y="71"/>
                  <a:pt x="7271" y="85"/>
                </a:cubicBezTo>
                <a:cubicBezTo>
                  <a:pt x="7285" y="98"/>
                  <a:pt x="7297" y="113"/>
                  <a:pt x="7308" y="129"/>
                </a:cubicBezTo>
                <a:cubicBezTo>
                  <a:pt x="7318" y="145"/>
                  <a:pt x="7327" y="162"/>
                  <a:pt x="7334" y="179"/>
                </a:cubicBezTo>
                <a:cubicBezTo>
                  <a:pt x="7342" y="197"/>
                  <a:pt x="7347" y="215"/>
                  <a:pt x="7351" y="234"/>
                </a:cubicBezTo>
                <a:cubicBezTo>
                  <a:pt x="7355" y="253"/>
                  <a:pt x="7357" y="272"/>
                  <a:pt x="7357" y="291"/>
                </a:cubicBezTo>
                <a:lnTo>
                  <a:pt x="7357" y="2779"/>
                </a:lnTo>
                <a:cubicBezTo>
                  <a:pt x="7357" y="2798"/>
                  <a:pt x="7355" y="2817"/>
                  <a:pt x="7351" y="2836"/>
                </a:cubicBezTo>
                <a:cubicBezTo>
                  <a:pt x="7347" y="2854"/>
                  <a:pt x="7342" y="2872"/>
                  <a:pt x="7334" y="2890"/>
                </a:cubicBezTo>
                <a:cubicBezTo>
                  <a:pt x="7327" y="2908"/>
                  <a:pt x="7318" y="2925"/>
                  <a:pt x="7308" y="2940"/>
                </a:cubicBezTo>
                <a:cubicBezTo>
                  <a:pt x="7297" y="2956"/>
                  <a:pt x="7285" y="2971"/>
                  <a:pt x="7271" y="2985"/>
                </a:cubicBezTo>
                <a:cubicBezTo>
                  <a:pt x="7258" y="2998"/>
                  <a:pt x="7243" y="3010"/>
                  <a:pt x="7227" y="3021"/>
                </a:cubicBezTo>
                <a:cubicBezTo>
                  <a:pt x="7211" y="3031"/>
                  <a:pt x="7195" y="3040"/>
                  <a:pt x="7177" y="3048"/>
                </a:cubicBezTo>
                <a:cubicBezTo>
                  <a:pt x="7159" y="3055"/>
                  <a:pt x="7141" y="3060"/>
                  <a:pt x="7122" y="3064"/>
                </a:cubicBezTo>
                <a:cubicBezTo>
                  <a:pt x="7104" y="3068"/>
                  <a:pt x="7085" y="3070"/>
                  <a:pt x="7066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4" y="3064"/>
                </a:cubicBezTo>
                <a:cubicBezTo>
                  <a:pt x="216" y="3060"/>
                  <a:pt x="197" y="3055"/>
                  <a:pt x="180" y="3048"/>
                </a:cubicBezTo>
                <a:cubicBezTo>
                  <a:pt x="162" y="3040"/>
                  <a:pt x="145" y="3031"/>
                  <a:pt x="130" y="3021"/>
                </a:cubicBezTo>
                <a:cubicBezTo>
                  <a:pt x="114" y="3010"/>
                  <a:pt x="99" y="2998"/>
                  <a:pt x="85" y="2985"/>
                </a:cubicBezTo>
                <a:cubicBezTo>
                  <a:pt x="72" y="2971"/>
                  <a:pt x="60" y="2956"/>
                  <a:pt x="49" y="2940"/>
                </a:cubicBezTo>
                <a:cubicBezTo>
                  <a:pt x="39" y="2925"/>
                  <a:pt x="30" y="2908"/>
                  <a:pt x="22" y="2890"/>
                </a:cubicBezTo>
                <a:cubicBezTo>
                  <a:pt x="15" y="2872"/>
                  <a:pt x="9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6" name=""/>
          <p:cNvSpPr/>
          <p:nvPr/>
        </p:nvSpPr>
        <p:spPr>
          <a:xfrm>
            <a:off x="3504960" y="3057480"/>
            <a:ext cx="2648520" cy="1105200"/>
          </a:xfrm>
          <a:custGeom>
            <a:avLst/>
            <a:gdLst/>
            <a:ahLst/>
            <a:rect l="0" t="0" r="r" b="b"/>
            <a:pathLst>
              <a:path w="7357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066" y="0"/>
                </a:lnTo>
                <a:cubicBezTo>
                  <a:pt x="7085" y="0"/>
                  <a:pt x="7104" y="1"/>
                  <a:pt x="7122" y="5"/>
                </a:cubicBezTo>
                <a:cubicBezTo>
                  <a:pt x="7141" y="9"/>
                  <a:pt x="7159" y="14"/>
                  <a:pt x="7177" y="22"/>
                </a:cubicBezTo>
                <a:cubicBezTo>
                  <a:pt x="7195" y="29"/>
                  <a:pt x="7211" y="38"/>
                  <a:pt x="7227" y="49"/>
                </a:cubicBezTo>
                <a:cubicBezTo>
                  <a:pt x="7243" y="59"/>
                  <a:pt x="7258" y="71"/>
                  <a:pt x="7271" y="85"/>
                </a:cubicBezTo>
                <a:cubicBezTo>
                  <a:pt x="7285" y="98"/>
                  <a:pt x="7297" y="113"/>
                  <a:pt x="7308" y="129"/>
                </a:cubicBezTo>
                <a:cubicBezTo>
                  <a:pt x="7318" y="145"/>
                  <a:pt x="7327" y="162"/>
                  <a:pt x="7334" y="179"/>
                </a:cubicBezTo>
                <a:cubicBezTo>
                  <a:pt x="7342" y="197"/>
                  <a:pt x="7347" y="215"/>
                  <a:pt x="7351" y="234"/>
                </a:cubicBezTo>
                <a:cubicBezTo>
                  <a:pt x="7355" y="253"/>
                  <a:pt x="7357" y="272"/>
                  <a:pt x="7357" y="291"/>
                </a:cubicBezTo>
                <a:lnTo>
                  <a:pt x="7357" y="2779"/>
                </a:lnTo>
                <a:cubicBezTo>
                  <a:pt x="7357" y="2798"/>
                  <a:pt x="7355" y="2817"/>
                  <a:pt x="7351" y="2836"/>
                </a:cubicBezTo>
                <a:cubicBezTo>
                  <a:pt x="7347" y="2854"/>
                  <a:pt x="7342" y="2872"/>
                  <a:pt x="7334" y="2890"/>
                </a:cubicBezTo>
                <a:cubicBezTo>
                  <a:pt x="7327" y="2908"/>
                  <a:pt x="7318" y="2925"/>
                  <a:pt x="7308" y="2940"/>
                </a:cubicBezTo>
                <a:cubicBezTo>
                  <a:pt x="7297" y="2956"/>
                  <a:pt x="7285" y="2971"/>
                  <a:pt x="7271" y="2985"/>
                </a:cubicBezTo>
                <a:cubicBezTo>
                  <a:pt x="7258" y="2998"/>
                  <a:pt x="7243" y="3010"/>
                  <a:pt x="7227" y="3021"/>
                </a:cubicBezTo>
                <a:cubicBezTo>
                  <a:pt x="7211" y="3031"/>
                  <a:pt x="7195" y="3040"/>
                  <a:pt x="7177" y="3048"/>
                </a:cubicBezTo>
                <a:cubicBezTo>
                  <a:pt x="7159" y="3055"/>
                  <a:pt x="7141" y="3060"/>
                  <a:pt x="7122" y="3064"/>
                </a:cubicBezTo>
                <a:cubicBezTo>
                  <a:pt x="7104" y="3068"/>
                  <a:pt x="7085" y="3070"/>
                  <a:pt x="7066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4" y="3064"/>
                </a:cubicBezTo>
                <a:cubicBezTo>
                  <a:pt x="216" y="3060"/>
                  <a:pt x="197" y="3055"/>
                  <a:pt x="180" y="3048"/>
                </a:cubicBezTo>
                <a:cubicBezTo>
                  <a:pt x="162" y="3040"/>
                  <a:pt x="145" y="3031"/>
                  <a:pt x="130" y="3021"/>
                </a:cubicBezTo>
                <a:cubicBezTo>
                  <a:pt x="114" y="3010"/>
                  <a:pt x="99" y="2998"/>
                  <a:pt x="85" y="2985"/>
                </a:cubicBezTo>
                <a:cubicBezTo>
                  <a:pt x="72" y="2971"/>
                  <a:pt x="60" y="2956"/>
                  <a:pt x="49" y="2940"/>
                </a:cubicBezTo>
                <a:cubicBezTo>
                  <a:pt x="39" y="2925"/>
                  <a:pt x="30" y="2908"/>
                  <a:pt x="22" y="2890"/>
                </a:cubicBezTo>
                <a:cubicBezTo>
                  <a:pt x="15" y="2872"/>
                  <a:pt x="9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7" name=""/>
          <p:cNvSpPr/>
          <p:nvPr/>
        </p:nvSpPr>
        <p:spPr>
          <a:xfrm>
            <a:off x="3716280" y="326052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62" y="671"/>
                </a:moveTo>
                <a:cubicBezTo>
                  <a:pt x="46" y="671"/>
                  <a:pt x="31" y="665"/>
                  <a:pt x="19" y="651"/>
                </a:cubicBezTo>
                <a:cubicBezTo>
                  <a:pt x="6" y="638"/>
                  <a:pt x="0" y="624"/>
                  <a:pt x="0" y="608"/>
                </a:cubicBezTo>
                <a:lnTo>
                  <a:pt x="0" y="63"/>
                </a:lnTo>
                <a:cubicBezTo>
                  <a:pt x="0" y="47"/>
                  <a:pt x="6" y="32"/>
                  <a:pt x="19" y="19"/>
                </a:cubicBezTo>
                <a:cubicBezTo>
                  <a:pt x="31" y="7"/>
                  <a:pt x="46" y="0"/>
                  <a:pt x="62" y="0"/>
                </a:cubicBezTo>
                <a:lnTo>
                  <a:pt x="358" y="0"/>
                </a:lnTo>
                <a:lnTo>
                  <a:pt x="421" y="63"/>
                </a:lnTo>
                <a:lnTo>
                  <a:pt x="776" y="63"/>
                </a:lnTo>
                <a:cubicBezTo>
                  <a:pt x="792" y="63"/>
                  <a:pt x="806" y="69"/>
                  <a:pt x="819" y="82"/>
                </a:cubicBezTo>
                <a:cubicBezTo>
                  <a:pt x="832" y="95"/>
                  <a:pt x="839" y="110"/>
                  <a:pt x="839" y="126"/>
                </a:cubicBezTo>
                <a:lnTo>
                  <a:pt x="839" y="608"/>
                </a:lnTo>
                <a:cubicBezTo>
                  <a:pt x="839" y="624"/>
                  <a:pt x="832" y="638"/>
                  <a:pt x="819" y="651"/>
                </a:cubicBezTo>
                <a:cubicBezTo>
                  <a:pt x="806" y="665"/>
                  <a:pt x="792" y="671"/>
                  <a:pt x="776" y="671"/>
                </a:cubicBezTo>
                <a:lnTo>
                  <a:pt x="62" y="671"/>
                </a:lnTo>
                <a:moveTo>
                  <a:pt x="62" y="608"/>
                </a:moveTo>
                <a:lnTo>
                  <a:pt x="776" y="608"/>
                </a:lnTo>
                <a:lnTo>
                  <a:pt x="776" y="126"/>
                </a:lnTo>
                <a:lnTo>
                  <a:pt x="394" y="126"/>
                </a:lnTo>
                <a:lnTo>
                  <a:pt x="332" y="63"/>
                </a:lnTo>
                <a:lnTo>
                  <a:pt x="62" y="63"/>
                </a:lnTo>
                <a:lnTo>
                  <a:pt x="62" y="60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62120" y="3727080"/>
            <a:ext cx="2300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Puppeteer / Playwright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4103640" y="3355560"/>
            <a:ext cx="1182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Filesystem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0" name=""/>
          <p:cNvSpPr/>
          <p:nvPr/>
        </p:nvSpPr>
        <p:spPr>
          <a:xfrm>
            <a:off x="6098760" y="2916720"/>
            <a:ext cx="2298600" cy="1442160"/>
          </a:xfrm>
          <a:custGeom>
            <a:avLst/>
            <a:gdLst/>
            <a:ahLst/>
            <a:rect l="0" t="0" r="r" b="b"/>
            <a:pathLst>
              <a:path w="6385" h="4006">
                <a:moveTo>
                  <a:pt x="442" y="682"/>
                </a:moveTo>
                <a:lnTo>
                  <a:pt x="442" y="3170"/>
                </a:lnTo>
                <a:cubicBezTo>
                  <a:pt x="442" y="3212"/>
                  <a:pt x="450" y="3252"/>
                  <a:pt x="466" y="3291"/>
                </a:cubicBezTo>
                <a:cubicBezTo>
                  <a:pt x="482" y="3330"/>
                  <a:pt x="505" y="3364"/>
                  <a:pt x="535" y="3394"/>
                </a:cubicBezTo>
                <a:cubicBezTo>
                  <a:pt x="564" y="3424"/>
                  <a:pt x="599" y="3447"/>
                  <a:pt x="638" y="3463"/>
                </a:cubicBezTo>
                <a:cubicBezTo>
                  <a:pt x="677" y="3479"/>
                  <a:pt x="717" y="3487"/>
                  <a:pt x="759" y="3487"/>
                </a:cubicBezTo>
                <a:lnTo>
                  <a:pt x="5628" y="3487"/>
                </a:lnTo>
                <a:cubicBezTo>
                  <a:pt x="5671" y="3487"/>
                  <a:pt x="5711" y="3479"/>
                  <a:pt x="5750" y="3463"/>
                </a:cubicBezTo>
                <a:cubicBezTo>
                  <a:pt x="5789" y="3447"/>
                  <a:pt x="5823" y="3424"/>
                  <a:pt x="5853" y="3394"/>
                </a:cubicBezTo>
                <a:cubicBezTo>
                  <a:pt x="5883" y="3364"/>
                  <a:pt x="5906" y="3330"/>
                  <a:pt x="5922" y="3291"/>
                </a:cubicBezTo>
                <a:cubicBezTo>
                  <a:pt x="5938" y="3252"/>
                  <a:pt x="5946" y="3212"/>
                  <a:pt x="5946" y="3170"/>
                </a:cubicBezTo>
                <a:lnTo>
                  <a:pt x="5946" y="682"/>
                </a:lnTo>
                <a:cubicBezTo>
                  <a:pt x="5946" y="640"/>
                  <a:pt x="5938" y="599"/>
                  <a:pt x="5922" y="560"/>
                </a:cubicBezTo>
                <a:cubicBezTo>
                  <a:pt x="5906" y="521"/>
                  <a:pt x="5883" y="487"/>
                  <a:pt x="5853" y="457"/>
                </a:cubicBezTo>
                <a:cubicBezTo>
                  <a:pt x="5823" y="427"/>
                  <a:pt x="5789" y="404"/>
                  <a:pt x="5750" y="388"/>
                </a:cubicBezTo>
                <a:cubicBezTo>
                  <a:pt x="5711" y="372"/>
                  <a:pt x="5671" y="364"/>
                  <a:pt x="5628" y="364"/>
                </a:cubicBezTo>
                <a:lnTo>
                  <a:pt x="759" y="364"/>
                </a:lnTo>
                <a:cubicBezTo>
                  <a:pt x="717" y="364"/>
                  <a:pt x="677" y="372"/>
                  <a:pt x="638" y="388"/>
                </a:cubicBezTo>
                <a:cubicBezTo>
                  <a:pt x="599" y="404"/>
                  <a:pt x="564" y="427"/>
                  <a:pt x="535" y="457"/>
                </a:cubicBezTo>
                <a:cubicBezTo>
                  <a:pt x="505" y="487"/>
                  <a:pt x="482" y="521"/>
                  <a:pt x="466" y="560"/>
                </a:cubicBezTo>
                <a:cubicBezTo>
                  <a:pt x="450" y="599"/>
                  <a:pt x="442" y="640"/>
                  <a:pt x="442" y="682"/>
                </a:cubicBezTo>
                <a:moveTo>
                  <a:pt x="0" y="0"/>
                </a:moveTo>
                <a:lnTo>
                  <a:pt x="6385" y="0"/>
                </a:lnTo>
                <a:lnTo>
                  <a:pt x="6385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11" name=""/>
          <p:cNvSpPr/>
          <p:nvPr/>
        </p:nvSpPr>
        <p:spPr>
          <a:xfrm>
            <a:off x="6267240" y="3057480"/>
            <a:ext cx="1962360" cy="1105200"/>
          </a:xfrm>
          <a:custGeom>
            <a:avLst/>
            <a:gdLst/>
            <a:ahLst/>
            <a:rect l="0" t="0" r="r" b="b"/>
            <a:pathLst>
              <a:path w="5451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5160" y="0"/>
                </a:lnTo>
                <a:cubicBezTo>
                  <a:pt x="5180" y="0"/>
                  <a:pt x="5198" y="1"/>
                  <a:pt x="5217" y="5"/>
                </a:cubicBezTo>
                <a:cubicBezTo>
                  <a:pt x="5236" y="9"/>
                  <a:pt x="5254" y="14"/>
                  <a:pt x="5272" y="22"/>
                </a:cubicBezTo>
                <a:cubicBezTo>
                  <a:pt x="5289" y="29"/>
                  <a:pt x="5306" y="38"/>
                  <a:pt x="5322" y="49"/>
                </a:cubicBezTo>
                <a:cubicBezTo>
                  <a:pt x="5338" y="59"/>
                  <a:pt x="5353" y="71"/>
                  <a:pt x="5366" y="85"/>
                </a:cubicBezTo>
                <a:cubicBezTo>
                  <a:pt x="5380" y="98"/>
                  <a:pt x="5392" y="113"/>
                  <a:pt x="5402" y="129"/>
                </a:cubicBezTo>
                <a:cubicBezTo>
                  <a:pt x="5413" y="145"/>
                  <a:pt x="5422" y="162"/>
                  <a:pt x="5429" y="179"/>
                </a:cubicBezTo>
                <a:cubicBezTo>
                  <a:pt x="5437" y="197"/>
                  <a:pt x="5442" y="215"/>
                  <a:pt x="5446" y="234"/>
                </a:cubicBezTo>
                <a:cubicBezTo>
                  <a:pt x="5450" y="253"/>
                  <a:pt x="5451" y="272"/>
                  <a:pt x="5451" y="291"/>
                </a:cubicBezTo>
                <a:lnTo>
                  <a:pt x="5451" y="2779"/>
                </a:lnTo>
                <a:cubicBezTo>
                  <a:pt x="5451" y="2798"/>
                  <a:pt x="5450" y="2817"/>
                  <a:pt x="5446" y="2836"/>
                </a:cubicBezTo>
                <a:cubicBezTo>
                  <a:pt x="5442" y="2854"/>
                  <a:pt x="5437" y="2872"/>
                  <a:pt x="5429" y="2890"/>
                </a:cubicBezTo>
                <a:cubicBezTo>
                  <a:pt x="5422" y="2908"/>
                  <a:pt x="5413" y="2925"/>
                  <a:pt x="5402" y="2940"/>
                </a:cubicBezTo>
                <a:cubicBezTo>
                  <a:pt x="5392" y="2956"/>
                  <a:pt x="5380" y="2971"/>
                  <a:pt x="5366" y="2985"/>
                </a:cubicBezTo>
                <a:cubicBezTo>
                  <a:pt x="5353" y="2998"/>
                  <a:pt x="5338" y="3010"/>
                  <a:pt x="5322" y="3021"/>
                </a:cubicBezTo>
                <a:cubicBezTo>
                  <a:pt x="5306" y="3031"/>
                  <a:pt x="5289" y="3040"/>
                  <a:pt x="5272" y="3048"/>
                </a:cubicBezTo>
                <a:cubicBezTo>
                  <a:pt x="5254" y="3055"/>
                  <a:pt x="5236" y="3060"/>
                  <a:pt x="5217" y="3064"/>
                </a:cubicBezTo>
                <a:cubicBezTo>
                  <a:pt x="5198" y="3068"/>
                  <a:pt x="5180" y="3070"/>
                  <a:pt x="5160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4" y="3064"/>
                </a:cubicBezTo>
                <a:cubicBezTo>
                  <a:pt x="216" y="3060"/>
                  <a:pt x="197" y="3055"/>
                  <a:pt x="180" y="3048"/>
                </a:cubicBezTo>
                <a:cubicBezTo>
                  <a:pt x="162" y="3040"/>
                  <a:pt x="145" y="3031"/>
                  <a:pt x="129" y="3021"/>
                </a:cubicBezTo>
                <a:cubicBezTo>
                  <a:pt x="114" y="3010"/>
                  <a:pt x="99" y="2998"/>
                  <a:pt x="85" y="2985"/>
                </a:cubicBezTo>
                <a:cubicBezTo>
                  <a:pt x="72" y="2971"/>
                  <a:pt x="60" y="2956"/>
                  <a:pt x="49" y="2940"/>
                </a:cubicBezTo>
                <a:cubicBezTo>
                  <a:pt x="39" y="2925"/>
                  <a:pt x="30" y="2908"/>
                  <a:pt x="22" y="2890"/>
                </a:cubicBezTo>
                <a:cubicBezTo>
                  <a:pt x="15" y="2872"/>
                  <a:pt x="9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2" name=""/>
          <p:cNvSpPr/>
          <p:nvPr/>
        </p:nvSpPr>
        <p:spPr>
          <a:xfrm>
            <a:off x="6267240" y="3057480"/>
            <a:ext cx="1962360" cy="1105200"/>
          </a:xfrm>
          <a:custGeom>
            <a:avLst/>
            <a:gdLst/>
            <a:ahLst/>
            <a:rect l="0" t="0" r="r" b="b"/>
            <a:pathLst>
              <a:path w="5451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5160" y="0"/>
                </a:lnTo>
                <a:cubicBezTo>
                  <a:pt x="5180" y="0"/>
                  <a:pt x="5198" y="1"/>
                  <a:pt x="5217" y="5"/>
                </a:cubicBezTo>
                <a:cubicBezTo>
                  <a:pt x="5236" y="9"/>
                  <a:pt x="5254" y="14"/>
                  <a:pt x="5272" y="22"/>
                </a:cubicBezTo>
                <a:cubicBezTo>
                  <a:pt x="5289" y="29"/>
                  <a:pt x="5306" y="38"/>
                  <a:pt x="5322" y="49"/>
                </a:cubicBezTo>
                <a:cubicBezTo>
                  <a:pt x="5338" y="59"/>
                  <a:pt x="5353" y="71"/>
                  <a:pt x="5366" y="85"/>
                </a:cubicBezTo>
                <a:cubicBezTo>
                  <a:pt x="5380" y="98"/>
                  <a:pt x="5392" y="113"/>
                  <a:pt x="5402" y="129"/>
                </a:cubicBezTo>
                <a:cubicBezTo>
                  <a:pt x="5413" y="145"/>
                  <a:pt x="5422" y="162"/>
                  <a:pt x="5429" y="179"/>
                </a:cubicBezTo>
                <a:cubicBezTo>
                  <a:pt x="5437" y="197"/>
                  <a:pt x="5442" y="215"/>
                  <a:pt x="5446" y="234"/>
                </a:cubicBezTo>
                <a:cubicBezTo>
                  <a:pt x="5450" y="253"/>
                  <a:pt x="5451" y="272"/>
                  <a:pt x="5451" y="291"/>
                </a:cubicBezTo>
                <a:lnTo>
                  <a:pt x="5451" y="2779"/>
                </a:lnTo>
                <a:cubicBezTo>
                  <a:pt x="5451" y="2798"/>
                  <a:pt x="5450" y="2817"/>
                  <a:pt x="5446" y="2836"/>
                </a:cubicBezTo>
                <a:cubicBezTo>
                  <a:pt x="5442" y="2854"/>
                  <a:pt x="5437" y="2872"/>
                  <a:pt x="5429" y="2890"/>
                </a:cubicBezTo>
                <a:cubicBezTo>
                  <a:pt x="5422" y="2908"/>
                  <a:pt x="5413" y="2925"/>
                  <a:pt x="5402" y="2940"/>
                </a:cubicBezTo>
                <a:cubicBezTo>
                  <a:pt x="5392" y="2956"/>
                  <a:pt x="5380" y="2971"/>
                  <a:pt x="5366" y="2985"/>
                </a:cubicBezTo>
                <a:cubicBezTo>
                  <a:pt x="5353" y="2998"/>
                  <a:pt x="5338" y="3010"/>
                  <a:pt x="5322" y="3021"/>
                </a:cubicBezTo>
                <a:cubicBezTo>
                  <a:pt x="5306" y="3031"/>
                  <a:pt x="5289" y="3040"/>
                  <a:pt x="5272" y="3048"/>
                </a:cubicBezTo>
                <a:cubicBezTo>
                  <a:pt x="5254" y="3055"/>
                  <a:pt x="5236" y="3060"/>
                  <a:pt x="5217" y="3064"/>
                </a:cubicBezTo>
                <a:cubicBezTo>
                  <a:pt x="5198" y="3068"/>
                  <a:pt x="5180" y="3070"/>
                  <a:pt x="5160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4" y="3064"/>
                </a:cubicBezTo>
                <a:cubicBezTo>
                  <a:pt x="216" y="3060"/>
                  <a:pt x="197" y="3055"/>
                  <a:pt x="180" y="3048"/>
                </a:cubicBezTo>
                <a:cubicBezTo>
                  <a:pt x="162" y="3040"/>
                  <a:pt x="145" y="3031"/>
                  <a:pt x="129" y="3021"/>
                </a:cubicBezTo>
                <a:cubicBezTo>
                  <a:pt x="114" y="3010"/>
                  <a:pt x="99" y="2998"/>
                  <a:pt x="85" y="2985"/>
                </a:cubicBezTo>
                <a:cubicBezTo>
                  <a:pt x="72" y="2971"/>
                  <a:pt x="60" y="2956"/>
                  <a:pt x="49" y="2940"/>
                </a:cubicBezTo>
                <a:cubicBezTo>
                  <a:pt x="39" y="2925"/>
                  <a:pt x="30" y="2908"/>
                  <a:pt x="22" y="2890"/>
                </a:cubicBezTo>
                <a:cubicBezTo>
                  <a:pt x="15" y="2872"/>
                  <a:pt x="9" y="2854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3" name=""/>
          <p:cNvSpPr/>
          <p:nvPr/>
        </p:nvSpPr>
        <p:spPr>
          <a:xfrm>
            <a:off x="6478560" y="3289320"/>
            <a:ext cx="301680" cy="182880"/>
          </a:xfrm>
          <a:custGeom>
            <a:avLst/>
            <a:gdLst/>
            <a:ahLst/>
            <a:rect l="0" t="0" r="r" b="b"/>
            <a:pathLst>
              <a:path w="838" h="508">
                <a:moveTo>
                  <a:pt x="251" y="505"/>
                </a:moveTo>
                <a:lnTo>
                  <a:pt x="0" y="254"/>
                </a:lnTo>
                <a:lnTo>
                  <a:pt x="253" y="0"/>
                </a:lnTo>
                <a:lnTo>
                  <a:pt x="298" y="45"/>
                </a:lnTo>
                <a:lnTo>
                  <a:pt x="90" y="254"/>
                </a:lnTo>
                <a:lnTo>
                  <a:pt x="296" y="460"/>
                </a:lnTo>
                <a:lnTo>
                  <a:pt x="251" y="505"/>
                </a:lnTo>
                <a:moveTo>
                  <a:pt x="584" y="508"/>
                </a:moveTo>
                <a:lnTo>
                  <a:pt x="539" y="463"/>
                </a:lnTo>
                <a:lnTo>
                  <a:pt x="747" y="254"/>
                </a:lnTo>
                <a:lnTo>
                  <a:pt x="541" y="47"/>
                </a:lnTo>
                <a:lnTo>
                  <a:pt x="586" y="2"/>
                </a:lnTo>
                <a:lnTo>
                  <a:pt x="838" y="254"/>
                </a:lnTo>
                <a:lnTo>
                  <a:pt x="584" y="5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690360" y="372708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ローカルファイル操作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6865920" y="3355560"/>
            <a:ext cx="76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6" name=""/>
          <p:cNvSpPr/>
          <p:nvPr/>
        </p:nvSpPr>
        <p:spPr>
          <a:xfrm>
            <a:off x="414360" y="4175640"/>
            <a:ext cx="2402280" cy="1442160"/>
          </a:xfrm>
          <a:custGeom>
            <a:avLst/>
            <a:gdLst/>
            <a:ahLst/>
            <a:rect l="0" t="0" r="r" b="b"/>
            <a:pathLst>
              <a:path w="6673" h="4006">
                <a:moveTo>
                  <a:pt x="436" y="677"/>
                </a:moveTo>
                <a:lnTo>
                  <a:pt x="436" y="3165"/>
                </a:lnTo>
                <a:cubicBezTo>
                  <a:pt x="436" y="3207"/>
                  <a:pt x="444" y="3248"/>
                  <a:pt x="460" y="3287"/>
                </a:cubicBezTo>
                <a:cubicBezTo>
                  <a:pt x="476" y="3326"/>
                  <a:pt x="499" y="3360"/>
                  <a:pt x="529" y="3390"/>
                </a:cubicBezTo>
                <a:cubicBezTo>
                  <a:pt x="559" y="3420"/>
                  <a:pt x="593" y="3442"/>
                  <a:pt x="632" y="3459"/>
                </a:cubicBezTo>
                <a:cubicBezTo>
                  <a:pt x="671" y="3475"/>
                  <a:pt x="711" y="3483"/>
                  <a:pt x="753" y="3483"/>
                </a:cubicBezTo>
                <a:lnTo>
                  <a:pt x="5914" y="3483"/>
                </a:lnTo>
                <a:cubicBezTo>
                  <a:pt x="5956" y="3483"/>
                  <a:pt x="5996" y="3475"/>
                  <a:pt x="6035" y="3459"/>
                </a:cubicBezTo>
                <a:cubicBezTo>
                  <a:pt x="6074" y="3442"/>
                  <a:pt x="6109" y="3420"/>
                  <a:pt x="6138" y="3390"/>
                </a:cubicBezTo>
                <a:cubicBezTo>
                  <a:pt x="6168" y="3360"/>
                  <a:pt x="6191" y="3326"/>
                  <a:pt x="6207" y="3287"/>
                </a:cubicBezTo>
                <a:cubicBezTo>
                  <a:pt x="6223" y="3248"/>
                  <a:pt x="6231" y="3207"/>
                  <a:pt x="6231" y="3165"/>
                </a:cubicBezTo>
                <a:lnTo>
                  <a:pt x="6231" y="677"/>
                </a:lnTo>
                <a:cubicBezTo>
                  <a:pt x="6231" y="635"/>
                  <a:pt x="6223" y="595"/>
                  <a:pt x="6207" y="556"/>
                </a:cubicBezTo>
                <a:cubicBezTo>
                  <a:pt x="6191" y="517"/>
                  <a:pt x="6168" y="482"/>
                  <a:pt x="6138" y="453"/>
                </a:cubicBezTo>
                <a:cubicBezTo>
                  <a:pt x="6109" y="423"/>
                  <a:pt x="6074" y="400"/>
                  <a:pt x="6035" y="384"/>
                </a:cubicBezTo>
                <a:cubicBezTo>
                  <a:pt x="5996" y="368"/>
                  <a:pt x="5956" y="360"/>
                  <a:pt x="5914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499" y="482"/>
                  <a:pt x="476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moveTo>
                  <a:pt x="0" y="0"/>
                </a:moveTo>
                <a:lnTo>
                  <a:pt x="6673" y="0"/>
                </a:lnTo>
                <a:lnTo>
                  <a:pt x="6673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17" name=""/>
          <p:cNvSpPr/>
          <p:nvPr/>
        </p:nvSpPr>
        <p:spPr>
          <a:xfrm>
            <a:off x="580680" y="4314600"/>
            <a:ext cx="2067480" cy="1105200"/>
          </a:xfrm>
          <a:custGeom>
            <a:avLst/>
            <a:gdLst/>
            <a:ahLst/>
            <a:rect l="0" t="0" r="r" b="b"/>
            <a:pathLst>
              <a:path w="5743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5452" y="0"/>
                </a:lnTo>
                <a:cubicBezTo>
                  <a:pt x="5471" y="0"/>
                  <a:pt x="5490" y="2"/>
                  <a:pt x="5509" y="6"/>
                </a:cubicBezTo>
                <a:cubicBezTo>
                  <a:pt x="5527" y="9"/>
                  <a:pt x="5546" y="15"/>
                  <a:pt x="5563" y="22"/>
                </a:cubicBezTo>
                <a:cubicBezTo>
                  <a:pt x="5581" y="30"/>
                  <a:pt x="5598" y="39"/>
                  <a:pt x="5614" y="49"/>
                </a:cubicBezTo>
                <a:cubicBezTo>
                  <a:pt x="5629" y="60"/>
                  <a:pt x="5644" y="72"/>
                  <a:pt x="5658" y="85"/>
                </a:cubicBezTo>
                <a:cubicBezTo>
                  <a:pt x="5671" y="99"/>
                  <a:pt x="5683" y="114"/>
                  <a:pt x="5694" y="129"/>
                </a:cubicBezTo>
                <a:cubicBezTo>
                  <a:pt x="5704" y="145"/>
                  <a:pt x="5713" y="162"/>
                  <a:pt x="5721" y="180"/>
                </a:cubicBezTo>
                <a:cubicBezTo>
                  <a:pt x="5728" y="197"/>
                  <a:pt x="5734" y="216"/>
                  <a:pt x="5737" y="234"/>
                </a:cubicBezTo>
                <a:cubicBezTo>
                  <a:pt x="5741" y="253"/>
                  <a:pt x="5743" y="272"/>
                  <a:pt x="5743" y="291"/>
                </a:cubicBezTo>
                <a:lnTo>
                  <a:pt x="5743" y="2779"/>
                </a:lnTo>
                <a:cubicBezTo>
                  <a:pt x="5743" y="2798"/>
                  <a:pt x="5741" y="2817"/>
                  <a:pt x="5737" y="2836"/>
                </a:cubicBezTo>
                <a:cubicBezTo>
                  <a:pt x="5734" y="2855"/>
                  <a:pt x="5728" y="2873"/>
                  <a:pt x="5721" y="2891"/>
                </a:cubicBezTo>
                <a:cubicBezTo>
                  <a:pt x="5713" y="2908"/>
                  <a:pt x="5704" y="2925"/>
                  <a:pt x="5694" y="2941"/>
                </a:cubicBezTo>
                <a:cubicBezTo>
                  <a:pt x="5683" y="2957"/>
                  <a:pt x="5671" y="2972"/>
                  <a:pt x="5658" y="2985"/>
                </a:cubicBezTo>
                <a:cubicBezTo>
                  <a:pt x="5644" y="2999"/>
                  <a:pt x="5629" y="3011"/>
                  <a:pt x="5614" y="3021"/>
                </a:cubicBezTo>
                <a:cubicBezTo>
                  <a:pt x="5598" y="3032"/>
                  <a:pt x="5581" y="3041"/>
                  <a:pt x="5563" y="3048"/>
                </a:cubicBezTo>
                <a:cubicBezTo>
                  <a:pt x="5546" y="3055"/>
                  <a:pt x="5527" y="3061"/>
                  <a:pt x="5509" y="3065"/>
                </a:cubicBezTo>
                <a:cubicBezTo>
                  <a:pt x="5490" y="3068"/>
                  <a:pt x="5471" y="3070"/>
                  <a:pt x="5452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50" y="2941"/>
                </a:cubicBezTo>
                <a:cubicBezTo>
                  <a:pt x="39" y="2925"/>
                  <a:pt x="30" y="2908"/>
                  <a:pt x="23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8" name=""/>
          <p:cNvSpPr/>
          <p:nvPr/>
        </p:nvSpPr>
        <p:spPr>
          <a:xfrm>
            <a:off x="580680" y="4314600"/>
            <a:ext cx="2067480" cy="1105200"/>
          </a:xfrm>
          <a:custGeom>
            <a:avLst/>
            <a:gdLst/>
            <a:ahLst/>
            <a:rect l="0" t="0" r="r" b="b"/>
            <a:pathLst>
              <a:path w="5743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5452" y="0"/>
                </a:lnTo>
                <a:cubicBezTo>
                  <a:pt x="5471" y="0"/>
                  <a:pt x="5490" y="2"/>
                  <a:pt x="5509" y="6"/>
                </a:cubicBezTo>
                <a:cubicBezTo>
                  <a:pt x="5527" y="9"/>
                  <a:pt x="5546" y="15"/>
                  <a:pt x="5563" y="22"/>
                </a:cubicBezTo>
                <a:cubicBezTo>
                  <a:pt x="5581" y="30"/>
                  <a:pt x="5598" y="39"/>
                  <a:pt x="5614" y="49"/>
                </a:cubicBezTo>
                <a:cubicBezTo>
                  <a:pt x="5629" y="60"/>
                  <a:pt x="5644" y="72"/>
                  <a:pt x="5658" y="85"/>
                </a:cubicBezTo>
                <a:cubicBezTo>
                  <a:pt x="5671" y="99"/>
                  <a:pt x="5683" y="114"/>
                  <a:pt x="5694" y="129"/>
                </a:cubicBezTo>
                <a:cubicBezTo>
                  <a:pt x="5704" y="145"/>
                  <a:pt x="5713" y="162"/>
                  <a:pt x="5721" y="180"/>
                </a:cubicBezTo>
                <a:cubicBezTo>
                  <a:pt x="5728" y="197"/>
                  <a:pt x="5734" y="216"/>
                  <a:pt x="5737" y="234"/>
                </a:cubicBezTo>
                <a:cubicBezTo>
                  <a:pt x="5741" y="253"/>
                  <a:pt x="5743" y="272"/>
                  <a:pt x="5743" y="291"/>
                </a:cubicBezTo>
                <a:lnTo>
                  <a:pt x="5743" y="2779"/>
                </a:lnTo>
                <a:cubicBezTo>
                  <a:pt x="5743" y="2798"/>
                  <a:pt x="5741" y="2817"/>
                  <a:pt x="5737" y="2836"/>
                </a:cubicBezTo>
                <a:cubicBezTo>
                  <a:pt x="5734" y="2855"/>
                  <a:pt x="5728" y="2873"/>
                  <a:pt x="5721" y="2891"/>
                </a:cubicBezTo>
                <a:cubicBezTo>
                  <a:pt x="5713" y="2908"/>
                  <a:pt x="5704" y="2925"/>
                  <a:pt x="5694" y="2941"/>
                </a:cubicBezTo>
                <a:cubicBezTo>
                  <a:pt x="5683" y="2957"/>
                  <a:pt x="5671" y="2972"/>
                  <a:pt x="5658" y="2985"/>
                </a:cubicBezTo>
                <a:cubicBezTo>
                  <a:pt x="5644" y="2999"/>
                  <a:pt x="5629" y="3011"/>
                  <a:pt x="5614" y="3021"/>
                </a:cubicBezTo>
                <a:cubicBezTo>
                  <a:pt x="5598" y="3032"/>
                  <a:pt x="5581" y="3041"/>
                  <a:pt x="5563" y="3048"/>
                </a:cubicBezTo>
                <a:cubicBezTo>
                  <a:pt x="5546" y="3055"/>
                  <a:pt x="5527" y="3061"/>
                  <a:pt x="5509" y="3065"/>
                </a:cubicBezTo>
                <a:cubicBezTo>
                  <a:pt x="5490" y="3068"/>
                  <a:pt x="5471" y="3070"/>
                  <a:pt x="5452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50" y="2941"/>
                </a:cubicBezTo>
                <a:cubicBezTo>
                  <a:pt x="39" y="2925"/>
                  <a:pt x="30" y="2908"/>
                  <a:pt x="23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9" name=""/>
          <p:cNvSpPr/>
          <p:nvPr/>
        </p:nvSpPr>
        <p:spPr>
          <a:xfrm>
            <a:off x="807120" y="4518000"/>
            <a:ext cx="271800" cy="241560"/>
          </a:xfrm>
          <a:custGeom>
            <a:avLst/>
            <a:gdLst/>
            <a:ahLst/>
            <a:rect l="0" t="0" r="r" b="b"/>
            <a:pathLst>
              <a:path w="755" h="671">
                <a:moveTo>
                  <a:pt x="0" y="671"/>
                </a:moveTo>
                <a:lnTo>
                  <a:pt x="0" y="516"/>
                </a:lnTo>
                <a:lnTo>
                  <a:pt x="755" y="516"/>
                </a:lnTo>
                <a:lnTo>
                  <a:pt x="755" y="671"/>
                </a:lnTo>
                <a:lnTo>
                  <a:pt x="0" y="671"/>
                </a:lnTo>
                <a:moveTo>
                  <a:pt x="63" y="631"/>
                </a:moveTo>
                <a:lnTo>
                  <a:pt x="138" y="631"/>
                </a:lnTo>
                <a:lnTo>
                  <a:pt x="138" y="556"/>
                </a:lnTo>
                <a:lnTo>
                  <a:pt x="63" y="556"/>
                </a:lnTo>
                <a:lnTo>
                  <a:pt x="63" y="631"/>
                </a:lnTo>
                <a:moveTo>
                  <a:pt x="0" y="155"/>
                </a:moveTo>
                <a:lnTo>
                  <a:pt x="0" y="0"/>
                </a:lnTo>
                <a:lnTo>
                  <a:pt x="755" y="0"/>
                </a:lnTo>
                <a:lnTo>
                  <a:pt x="755" y="155"/>
                </a:lnTo>
                <a:lnTo>
                  <a:pt x="0" y="155"/>
                </a:lnTo>
                <a:moveTo>
                  <a:pt x="63" y="115"/>
                </a:moveTo>
                <a:lnTo>
                  <a:pt x="138" y="115"/>
                </a:lnTo>
                <a:lnTo>
                  <a:pt x="138" y="39"/>
                </a:lnTo>
                <a:lnTo>
                  <a:pt x="63" y="39"/>
                </a:lnTo>
                <a:lnTo>
                  <a:pt x="63" y="115"/>
                </a:lnTo>
                <a:moveTo>
                  <a:pt x="0" y="412"/>
                </a:moveTo>
                <a:lnTo>
                  <a:pt x="0" y="257"/>
                </a:lnTo>
                <a:lnTo>
                  <a:pt x="755" y="257"/>
                </a:lnTo>
                <a:lnTo>
                  <a:pt x="755" y="412"/>
                </a:lnTo>
                <a:lnTo>
                  <a:pt x="0" y="412"/>
                </a:lnTo>
                <a:moveTo>
                  <a:pt x="63" y="372"/>
                </a:moveTo>
                <a:lnTo>
                  <a:pt x="138" y="372"/>
                </a:lnTo>
                <a:lnTo>
                  <a:pt x="138" y="297"/>
                </a:lnTo>
                <a:lnTo>
                  <a:pt x="63" y="297"/>
                </a:lnTo>
                <a:lnTo>
                  <a:pt x="63" y="372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452640" y="3727080"/>
            <a:ext cx="160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リポジトリ操作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1175040" y="4612680"/>
            <a:ext cx="1321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PostgreSQL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2" name=""/>
          <p:cNvSpPr/>
          <p:nvPr/>
        </p:nvSpPr>
        <p:spPr>
          <a:xfrm>
            <a:off x="2593800" y="4175640"/>
            <a:ext cx="1841040" cy="1442160"/>
          </a:xfrm>
          <a:custGeom>
            <a:avLst/>
            <a:gdLst/>
            <a:ahLst/>
            <a:rect l="0" t="0" r="r" b="b"/>
            <a:pathLst>
              <a:path w="5114" h="4006">
                <a:moveTo>
                  <a:pt x="441" y="677"/>
                </a:moveTo>
                <a:lnTo>
                  <a:pt x="441" y="3165"/>
                </a:lnTo>
                <a:cubicBezTo>
                  <a:pt x="441" y="3207"/>
                  <a:pt x="449" y="3248"/>
                  <a:pt x="466" y="3287"/>
                </a:cubicBezTo>
                <a:cubicBezTo>
                  <a:pt x="482" y="3326"/>
                  <a:pt x="505" y="3360"/>
                  <a:pt x="535" y="3390"/>
                </a:cubicBezTo>
                <a:cubicBezTo>
                  <a:pt x="565" y="3420"/>
                  <a:pt x="599" y="3442"/>
                  <a:pt x="638" y="3459"/>
                </a:cubicBezTo>
                <a:cubicBezTo>
                  <a:pt x="677" y="3475"/>
                  <a:pt x="717" y="3483"/>
                  <a:pt x="759" y="3483"/>
                </a:cubicBezTo>
                <a:lnTo>
                  <a:pt x="4358" y="3483"/>
                </a:lnTo>
                <a:cubicBezTo>
                  <a:pt x="4400" y="3483"/>
                  <a:pt x="4440" y="3475"/>
                  <a:pt x="4479" y="3459"/>
                </a:cubicBezTo>
                <a:cubicBezTo>
                  <a:pt x="4518" y="3442"/>
                  <a:pt x="4553" y="3420"/>
                  <a:pt x="4582" y="3390"/>
                </a:cubicBezTo>
                <a:cubicBezTo>
                  <a:pt x="4612" y="3360"/>
                  <a:pt x="4635" y="3326"/>
                  <a:pt x="4651" y="3287"/>
                </a:cubicBezTo>
                <a:cubicBezTo>
                  <a:pt x="4667" y="3248"/>
                  <a:pt x="4675" y="3207"/>
                  <a:pt x="4675" y="3165"/>
                </a:cubicBezTo>
                <a:lnTo>
                  <a:pt x="4675" y="677"/>
                </a:lnTo>
                <a:cubicBezTo>
                  <a:pt x="4675" y="635"/>
                  <a:pt x="4667" y="595"/>
                  <a:pt x="4651" y="556"/>
                </a:cubicBezTo>
                <a:cubicBezTo>
                  <a:pt x="4635" y="517"/>
                  <a:pt x="4612" y="482"/>
                  <a:pt x="4582" y="453"/>
                </a:cubicBezTo>
                <a:cubicBezTo>
                  <a:pt x="4553" y="423"/>
                  <a:pt x="4518" y="400"/>
                  <a:pt x="4479" y="384"/>
                </a:cubicBezTo>
                <a:cubicBezTo>
                  <a:pt x="4440" y="368"/>
                  <a:pt x="4400" y="360"/>
                  <a:pt x="4358" y="360"/>
                </a:cubicBezTo>
                <a:lnTo>
                  <a:pt x="759" y="360"/>
                </a:lnTo>
                <a:cubicBezTo>
                  <a:pt x="717" y="360"/>
                  <a:pt x="677" y="368"/>
                  <a:pt x="638" y="384"/>
                </a:cubicBezTo>
                <a:cubicBezTo>
                  <a:pt x="599" y="400"/>
                  <a:pt x="565" y="423"/>
                  <a:pt x="535" y="453"/>
                </a:cubicBezTo>
                <a:cubicBezTo>
                  <a:pt x="505" y="482"/>
                  <a:pt x="482" y="517"/>
                  <a:pt x="466" y="556"/>
                </a:cubicBezTo>
                <a:cubicBezTo>
                  <a:pt x="449" y="595"/>
                  <a:pt x="441" y="635"/>
                  <a:pt x="441" y="677"/>
                </a:cubicBezTo>
                <a:moveTo>
                  <a:pt x="0" y="0"/>
                </a:moveTo>
                <a:lnTo>
                  <a:pt x="5114" y="0"/>
                </a:lnTo>
                <a:lnTo>
                  <a:pt x="5114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23" name=""/>
          <p:cNvSpPr/>
          <p:nvPr/>
        </p:nvSpPr>
        <p:spPr>
          <a:xfrm>
            <a:off x="2761920" y="4314600"/>
            <a:ext cx="1505520" cy="1105200"/>
          </a:xfrm>
          <a:custGeom>
            <a:avLst/>
            <a:gdLst/>
            <a:ahLst/>
            <a:rect l="0" t="0" r="r" b="b"/>
            <a:pathLst>
              <a:path w="4182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891" y="0"/>
                </a:lnTo>
                <a:cubicBezTo>
                  <a:pt x="3910" y="0"/>
                  <a:pt x="3929" y="2"/>
                  <a:pt x="3948" y="6"/>
                </a:cubicBezTo>
                <a:cubicBezTo>
                  <a:pt x="3966" y="9"/>
                  <a:pt x="3985" y="15"/>
                  <a:pt x="4002" y="22"/>
                </a:cubicBezTo>
                <a:cubicBezTo>
                  <a:pt x="4020" y="30"/>
                  <a:pt x="4037" y="39"/>
                  <a:pt x="4052" y="49"/>
                </a:cubicBezTo>
                <a:cubicBezTo>
                  <a:pt x="4068" y="60"/>
                  <a:pt x="4083" y="72"/>
                  <a:pt x="4097" y="85"/>
                </a:cubicBezTo>
                <a:cubicBezTo>
                  <a:pt x="4110" y="99"/>
                  <a:pt x="4122" y="114"/>
                  <a:pt x="4133" y="129"/>
                </a:cubicBezTo>
                <a:cubicBezTo>
                  <a:pt x="4143" y="145"/>
                  <a:pt x="4152" y="162"/>
                  <a:pt x="4160" y="180"/>
                </a:cubicBezTo>
                <a:cubicBezTo>
                  <a:pt x="4167" y="197"/>
                  <a:pt x="4173" y="216"/>
                  <a:pt x="4176" y="234"/>
                </a:cubicBezTo>
                <a:cubicBezTo>
                  <a:pt x="4180" y="253"/>
                  <a:pt x="4182" y="272"/>
                  <a:pt x="4182" y="291"/>
                </a:cubicBezTo>
                <a:lnTo>
                  <a:pt x="4182" y="2779"/>
                </a:lnTo>
                <a:cubicBezTo>
                  <a:pt x="4182" y="2798"/>
                  <a:pt x="4180" y="2817"/>
                  <a:pt x="4176" y="2836"/>
                </a:cubicBezTo>
                <a:cubicBezTo>
                  <a:pt x="4173" y="2855"/>
                  <a:pt x="4167" y="2873"/>
                  <a:pt x="4160" y="2891"/>
                </a:cubicBezTo>
                <a:cubicBezTo>
                  <a:pt x="4152" y="2908"/>
                  <a:pt x="4143" y="2925"/>
                  <a:pt x="4133" y="2941"/>
                </a:cubicBezTo>
                <a:cubicBezTo>
                  <a:pt x="4122" y="2957"/>
                  <a:pt x="4110" y="2972"/>
                  <a:pt x="4097" y="2985"/>
                </a:cubicBezTo>
                <a:cubicBezTo>
                  <a:pt x="4083" y="2999"/>
                  <a:pt x="4068" y="3011"/>
                  <a:pt x="4052" y="3021"/>
                </a:cubicBezTo>
                <a:cubicBezTo>
                  <a:pt x="4037" y="3032"/>
                  <a:pt x="4020" y="3041"/>
                  <a:pt x="4002" y="3048"/>
                </a:cubicBezTo>
                <a:cubicBezTo>
                  <a:pt x="3985" y="3055"/>
                  <a:pt x="3966" y="3061"/>
                  <a:pt x="3948" y="3065"/>
                </a:cubicBezTo>
                <a:cubicBezTo>
                  <a:pt x="3929" y="3068"/>
                  <a:pt x="3910" y="3070"/>
                  <a:pt x="3891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49" y="2941"/>
                </a:cubicBezTo>
                <a:cubicBezTo>
                  <a:pt x="39" y="2925"/>
                  <a:pt x="30" y="2908"/>
                  <a:pt x="23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4" name=""/>
          <p:cNvSpPr/>
          <p:nvPr/>
        </p:nvSpPr>
        <p:spPr>
          <a:xfrm>
            <a:off x="2761920" y="4314600"/>
            <a:ext cx="1505520" cy="1105200"/>
          </a:xfrm>
          <a:custGeom>
            <a:avLst/>
            <a:gdLst/>
            <a:ahLst/>
            <a:rect l="0" t="0" r="r" b="b"/>
            <a:pathLst>
              <a:path w="4182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891" y="0"/>
                </a:lnTo>
                <a:cubicBezTo>
                  <a:pt x="3910" y="0"/>
                  <a:pt x="3929" y="2"/>
                  <a:pt x="3948" y="6"/>
                </a:cubicBezTo>
                <a:cubicBezTo>
                  <a:pt x="3966" y="9"/>
                  <a:pt x="3985" y="15"/>
                  <a:pt x="4002" y="22"/>
                </a:cubicBezTo>
                <a:cubicBezTo>
                  <a:pt x="4020" y="30"/>
                  <a:pt x="4037" y="39"/>
                  <a:pt x="4052" y="49"/>
                </a:cubicBezTo>
                <a:cubicBezTo>
                  <a:pt x="4068" y="60"/>
                  <a:pt x="4083" y="72"/>
                  <a:pt x="4097" y="85"/>
                </a:cubicBezTo>
                <a:cubicBezTo>
                  <a:pt x="4110" y="99"/>
                  <a:pt x="4122" y="114"/>
                  <a:pt x="4133" y="129"/>
                </a:cubicBezTo>
                <a:cubicBezTo>
                  <a:pt x="4143" y="145"/>
                  <a:pt x="4152" y="162"/>
                  <a:pt x="4160" y="180"/>
                </a:cubicBezTo>
                <a:cubicBezTo>
                  <a:pt x="4167" y="197"/>
                  <a:pt x="4173" y="216"/>
                  <a:pt x="4176" y="234"/>
                </a:cubicBezTo>
                <a:cubicBezTo>
                  <a:pt x="4180" y="253"/>
                  <a:pt x="4182" y="272"/>
                  <a:pt x="4182" y="291"/>
                </a:cubicBezTo>
                <a:lnTo>
                  <a:pt x="4182" y="2779"/>
                </a:lnTo>
                <a:cubicBezTo>
                  <a:pt x="4182" y="2798"/>
                  <a:pt x="4180" y="2817"/>
                  <a:pt x="4176" y="2836"/>
                </a:cubicBezTo>
                <a:cubicBezTo>
                  <a:pt x="4173" y="2855"/>
                  <a:pt x="4167" y="2873"/>
                  <a:pt x="4160" y="2891"/>
                </a:cubicBezTo>
                <a:cubicBezTo>
                  <a:pt x="4152" y="2908"/>
                  <a:pt x="4143" y="2925"/>
                  <a:pt x="4133" y="2941"/>
                </a:cubicBezTo>
                <a:cubicBezTo>
                  <a:pt x="4122" y="2957"/>
                  <a:pt x="4110" y="2972"/>
                  <a:pt x="4097" y="2985"/>
                </a:cubicBezTo>
                <a:cubicBezTo>
                  <a:pt x="4083" y="2999"/>
                  <a:pt x="4068" y="3011"/>
                  <a:pt x="4052" y="3021"/>
                </a:cubicBezTo>
                <a:cubicBezTo>
                  <a:pt x="4037" y="3032"/>
                  <a:pt x="4020" y="3041"/>
                  <a:pt x="4002" y="3048"/>
                </a:cubicBezTo>
                <a:cubicBezTo>
                  <a:pt x="3985" y="3055"/>
                  <a:pt x="3966" y="3061"/>
                  <a:pt x="3948" y="3065"/>
                </a:cubicBezTo>
                <a:cubicBezTo>
                  <a:pt x="3929" y="3068"/>
                  <a:pt x="3910" y="3070"/>
                  <a:pt x="3891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49" y="2941"/>
                </a:cubicBezTo>
                <a:cubicBezTo>
                  <a:pt x="39" y="2925"/>
                  <a:pt x="30" y="2908"/>
                  <a:pt x="23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5" name=""/>
          <p:cNvSpPr/>
          <p:nvPr/>
        </p:nvSpPr>
        <p:spPr>
          <a:xfrm>
            <a:off x="2973240" y="44877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67" y="504"/>
                </a:moveTo>
                <a:lnTo>
                  <a:pt x="495" y="504"/>
                </a:lnTo>
                <a:lnTo>
                  <a:pt x="495" y="441"/>
                </a:lnTo>
                <a:lnTo>
                  <a:pt x="167" y="441"/>
                </a:lnTo>
                <a:lnTo>
                  <a:pt x="167" y="504"/>
                </a:lnTo>
                <a:moveTo>
                  <a:pt x="167" y="367"/>
                </a:moveTo>
                <a:lnTo>
                  <a:pt x="671" y="367"/>
                </a:lnTo>
                <a:lnTo>
                  <a:pt x="671" y="305"/>
                </a:lnTo>
                <a:lnTo>
                  <a:pt x="167" y="305"/>
                </a:lnTo>
                <a:lnTo>
                  <a:pt x="167" y="367"/>
                </a:lnTo>
                <a:moveTo>
                  <a:pt x="167" y="231"/>
                </a:moveTo>
                <a:lnTo>
                  <a:pt x="671" y="231"/>
                </a:lnTo>
                <a:lnTo>
                  <a:pt x="671" y="168"/>
                </a:lnTo>
                <a:lnTo>
                  <a:pt x="167" y="168"/>
                </a:lnTo>
                <a:lnTo>
                  <a:pt x="167" y="231"/>
                </a:lnTo>
                <a:moveTo>
                  <a:pt x="0" y="839"/>
                </a:move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7" y="6"/>
                  <a:pt x="820" y="19"/>
                </a:cubicBezTo>
                <a:cubicBezTo>
                  <a:pt x="832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5"/>
                  <a:pt x="832" y="640"/>
                  <a:pt x="820" y="652"/>
                </a:cubicBezTo>
                <a:cubicBezTo>
                  <a:pt x="807" y="665"/>
                  <a:pt x="793" y="671"/>
                  <a:pt x="776" y="671"/>
                </a:cubicBezTo>
                <a:lnTo>
                  <a:pt x="167" y="671"/>
                </a:lnTo>
                <a:lnTo>
                  <a:pt x="0" y="839"/>
                </a:lnTo>
                <a:moveTo>
                  <a:pt x="140" y="608"/>
                </a:moveTo>
                <a:lnTo>
                  <a:pt x="776" y="608"/>
                </a:lnTo>
                <a:lnTo>
                  <a:pt x="776" y="63"/>
                </a:lnTo>
                <a:lnTo>
                  <a:pt x="63" y="63"/>
                </a:lnTo>
                <a:lnTo>
                  <a:pt x="63" y="692"/>
                </a:lnTo>
                <a:lnTo>
                  <a:pt x="140" y="60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762120" y="4974840"/>
            <a:ext cx="1232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DB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直接参照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359160" y="4612680"/>
            <a:ext cx="597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Slack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8" name=""/>
          <p:cNvSpPr/>
          <p:nvPr/>
        </p:nvSpPr>
        <p:spPr>
          <a:xfrm>
            <a:off x="4212000" y="4175640"/>
            <a:ext cx="2557800" cy="1442160"/>
          </a:xfrm>
          <a:custGeom>
            <a:avLst/>
            <a:gdLst/>
            <a:ahLst/>
            <a:rect l="0" t="0" r="r" b="b"/>
            <a:pathLst>
              <a:path w="7105" h="4006">
                <a:moveTo>
                  <a:pt x="444" y="677"/>
                </a:moveTo>
                <a:lnTo>
                  <a:pt x="444" y="3165"/>
                </a:lnTo>
                <a:cubicBezTo>
                  <a:pt x="444" y="3207"/>
                  <a:pt x="452" y="3248"/>
                  <a:pt x="468" y="3287"/>
                </a:cubicBezTo>
                <a:cubicBezTo>
                  <a:pt x="484" y="3326"/>
                  <a:pt x="507" y="3360"/>
                  <a:pt x="537" y="3390"/>
                </a:cubicBezTo>
                <a:cubicBezTo>
                  <a:pt x="567" y="3420"/>
                  <a:pt x="601" y="3442"/>
                  <a:pt x="640" y="3459"/>
                </a:cubicBezTo>
                <a:cubicBezTo>
                  <a:pt x="679" y="3475"/>
                  <a:pt x="719" y="3483"/>
                  <a:pt x="761" y="3483"/>
                </a:cubicBezTo>
                <a:lnTo>
                  <a:pt x="6345" y="3483"/>
                </a:lnTo>
                <a:cubicBezTo>
                  <a:pt x="6387" y="3483"/>
                  <a:pt x="6428" y="3475"/>
                  <a:pt x="6467" y="3459"/>
                </a:cubicBezTo>
                <a:cubicBezTo>
                  <a:pt x="6505" y="3442"/>
                  <a:pt x="6540" y="3420"/>
                  <a:pt x="6570" y="3390"/>
                </a:cubicBezTo>
                <a:cubicBezTo>
                  <a:pt x="6599" y="3360"/>
                  <a:pt x="6622" y="3326"/>
                  <a:pt x="6638" y="3287"/>
                </a:cubicBezTo>
                <a:cubicBezTo>
                  <a:pt x="6655" y="3248"/>
                  <a:pt x="6663" y="3207"/>
                  <a:pt x="6663" y="3165"/>
                </a:cubicBezTo>
                <a:lnTo>
                  <a:pt x="6663" y="677"/>
                </a:lnTo>
                <a:cubicBezTo>
                  <a:pt x="6663" y="635"/>
                  <a:pt x="6655" y="595"/>
                  <a:pt x="6638" y="556"/>
                </a:cubicBezTo>
                <a:cubicBezTo>
                  <a:pt x="6622" y="517"/>
                  <a:pt x="6599" y="482"/>
                  <a:pt x="6570" y="453"/>
                </a:cubicBezTo>
                <a:cubicBezTo>
                  <a:pt x="6540" y="423"/>
                  <a:pt x="6505" y="400"/>
                  <a:pt x="6467" y="384"/>
                </a:cubicBezTo>
                <a:cubicBezTo>
                  <a:pt x="6428" y="368"/>
                  <a:pt x="6387" y="360"/>
                  <a:pt x="6345" y="360"/>
                </a:cubicBezTo>
                <a:lnTo>
                  <a:pt x="761" y="360"/>
                </a:lnTo>
                <a:cubicBezTo>
                  <a:pt x="719" y="360"/>
                  <a:pt x="679" y="368"/>
                  <a:pt x="640" y="384"/>
                </a:cubicBezTo>
                <a:cubicBezTo>
                  <a:pt x="601" y="400"/>
                  <a:pt x="567" y="423"/>
                  <a:pt x="537" y="453"/>
                </a:cubicBezTo>
                <a:cubicBezTo>
                  <a:pt x="507" y="482"/>
                  <a:pt x="484" y="517"/>
                  <a:pt x="468" y="556"/>
                </a:cubicBezTo>
                <a:cubicBezTo>
                  <a:pt x="452" y="595"/>
                  <a:pt x="444" y="635"/>
                  <a:pt x="444" y="677"/>
                </a:cubicBezTo>
                <a:moveTo>
                  <a:pt x="0" y="0"/>
                </a:moveTo>
                <a:lnTo>
                  <a:pt x="7105" y="0"/>
                </a:lnTo>
                <a:lnTo>
                  <a:pt x="7105" y="4006"/>
                </a:lnTo>
                <a:lnTo>
                  <a:pt x="0" y="4006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29" name=""/>
          <p:cNvSpPr/>
          <p:nvPr/>
        </p:nvSpPr>
        <p:spPr>
          <a:xfrm>
            <a:off x="4381200" y="4314600"/>
            <a:ext cx="2219760" cy="1105200"/>
          </a:xfrm>
          <a:custGeom>
            <a:avLst/>
            <a:gdLst/>
            <a:ahLst/>
            <a:rect l="0" t="0" r="r" b="b"/>
            <a:pathLst>
              <a:path w="6166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5875" y="0"/>
                </a:lnTo>
                <a:cubicBezTo>
                  <a:pt x="5894" y="0"/>
                  <a:pt x="5913" y="2"/>
                  <a:pt x="5932" y="6"/>
                </a:cubicBezTo>
                <a:cubicBezTo>
                  <a:pt x="5951" y="9"/>
                  <a:pt x="5969" y="15"/>
                  <a:pt x="5986" y="22"/>
                </a:cubicBezTo>
                <a:cubicBezTo>
                  <a:pt x="6004" y="30"/>
                  <a:pt x="6021" y="39"/>
                  <a:pt x="6037" y="49"/>
                </a:cubicBezTo>
                <a:cubicBezTo>
                  <a:pt x="6053" y="60"/>
                  <a:pt x="6067" y="72"/>
                  <a:pt x="6081" y="85"/>
                </a:cubicBezTo>
                <a:cubicBezTo>
                  <a:pt x="6094" y="99"/>
                  <a:pt x="6106" y="114"/>
                  <a:pt x="6117" y="129"/>
                </a:cubicBezTo>
                <a:cubicBezTo>
                  <a:pt x="6128" y="145"/>
                  <a:pt x="6137" y="162"/>
                  <a:pt x="6144" y="180"/>
                </a:cubicBezTo>
                <a:cubicBezTo>
                  <a:pt x="6151" y="197"/>
                  <a:pt x="6157" y="216"/>
                  <a:pt x="6161" y="234"/>
                </a:cubicBezTo>
                <a:cubicBezTo>
                  <a:pt x="6164" y="253"/>
                  <a:pt x="6166" y="272"/>
                  <a:pt x="6166" y="291"/>
                </a:cubicBezTo>
                <a:lnTo>
                  <a:pt x="6166" y="2779"/>
                </a:lnTo>
                <a:cubicBezTo>
                  <a:pt x="6166" y="2798"/>
                  <a:pt x="6164" y="2817"/>
                  <a:pt x="6161" y="2836"/>
                </a:cubicBezTo>
                <a:cubicBezTo>
                  <a:pt x="6157" y="2855"/>
                  <a:pt x="6151" y="2873"/>
                  <a:pt x="6144" y="2891"/>
                </a:cubicBezTo>
                <a:cubicBezTo>
                  <a:pt x="6137" y="2908"/>
                  <a:pt x="6128" y="2925"/>
                  <a:pt x="6117" y="2941"/>
                </a:cubicBezTo>
                <a:cubicBezTo>
                  <a:pt x="6106" y="2957"/>
                  <a:pt x="6094" y="2972"/>
                  <a:pt x="6081" y="2985"/>
                </a:cubicBezTo>
                <a:cubicBezTo>
                  <a:pt x="6067" y="2999"/>
                  <a:pt x="6053" y="3011"/>
                  <a:pt x="6037" y="3021"/>
                </a:cubicBezTo>
                <a:cubicBezTo>
                  <a:pt x="6021" y="3032"/>
                  <a:pt x="6004" y="3041"/>
                  <a:pt x="5986" y="3048"/>
                </a:cubicBezTo>
                <a:cubicBezTo>
                  <a:pt x="5969" y="3055"/>
                  <a:pt x="5951" y="3061"/>
                  <a:pt x="5932" y="3065"/>
                </a:cubicBezTo>
                <a:cubicBezTo>
                  <a:pt x="5913" y="3068"/>
                  <a:pt x="5894" y="3070"/>
                  <a:pt x="5875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49" y="2941"/>
                </a:cubicBezTo>
                <a:cubicBezTo>
                  <a:pt x="39" y="2925"/>
                  <a:pt x="30" y="2908"/>
                  <a:pt x="22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0" name=""/>
          <p:cNvSpPr/>
          <p:nvPr/>
        </p:nvSpPr>
        <p:spPr>
          <a:xfrm>
            <a:off x="4381200" y="4314600"/>
            <a:ext cx="2219760" cy="1105200"/>
          </a:xfrm>
          <a:custGeom>
            <a:avLst/>
            <a:gdLst/>
            <a:ahLst/>
            <a:rect l="0" t="0" r="r" b="b"/>
            <a:pathLst>
              <a:path w="6166" h="3070">
                <a:moveTo>
                  <a:pt x="0" y="277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5875" y="0"/>
                </a:lnTo>
                <a:cubicBezTo>
                  <a:pt x="5894" y="0"/>
                  <a:pt x="5913" y="2"/>
                  <a:pt x="5932" y="6"/>
                </a:cubicBezTo>
                <a:cubicBezTo>
                  <a:pt x="5951" y="9"/>
                  <a:pt x="5969" y="15"/>
                  <a:pt x="5986" y="22"/>
                </a:cubicBezTo>
                <a:cubicBezTo>
                  <a:pt x="6004" y="30"/>
                  <a:pt x="6021" y="39"/>
                  <a:pt x="6037" y="49"/>
                </a:cubicBezTo>
                <a:cubicBezTo>
                  <a:pt x="6053" y="60"/>
                  <a:pt x="6067" y="72"/>
                  <a:pt x="6081" y="85"/>
                </a:cubicBezTo>
                <a:cubicBezTo>
                  <a:pt x="6094" y="99"/>
                  <a:pt x="6106" y="114"/>
                  <a:pt x="6117" y="129"/>
                </a:cubicBezTo>
                <a:cubicBezTo>
                  <a:pt x="6128" y="145"/>
                  <a:pt x="6137" y="162"/>
                  <a:pt x="6144" y="180"/>
                </a:cubicBezTo>
                <a:cubicBezTo>
                  <a:pt x="6151" y="197"/>
                  <a:pt x="6157" y="216"/>
                  <a:pt x="6161" y="234"/>
                </a:cubicBezTo>
                <a:cubicBezTo>
                  <a:pt x="6164" y="253"/>
                  <a:pt x="6166" y="272"/>
                  <a:pt x="6166" y="291"/>
                </a:cubicBezTo>
                <a:lnTo>
                  <a:pt x="6166" y="2779"/>
                </a:lnTo>
                <a:cubicBezTo>
                  <a:pt x="6166" y="2798"/>
                  <a:pt x="6164" y="2817"/>
                  <a:pt x="6161" y="2836"/>
                </a:cubicBezTo>
                <a:cubicBezTo>
                  <a:pt x="6157" y="2855"/>
                  <a:pt x="6151" y="2873"/>
                  <a:pt x="6144" y="2891"/>
                </a:cubicBezTo>
                <a:cubicBezTo>
                  <a:pt x="6137" y="2908"/>
                  <a:pt x="6128" y="2925"/>
                  <a:pt x="6117" y="2941"/>
                </a:cubicBezTo>
                <a:cubicBezTo>
                  <a:pt x="6106" y="2957"/>
                  <a:pt x="6094" y="2972"/>
                  <a:pt x="6081" y="2985"/>
                </a:cubicBezTo>
                <a:cubicBezTo>
                  <a:pt x="6067" y="2999"/>
                  <a:pt x="6053" y="3011"/>
                  <a:pt x="6037" y="3021"/>
                </a:cubicBezTo>
                <a:cubicBezTo>
                  <a:pt x="6021" y="3032"/>
                  <a:pt x="6004" y="3041"/>
                  <a:pt x="5986" y="3048"/>
                </a:cubicBezTo>
                <a:cubicBezTo>
                  <a:pt x="5969" y="3055"/>
                  <a:pt x="5951" y="3061"/>
                  <a:pt x="5932" y="3065"/>
                </a:cubicBezTo>
                <a:cubicBezTo>
                  <a:pt x="5913" y="3068"/>
                  <a:pt x="5894" y="3070"/>
                  <a:pt x="5875" y="3070"/>
                </a:cubicBezTo>
                <a:lnTo>
                  <a:pt x="291" y="3070"/>
                </a:lnTo>
                <a:cubicBezTo>
                  <a:pt x="272" y="3070"/>
                  <a:pt x="253" y="3068"/>
                  <a:pt x="235" y="3065"/>
                </a:cubicBezTo>
                <a:cubicBezTo>
                  <a:pt x="216" y="3061"/>
                  <a:pt x="198" y="3055"/>
                  <a:pt x="180" y="3048"/>
                </a:cubicBezTo>
                <a:cubicBezTo>
                  <a:pt x="162" y="3041"/>
                  <a:pt x="146" y="3032"/>
                  <a:pt x="130" y="3021"/>
                </a:cubicBezTo>
                <a:cubicBezTo>
                  <a:pt x="114" y="3011"/>
                  <a:pt x="99" y="2999"/>
                  <a:pt x="86" y="2985"/>
                </a:cubicBezTo>
                <a:cubicBezTo>
                  <a:pt x="72" y="2972"/>
                  <a:pt x="60" y="2957"/>
                  <a:pt x="49" y="2941"/>
                </a:cubicBezTo>
                <a:cubicBezTo>
                  <a:pt x="39" y="2925"/>
                  <a:pt x="30" y="2908"/>
                  <a:pt x="22" y="2891"/>
                </a:cubicBezTo>
                <a:cubicBezTo>
                  <a:pt x="15" y="2873"/>
                  <a:pt x="10" y="2855"/>
                  <a:pt x="6" y="2836"/>
                </a:cubicBezTo>
                <a:cubicBezTo>
                  <a:pt x="2" y="2817"/>
                  <a:pt x="0" y="2798"/>
                  <a:pt x="0" y="2779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1" name=""/>
          <p:cNvSpPr/>
          <p:nvPr/>
        </p:nvSpPr>
        <p:spPr>
          <a:xfrm>
            <a:off x="4577400" y="4518360"/>
            <a:ext cx="332280" cy="241200"/>
          </a:xfrm>
          <a:custGeom>
            <a:avLst/>
            <a:gdLst/>
            <a:ahLst/>
            <a:rect l="0" t="0" r="r" b="b"/>
            <a:pathLst>
              <a:path w="923" h="670">
                <a:moveTo>
                  <a:pt x="221" y="670"/>
                </a:moveTo>
                <a:cubicBezTo>
                  <a:pt x="159" y="670"/>
                  <a:pt x="107" y="648"/>
                  <a:pt x="64" y="605"/>
                </a:cubicBezTo>
                <a:cubicBezTo>
                  <a:pt x="21" y="562"/>
                  <a:pt x="0" y="510"/>
                  <a:pt x="0" y="448"/>
                </a:cubicBezTo>
                <a:cubicBezTo>
                  <a:pt x="0" y="393"/>
                  <a:pt x="17" y="346"/>
                  <a:pt x="52" y="304"/>
                </a:cubicBezTo>
                <a:cubicBezTo>
                  <a:pt x="87" y="263"/>
                  <a:pt x="132" y="238"/>
                  <a:pt x="185" y="230"/>
                </a:cubicBezTo>
                <a:cubicBezTo>
                  <a:pt x="199" y="162"/>
                  <a:pt x="232" y="107"/>
                  <a:pt x="284" y="64"/>
                </a:cubicBezTo>
                <a:cubicBezTo>
                  <a:pt x="335" y="21"/>
                  <a:pt x="395" y="0"/>
                  <a:pt x="463" y="0"/>
                </a:cubicBezTo>
                <a:cubicBezTo>
                  <a:pt x="541" y="0"/>
                  <a:pt x="607" y="28"/>
                  <a:pt x="662" y="85"/>
                </a:cubicBezTo>
                <a:cubicBezTo>
                  <a:pt x="716" y="142"/>
                  <a:pt x="742" y="210"/>
                  <a:pt x="742" y="290"/>
                </a:cubicBezTo>
                <a:lnTo>
                  <a:pt x="742" y="315"/>
                </a:lnTo>
                <a:cubicBezTo>
                  <a:pt x="793" y="313"/>
                  <a:pt x="835" y="330"/>
                  <a:pt x="870" y="364"/>
                </a:cubicBezTo>
                <a:cubicBezTo>
                  <a:pt x="905" y="397"/>
                  <a:pt x="923" y="440"/>
                  <a:pt x="923" y="492"/>
                </a:cubicBezTo>
                <a:cubicBezTo>
                  <a:pt x="923" y="541"/>
                  <a:pt x="905" y="583"/>
                  <a:pt x="870" y="617"/>
                </a:cubicBezTo>
                <a:cubicBezTo>
                  <a:pt x="835" y="652"/>
                  <a:pt x="794" y="670"/>
                  <a:pt x="746" y="670"/>
                </a:cubicBezTo>
                <a:lnTo>
                  <a:pt x="221" y="670"/>
                </a:lnTo>
                <a:moveTo>
                  <a:pt x="221" y="607"/>
                </a:moveTo>
                <a:lnTo>
                  <a:pt x="746" y="607"/>
                </a:lnTo>
                <a:cubicBezTo>
                  <a:pt x="777" y="607"/>
                  <a:pt x="804" y="596"/>
                  <a:pt x="826" y="573"/>
                </a:cubicBezTo>
                <a:cubicBezTo>
                  <a:pt x="849" y="551"/>
                  <a:pt x="860" y="524"/>
                  <a:pt x="860" y="492"/>
                </a:cubicBezTo>
                <a:cubicBezTo>
                  <a:pt x="860" y="460"/>
                  <a:pt x="849" y="434"/>
                  <a:pt x="826" y="411"/>
                </a:cubicBezTo>
                <a:cubicBezTo>
                  <a:pt x="804" y="389"/>
                  <a:pt x="777" y="378"/>
                  <a:pt x="746" y="378"/>
                </a:cubicBezTo>
                <a:lnTo>
                  <a:pt x="680" y="378"/>
                </a:lnTo>
                <a:lnTo>
                  <a:pt x="680" y="290"/>
                </a:lnTo>
                <a:cubicBezTo>
                  <a:pt x="680" y="226"/>
                  <a:pt x="658" y="172"/>
                  <a:pt x="615" y="128"/>
                </a:cubicBezTo>
                <a:cubicBezTo>
                  <a:pt x="572" y="84"/>
                  <a:pt x="520" y="62"/>
                  <a:pt x="459" y="62"/>
                </a:cubicBezTo>
                <a:cubicBezTo>
                  <a:pt x="397" y="62"/>
                  <a:pt x="345" y="84"/>
                  <a:pt x="302" y="128"/>
                </a:cubicBezTo>
                <a:cubicBezTo>
                  <a:pt x="259" y="172"/>
                  <a:pt x="238" y="226"/>
                  <a:pt x="238" y="290"/>
                </a:cubicBezTo>
                <a:lnTo>
                  <a:pt x="218" y="290"/>
                </a:lnTo>
                <a:cubicBezTo>
                  <a:pt x="174" y="290"/>
                  <a:pt x="138" y="305"/>
                  <a:pt x="108" y="335"/>
                </a:cubicBezTo>
                <a:cubicBezTo>
                  <a:pt x="78" y="366"/>
                  <a:pt x="63" y="403"/>
                  <a:pt x="63" y="448"/>
                </a:cubicBezTo>
                <a:cubicBezTo>
                  <a:pt x="63" y="492"/>
                  <a:pt x="78" y="530"/>
                  <a:pt x="109" y="561"/>
                </a:cubicBezTo>
                <a:cubicBezTo>
                  <a:pt x="140" y="592"/>
                  <a:pt x="177" y="607"/>
                  <a:pt x="221" y="607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945880" y="4974840"/>
            <a:ext cx="988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通知‧連携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4978440" y="4612680"/>
            <a:ext cx="1423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Google Drive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4565160" y="497484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ドキュメント管理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4495680" y="5593680"/>
            <a:ext cx="3201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開発環境を自由に拡張できます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0" name=""/>
          <p:cNvSpPr/>
          <p:nvPr/>
        </p:nvSpPr>
        <p:spPr>
          <a:xfrm>
            <a:off x="571320" y="19810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1" name=""/>
          <p:cNvSpPr/>
          <p:nvPr/>
        </p:nvSpPr>
        <p:spPr>
          <a:xfrm>
            <a:off x="359640" y="2511360"/>
            <a:ext cx="11472840" cy="2502720"/>
          </a:xfrm>
          <a:custGeom>
            <a:avLst/>
            <a:gdLst/>
            <a:ahLst/>
            <a:rect l="0" t="0" r="r" b="b"/>
            <a:pathLst>
              <a:path w="31869" h="6952">
                <a:moveTo>
                  <a:pt x="614" y="802"/>
                </a:moveTo>
                <a:lnTo>
                  <a:pt x="614" y="5936"/>
                </a:lnTo>
                <a:cubicBezTo>
                  <a:pt x="614" y="5975"/>
                  <a:pt x="622" y="6012"/>
                  <a:pt x="637" y="6048"/>
                </a:cubicBezTo>
                <a:cubicBezTo>
                  <a:pt x="651" y="6083"/>
                  <a:pt x="672" y="6115"/>
                  <a:pt x="700" y="6142"/>
                </a:cubicBezTo>
                <a:cubicBezTo>
                  <a:pt x="727" y="6169"/>
                  <a:pt x="758" y="6190"/>
                  <a:pt x="794" y="6205"/>
                </a:cubicBezTo>
                <a:cubicBezTo>
                  <a:pt x="830" y="6220"/>
                  <a:pt x="867" y="6227"/>
                  <a:pt x="905" y="6227"/>
                </a:cubicBezTo>
                <a:lnTo>
                  <a:pt x="30963" y="6227"/>
                </a:lnTo>
                <a:cubicBezTo>
                  <a:pt x="31002" y="6227"/>
                  <a:pt x="31039" y="6220"/>
                  <a:pt x="31075" y="6205"/>
                </a:cubicBezTo>
                <a:cubicBezTo>
                  <a:pt x="31110" y="6190"/>
                  <a:pt x="31142" y="6169"/>
                  <a:pt x="31169" y="6142"/>
                </a:cubicBezTo>
                <a:cubicBezTo>
                  <a:pt x="31196" y="6115"/>
                  <a:pt x="31217" y="6083"/>
                  <a:pt x="31232" y="6048"/>
                </a:cubicBezTo>
                <a:cubicBezTo>
                  <a:pt x="31247" y="6012"/>
                  <a:pt x="31254" y="5975"/>
                  <a:pt x="31254" y="5936"/>
                </a:cubicBezTo>
                <a:lnTo>
                  <a:pt x="31254" y="802"/>
                </a:lnTo>
                <a:cubicBezTo>
                  <a:pt x="31254" y="764"/>
                  <a:pt x="31247" y="727"/>
                  <a:pt x="31232" y="691"/>
                </a:cubicBezTo>
                <a:cubicBezTo>
                  <a:pt x="31217" y="655"/>
                  <a:pt x="31196" y="624"/>
                  <a:pt x="31169" y="596"/>
                </a:cubicBezTo>
                <a:cubicBezTo>
                  <a:pt x="31142" y="569"/>
                  <a:pt x="31110" y="548"/>
                  <a:pt x="31075" y="533"/>
                </a:cubicBezTo>
                <a:cubicBezTo>
                  <a:pt x="31039" y="519"/>
                  <a:pt x="31002" y="511"/>
                  <a:pt x="30963" y="511"/>
                </a:cubicBezTo>
                <a:lnTo>
                  <a:pt x="905" y="511"/>
                </a:lnTo>
                <a:cubicBezTo>
                  <a:pt x="867" y="511"/>
                  <a:pt x="830" y="519"/>
                  <a:pt x="794" y="533"/>
                </a:cubicBezTo>
                <a:cubicBezTo>
                  <a:pt x="758" y="548"/>
                  <a:pt x="727" y="569"/>
                  <a:pt x="700" y="596"/>
                </a:cubicBezTo>
                <a:cubicBezTo>
                  <a:pt x="672" y="624"/>
                  <a:pt x="651" y="655"/>
                  <a:pt x="637" y="691"/>
                </a:cubicBezTo>
                <a:cubicBezTo>
                  <a:pt x="622" y="727"/>
                  <a:pt x="614" y="764"/>
                  <a:pt x="614" y="802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2" name=""/>
          <p:cNvSpPr/>
          <p:nvPr/>
        </p:nvSpPr>
        <p:spPr>
          <a:xfrm>
            <a:off x="576000" y="2690640"/>
            <a:ext cx="11039760" cy="2067120"/>
          </a:xfrm>
          <a:custGeom>
            <a:avLst/>
            <a:gdLst/>
            <a:ahLst/>
            <a:rect l="0" t="0" r="r" b="b"/>
            <a:pathLst>
              <a:path w="30666" h="5742">
                <a:moveTo>
                  <a:pt x="0" y="5438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5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5438"/>
                </a:lnTo>
                <a:cubicBezTo>
                  <a:pt x="30666" y="5458"/>
                  <a:pt x="30664" y="5478"/>
                  <a:pt x="30661" y="5498"/>
                </a:cubicBezTo>
                <a:cubicBezTo>
                  <a:pt x="30657" y="5517"/>
                  <a:pt x="30651" y="5536"/>
                  <a:pt x="30643" y="5555"/>
                </a:cubicBezTo>
                <a:cubicBezTo>
                  <a:pt x="30636" y="5573"/>
                  <a:pt x="30626" y="5591"/>
                  <a:pt x="30615" y="5607"/>
                </a:cubicBezTo>
                <a:cubicBezTo>
                  <a:pt x="30604" y="5624"/>
                  <a:pt x="30591" y="5639"/>
                  <a:pt x="30577" y="5653"/>
                </a:cubicBezTo>
                <a:cubicBezTo>
                  <a:pt x="30563" y="5667"/>
                  <a:pt x="30548" y="5680"/>
                  <a:pt x="30531" y="5691"/>
                </a:cubicBezTo>
                <a:cubicBezTo>
                  <a:pt x="30515" y="5702"/>
                  <a:pt x="30497" y="5712"/>
                  <a:pt x="30479" y="5719"/>
                </a:cubicBezTo>
                <a:cubicBezTo>
                  <a:pt x="30460" y="5727"/>
                  <a:pt x="30441" y="5733"/>
                  <a:pt x="30422" y="5737"/>
                </a:cubicBezTo>
                <a:cubicBezTo>
                  <a:pt x="30402" y="5740"/>
                  <a:pt x="30382" y="5742"/>
                  <a:pt x="30362" y="5742"/>
                </a:cubicBezTo>
                <a:lnTo>
                  <a:pt x="304" y="5742"/>
                </a:lnTo>
                <a:cubicBezTo>
                  <a:pt x="285" y="5742"/>
                  <a:pt x="265" y="5740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5" y="5691"/>
                </a:cubicBezTo>
                <a:cubicBezTo>
                  <a:pt x="119" y="5680"/>
                  <a:pt x="103" y="5667"/>
                  <a:pt x="89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0" y="5591"/>
                  <a:pt x="31" y="5573"/>
                  <a:pt x="23" y="5555"/>
                </a:cubicBezTo>
                <a:cubicBezTo>
                  <a:pt x="16" y="5536"/>
                  <a:pt x="10" y="5517"/>
                  <a:pt x="6" y="5498"/>
                </a:cubicBezTo>
                <a:cubicBezTo>
                  <a:pt x="2" y="5478"/>
                  <a:pt x="0" y="5458"/>
                  <a:pt x="0" y="5438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3" name=""/>
          <p:cNvSpPr/>
          <p:nvPr/>
        </p:nvSpPr>
        <p:spPr>
          <a:xfrm>
            <a:off x="576000" y="2690640"/>
            <a:ext cx="11039760" cy="2067120"/>
          </a:xfrm>
          <a:custGeom>
            <a:avLst/>
            <a:gdLst/>
            <a:ahLst/>
            <a:rect l="0" t="0" r="r" b="b"/>
            <a:pathLst>
              <a:path w="30666" h="5742">
                <a:moveTo>
                  <a:pt x="0" y="5438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5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5438"/>
                </a:lnTo>
                <a:cubicBezTo>
                  <a:pt x="30666" y="5458"/>
                  <a:pt x="30664" y="5478"/>
                  <a:pt x="30661" y="5498"/>
                </a:cubicBezTo>
                <a:cubicBezTo>
                  <a:pt x="30657" y="5517"/>
                  <a:pt x="30651" y="5536"/>
                  <a:pt x="30643" y="5555"/>
                </a:cubicBezTo>
                <a:cubicBezTo>
                  <a:pt x="30636" y="5573"/>
                  <a:pt x="30626" y="5591"/>
                  <a:pt x="30615" y="5607"/>
                </a:cubicBezTo>
                <a:cubicBezTo>
                  <a:pt x="30604" y="5624"/>
                  <a:pt x="30591" y="5639"/>
                  <a:pt x="30577" y="5653"/>
                </a:cubicBezTo>
                <a:cubicBezTo>
                  <a:pt x="30563" y="5667"/>
                  <a:pt x="30548" y="5680"/>
                  <a:pt x="30531" y="5691"/>
                </a:cubicBezTo>
                <a:cubicBezTo>
                  <a:pt x="30515" y="5702"/>
                  <a:pt x="30497" y="5712"/>
                  <a:pt x="30479" y="5719"/>
                </a:cubicBezTo>
                <a:cubicBezTo>
                  <a:pt x="30460" y="5727"/>
                  <a:pt x="30441" y="5733"/>
                  <a:pt x="30422" y="5737"/>
                </a:cubicBezTo>
                <a:cubicBezTo>
                  <a:pt x="30402" y="5740"/>
                  <a:pt x="30382" y="5742"/>
                  <a:pt x="30362" y="5742"/>
                </a:cubicBezTo>
                <a:lnTo>
                  <a:pt x="304" y="5742"/>
                </a:lnTo>
                <a:cubicBezTo>
                  <a:pt x="285" y="5742"/>
                  <a:pt x="265" y="5740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5" y="5691"/>
                </a:cubicBezTo>
                <a:cubicBezTo>
                  <a:pt x="119" y="5680"/>
                  <a:pt x="103" y="5667"/>
                  <a:pt x="89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0" y="5591"/>
                  <a:pt x="31" y="5573"/>
                  <a:pt x="23" y="5555"/>
                </a:cubicBezTo>
                <a:cubicBezTo>
                  <a:pt x="16" y="5536"/>
                  <a:pt x="10" y="5517"/>
                  <a:pt x="6" y="5498"/>
                </a:cubicBezTo>
                <a:cubicBezTo>
                  <a:pt x="2" y="5478"/>
                  <a:pt x="0" y="5458"/>
                  <a:pt x="0" y="543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4" name=""/>
          <p:cNvSpPr/>
          <p:nvPr/>
        </p:nvSpPr>
        <p:spPr>
          <a:xfrm>
            <a:off x="595080" y="4857480"/>
            <a:ext cx="11025720" cy="638640"/>
          </a:xfrm>
          <a:custGeom>
            <a:avLst/>
            <a:gdLst/>
            <a:ahLst/>
            <a:rect l="0" t="0" r="r" b="b"/>
            <a:pathLst>
              <a:path w="30627" h="1774">
                <a:moveTo>
                  <a:pt x="0" y="1561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2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1561"/>
                </a:lnTo>
                <a:cubicBezTo>
                  <a:pt x="30627" y="1576"/>
                  <a:pt x="30625" y="1590"/>
                  <a:pt x="30623" y="1604"/>
                </a:cubicBezTo>
                <a:cubicBezTo>
                  <a:pt x="30620" y="1617"/>
                  <a:pt x="30616" y="1630"/>
                  <a:pt x="30611" y="1643"/>
                </a:cubicBezTo>
                <a:cubicBezTo>
                  <a:pt x="30605" y="1656"/>
                  <a:pt x="30599" y="1668"/>
                  <a:pt x="30591" y="1680"/>
                </a:cubicBezTo>
                <a:cubicBezTo>
                  <a:pt x="30583" y="1691"/>
                  <a:pt x="30574" y="1702"/>
                  <a:pt x="30565" y="1712"/>
                </a:cubicBezTo>
                <a:cubicBezTo>
                  <a:pt x="30555" y="1722"/>
                  <a:pt x="30544" y="1731"/>
                  <a:pt x="30533" y="1738"/>
                </a:cubicBezTo>
                <a:cubicBezTo>
                  <a:pt x="30521" y="1746"/>
                  <a:pt x="30509" y="1753"/>
                  <a:pt x="30496" y="1758"/>
                </a:cubicBezTo>
                <a:cubicBezTo>
                  <a:pt x="30483" y="1763"/>
                  <a:pt x="30470" y="1767"/>
                  <a:pt x="30456" y="1770"/>
                </a:cubicBezTo>
                <a:cubicBezTo>
                  <a:pt x="30443" y="1773"/>
                  <a:pt x="30429" y="1774"/>
                  <a:pt x="30415" y="1774"/>
                </a:cubicBezTo>
                <a:lnTo>
                  <a:pt x="146" y="1774"/>
                </a:lnTo>
                <a:cubicBezTo>
                  <a:pt x="136" y="1774"/>
                  <a:pt x="127" y="1773"/>
                  <a:pt x="117" y="1770"/>
                </a:cubicBezTo>
                <a:cubicBezTo>
                  <a:pt x="108" y="1767"/>
                  <a:pt x="99" y="1763"/>
                  <a:pt x="90" y="1758"/>
                </a:cubicBezTo>
                <a:cubicBezTo>
                  <a:pt x="81" y="1753"/>
                  <a:pt x="73" y="1746"/>
                  <a:pt x="65" y="1738"/>
                </a:cubicBezTo>
                <a:cubicBezTo>
                  <a:pt x="57" y="1731"/>
                  <a:pt x="50" y="1722"/>
                  <a:pt x="43" y="1712"/>
                </a:cubicBezTo>
                <a:cubicBezTo>
                  <a:pt x="36" y="1702"/>
                  <a:pt x="30" y="1691"/>
                  <a:pt x="25" y="1680"/>
                </a:cubicBezTo>
                <a:cubicBezTo>
                  <a:pt x="19" y="1668"/>
                  <a:pt x="15" y="1656"/>
                  <a:pt x="11" y="1643"/>
                </a:cubicBezTo>
                <a:cubicBezTo>
                  <a:pt x="8" y="1630"/>
                  <a:pt x="5" y="1617"/>
                  <a:pt x="3" y="1604"/>
                </a:cubicBezTo>
                <a:cubicBezTo>
                  <a:pt x="1" y="1590"/>
                  <a:pt x="0" y="1576"/>
                  <a:pt x="0" y="1561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5" name=""/>
          <p:cNvSpPr/>
          <p:nvPr/>
        </p:nvSpPr>
        <p:spPr>
          <a:xfrm>
            <a:off x="571320" y="4857480"/>
            <a:ext cx="76680" cy="638640"/>
          </a:xfrm>
          <a:custGeom>
            <a:avLst/>
            <a:gdLst/>
            <a:ahLst/>
            <a:rect l="0" t="0" r="r" b="b"/>
            <a:pathLst>
              <a:path w="213" h="1774">
                <a:moveTo>
                  <a:pt x="0" y="0"/>
                </a:moveTo>
                <a:lnTo>
                  <a:pt x="213" y="0"/>
                </a:lnTo>
                <a:lnTo>
                  <a:pt x="21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6" name=""/>
          <p:cNvSpPr/>
          <p:nvPr/>
        </p:nvSpPr>
        <p:spPr>
          <a:xfrm>
            <a:off x="650520" y="1401480"/>
            <a:ext cx="317880" cy="397440"/>
          </a:xfrm>
          <a:custGeom>
            <a:avLst/>
            <a:gdLst/>
            <a:ahLst/>
            <a:rect l="0" t="0" r="r" b="b"/>
            <a:pathLst>
              <a:path w="883" h="1104">
                <a:moveTo>
                  <a:pt x="220" y="868"/>
                </a:moveTo>
                <a:lnTo>
                  <a:pt x="664" y="868"/>
                </a:lnTo>
                <a:lnTo>
                  <a:pt x="664" y="786"/>
                </a:lnTo>
                <a:lnTo>
                  <a:pt x="220" y="786"/>
                </a:lnTo>
                <a:lnTo>
                  <a:pt x="220" y="868"/>
                </a:lnTo>
                <a:moveTo>
                  <a:pt x="220" y="634"/>
                </a:moveTo>
                <a:lnTo>
                  <a:pt x="664" y="634"/>
                </a:lnTo>
                <a:lnTo>
                  <a:pt x="664" y="551"/>
                </a:lnTo>
                <a:lnTo>
                  <a:pt x="220" y="551"/>
                </a:lnTo>
                <a:lnTo>
                  <a:pt x="220" y="634"/>
                </a:lnTo>
                <a:moveTo>
                  <a:pt x="83" y="1104"/>
                </a:moveTo>
                <a:cubicBezTo>
                  <a:pt x="61" y="1104"/>
                  <a:pt x="42" y="1095"/>
                  <a:pt x="25" y="1079"/>
                </a:cubicBezTo>
                <a:cubicBezTo>
                  <a:pt x="9" y="1061"/>
                  <a:pt x="0" y="1042"/>
                  <a:pt x="0" y="1020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lnTo>
                  <a:pt x="582" y="0"/>
                </a:lnTo>
                <a:lnTo>
                  <a:pt x="883" y="302"/>
                </a:lnTo>
                <a:lnTo>
                  <a:pt x="883" y="1020"/>
                </a:lnTo>
                <a:cubicBezTo>
                  <a:pt x="883" y="1042"/>
                  <a:pt x="875" y="1061"/>
                  <a:pt x="859" y="1079"/>
                </a:cubicBezTo>
                <a:cubicBezTo>
                  <a:pt x="842" y="1095"/>
                  <a:pt x="823" y="1104"/>
                  <a:pt x="801" y="1104"/>
                </a:cubicBezTo>
                <a:lnTo>
                  <a:pt x="83" y="1104"/>
                </a:lnTo>
                <a:moveTo>
                  <a:pt x="540" y="339"/>
                </a:moveTo>
                <a:lnTo>
                  <a:pt x="540" y="83"/>
                </a:lnTo>
                <a:lnTo>
                  <a:pt x="83" y="83"/>
                </a:lnTo>
                <a:lnTo>
                  <a:pt x="83" y="1020"/>
                </a:lnTo>
                <a:lnTo>
                  <a:pt x="801" y="1020"/>
                </a:lnTo>
                <a:lnTo>
                  <a:pt x="801" y="339"/>
                </a:lnTo>
                <a:lnTo>
                  <a:pt x="540" y="33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047600" y="1510920"/>
            <a:ext cx="49168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GEMINI.md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（設定ファイル）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571320" y="2231640"/>
            <a:ext cx="9830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プロジェクトルートに配置して、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エージェントにプロジェクトの文脈を教える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役割を持ちます。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752400" y="28735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935280" y="2869920"/>
            <a:ext cx="1220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プロジェクト設定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752400" y="30924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1026720" y="3089160"/>
            <a:ext cx="762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基本ルール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752400" y="332100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935280" y="3317760"/>
            <a:ext cx="2134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常に日本語で応答してください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52400" y="354024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35280" y="3537000"/>
            <a:ext cx="2896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コードには必ずコメントを入れてください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752400" y="376884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026720" y="3765600"/>
            <a:ext cx="9151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技術スタック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752400" y="3987720"/>
            <a:ext cx="3750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React + TypeScript / TailwindCSS / Vite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752400" y="421632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026720" y="4213080"/>
            <a:ext cx="1220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コーディング規約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752400" y="443556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935280" y="4432320"/>
            <a:ext cx="457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変数名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392480" y="4435560"/>
            <a:ext cx="1281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: camelCase /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672640" y="4432320"/>
            <a:ext cx="762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ファイル名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6" name=""/>
          <p:cNvSpPr/>
          <p:nvPr/>
        </p:nvSpPr>
        <p:spPr>
          <a:xfrm>
            <a:off x="820080" y="4976640"/>
            <a:ext cx="226800" cy="308160"/>
          </a:xfrm>
          <a:custGeom>
            <a:avLst/>
            <a:gdLst/>
            <a:ahLst/>
            <a:rect l="0" t="0" r="r" b="b"/>
            <a:pathLst>
              <a:path w="630" h="856">
                <a:moveTo>
                  <a:pt x="254" y="832"/>
                </a:moveTo>
                <a:cubicBezTo>
                  <a:pt x="238" y="815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6"/>
                  <a:pt x="314" y="856"/>
                </a:cubicBezTo>
                <a:cubicBezTo>
                  <a:pt x="291" y="856"/>
                  <a:pt x="271" y="848"/>
                  <a:pt x="254" y="832"/>
                </a:cubicBezTo>
                <a:moveTo>
                  <a:pt x="145" y="707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7"/>
                </a:lnTo>
                <a:lnTo>
                  <a:pt x="145" y="707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2"/>
                  <a:pt x="0" y="315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5"/>
                </a:cubicBezTo>
                <a:cubicBezTo>
                  <a:pt x="630" y="372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5"/>
                  <a:pt x="567" y="356"/>
                  <a:pt x="567" y="315"/>
                </a:cubicBezTo>
                <a:cubicBezTo>
                  <a:pt x="567" y="245"/>
                  <a:pt x="541" y="186"/>
                  <a:pt x="492" y="136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6"/>
                </a:cubicBezTo>
                <a:cubicBezTo>
                  <a:pt x="88" y="186"/>
                  <a:pt x="63" y="245"/>
                  <a:pt x="63" y="315"/>
                </a:cubicBezTo>
                <a:cubicBezTo>
                  <a:pt x="63" y="356"/>
                  <a:pt x="73" y="395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434760" y="443556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: kebab-case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114560" y="5108040"/>
            <a:ext cx="9449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このファイルを書くだけで、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がプロジェクトの方針やルールを理解して動いてくれます。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3" name=""/>
          <p:cNvSpPr/>
          <p:nvPr/>
        </p:nvSpPr>
        <p:spPr>
          <a:xfrm>
            <a:off x="571320" y="15904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4" name=""/>
          <p:cNvSpPr/>
          <p:nvPr/>
        </p:nvSpPr>
        <p:spPr>
          <a:xfrm>
            <a:off x="414360" y="2154600"/>
            <a:ext cx="11363400" cy="3517920"/>
          </a:xfrm>
          <a:custGeom>
            <a:avLst/>
            <a:gdLst/>
            <a:ahLst/>
            <a:rect l="0" t="0" r="r" b="b"/>
            <a:pathLst>
              <a:path w="31565" h="9772">
                <a:moveTo>
                  <a:pt x="436" y="682"/>
                </a:moveTo>
                <a:lnTo>
                  <a:pt x="436" y="8938"/>
                </a:lnTo>
                <a:cubicBezTo>
                  <a:pt x="436" y="8980"/>
                  <a:pt x="444" y="9021"/>
                  <a:pt x="460" y="9060"/>
                </a:cubicBezTo>
                <a:cubicBezTo>
                  <a:pt x="476" y="9098"/>
                  <a:pt x="499" y="9133"/>
                  <a:pt x="529" y="9163"/>
                </a:cubicBezTo>
                <a:cubicBezTo>
                  <a:pt x="559" y="9192"/>
                  <a:pt x="593" y="9215"/>
                  <a:pt x="632" y="9231"/>
                </a:cubicBezTo>
                <a:cubicBezTo>
                  <a:pt x="671" y="9247"/>
                  <a:pt x="711" y="9255"/>
                  <a:pt x="753" y="9255"/>
                </a:cubicBezTo>
                <a:lnTo>
                  <a:pt x="30811" y="9255"/>
                </a:lnTo>
                <a:cubicBezTo>
                  <a:pt x="30853" y="9255"/>
                  <a:pt x="30894" y="9247"/>
                  <a:pt x="30933" y="9231"/>
                </a:cubicBezTo>
                <a:cubicBezTo>
                  <a:pt x="30972" y="9215"/>
                  <a:pt x="31006" y="9192"/>
                  <a:pt x="31036" y="9163"/>
                </a:cubicBezTo>
                <a:cubicBezTo>
                  <a:pt x="31065" y="9133"/>
                  <a:pt x="31088" y="9098"/>
                  <a:pt x="31104" y="9060"/>
                </a:cubicBezTo>
                <a:cubicBezTo>
                  <a:pt x="31121" y="9021"/>
                  <a:pt x="31129" y="8980"/>
                  <a:pt x="31129" y="8938"/>
                </a:cubicBezTo>
                <a:lnTo>
                  <a:pt x="31129" y="682"/>
                </a:lnTo>
                <a:cubicBezTo>
                  <a:pt x="31129" y="640"/>
                  <a:pt x="31121" y="599"/>
                  <a:pt x="31104" y="560"/>
                </a:cubicBezTo>
                <a:cubicBezTo>
                  <a:pt x="31088" y="522"/>
                  <a:pt x="31065" y="487"/>
                  <a:pt x="31036" y="457"/>
                </a:cubicBezTo>
                <a:cubicBezTo>
                  <a:pt x="31006" y="428"/>
                  <a:pt x="30972" y="405"/>
                  <a:pt x="30933" y="389"/>
                </a:cubicBezTo>
                <a:cubicBezTo>
                  <a:pt x="30894" y="373"/>
                  <a:pt x="30853" y="364"/>
                  <a:pt x="30811" y="364"/>
                </a:cubicBezTo>
                <a:lnTo>
                  <a:pt x="753" y="364"/>
                </a:lnTo>
                <a:cubicBezTo>
                  <a:pt x="711" y="364"/>
                  <a:pt x="671" y="373"/>
                  <a:pt x="632" y="389"/>
                </a:cubicBezTo>
                <a:cubicBezTo>
                  <a:pt x="593" y="405"/>
                  <a:pt x="559" y="428"/>
                  <a:pt x="529" y="457"/>
                </a:cubicBezTo>
                <a:cubicBezTo>
                  <a:pt x="499" y="487"/>
                  <a:pt x="476" y="522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9772"/>
                </a:lnTo>
                <a:lnTo>
                  <a:pt x="0" y="977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75" name=""/>
          <p:cNvSpPr/>
          <p:nvPr/>
        </p:nvSpPr>
        <p:spPr>
          <a:xfrm>
            <a:off x="580680" y="2295360"/>
            <a:ext cx="11030400" cy="3181680"/>
          </a:xfrm>
          <a:custGeom>
            <a:avLst/>
            <a:gdLst/>
            <a:ahLst/>
            <a:rect l="0" t="0" r="r" b="b"/>
            <a:pathLst>
              <a:path w="30640" h="8838">
                <a:moveTo>
                  <a:pt x="0" y="85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547"/>
                </a:lnTo>
                <a:cubicBezTo>
                  <a:pt x="30640" y="8566"/>
                  <a:pt x="30638" y="8585"/>
                  <a:pt x="30635" y="8604"/>
                </a:cubicBezTo>
                <a:cubicBezTo>
                  <a:pt x="30631" y="8623"/>
                  <a:pt x="30625" y="8641"/>
                  <a:pt x="30618" y="8658"/>
                </a:cubicBezTo>
                <a:cubicBezTo>
                  <a:pt x="30611" y="8676"/>
                  <a:pt x="30602" y="8693"/>
                  <a:pt x="30591" y="8709"/>
                </a:cubicBezTo>
                <a:cubicBezTo>
                  <a:pt x="30581" y="8725"/>
                  <a:pt x="30568" y="8739"/>
                  <a:pt x="30555" y="8753"/>
                </a:cubicBezTo>
                <a:cubicBezTo>
                  <a:pt x="30541" y="8766"/>
                  <a:pt x="30527" y="8778"/>
                  <a:pt x="30511" y="8789"/>
                </a:cubicBezTo>
                <a:cubicBezTo>
                  <a:pt x="30495" y="8800"/>
                  <a:pt x="30478" y="8809"/>
                  <a:pt x="30461" y="8816"/>
                </a:cubicBezTo>
                <a:cubicBezTo>
                  <a:pt x="30443" y="8823"/>
                  <a:pt x="30425" y="8829"/>
                  <a:pt x="30406" y="8832"/>
                </a:cubicBezTo>
                <a:cubicBezTo>
                  <a:pt x="30387" y="8836"/>
                  <a:pt x="30368" y="8838"/>
                  <a:pt x="30349" y="8838"/>
                </a:cubicBezTo>
                <a:lnTo>
                  <a:pt x="291" y="8838"/>
                </a:lnTo>
                <a:cubicBezTo>
                  <a:pt x="272" y="8838"/>
                  <a:pt x="253" y="8836"/>
                  <a:pt x="235" y="8832"/>
                </a:cubicBezTo>
                <a:cubicBezTo>
                  <a:pt x="216" y="8829"/>
                  <a:pt x="198" y="8823"/>
                  <a:pt x="180" y="8816"/>
                </a:cubicBezTo>
                <a:cubicBezTo>
                  <a:pt x="162" y="8809"/>
                  <a:pt x="146" y="8800"/>
                  <a:pt x="130" y="8789"/>
                </a:cubicBezTo>
                <a:cubicBezTo>
                  <a:pt x="114" y="8778"/>
                  <a:pt x="99" y="8766"/>
                  <a:pt x="86" y="8753"/>
                </a:cubicBezTo>
                <a:cubicBezTo>
                  <a:pt x="72" y="8739"/>
                  <a:pt x="60" y="8725"/>
                  <a:pt x="50" y="8709"/>
                </a:cubicBezTo>
                <a:cubicBezTo>
                  <a:pt x="39" y="8693"/>
                  <a:pt x="30" y="8676"/>
                  <a:pt x="23" y="8658"/>
                </a:cubicBezTo>
                <a:cubicBezTo>
                  <a:pt x="15" y="8641"/>
                  <a:pt x="10" y="8623"/>
                  <a:pt x="6" y="8604"/>
                </a:cubicBezTo>
                <a:cubicBezTo>
                  <a:pt x="2" y="8585"/>
                  <a:pt x="0" y="8566"/>
                  <a:pt x="0" y="8547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6" name=""/>
          <p:cNvSpPr/>
          <p:nvPr/>
        </p:nvSpPr>
        <p:spPr>
          <a:xfrm>
            <a:off x="580680" y="2295360"/>
            <a:ext cx="11030400" cy="3181680"/>
          </a:xfrm>
          <a:custGeom>
            <a:avLst/>
            <a:gdLst/>
            <a:ahLst/>
            <a:rect l="0" t="0" r="r" b="b"/>
            <a:pathLst>
              <a:path w="30640" h="8838">
                <a:moveTo>
                  <a:pt x="0" y="85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547"/>
                </a:lnTo>
                <a:cubicBezTo>
                  <a:pt x="30640" y="8566"/>
                  <a:pt x="30638" y="8585"/>
                  <a:pt x="30635" y="8604"/>
                </a:cubicBezTo>
                <a:cubicBezTo>
                  <a:pt x="30631" y="8623"/>
                  <a:pt x="30625" y="8641"/>
                  <a:pt x="30618" y="8658"/>
                </a:cubicBezTo>
                <a:cubicBezTo>
                  <a:pt x="30611" y="8676"/>
                  <a:pt x="30602" y="8693"/>
                  <a:pt x="30591" y="8709"/>
                </a:cubicBezTo>
                <a:cubicBezTo>
                  <a:pt x="30581" y="8725"/>
                  <a:pt x="30568" y="8739"/>
                  <a:pt x="30555" y="8753"/>
                </a:cubicBezTo>
                <a:cubicBezTo>
                  <a:pt x="30541" y="8766"/>
                  <a:pt x="30527" y="8778"/>
                  <a:pt x="30511" y="8789"/>
                </a:cubicBezTo>
                <a:cubicBezTo>
                  <a:pt x="30495" y="8800"/>
                  <a:pt x="30478" y="8809"/>
                  <a:pt x="30461" y="8816"/>
                </a:cubicBezTo>
                <a:cubicBezTo>
                  <a:pt x="30443" y="8823"/>
                  <a:pt x="30425" y="8829"/>
                  <a:pt x="30406" y="8832"/>
                </a:cubicBezTo>
                <a:cubicBezTo>
                  <a:pt x="30387" y="8836"/>
                  <a:pt x="30368" y="8838"/>
                  <a:pt x="30349" y="8838"/>
                </a:cubicBezTo>
                <a:lnTo>
                  <a:pt x="291" y="8838"/>
                </a:lnTo>
                <a:cubicBezTo>
                  <a:pt x="272" y="8838"/>
                  <a:pt x="253" y="8836"/>
                  <a:pt x="235" y="8832"/>
                </a:cubicBezTo>
                <a:cubicBezTo>
                  <a:pt x="216" y="8829"/>
                  <a:pt x="198" y="8823"/>
                  <a:pt x="180" y="8816"/>
                </a:cubicBezTo>
                <a:cubicBezTo>
                  <a:pt x="162" y="8809"/>
                  <a:pt x="146" y="8800"/>
                  <a:pt x="130" y="8789"/>
                </a:cubicBezTo>
                <a:cubicBezTo>
                  <a:pt x="114" y="8778"/>
                  <a:pt x="99" y="8766"/>
                  <a:pt x="86" y="8753"/>
                </a:cubicBezTo>
                <a:cubicBezTo>
                  <a:pt x="72" y="8739"/>
                  <a:pt x="60" y="8725"/>
                  <a:pt x="50" y="8709"/>
                </a:cubicBezTo>
                <a:cubicBezTo>
                  <a:pt x="39" y="8693"/>
                  <a:pt x="30" y="8676"/>
                  <a:pt x="23" y="8658"/>
                </a:cubicBezTo>
                <a:cubicBezTo>
                  <a:pt x="15" y="8641"/>
                  <a:pt x="10" y="8623"/>
                  <a:pt x="6" y="8604"/>
                </a:cubicBezTo>
                <a:cubicBezTo>
                  <a:pt x="2" y="8585"/>
                  <a:pt x="0" y="8566"/>
                  <a:pt x="0" y="8547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7" name=""/>
          <p:cNvSpPr/>
          <p:nvPr/>
        </p:nvSpPr>
        <p:spPr>
          <a:xfrm>
            <a:off x="548280" y="2986920"/>
            <a:ext cx="11095200" cy="2502720"/>
          </a:xfrm>
          <a:custGeom>
            <a:avLst/>
            <a:gdLst/>
            <a:ahLst/>
            <a:rect l="0" t="0" r="r" b="b"/>
            <a:pathLst>
              <a:path w="30820" h="6952">
                <a:moveTo>
                  <a:pt x="620" y="804"/>
                </a:moveTo>
                <a:lnTo>
                  <a:pt x="620" y="5938"/>
                </a:lnTo>
                <a:cubicBezTo>
                  <a:pt x="620" y="5977"/>
                  <a:pt x="627" y="6014"/>
                  <a:pt x="642" y="6049"/>
                </a:cubicBezTo>
                <a:cubicBezTo>
                  <a:pt x="657" y="6085"/>
                  <a:pt x="678" y="6117"/>
                  <a:pt x="705" y="6144"/>
                </a:cubicBezTo>
                <a:cubicBezTo>
                  <a:pt x="732" y="6171"/>
                  <a:pt x="764" y="6192"/>
                  <a:pt x="799" y="6207"/>
                </a:cubicBezTo>
                <a:cubicBezTo>
                  <a:pt x="835" y="6222"/>
                  <a:pt x="872" y="6229"/>
                  <a:pt x="911" y="6229"/>
                </a:cubicBezTo>
                <a:lnTo>
                  <a:pt x="29910" y="6229"/>
                </a:lnTo>
                <a:cubicBezTo>
                  <a:pt x="29949" y="6229"/>
                  <a:pt x="29986" y="6222"/>
                  <a:pt x="30021" y="6207"/>
                </a:cubicBezTo>
                <a:cubicBezTo>
                  <a:pt x="30057" y="6192"/>
                  <a:pt x="30089" y="6171"/>
                  <a:pt x="30116" y="6144"/>
                </a:cubicBezTo>
                <a:cubicBezTo>
                  <a:pt x="30143" y="6117"/>
                  <a:pt x="30164" y="6085"/>
                  <a:pt x="30179" y="6049"/>
                </a:cubicBezTo>
                <a:cubicBezTo>
                  <a:pt x="30194" y="6014"/>
                  <a:pt x="30201" y="5977"/>
                  <a:pt x="30201" y="5938"/>
                </a:cubicBezTo>
                <a:lnTo>
                  <a:pt x="30201" y="804"/>
                </a:lnTo>
                <a:cubicBezTo>
                  <a:pt x="30201" y="766"/>
                  <a:pt x="30194" y="728"/>
                  <a:pt x="30179" y="693"/>
                </a:cubicBezTo>
                <a:cubicBezTo>
                  <a:pt x="30164" y="657"/>
                  <a:pt x="30143" y="626"/>
                  <a:pt x="30116" y="598"/>
                </a:cubicBezTo>
                <a:cubicBezTo>
                  <a:pt x="30089" y="571"/>
                  <a:pt x="30057" y="550"/>
                  <a:pt x="30021" y="535"/>
                </a:cubicBezTo>
                <a:cubicBezTo>
                  <a:pt x="29986" y="521"/>
                  <a:pt x="29949" y="513"/>
                  <a:pt x="29910" y="513"/>
                </a:cubicBezTo>
                <a:lnTo>
                  <a:pt x="911" y="513"/>
                </a:lnTo>
                <a:cubicBezTo>
                  <a:pt x="872" y="513"/>
                  <a:pt x="835" y="521"/>
                  <a:pt x="799" y="535"/>
                </a:cubicBezTo>
                <a:cubicBezTo>
                  <a:pt x="764" y="550"/>
                  <a:pt x="732" y="571"/>
                  <a:pt x="705" y="598"/>
                </a:cubicBezTo>
                <a:cubicBezTo>
                  <a:pt x="678" y="626"/>
                  <a:pt x="657" y="657"/>
                  <a:pt x="642" y="693"/>
                </a:cubicBezTo>
                <a:cubicBezTo>
                  <a:pt x="627" y="728"/>
                  <a:pt x="620" y="766"/>
                  <a:pt x="620" y="804"/>
                </a:cubicBezTo>
                <a:moveTo>
                  <a:pt x="0" y="0"/>
                </a:moveTo>
                <a:lnTo>
                  <a:pt x="30820" y="0"/>
                </a:lnTo>
                <a:lnTo>
                  <a:pt x="30820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78" name=""/>
          <p:cNvSpPr/>
          <p:nvPr/>
        </p:nvSpPr>
        <p:spPr>
          <a:xfrm>
            <a:off x="766440" y="3166920"/>
            <a:ext cx="10658880" cy="2067120"/>
          </a:xfrm>
          <a:custGeom>
            <a:avLst/>
            <a:gdLst/>
            <a:ahLst/>
            <a:rect l="0" t="0" r="r" b="b"/>
            <a:pathLst>
              <a:path w="29608" h="5742">
                <a:moveTo>
                  <a:pt x="0" y="543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9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304" y="0"/>
                </a:lnTo>
                <a:cubicBezTo>
                  <a:pt x="29324" y="0"/>
                  <a:pt x="29344" y="2"/>
                  <a:pt x="29363" y="6"/>
                </a:cubicBezTo>
                <a:cubicBezTo>
                  <a:pt x="29383" y="10"/>
                  <a:pt x="29402" y="15"/>
                  <a:pt x="29420" y="23"/>
                </a:cubicBezTo>
                <a:cubicBezTo>
                  <a:pt x="29439" y="31"/>
                  <a:pt x="29456" y="40"/>
                  <a:pt x="29473" y="51"/>
                </a:cubicBezTo>
                <a:cubicBezTo>
                  <a:pt x="29490" y="62"/>
                  <a:pt x="29505" y="75"/>
                  <a:pt x="29519" y="89"/>
                </a:cubicBezTo>
                <a:cubicBezTo>
                  <a:pt x="29533" y="103"/>
                  <a:pt x="29546" y="119"/>
                  <a:pt x="29557" y="135"/>
                </a:cubicBezTo>
                <a:cubicBezTo>
                  <a:pt x="29568" y="152"/>
                  <a:pt x="29577" y="169"/>
                  <a:pt x="29585" y="188"/>
                </a:cubicBezTo>
                <a:cubicBezTo>
                  <a:pt x="29593" y="206"/>
                  <a:pt x="29599" y="225"/>
                  <a:pt x="29602" y="245"/>
                </a:cubicBezTo>
                <a:cubicBezTo>
                  <a:pt x="29606" y="264"/>
                  <a:pt x="29608" y="284"/>
                  <a:pt x="29608" y="304"/>
                </a:cubicBezTo>
                <a:lnTo>
                  <a:pt x="29608" y="5437"/>
                </a:lnTo>
                <a:cubicBezTo>
                  <a:pt x="29608" y="5457"/>
                  <a:pt x="29606" y="5477"/>
                  <a:pt x="29602" y="5496"/>
                </a:cubicBezTo>
                <a:cubicBezTo>
                  <a:pt x="29599" y="5516"/>
                  <a:pt x="29593" y="5535"/>
                  <a:pt x="29585" y="5554"/>
                </a:cubicBezTo>
                <a:cubicBezTo>
                  <a:pt x="29577" y="5573"/>
                  <a:pt x="29568" y="5591"/>
                  <a:pt x="29557" y="5607"/>
                </a:cubicBezTo>
                <a:cubicBezTo>
                  <a:pt x="29546" y="5624"/>
                  <a:pt x="29533" y="5639"/>
                  <a:pt x="29519" y="5653"/>
                </a:cubicBezTo>
                <a:cubicBezTo>
                  <a:pt x="29505" y="5667"/>
                  <a:pt x="29490" y="5680"/>
                  <a:pt x="29473" y="5691"/>
                </a:cubicBezTo>
                <a:cubicBezTo>
                  <a:pt x="29456" y="5702"/>
                  <a:pt x="29439" y="5712"/>
                  <a:pt x="29420" y="5719"/>
                </a:cubicBezTo>
                <a:cubicBezTo>
                  <a:pt x="29402" y="5727"/>
                  <a:pt x="29383" y="5733"/>
                  <a:pt x="29363" y="5737"/>
                </a:cubicBezTo>
                <a:cubicBezTo>
                  <a:pt x="29344" y="5740"/>
                  <a:pt x="29324" y="5742"/>
                  <a:pt x="29304" y="5742"/>
                </a:cubicBezTo>
                <a:lnTo>
                  <a:pt x="305" y="5742"/>
                </a:lnTo>
                <a:cubicBezTo>
                  <a:pt x="285" y="5742"/>
                  <a:pt x="265" y="5740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6" y="5691"/>
                </a:cubicBezTo>
                <a:cubicBezTo>
                  <a:pt x="119" y="5680"/>
                  <a:pt x="104" y="5667"/>
                  <a:pt x="90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1" y="5591"/>
                  <a:pt x="31" y="5573"/>
                  <a:pt x="24" y="5554"/>
                </a:cubicBezTo>
                <a:cubicBezTo>
                  <a:pt x="16" y="5535"/>
                  <a:pt x="10" y="5516"/>
                  <a:pt x="6" y="5496"/>
                </a:cubicBezTo>
                <a:cubicBezTo>
                  <a:pt x="2" y="5477"/>
                  <a:pt x="0" y="5457"/>
                  <a:pt x="0" y="5437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79" name=""/>
          <p:cNvSpPr/>
          <p:nvPr/>
        </p:nvSpPr>
        <p:spPr>
          <a:xfrm>
            <a:off x="766440" y="3166920"/>
            <a:ext cx="10658880" cy="2067120"/>
          </a:xfrm>
          <a:custGeom>
            <a:avLst/>
            <a:gdLst/>
            <a:ahLst/>
            <a:rect l="0" t="0" r="r" b="b"/>
            <a:pathLst>
              <a:path w="29608" h="5742">
                <a:moveTo>
                  <a:pt x="0" y="543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9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304" y="0"/>
                </a:lnTo>
                <a:cubicBezTo>
                  <a:pt x="29324" y="0"/>
                  <a:pt x="29344" y="2"/>
                  <a:pt x="29363" y="6"/>
                </a:cubicBezTo>
                <a:cubicBezTo>
                  <a:pt x="29383" y="10"/>
                  <a:pt x="29402" y="15"/>
                  <a:pt x="29420" y="23"/>
                </a:cubicBezTo>
                <a:cubicBezTo>
                  <a:pt x="29439" y="31"/>
                  <a:pt x="29456" y="40"/>
                  <a:pt x="29473" y="51"/>
                </a:cubicBezTo>
                <a:cubicBezTo>
                  <a:pt x="29490" y="62"/>
                  <a:pt x="29505" y="75"/>
                  <a:pt x="29519" y="89"/>
                </a:cubicBezTo>
                <a:cubicBezTo>
                  <a:pt x="29533" y="103"/>
                  <a:pt x="29546" y="119"/>
                  <a:pt x="29557" y="135"/>
                </a:cubicBezTo>
                <a:cubicBezTo>
                  <a:pt x="29568" y="152"/>
                  <a:pt x="29577" y="169"/>
                  <a:pt x="29585" y="188"/>
                </a:cubicBezTo>
                <a:cubicBezTo>
                  <a:pt x="29593" y="206"/>
                  <a:pt x="29599" y="225"/>
                  <a:pt x="29602" y="245"/>
                </a:cubicBezTo>
                <a:cubicBezTo>
                  <a:pt x="29606" y="264"/>
                  <a:pt x="29608" y="284"/>
                  <a:pt x="29608" y="304"/>
                </a:cubicBezTo>
                <a:lnTo>
                  <a:pt x="29608" y="5437"/>
                </a:lnTo>
                <a:cubicBezTo>
                  <a:pt x="29608" y="5457"/>
                  <a:pt x="29606" y="5477"/>
                  <a:pt x="29602" y="5496"/>
                </a:cubicBezTo>
                <a:cubicBezTo>
                  <a:pt x="29599" y="5516"/>
                  <a:pt x="29593" y="5535"/>
                  <a:pt x="29585" y="5554"/>
                </a:cubicBezTo>
                <a:cubicBezTo>
                  <a:pt x="29577" y="5573"/>
                  <a:pt x="29568" y="5591"/>
                  <a:pt x="29557" y="5607"/>
                </a:cubicBezTo>
                <a:cubicBezTo>
                  <a:pt x="29546" y="5624"/>
                  <a:pt x="29533" y="5639"/>
                  <a:pt x="29519" y="5653"/>
                </a:cubicBezTo>
                <a:cubicBezTo>
                  <a:pt x="29505" y="5667"/>
                  <a:pt x="29490" y="5680"/>
                  <a:pt x="29473" y="5691"/>
                </a:cubicBezTo>
                <a:cubicBezTo>
                  <a:pt x="29456" y="5702"/>
                  <a:pt x="29439" y="5712"/>
                  <a:pt x="29420" y="5719"/>
                </a:cubicBezTo>
                <a:cubicBezTo>
                  <a:pt x="29402" y="5727"/>
                  <a:pt x="29383" y="5733"/>
                  <a:pt x="29363" y="5737"/>
                </a:cubicBezTo>
                <a:cubicBezTo>
                  <a:pt x="29344" y="5740"/>
                  <a:pt x="29324" y="5742"/>
                  <a:pt x="29304" y="5742"/>
                </a:cubicBezTo>
                <a:lnTo>
                  <a:pt x="305" y="5742"/>
                </a:lnTo>
                <a:cubicBezTo>
                  <a:pt x="285" y="5742"/>
                  <a:pt x="265" y="5740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6" y="5691"/>
                </a:cubicBezTo>
                <a:cubicBezTo>
                  <a:pt x="119" y="5680"/>
                  <a:pt x="104" y="5667"/>
                  <a:pt x="90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1" y="5591"/>
                  <a:pt x="31" y="5573"/>
                  <a:pt x="24" y="5554"/>
                </a:cubicBezTo>
                <a:cubicBezTo>
                  <a:pt x="16" y="5535"/>
                  <a:pt x="10" y="5516"/>
                  <a:pt x="6" y="5496"/>
                </a:cubicBezTo>
                <a:cubicBezTo>
                  <a:pt x="2" y="5477"/>
                  <a:pt x="0" y="5457"/>
                  <a:pt x="0" y="54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0" name=""/>
          <p:cNvSpPr/>
          <p:nvPr/>
        </p:nvSpPr>
        <p:spPr>
          <a:xfrm>
            <a:off x="630720" y="1001520"/>
            <a:ext cx="379080" cy="397080"/>
          </a:xfrm>
          <a:custGeom>
            <a:avLst/>
            <a:gdLst/>
            <a:ahLst/>
            <a:rect l="0" t="0" r="r" b="b"/>
            <a:pathLst>
              <a:path w="1053" h="1103">
                <a:moveTo>
                  <a:pt x="166" y="1103"/>
                </a:moveTo>
                <a:lnTo>
                  <a:pt x="166" y="865"/>
                </a:lnTo>
                <a:cubicBezTo>
                  <a:pt x="113" y="818"/>
                  <a:pt x="73" y="762"/>
                  <a:pt x="44" y="698"/>
                </a:cubicBezTo>
                <a:cubicBezTo>
                  <a:pt x="15" y="634"/>
                  <a:pt x="0" y="567"/>
                  <a:pt x="0" y="496"/>
                </a:cubicBezTo>
                <a:cubicBezTo>
                  <a:pt x="0" y="358"/>
                  <a:pt x="49" y="241"/>
                  <a:pt x="145" y="145"/>
                </a:cubicBezTo>
                <a:cubicBezTo>
                  <a:pt x="242" y="48"/>
                  <a:pt x="359" y="0"/>
                  <a:pt x="496" y="0"/>
                </a:cubicBezTo>
                <a:cubicBezTo>
                  <a:pt x="611" y="0"/>
                  <a:pt x="713" y="34"/>
                  <a:pt x="802" y="101"/>
                </a:cubicBezTo>
                <a:cubicBezTo>
                  <a:pt x="891" y="169"/>
                  <a:pt x="949" y="257"/>
                  <a:pt x="976" y="365"/>
                </a:cubicBezTo>
                <a:lnTo>
                  <a:pt x="1051" y="666"/>
                </a:lnTo>
                <a:cubicBezTo>
                  <a:pt x="1055" y="678"/>
                  <a:pt x="1053" y="690"/>
                  <a:pt x="1045" y="701"/>
                </a:cubicBezTo>
                <a:cubicBezTo>
                  <a:pt x="1036" y="711"/>
                  <a:pt x="1025" y="717"/>
                  <a:pt x="1011" y="717"/>
                </a:cubicBezTo>
                <a:lnTo>
                  <a:pt x="883" y="717"/>
                </a:lnTo>
                <a:lnTo>
                  <a:pt x="883" y="910"/>
                </a:lnTo>
                <a:cubicBezTo>
                  <a:pt x="883" y="932"/>
                  <a:pt x="874" y="952"/>
                  <a:pt x="858" y="968"/>
                </a:cubicBezTo>
                <a:cubicBezTo>
                  <a:pt x="842" y="984"/>
                  <a:pt x="822" y="992"/>
                  <a:pt x="800" y="992"/>
                </a:cubicBezTo>
                <a:lnTo>
                  <a:pt x="662" y="992"/>
                </a:lnTo>
                <a:lnTo>
                  <a:pt x="662" y="1103"/>
                </a:lnTo>
                <a:lnTo>
                  <a:pt x="579" y="1103"/>
                </a:lnTo>
                <a:lnTo>
                  <a:pt x="579" y="910"/>
                </a:lnTo>
                <a:lnTo>
                  <a:pt x="800" y="910"/>
                </a:lnTo>
                <a:lnTo>
                  <a:pt x="800" y="634"/>
                </a:lnTo>
                <a:lnTo>
                  <a:pt x="958" y="634"/>
                </a:lnTo>
                <a:lnTo>
                  <a:pt x="896" y="386"/>
                </a:lnTo>
                <a:cubicBezTo>
                  <a:pt x="873" y="297"/>
                  <a:pt x="824" y="224"/>
                  <a:pt x="750" y="167"/>
                </a:cubicBezTo>
                <a:cubicBezTo>
                  <a:pt x="676" y="111"/>
                  <a:pt x="591" y="83"/>
                  <a:pt x="496" y="83"/>
                </a:cubicBezTo>
                <a:cubicBezTo>
                  <a:pt x="382" y="83"/>
                  <a:pt x="284" y="122"/>
                  <a:pt x="204" y="202"/>
                </a:cubicBezTo>
                <a:cubicBezTo>
                  <a:pt x="123" y="281"/>
                  <a:pt x="83" y="378"/>
                  <a:pt x="83" y="493"/>
                </a:cubicBezTo>
                <a:cubicBezTo>
                  <a:pt x="83" y="552"/>
                  <a:pt x="95" y="608"/>
                  <a:pt x="119" y="661"/>
                </a:cubicBezTo>
                <a:cubicBezTo>
                  <a:pt x="144" y="715"/>
                  <a:pt x="178" y="762"/>
                  <a:pt x="222" y="803"/>
                </a:cubicBezTo>
                <a:lnTo>
                  <a:pt x="248" y="828"/>
                </a:lnTo>
                <a:lnTo>
                  <a:pt x="248" y="1103"/>
                </a:lnTo>
                <a:lnTo>
                  <a:pt x="166" y="1103"/>
                </a:lnTo>
                <a:moveTo>
                  <a:pt x="454" y="697"/>
                </a:moveTo>
                <a:lnTo>
                  <a:pt x="536" y="697"/>
                </a:lnTo>
                <a:lnTo>
                  <a:pt x="541" y="637"/>
                </a:lnTo>
                <a:cubicBezTo>
                  <a:pt x="552" y="635"/>
                  <a:pt x="562" y="631"/>
                  <a:pt x="572" y="625"/>
                </a:cubicBezTo>
                <a:cubicBezTo>
                  <a:pt x="581" y="619"/>
                  <a:pt x="590" y="612"/>
                  <a:pt x="597" y="605"/>
                </a:cubicBezTo>
                <a:lnTo>
                  <a:pt x="655" y="624"/>
                </a:lnTo>
                <a:lnTo>
                  <a:pt x="694" y="558"/>
                </a:lnTo>
                <a:lnTo>
                  <a:pt x="652" y="525"/>
                </a:lnTo>
                <a:cubicBezTo>
                  <a:pt x="657" y="512"/>
                  <a:pt x="659" y="499"/>
                  <a:pt x="659" y="485"/>
                </a:cubicBezTo>
                <a:cubicBezTo>
                  <a:pt x="659" y="471"/>
                  <a:pt x="657" y="458"/>
                  <a:pt x="652" y="445"/>
                </a:cubicBezTo>
                <a:lnTo>
                  <a:pt x="694" y="412"/>
                </a:lnTo>
                <a:lnTo>
                  <a:pt x="655" y="346"/>
                </a:lnTo>
                <a:lnTo>
                  <a:pt x="597" y="365"/>
                </a:lnTo>
                <a:cubicBezTo>
                  <a:pt x="589" y="358"/>
                  <a:pt x="581" y="352"/>
                  <a:pt x="571" y="346"/>
                </a:cubicBezTo>
                <a:cubicBezTo>
                  <a:pt x="561" y="340"/>
                  <a:pt x="551" y="336"/>
                  <a:pt x="541" y="334"/>
                </a:cubicBezTo>
                <a:lnTo>
                  <a:pt x="536" y="273"/>
                </a:lnTo>
                <a:lnTo>
                  <a:pt x="454" y="273"/>
                </a:lnTo>
                <a:lnTo>
                  <a:pt x="450" y="334"/>
                </a:lnTo>
                <a:cubicBezTo>
                  <a:pt x="439" y="336"/>
                  <a:pt x="429" y="340"/>
                  <a:pt x="420" y="346"/>
                </a:cubicBezTo>
                <a:cubicBezTo>
                  <a:pt x="410" y="352"/>
                  <a:pt x="401" y="358"/>
                  <a:pt x="393" y="365"/>
                </a:cubicBezTo>
                <a:lnTo>
                  <a:pt x="335" y="346"/>
                </a:lnTo>
                <a:lnTo>
                  <a:pt x="297" y="412"/>
                </a:lnTo>
                <a:lnTo>
                  <a:pt x="338" y="445"/>
                </a:lnTo>
                <a:cubicBezTo>
                  <a:pt x="333" y="458"/>
                  <a:pt x="331" y="471"/>
                  <a:pt x="331" y="485"/>
                </a:cubicBezTo>
                <a:cubicBezTo>
                  <a:pt x="331" y="499"/>
                  <a:pt x="333" y="512"/>
                  <a:pt x="338" y="525"/>
                </a:cubicBezTo>
                <a:lnTo>
                  <a:pt x="297" y="558"/>
                </a:lnTo>
                <a:lnTo>
                  <a:pt x="335" y="624"/>
                </a:lnTo>
                <a:lnTo>
                  <a:pt x="393" y="605"/>
                </a:lnTo>
                <a:cubicBezTo>
                  <a:pt x="401" y="612"/>
                  <a:pt x="409" y="619"/>
                  <a:pt x="419" y="625"/>
                </a:cubicBezTo>
                <a:cubicBezTo>
                  <a:pt x="428" y="631"/>
                  <a:pt x="439" y="635"/>
                  <a:pt x="450" y="637"/>
                </a:cubicBezTo>
                <a:lnTo>
                  <a:pt x="454" y="697"/>
                </a:lnTo>
                <a:moveTo>
                  <a:pt x="427" y="553"/>
                </a:moveTo>
                <a:cubicBezTo>
                  <a:pt x="408" y="535"/>
                  <a:pt x="399" y="512"/>
                  <a:pt x="399" y="485"/>
                </a:cubicBezTo>
                <a:cubicBezTo>
                  <a:pt x="399" y="459"/>
                  <a:pt x="408" y="436"/>
                  <a:pt x="427" y="417"/>
                </a:cubicBezTo>
                <a:cubicBezTo>
                  <a:pt x="445" y="398"/>
                  <a:pt x="468" y="389"/>
                  <a:pt x="495" y="389"/>
                </a:cubicBezTo>
                <a:cubicBezTo>
                  <a:pt x="522" y="389"/>
                  <a:pt x="544" y="398"/>
                  <a:pt x="563" y="417"/>
                </a:cubicBezTo>
                <a:cubicBezTo>
                  <a:pt x="582" y="435"/>
                  <a:pt x="592" y="458"/>
                  <a:pt x="592" y="485"/>
                </a:cubicBezTo>
                <a:cubicBezTo>
                  <a:pt x="592" y="512"/>
                  <a:pt x="582" y="534"/>
                  <a:pt x="563" y="553"/>
                </a:cubicBezTo>
                <a:cubicBezTo>
                  <a:pt x="545" y="572"/>
                  <a:pt x="522" y="582"/>
                  <a:pt x="495" y="582"/>
                </a:cubicBezTo>
                <a:cubicBezTo>
                  <a:pt x="468" y="582"/>
                  <a:pt x="446" y="572"/>
                  <a:pt x="427" y="553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047600" y="1110600"/>
            <a:ext cx="21682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 Skills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2" name=""/>
          <p:cNvSpPr/>
          <p:nvPr/>
        </p:nvSpPr>
        <p:spPr>
          <a:xfrm>
            <a:off x="792000" y="2727000"/>
            <a:ext cx="302040" cy="241920"/>
          </a:xfrm>
          <a:custGeom>
            <a:avLst/>
            <a:gdLst/>
            <a:ahLst/>
            <a:rect l="0" t="0" r="r" b="b"/>
            <a:pathLst>
              <a:path w="839" h="672">
                <a:moveTo>
                  <a:pt x="448" y="524"/>
                </a:moveTo>
                <a:lnTo>
                  <a:pt x="540" y="460"/>
                </a:lnTo>
                <a:lnTo>
                  <a:pt x="631" y="524"/>
                </a:lnTo>
                <a:lnTo>
                  <a:pt x="597" y="413"/>
                </a:lnTo>
                <a:lnTo>
                  <a:pt x="688" y="337"/>
                </a:lnTo>
                <a:lnTo>
                  <a:pt x="577" y="337"/>
                </a:lnTo>
                <a:lnTo>
                  <a:pt x="540" y="228"/>
                </a:lnTo>
                <a:lnTo>
                  <a:pt x="503" y="337"/>
                </a:lnTo>
                <a:lnTo>
                  <a:pt x="392" y="337"/>
                </a:lnTo>
                <a:lnTo>
                  <a:pt x="483" y="413"/>
                </a:lnTo>
                <a:lnTo>
                  <a:pt x="448" y="524"/>
                </a:lnTo>
                <a:moveTo>
                  <a:pt x="63" y="672"/>
                </a:moveTo>
                <a:cubicBezTo>
                  <a:pt x="46" y="672"/>
                  <a:pt x="31" y="665"/>
                  <a:pt x="19" y="652"/>
                </a:cubicBezTo>
                <a:cubicBezTo>
                  <a:pt x="6" y="639"/>
                  <a:pt x="0" y="625"/>
                  <a:pt x="0" y="609"/>
                </a:cubicBezTo>
                <a:lnTo>
                  <a:pt x="0" y="63"/>
                </a:lnTo>
                <a:cubicBezTo>
                  <a:pt x="0" y="47"/>
                  <a:pt x="6" y="33"/>
                  <a:pt x="19" y="20"/>
                </a:cubicBezTo>
                <a:cubicBezTo>
                  <a:pt x="31" y="7"/>
                  <a:pt x="46" y="0"/>
                  <a:pt x="63" y="0"/>
                </a:cubicBezTo>
                <a:lnTo>
                  <a:pt x="357" y="0"/>
                </a:lnTo>
                <a:lnTo>
                  <a:pt x="420" y="63"/>
                </a:lnTo>
                <a:lnTo>
                  <a:pt x="776" y="63"/>
                </a:lnTo>
                <a:cubicBezTo>
                  <a:pt x="792" y="63"/>
                  <a:pt x="807" y="70"/>
                  <a:pt x="819" y="83"/>
                </a:cubicBezTo>
                <a:cubicBezTo>
                  <a:pt x="832" y="96"/>
                  <a:pt x="839" y="110"/>
                  <a:pt x="839" y="126"/>
                </a:cubicBezTo>
                <a:lnTo>
                  <a:pt x="839" y="609"/>
                </a:lnTo>
                <a:cubicBezTo>
                  <a:pt x="839" y="625"/>
                  <a:pt x="832" y="639"/>
                  <a:pt x="819" y="652"/>
                </a:cubicBezTo>
                <a:cubicBezTo>
                  <a:pt x="807" y="665"/>
                  <a:pt x="792" y="672"/>
                  <a:pt x="776" y="672"/>
                </a:cubicBezTo>
                <a:lnTo>
                  <a:pt x="63" y="672"/>
                </a:lnTo>
                <a:moveTo>
                  <a:pt x="63" y="609"/>
                </a:moveTo>
                <a:lnTo>
                  <a:pt x="776" y="609"/>
                </a:lnTo>
                <a:lnTo>
                  <a:pt x="776" y="126"/>
                </a:lnTo>
                <a:lnTo>
                  <a:pt x="394" y="126"/>
                </a:lnTo>
                <a:lnTo>
                  <a:pt x="331" y="63"/>
                </a:lnTo>
                <a:lnTo>
                  <a:pt x="63" y="63"/>
                </a:lnTo>
                <a:lnTo>
                  <a:pt x="63" y="60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571320" y="1841040"/>
            <a:ext cx="7773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エージェントに特定の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「能力」をパッケージとして追加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できる仕組みです。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1123920" y="2856600"/>
            <a:ext cx="3240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.agent/skills/code-review/SKILL.md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42840" y="33498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---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42840" y="3568680"/>
            <a:ext cx="1555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name: code-review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942840" y="3797280"/>
            <a:ext cx="1189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description: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2131560" y="3794040"/>
            <a:ext cx="198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コードの品質レビューを行う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942840" y="401652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942840" y="42451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125720" y="4241520"/>
            <a:ext cx="1372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コードレビュー手順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942840" y="44640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1.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217160" y="4460760"/>
            <a:ext cx="1677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指定ファイルを読み込む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942840" y="46926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2.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217160" y="4689360"/>
            <a:ext cx="1829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セキュリティ脆弱性を確認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42840" y="491184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3.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217160" y="4908600"/>
            <a:ext cx="2439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変数名・パフォーマンスをチェック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3485160" y="5593680"/>
            <a:ext cx="5186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@code-review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して」と頼むだけで実行されます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3" name=""/>
          <p:cNvSpPr/>
          <p:nvPr/>
        </p:nvSpPr>
        <p:spPr>
          <a:xfrm>
            <a:off x="571320" y="18572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4" name=""/>
          <p:cNvSpPr/>
          <p:nvPr/>
        </p:nvSpPr>
        <p:spPr>
          <a:xfrm>
            <a:off x="591120" y="1307880"/>
            <a:ext cx="437040" cy="317880"/>
          </a:xfrm>
          <a:custGeom>
            <a:avLst/>
            <a:gdLst/>
            <a:ahLst/>
            <a:rect l="0" t="0" r="r" b="b"/>
            <a:pathLst>
              <a:path w="1214" h="883">
                <a:moveTo>
                  <a:pt x="690" y="525"/>
                </a:moveTo>
                <a:cubicBezTo>
                  <a:pt x="644" y="525"/>
                  <a:pt x="605" y="509"/>
                  <a:pt x="573" y="477"/>
                </a:cubicBezTo>
                <a:cubicBezTo>
                  <a:pt x="541" y="444"/>
                  <a:pt x="525" y="405"/>
                  <a:pt x="525" y="359"/>
                </a:cubicBezTo>
                <a:cubicBezTo>
                  <a:pt x="525" y="312"/>
                  <a:pt x="541" y="273"/>
                  <a:pt x="573" y="241"/>
                </a:cubicBezTo>
                <a:cubicBezTo>
                  <a:pt x="605" y="209"/>
                  <a:pt x="644" y="193"/>
                  <a:pt x="690" y="193"/>
                </a:cubicBezTo>
                <a:cubicBezTo>
                  <a:pt x="736" y="193"/>
                  <a:pt x="775" y="209"/>
                  <a:pt x="807" y="241"/>
                </a:cubicBezTo>
                <a:cubicBezTo>
                  <a:pt x="839" y="273"/>
                  <a:pt x="856" y="312"/>
                  <a:pt x="856" y="359"/>
                </a:cubicBezTo>
                <a:cubicBezTo>
                  <a:pt x="856" y="405"/>
                  <a:pt x="839" y="444"/>
                  <a:pt x="807" y="477"/>
                </a:cubicBezTo>
                <a:cubicBezTo>
                  <a:pt x="775" y="509"/>
                  <a:pt x="736" y="525"/>
                  <a:pt x="690" y="525"/>
                </a:cubicBezTo>
                <a:moveTo>
                  <a:pt x="249" y="718"/>
                </a:moveTo>
                <a:cubicBezTo>
                  <a:pt x="226" y="718"/>
                  <a:pt x="207" y="710"/>
                  <a:pt x="191" y="693"/>
                </a:cubicBezTo>
                <a:cubicBezTo>
                  <a:pt x="174" y="677"/>
                  <a:pt x="165" y="658"/>
                  <a:pt x="165" y="635"/>
                </a:cubicBezTo>
                <a:lnTo>
                  <a:pt x="165" y="83"/>
                </a:lnTo>
                <a:cubicBezTo>
                  <a:pt x="165" y="60"/>
                  <a:pt x="174" y="41"/>
                  <a:pt x="191" y="24"/>
                </a:cubicBezTo>
                <a:cubicBezTo>
                  <a:pt x="207" y="8"/>
                  <a:pt x="226" y="0"/>
                  <a:pt x="249" y="0"/>
                </a:cubicBezTo>
                <a:lnTo>
                  <a:pt x="1131" y="0"/>
                </a:lnTo>
                <a:cubicBezTo>
                  <a:pt x="1154" y="0"/>
                  <a:pt x="1173" y="8"/>
                  <a:pt x="1190" y="24"/>
                </a:cubicBezTo>
                <a:cubicBezTo>
                  <a:pt x="1206" y="41"/>
                  <a:pt x="1214" y="60"/>
                  <a:pt x="1214" y="83"/>
                </a:cubicBezTo>
                <a:lnTo>
                  <a:pt x="1214" y="635"/>
                </a:lnTo>
                <a:cubicBezTo>
                  <a:pt x="1214" y="658"/>
                  <a:pt x="1206" y="677"/>
                  <a:pt x="1190" y="693"/>
                </a:cubicBezTo>
                <a:cubicBezTo>
                  <a:pt x="1173" y="710"/>
                  <a:pt x="1154" y="718"/>
                  <a:pt x="1131" y="718"/>
                </a:cubicBezTo>
                <a:lnTo>
                  <a:pt x="249" y="718"/>
                </a:lnTo>
                <a:moveTo>
                  <a:pt x="387" y="635"/>
                </a:moveTo>
                <a:lnTo>
                  <a:pt x="993" y="635"/>
                </a:lnTo>
                <a:cubicBezTo>
                  <a:pt x="993" y="596"/>
                  <a:pt x="1007" y="564"/>
                  <a:pt x="1033" y="537"/>
                </a:cubicBezTo>
                <a:cubicBezTo>
                  <a:pt x="1060" y="511"/>
                  <a:pt x="1093" y="497"/>
                  <a:pt x="1131" y="497"/>
                </a:cubicBezTo>
                <a:lnTo>
                  <a:pt x="1131" y="221"/>
                </a:lnTo>
                <a:cubicBezTo>
                  <a:pt x="1093" y="221"/>
                  <a:pt x="1060" y="207"/>
                  <a:pt x="1033" y="181"/>
                </a:cubicBezTo>
                <a:cubicBezTo>
                  <a:pt x="1007" y="154"/>
                  <a:pt x="993" y="121"/>
                  <a:pt x="993" y="83"/>
                </a:cubicBezTo>
                <a:lnTo>
                  <a:pt x="387" y="83"/>
                </a:lnTo>
                <a:cubicBezTo>
                  <a:pt x="387" y="121"/>
                  <a:pt x="374" y="154"/>
                  <a:pt x="347" y="181"/>
                </a:cubicBezTo>
                <a:cubicBezTo>
                  <a:pt x="320" y="207"/>
                  <a:pt x="288" y="221"/>
                  <a:pt x="249" y="221"/>
                </a:cubicBezTo>
                <a:lnTo>
                  <a:pt x="249" y="497"/>
                </a:lnTo>
                <a:cubicBezTo>
                  <a:pt x="288" y="497"/>
                  <a:pt x="320" y="511"/>
                  <a:pt x="347" y="537"/>
                </a:cubicBezTo>
                <a:cubicBezTo>
                  <a:pt x="374" y="564"/>
                  <a:pt x="387" y="596"/>
                  <a:pt x="387" y="635"/>
                </a:cubicBezTo>
                <a:moveTo>
                  <a:pt x="1048" y="883"/>
                </a:moveTo>
                <a:lnTo>
                  <a:pt x="83" y="883"/>
                </a:lnTo>
                <a:cubicBezTo>
                  <a:pt x="60" y="883"/>
                  <a:pt x="41" y="875"/>
                  <a:pt x="24" y="859"/>
                </a:cubicBezTo>
                <a:cubicBezTo>
                  <a:pt x="8" y="843"/>
                  <a:pt x="0" y="823"/>
                  <a:pt x="0" y="800"/>
                </a:cubicBezTo>
                <a:lnTo>
                  <a:pt x="0" y="165"/>
                </a:lnTo>
                <a:lnTo>
                  <a:pt x="83" y="165"/>
                </a:lnTo>
                <a:lnTo>
                  <a:pt x="83" y="800"/>
                </a:lnTo>
                <a:lnTo>
                  <a:pt x="1048" y="800"/>
                </a:lnTo>
                <a:lnTo>
                  <a:pt x="1048" y="883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5" name=""/>
          <p:cNvSpPr/>
          <p:nvPr/>
        </p:nvSpPr>
        <p:spPr>
          <a:xfrm>
            <a:off x="414360" y="1947600"/>
            <a:ext cx="3926160" cy="3383640"/>
          </a:xfrm>
          <a:custGeom>
            <a:avLst/>
            <a:gdLst/>
            <a:ahLst/>
            <a:rect l="0" t="0" r="r" b="b"/>
            <a:pathLst>
              <a:path w="10906" h="9399">
                <a:moveTo>
                  <a:pt x="436" y="675"/>
                </a:moveTo>
                <a:lnTo>
                  <a:pt x="436" y="8559"/>
                </a:lnTo>
                <a:cubicBezTo>
                  <a:pt x="436" y="8602"/>
                  <a:pt x="444" y="8642"/>
                  <a:pt x="460" y="8681"/>
                </a:cubicBezTo>
                <a:cubicBezTo>
                  <a:pt x="476" y="8721"/>
                  <a:pt x="499" y="8755"/>
                  <a:pt x="529" y="8785"/>
                </a:cubicBezTo>
                <a:cubicBezTo>
                  <a:pt x="559" y="8815"/>
                  <a:pt x="593" y="8838"/>
                  <a:pt x="632" y="8854"/>
                </a:cubicBezTo>
                <a:cubicBezTo>
                  <a:pt x="671" y="8870"/>
                  <a:pt x="711" y="8878"/>
                  <a:pt x="753" y="8878"/>
                </a:cubicBezTo>
                <a:lnTo>
                  <a:pt x="10147" y="8878"/>
                </a:lnTo>
                <a:cubicBezTo>
                  <a:pt x="10189" y="8878"/>
                  <a:pt x="10230" y="8870"/>
                  <a:pt x="10269" y="8854"/>
                </a:cubicBezTo>
                <a:cubicBezTo>
                  <a:pt x="10308" y="8838"/>
                  <a:pt x="10342" y="8815"/>
                  <a:pt x="10372" y="8785"/>
                </a:cubicBezTo>
                <a:cubicBezTo>
                  <a:pt x="10401" y="8755"/>
                  <a:pt x="10424" y="8721"/>
                  <a:pt x="10441" y="8681"/>
                </a:cubicBezTo>
                <a:cubicBezTo>
                  <a:pt x="10457" y="8642"/>
                  <a:pt x="10465" y="8602"/>
                  <a:pt x="10465" y="8559"/>
                </a:cubicBezTo>
                <a:lnTo>
                  <a:pt x="10465" y="675"/>
                </a:lnTo>
                <a:cubicBezTo>
                  <a:pt x="10465" y="633"/>
                  <a:pt x="10457" y="592"/>
                  <a:pt x="10441" y="553"/>
                </a:cubicBezTo>
                <a:cubicBezTo>
                  <a:pt x="10424" y="515"/>
                  <a:pt x="10401" y="480"/>
                  <a:pt x="10372" y="450"/>
                </a:cubicBezTo>
                <a:cubicBezTo>
                  <a:pt x="10342" y="421"/>
                  <a:pt x="10308" y="398"/>
                  <a:pt x="10269" y="382"/>
                </a:cubicBezTo>
                <a:cubicBezTo>
                  <a:pt x="10230" y="365"/>
                  <a:pt x="10189" y="357"/>
                  <a:pt x="10147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2"/>
                </a:cubicBezTo>
                <a:cubicBezTo>
                  <a:pt x="593" y="398"/>
                  <a:pt x="559" y="421"/>
                  <a:pt x="529" y="450"/>
                </a:cubicBezTo>
                <a:cubicBezTo>
                  <a:pt x="499" y="480"/>
                  <a:pt x="476" y="515"/>
                  <a:pt x="460" y="553"/>
                </a:cubicBezTo>
                <a:cubicBezTo>
                  <a:pt x="444" y="592"/>
                  <a:pt x="436" y="633"/>
                  <a:pt x="436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6" name=""/>
          <p:cNvSpPr/>
          <p:nvPr/>
        </p:nvSpPr>
        <p:spPr>
          <a:xfrm>
            <a:off x="58068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5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50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7" name=""/>
          <p:cNvSpPr/>
          <p:nvPr/>
        </p:nvSpPr>
        <p:spPr>
          <a:xfrm>
            <a:off x="58068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5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50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8" name=""/>
          <p:cNvSpPr/>
          <p:nvPr/>
        </p:nvSpPr>
        <p:spPr>
          <a:xfrm>
            <a:off x="2092320" y="2279520"/>
            <a:ext cx="533520" cy="528480"/>
          </a:xfrm>
          <a:custGeom>
            <a:avLst/>
            <a:gdLst/>
            <a:ahLst/>
            <a:rect l="0" t="0" r="r" b="b"/>
            <a:pathLst>
              <a:path w="1482" h="1468">
                <a:moveTo>
                  <a:pt x="1069" y="749"/>
                </a:moveTo>
                <a:lnTo>
                  <a:pt x="779" y="467"/>
                </a:lnTo>
                <a:cubicBezTo>
                  <a:pt x="745" y="434"/>
                  <a:pt x="715" y="398"/>
                  <a:pt x="692" y="358"/>
                </a:cubicBezTo>
                <a:cubicBezTo>
                  <a:pt x="668" y="318"/>
                  <a:pt x="656" y="275"/>
                  <a:pt x="656" y="227"/>
                </a:cubicBezTo>
                <a:cubicBezTo>
                  <a:pt x="656" y="165"/>
                  <a:pt x="676" y="112"/>
                  <a:pt x="717" y="67"/>
                </a:cubicBezTo>
                <a:cubicBezTo>
                  <a:pt x="759" y="22"/>
                  <a:pt x="810" y="0"/>
                  <a:pt x="872" y="0"/>
                </a:cubicBezTo>
                <a:cubicBezTo>
                  <a:pt x="912" y="0"/>
                  <a:pt x="948" y="10"/>
                  <a:pt x="981" y="31"/>
                </a:cubicBezTo>
                <a:cubicBezTo>
                  <a:pt x="1014" y="51"/>
                  <a:pt x="1044" y="77"/>
                  <a:pt x="1069" y="107"/>
                </a:cubicBezTo>
                <a:cubicBezTo>
                  <a:pt x="1095" y="77"/>
                  <a:pt x="1125" y="51"/>
                  <a:pt x="1158" y="31"/>
                </a:cubicBezTo>
                <a:cubicBezTo>
                  <a:pt x="1191" y="10"/>
                  <a:pt x="1227" y="0"/>
                  <a:pt x="1267" y="0"/>
                </a:cubicBezTo>
                <a:cubicBezTo>
                  <a:pt x="1328" y="0"/>
                  <a:pt x="1379" y="22"/>
                  <a:pt x="1420" y="67"/>
                </a:cubicBezTo>
                <a:cubicBezTo>
                  <a:pt x="1462" y="112"/>
                  <a:pt x="1482" y="165"/>
                  <a:pt x="1482" y="227"/>
                </a:cubicBezTo>
                <a:cubicBezTo>
                  <a:pt x="1482" y="275"/>
                  <a:pt x="1470" y="318"/>
                  <a:pt x="1446" y="358"/>
                </a:cubicBezTo>
                <a:cubicBezTo>
                  <a:pt x="1422" y="397"/>
                  <a:pt x="1393" y="434"/>
                  <a:pt x="1359" y="467"/>
                </a:cubicBezTo>
                <a:lnTo>
                  <a:pt x="1069" y="749"/>
                </a:lnTo>
                <a:moveTo>
                  <a:pt x="1069" y="602"/>
                </a:moveTo>
                <a:lnTo>
                  <a:pt x="1281" y="392"/>
                </a:lnTo>
                <a:cubicBezTo>
                  <a:pt x="1305" y="369"/>
                  <a:pt x="1327" y="344"/>
                  <a:pt x="1346" y="318"/>
                </a:cubicBezTo>
                <a:cubicBezTo>
                  <a:pt x="1366" y="291"/>
                  <a:pt x="1376" y="261"/>
                  <a:pt x="1376" y="227"/>
                </a:cubicBezTo>
                <a:cubicBezTo>
                  <a:pt x="1376" y="194"/>
                  <a:pt x="1366" y="166"/>
                  <a:pt x="1345" y="142"/>
                </a:cubicBezTo>
                <a:cubicBezTo>
                  <a:pt x="1325" y="118"/>
                  <a:pt x="1299" y="106"/>
                  <a:pt x="1267" y="106"/>
                </a:cubicBezTo>
                <a:cubicBezTo>
                  <a:pt x="1243" y="106"/>
                  <a:pt x="1222" y="112"/>
                  <a:pt x="1202" y="125"/>
                </a:cubicBezTo>
                <a:cubicBezTo>
                  <a:pt x="1182" y="138"/>
                  <a:pt x="1164" y="154"/>
                  <a:pt x="1149" y="173"/>
                </a:cubicBezTo>
                <a:lnTo>
                  <a:pt x="1069" y="271"/>
                </a:lnTo>
                <a:lnTo>
                  <a:pt x="990" y="173"/>
                </a:lnTo>
                <a:cubicBezTo>
                  <a:pt x="975" y="154"/>
                  <a:pt x="957" y="138"/>
                  <a:pt x="937" y="125"/>
                </a:cubicBezTo>
                <a:cubicBezTo>
                  <a:pt x="917" y="112"/>
                  <a:pt x="895" y="106"/>
                  <a:pt x="872" y="106"/>
                </a:cubicBezTo>
                <a:cubicBezTo>
                  <a:pt x="839" y="106"/>
                  <a:pt x="813" y="118"/>
                  <a:pt x="792" y="142"/>
                </a:cubicBezTo>
                <a:cubicBezTo>
                  <a:pt x="772" y="166"/>
                  <a:pt x="762" y="194"/>
                  <a:pt x="762" y="227"/>
                </a:cubicBezTo>
                <a:cubicBezTo>
                  <a:pt x="762" y="261"/>
                  <a:pt x="771" y="291"/>
                  <a:pt x="791" y="318"/>
                </a:cubicBezTo>
                <a:cubicBezTo>
                  <a:pt x="811" y="344"/>
                  <a:pt x="833" y="369"/>
                  <a:pt x="858" y="392"/>
                </a:cubicBezTo>
                <a:lnTo>
                  <a:pt x="1069" y="602"/>
                </a:lnTo>
                <a:moveTo>
                  <a:pt x="379" y="1200"/>
                </a:moveTo>
                <a:lnTo>
                  <a:pt x="921" y="1359"/>
                </a:lnTo>
                <a:lnTo>
                  <a:pt x="1359" y="1221"/>
                </a:lnTo>
                <a:cubicBezTo>
                  <a:pt x="1359" y="1198"/>
                  <a:pt x="1350" y="1178"/>
                  <a:pt x="1331" y="1162"/>
                </a:cubicBezTo>
                <a:cubicBezTo>
                  <a:pt x="1313" y="1147"/>
                  <a:pt x="1292" y="1139"/>
                  <a:pt x="1267" y="1139"/>
                </a:cubicBezTo>
                <a:lnTo>
                  <a:pt x="898" y="1139"/>
                </a:lnTo>
                <a:cubicBezTo>
                  <a:pt x="880" y="1139"/>
                  <a:pt x="861" y="1137"/>
                  <a:pt x="842" y="1134"/>
                </a:cubicBezTo>
                <a:cubicBezTo>
                  <a:pt x="824" y="1131"/>
                  <a:pt x="806" y="1127"/>
                  <a:pt x="788" y="1121"/>
                </a:cubicBezTo>
                <a:lnTo>
                  <a:pt x="619" y="1070"/>
                </a:lnTo>
                <a:lnTo>
                  <a:pt x="652" y="962"/>
                </a:lnTo>
                <a:lnTo>
                  <a:pt x="818" y="1019"/>
                </a:lnTo>
                <a:cubicBezTo>
                  <a:pt x="831" y="1023"/>
                  <a:pt x="844" y="1027"/>
                  <a:pt x="859" y="1029"/>
                </a:cubicBezTo>
                <a:cubicBezTo>
                  <a:pt x="872" y="1032"/>
                  <a:pt x="885" y="1033"/>
                  <a:pt x="898" y="1033"/>
                </a:cubicBezTo>
                <a:lnTo>
                  <a:pt x="997" y="1033"/>
                </a:lnTo>
                <a:cubicBezTo>
                  <a:pt x="997" y="1008"/>
                  <a:pt x="989" y="987"/>
                  <a:pt x="972" y="968"/>
                </a:cubicBezTo>
                <a:cubicBezTo>
                  <a:pt x="956" y="950"/>
                  <a:pt x="936" y="936"/>
                  <a:pt x="912" y="927"/>
                </a:cubicBezTo>
                <a:lnTo>
                  <a:pt x="527" y="780"/>
                </a:lnTo>
                <a:lnTo>
                  <a:pt x="379" y="780"/>
                </a:lnTo>
                <a:lnTo>
                  <a:pt x="379" y="1200"/>
                </a:lnTo>
                <a:moveTo>
                  <a:pt x="0" y="1412"/>
                </a:moveTo>
                <a:lnTo>
                  <a:pt x="0" y="675"/>
                </a:lnTo>
                <a:lnTo>
                  <a:pt x="525" y="675"/>
                </a:lnTo>
                <a:cubicBezTo>
                  <a:pt x="531" y="675"/>
                  <a:pt x="538" y="675"/>
                  <a:pt x="544" y="676"/>
                </a:cubicBezTo>
                <a:cubicBezTo>
                  <a:pt x="550" y="678"/>
                  <a:pt x="556" y="679"/>
                  <a:pt x="562" y="682"/>
                </a:cubicBezTo>
                <a:lnTo>
                  <a:pt x="948" y="826"/>
                </a:lnTo>
                <a:cubicBezTo>
                  <a:pt x="992" y="843"/>
                  <a:pt x="1030" y="869"/>
                  <a:pt x="1061" y="906"/>
                </a:cubicBezTo>
                <a:cubicBezTo>
                  <a:pt x="1093" y="942"/>
                  <a:pt x="1108" y="985"/>
                  <a:pt x="1108" y="1033"/>
                </a:cubicBezTo>
                <a:lnTo>
                  <a:pt x="1267" y="1033"/>
                </a:lnTo>
                <a:cubicBezTo>
                  <a:pt x="1327" y="1033"/>
                  <a:pt x="1378" y="1054"/>
                  <a:pt x="1419" y="1098"/>
                </a:cubicBezTo>
                <a:cubicBezTo>
                  <a:pt x="1461" y="1142"/>
                  <a:pt x="1482" y="1193"/>
                  <a:pt x="1482" y="1253"/>
                </a:cubicBezTo>
                <a:lnTo>
                  <a:pt x="1482" y="1299"/>
                </a:lnTo>
                <a:lnTo>
                  <a:pt x="930" y="1468"/>
                </a:lnTo>
                <a:lnTo>
                  <a:pt x="379" y="1311"/>
                </a:lnTo>
                <a:lnTo>
                  <a:pt x="379" y="1412"/>
                </a:lnTo>
                <a:lnTo>
                  <a:pt x="0" y="1412"/>
                </a:lnTo>
                <a:moveTo>
                  <a:pt x="105" y="1306"/>
                </a:moveTo>
                <a:lnTo>
                  <a:pt x="271" y="1306"/>
                </a:lnTo>
                <a:lnTo>
                  <a:pt x="271" y="780"/>
                </a:lnTo>
                <a:lnTo>
                  <a:pt x="105" y="780"/>
                </a:lnTo>
                <a:lnTo>
                  <a:pt x="105" y="1306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047600" y="1377360"/>
            <a:ext cx="192708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料金プラン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171160" y="3180240"/>
            <a:ext cx="403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2146320" y="353628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無料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578600" y="4032360"/>
            <a:ext cx="1569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（制限あり）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614600" y="4241880"/>
            <a:ext cx="1490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（月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50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枚）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4" name=""/>
          <p:cNvSpPr/>
          <p:nvPr/>
        </p:nvSpPr>
        <p:spPr>
          <a:xfrm>
            <a:off x="4136040" y="1947600"/>
            <a:ext cx="3920040" cy="3383640"/>
          </a:xfrm>
          <a:custGeom>
            <a:avLst/>
            <a:gdLst/>
            <a:ahLst/>
            <a:rect l="0" t="0" r="r" b="b"/>
            <a:pathLst>
              <a:path w="10889" h="9399">
                <a:moveTo>
                  <a:pt x="443" y="675"/>
                </a:moveTo>
                <a:lnTo>
                  <a:pt x="443" y="8559"/>
                </a:lnTo>
                <a:cubicBezTo>
                  <a:pt x="443" y="8602"/>
                  <a:pt x="451" y="8642"/>
                  <a:pt x="467" y="8681"/>
                </a:cubicBezTo>
                <a:cubicBezTo>
                  <a:pt x="483" y="8721"/>
                  <a:pt x="506" y="8755"/>
                  <a:pt x="536" y="8785"/>
                </a:cubicBezTo>
                <a:cubicBezTo>
                  <a:pt x="566" y="8815"/>
                  <a:pt x="600" y="8838"/>
                  <a:pt x="639" y="8854"/>
                </a:cubicBezTo>
                <a:cubicBezTo>
                  <a:pt x="678" y="8870"/>
                  <a:pt x="719" y="8878"/>
                  <a:pt x="761" y="8878"/>
                </a:cubicBezTo>
                <a:lnTo>
                  <a:pt x="10128" y="8878"/>
                </a:lnTo>
                <a:cubicBezTo>
                  <a:pt x="10170" y="8878"/>
                  <a:pt x="10211" y="8870"/>
                  <a:pt x="10249" y="8854"/>
                </a:cubicBezTo>
                <a:cubicBezTo>
                  <a:pt x="10288" y="8838"/>
                  <a:pt x="10323" y="8815"/>
                  <a:pt x="10352" y="8785"/>
                </a:cubicBezTo>
                <a:cubicBezTo>
                  <a:pt x="10382" y="8755"/>
                  <a:pt x="10405" y="8721"/>
                  <a:pt x="10421" y="8681"/>
                </a:cubicBezTo>
                <a:cubicBezTo>
                  <a:pt x="10437" y="8642"/>
                  <a:pt x="10445" y="8602"/>
                  <a:pt x="10445" y="8559"/>
                </a:cubicBezTo>
                <a:lnTo>
                  <a:pt x="10445" y="675"/>
                </a:lnTo>
                <a:cubicBezTo>
                  <a:pt x="10445" y="633"/>
                  <a:pt x="10437" y="592"/>
                  <a:pt x="10421" y="553"/>
                </a:cubicBezTo>
                <a:cubicBezTo>
                  <a:pt x="10405" y="515"/>
                  <a:pt x="10382" y="480"/>
                  <a:pt x="10352" y="450"/>
                </a:cubicBezTo>
                <a:cubicBezTo>
                  <a:pt x="10323" y="421"/>
                  <a:pt x="10288" y="398"/>
                  <a:pt x="10249" y="382"/>
                </a:cubicBezTo>
                <a:cubicBezTo>
                  <a:pt x="10211" y="365"/>
                  <a:pt x="10170" y="357"/>
                  <a:pt x="10128" y="357"/>
                </a:cubicBezTo>
                <a:lnTo>
                  <a:pt x="761" y="357"/>
                </a:lnTo>
                <a:cubicBezTo>
                  <a:pt x="719" y="357"/>
                  <a:pt x="678" y="365"/>
                  <a:pt x="639" y="382"/>
                </a:cubicBezTo>
                <a:cubicBezTo>
                  <a:pt x="600" y="398"/>
                  <a:pt x="566" y="421"/>
                  <a:pt x="536" y="450"/>
                </a:cubicBezTo>
                <a:cubicBezTo>
                  <a:pt x="506" y="480"/>
                  <a:pt x="483" y="515"/>
                  <a:pt x="467" y="553"/>
                </a:cubicBezTo>
                <a:cubicBezTo>
                  <a:pt x="451" y="592"/>
                  <a:pt x="443" y="633"/>
                  <a:pt x="443" y="675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15" name=""/>
          <p:cNvSpPr/>
          <p:nvPr/>
        </p:nvSpPr>
        <p:spPr>
          <a:xfrm>
            <a:off x="4305240" y="2085840"/>
            <a:ext cx="3581640" cy="3048480"/>
          </a:xfrm>
          <a:custGeom>
            <a:avLst/>
            <a:gdLst/>
            <a:ahLst/>
            <a:rect l="0" t="0" r="r" b="b"/>
            <a:pathLst>
              <a:path w="9949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8176"/>
                </a:lnTo>
                <a:cubicBezTo>
                  <a:pt x="9949" y="8196"/>
                  <a:pt x="9947" y="8215"/>
                  <a:pt x="9943" y="8233"/>
                </a:cubicBezTo>
                <a:cubicBezTo>
                  <a:pt x="9940" y="8252"/>
                  <a:pt x="9934" y="8270"/>
                  <a:pt x="9927" y="8288"/>
                </a:cubicBezTo>
                <a:cubicBezTo>
                  <a:pt x="9920" y="8306"/>
                  <a:pt x="9911" y="8322"/>
                  <a:pt x="9900" y="8338"/>
                </a:cubicBezTo>
                <a:cubicBezTo>
                  <a:pt x="9889" y="8354"/>
                  <a:pt x="9877" y="8369"/>
                  <a:pt x="9864" y="8382"/>
                </a:cubicBezTo>
                <a:cubicBezTo>
                  <a:pt x="9850" y="8396"/>
                  <a:pt x="9836" y="8408"/>
                  <a:pt x="9820" y="8418"/>
                </a:cubicBezTo>
                <a:cubicBezTo>
                  <a:pt x="9804" y="8429"/>
                  <a:pt x="9787" y="8438"/>
                  <a:pt x="9769" y="8445"/>
                </a:cubicBezTo>
                <a:cubicBezTo>
                  <a:pt x="9752" y="8453"/>
                  <a:pt x="9733" y="8458"/>
                  <a:pt x="9715" y="8462"/>
                </a:cubicBezTo>
                <a:cubicBezTo>
                  <a:pt x="9696" y="8466"/>
                  <a:pt x="9677" y="8468"/>
                  <a:pt x="9658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4" y="8462"/>
                </a:cubicBezTo>
                <a:cubicBezTo>
                  <a:pt x="215" y="8458"/>
                  <a:pt x="197" y="8453"/>
                  <a:pt x="179" y="8445"/>
                </a:cubicBezTo>
                <a:cubicBezTo>
                  <a:pt x="162" y="8438"/>
                  <a:pt x="145" y="8429"/>
                  <a:pt x="129" y="8418"/>
                </a:cubicBezTo>
                <a:cubicBezTo>
                  <a:pt x="113" y="8408"/>
                  <a:pt x="98" y="8396"/>
                  <a:pt x="85" y="8382"/>
                </a:cubicBezTo>
                <a:cubicBezTo>
                  <a:pt x="71" y="8369"/>
                  <a:pt x="59" y="8354"/>
                  <a:pt x="49" y="8338"/>
                </a:cubicBezTo>
                <a:cubicBezTo>
                  <a:pt x="38" y="8322"/>
                  <a:pt x="29" y="8306"/>
                  <a:pt x="22" y="8288"/>
                </a:cubicBezTo>
                <a:cubicBezTo>
                  <a:pt x="15" y="8270"/>
                  <a:pt x="9" y="8252"/>
                  <a:pt x="5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6" name=""/>
          <p:cNvSpPr/>
          <p:nvPr/>
        </p:nvSpPr>
        <p:spPr>
          <a:xfrm>
            <a:off x="4305240" y="2085840"/>
            <a:ext cx="3581640" cy="3048480"/>
          </a:xfrm>
          <a:custGeom>
            <a:avLst/>
            <a:gdLst/>
            <a:ahLst/>
            <a:rect l="0" t="0" r="r" b="b"/>
            <a:pathLst>
              <a:path w="9949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8176"/>
                </a:lnTo>
                <a:cubicBezTo>
                  <a:pt x="9949" y="8196"/>
                  <a:pt x="9947" y="8215"/>
                  <a:pt x="9943" y="8233"/>
                </a:cubicBezTo>
                <a:cubicBezTo>
                  <a:pt x="9940" y="8252"/>
                  <a:pt x="9934" y="8270"/>
                  <a:pt x="9927" y="8288"/>
                </a:cubicBezTo>
                <a:cubicBezTo>
                  <a:pt x="9920" y="8306"/>
                  <a:pt x="9911" y="8322"/>
                  <a:pt x="9900" y="8338"/>
                </a:cubicBezTo>
                <a:cubicBezTo>
                  <a:pt x="9889" y="8354"/>
                  <a:pt x="9877" y="8369"/>
                  <a:pt x="9864" y="8382"/>
                </a:cubicBezTo>
                <a:cubicBezTo>
                  <a:pt x="9850" y="8396"/>
                  <a:pt x="9836" y="8408"/>
                  <a:pt x="9820" y="8418"/>
                </a:cubicBezTo>
                <a:cubicBezTo>
                  <a:pt x="9804" y="8429"/>
                  <a:pt x="9787" y="8438"/>
                  <a:pt x="9769" y="8445"/>
                </a:cubicBezTo>
                <a:cubicBezTo>
                  <a:pt x="9752" y="8453"/>
                  <a:pt x="9733" y="8458"/>
                  <a:pt x="9715" y="8462"/>
                </a:cubicBezTo>
                <a:cubicBezTo>
                  <a:pt x="9696" y="8466"/>
                  <a:pt x="9677" y="8468"/>
                  <a:pt x="9658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4" y="8462"/>
                </a:cubicBezTo>
                <a:cubicBezTo>
                  <a:pt x="215" y="8458"/>
                  <a:pt x="197" y="8453"/>
                  <a:pt x="179" y="8445"/>
                </a:cubicBezTo>
                <a:cubicBezTo>
                  <a:pt x="162" y="8438"/>
                  <a:pt x="145" y="8429"/>
                  <a:pt x="129" y="8418"/>
                </a:cubicBezTo>
                <a:cubicBezTo>
                  <a:pt x="113" y="8408"/>
                  <a:pt x="98" y="8396"/>
                  <a:pt x="85" y="8382"/>
                </a:cubicBezTo>
                <a:cubicBezTo>
                  <a:pt x="71" y="8369"/>
                  <a:pt x="59" y="8354"/>
                  <a:pt x="49" y="8338"/>
                </a:cubicBezTo>
                <a:cubicBezTo>
                  <a:pt x="38" y="8322"/>
                  <a:pt x="29" y="8306"/>
                  <a:pt x="22" y="8288"/>
                </a:cubicBezTo>
                <a:cubicBezTo>
                  <a:pt x="15" y="8270"/>
                  <a:pt x="9" y="8252"/>
                  <a:pt x="5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7" name=""/>
          <p:cNvSpPr/>
          <p:nvPr/>
        </p:nvSpPr>
        <p:spPr>
          <a:xfrm>
            <a:off x="5841720" y="2279520"/>
            <a:ext cx="508320" cy="482760"/>
          </a:xfrm>
          <a:custGeom>
            <a:avLst/>
            <a:gdLst/>
            <a:ahLst/>
            <a:rect l="0" t="0" r="r" b="b"/>
            <a:pathLst>
              <a:path w="1412" h="1341">
                <a:moveTo>
                  <a:pt x="429" y="1121"/>
                </a:moveTo>
                <a:lnTo>
                  <a:pt x="706" y="954"/>
                </a:lnTo>
                <a:lnTo>
                  <a:pt x="983" y="1123"/>
                </a:lnTo>
                <a:lnTo>
                  <a:pt x="909" y="808"/>
                </a:lnTo>
                <a:lnTo>
                  <a:pt x="1152" y="596"/>
                </a:lnTo>
                <a:lnTo>
                  <a:pt x="831" y="568"/>
                </a:lnTo>
                <a:lnTo>
                  <a:pt x="706" y="271"/>
                </a:lnTo>
                <a:lnTo>
                  <a:pt x="581" y="566"/>
                </a:lnTo>
                <a:lnTo>
                  <a:pt x="260" y="594"/>
                </a:lnTo>
                <a:lnTo>
                  <a:pt x="503" y="806"/>
                </a:lnTo>
                <a:lnTo>
                  <a:pt x="429" y="1121"/>
                </a:lnTo>
                <a:moveTo>
                  <a:pt x="270" y="1341"/>
                </a:moveTo>
                <a:lnTo>
                  <a:pt x="385" y="845"/>
                </a:lnTo>
                <a:lnTo>
                  <a:pt x="0" y="511"/>
                </a:lnTo>
                <a:lnTo>
                  <a:pt x="508" y="467"/>
                </a:lnTo>
                <a:lnTo>
                  <a:pt x="706" y="0"/>
                </a:lnTo>
                <a:lnTo>
                  <a:pt x="903" y="467"/>
                </a:lnTo>
                <a:lnTo>
                  <a:pt x="1412" y="511"/>
                </a:lnTo>
                <a:lnTo>
                  <a:pt x="1027" y="845"/>
                </a:lnTo>
                <a:lnTo>
                  <a:pt x="1142" y="1341"/>
                </a:lnTo>
                <a:lnTo>
                  <a:pt x="706" y="1079"/>
                </a:lnTo>
                <a:lnTo>
                  <a:pt x="270" y="134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969200" y="4451400"/>
            <a:ext cx="825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ローカル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932800" y="3180240"/>
            <a:ext cx="3182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746320" y="3536280"/>
            <a:ext cx="67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$19/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5432760" y="4032360"/>
            <a:ext cx="130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（優先）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5532840" y="4241880"/>
            <a:ext cx="109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Claude Sonnet 4.5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5342760" y="4451400"/>
            <a:ext cx="147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（無制限）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4" name=""/>
          <p:cNvSpPr/>
          <p:nvPr/>
        </p:nvSpPr>
        <p:spPr>
          <a:xfrm>
            <a:off x="7851600" y="1947600"/>
            <a:ext cx="3926160" cy="3383640"/>
          </a:xfrm>
          <a:custGeom>
            <a:avLst/>
            <a:gdLst/>
            <a:ahLst/>
            <a:rect l="0" t="0" r="r" b="b"/>
            <a:pathLst>
              <a:path w="10906" h="9399">
                <a:moveTo>
                  <a:pt x="441" y="675"/>
                </a:moveTo>
                <a:lnTo>
                  <a:pt x="441" y="8559"/>
                </a:lnTo>
                <a:cubicBezTo>
                  <a:pt x="441" y="8602"/>
                  <a:pt x="449" y="8642"/>
                  <a:pt x="465" y="8681"/>
                </a:cubicBezTo>
                <a:cubicBezTo>
                  <a:pt x="481" y="8721"/>
                  <a:pt x="504" y="8755"/>
                  <a:pt x="534" y="8785"/>
                </a:cubicBezTo>
                <a:cubicBezTo>
                  <a:pt x="564" y="8815"/>
                  <a:pt x="598" y="8838"/>
                  <a:pt x="637" y="8854"/>
                </a:cubicBezTo>
                <a:cubicBezTo>
                  <a:pt x="676" y="8870"/>
                  <a:pt x="716" y="8878"/>
                  <a:pt x="758" y="8878"/>
                </a:cubicBezTo>
                <a:lnTo>
                  <a:pt x="10152" y="8878"/>
                </a:lnTo>
                <a:cubicBezTo>
                  <a:pt x="10194" y="8878"/>
                  <a:pt x="10235" y="8870"/>
                  <a:pt x="10274" y="8854"/>
                </a:cubicBezTo>
                <a:cubicBezTo>
                  <a:pt x="10313" y="8838"/>
                  <a:pt x="10347" y="8815"/>
                  <a:pt x="10377" y="8785"/>
                </a:cubicBezTo>
                <a:cubicBezTo>
                  <a:pt x="10406" y="8755"/>
                  <a:pt x="10429" y="8721"/>
                  <a:pt x="10445" y="8681"/>
                </a:cubicBezTo>
                <a:cubicBezTo>
                  <a:pt x="10462" y="8642"/>
                  <a:pt x="10470" y="8602"/>
                  <a:pt x="10470" y="8559"/>
                </a:cubicBezTo>
                <a:lnTo>
                  <a:pt x="10470" y="675"/>
                </a:lnTo>
                <a:cubicBezTo>
                  <a:pt x="10470" y="633"/>
                  <a:pt x="10462" y="592"/>
                  <a:pt x="10445" y="553"/>
                </a:cubicBezTo>
                <a:cubicBezTo>
                  <a:pt x="10429" y="515"/>
                  <a:pt x="10406" y="480"/>
                  <a:pt x="10377" y="450"/>
                </a:cubicBezTo>
                <a:cubicBezTo>
                  <a:pt x="10347" y="421"/>
                  <a:pt x="10313" y="398"/>
                  <a:pt x="10274" y="382"/>
                </a:cubicBezTo>
                <a:cubicBezTo>
                  <a:pt x="10235" y="365"/>
                  <a:pt x="10194" y="357"/>
                  <a:pt x="10152" y="357"/>
                </a:cubicBezTo>
                <a:lnTo>
                  <a:pt x="758" y="357"/>
                </a:lnTo>
                <a:cubicBezTo>
                  <a:pt x="716" y="357"/>
                  <a:pt x="676" y="365"/>
                  <a:pt x="637" y="382"/>
                </a:cubicBezTo>
                <a:cubicBezTo>
                  <a:pt x="598" y="398"/>
                  <a:pt x="564" y="421"/>
                  <a:pt x="534" y="450"/>
                </a:cubicBezTo>
                <a:cubicBezTo>
                  <a:pt x="504" y="480"/>
                  <a:pt x="481" y="515"/>
                  <a:pt x="465" y="553"/>
                </a:cubicBezTo>
                <a:cubicBezTo>
                  <a:pt x="449" y="592"/>
                  <a:pt x="441" y="633"/>
                  <a:pt x="441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25" name=""/>
          <p:cNvSpPr/>
          <p:nvPr/>
        </p:nvSpPr>
        <p:spPr>
          <a:xfrm>
            <a:off x="801972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4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49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6" name=""/>
          <p:cNvSpPr/>
          <p:nvPr/>
        </p:nvSpPr>
        <p:spPr>
          <a:xfrm>
            <a:off x="801972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4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49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7" name=""/>
          <p:cNvSpPr/>
          <p:nvPr/>
        </p:nvSpPr>
        <p:spPr>
          <a:xfrm>
            <a:off x="9565920" y="2304720"/>
            <a:ext cx="508680" cy="457920"/>
          </a:xfrm>
          <a:custGeom>
            <a:avLst/>
            <a:gdLst/>
            <a:ahLst/>
            <a:rect l="0" t="0" r="r" b="b"/>
            <a:pathLst>
              <a:path w="1413" h="1272">
                <a:moveTo>
                  <a:pt x="0" y="1272"/>
                </a:moveTo>
                <a:lnTo>
                  <a:pt x="0" y="0"/>
                </a:lnTo>
                <a:lnTo>
                  <a:pt x="688" y="0"/>
                </a:lnTo>
                <a:lnTo>
                  <a:pt x="688" y="292"/>
                </a:lnTo>
                <a:lnTo>
                  <a:pt x="1413" y="292"/>
                </a:lnTo>
                <a:lnTo>
                  <a:pt x="1413" y="1272"/>
                </a:lnTo>
                <a:lnTo>
                  <a:pt x="0" y="1272"/>
                </a:lnTo>
                <a:moveTo>
                  <a:pt x="106" y="1167"/>
                </a:moveTo>
                <a:lnTo>
                  <a:pt x="292" y="1167"/>
                </a:lnTo>
                <a:lnTo>
                  <a:pt x="292" y="981"/>
                </a:lnTo>
                <a:lnTo>
                  <a:pt x="106" y="981"/>
                </a:lnTo>
                <a:lnTo>
                  <a:pt x="106" y="1167"/>
                </a:lnTo>
                <a:moveTo>
                  <a:pt x="106" y="875"/>
                </a:moveTo>
                <a:lnTo>
                  <a:pt x="292" y="875"/>
                </a:lnTo>
                <a:lnTo>
                  <a:pt x="292" y="689"/>
                </a:lnTo>
                <a:lnTo>
                  <a:pt x="106" y="689"/>
                </a:lnTo>
                <a:lnTo>
                  <a:pt x="106" y="875"/>
                </a:lnTo>
                <a:moveTo>
                  <a:pt x="106" y="583"/>
                </a:moveTo>
                <a:lnTo>
                  <a:pt x="292" y="583"/>
                </a:lnTo>
                <a:lnTo>
                  <a:pt x="292" y="398"/>
                </a:lnTo>
                <a:lnTo>
                  <a:pt x="106" y="398"/>
                </a:lnTo>
                <a:lnTo>
                  <a:pt x="106" y="583"/>
                </a:lnTo>
                <a:moveTo>
                  <a:pt x="106" y="292"/>
                </a:moveTo>
                <a:lnTo>
                  <a:pt x="292" y="292"/>
                </a:lnTo>
                <a:lnTo>
                  <a:pt x="292" y="106"/>
                </a:lnTo>
                <a:lnTo>
                  <a:pt x="106" y="106"/>
                </a:lnTo>
                <a:lnTo>
                  <a:pt x="106" y="292"/>
                </a:lnTo>
                <a:moveTo>
                  <a:pt x="397" y="1167"/>
                </a:moveTo>
                <a:lnTo>
                  <a:pt x="583" y="1167"/>
                </a:lnTo>
                <a:lnTo>
                  <a:pt x="583" y="981"/>
                </a:lnTo>
                <a:lnTo>
                  <a:pt x="397" y="981"/>
                </a:lnTo>
                <a:lnTo>
                  <a:pt x="397" y="1167"/>
                </a:lnTo>
                <a:moveTo>
                  <a:pt x="397" y="875"/>
                </a:moveTo>
                <a:lnTo>
                  <a:pt x="583" y="875"/>
                </a:lnTo>
                <a:lnTo>
                  <a:pt x="583" y="689"/>
                </a:lnTo>
                <a:lnTo>
                  <a:pt x="397" y="689"/>
                </a:lnTo>
                <a:lnTo>
                  <a:pt x="397" y="875"/>
                </a:lnTo>
                <a:moveTo>
                  <a:pt x="397" y="583"/>
                </a:moveTo>
                <a:lnTo>
                  <a:pt x="583" y="583"/>
                </a:lnTo>
                <a:lnTo>
                  <a:pt x="583" y="398"/>
                </a:lnTo>
                <a:lnTo>
                  <a:pt x="397" y="398"/>
                </a:lnTo>
                <a:lnTo>
                  <a:pt x="397" y="583"/>
                </a:lnTo>
                <a:moveTo>
                  <a:pt x="397" y="292"/>
                </a:moveTo>
                <a:lnTo>
                  <a:pt x="583" y="292"/>
                </a:lnTo>
                <a:lnTo>
                  <a:pt x="583" y="106"/>
                </a:lnTo>
                <a:lnTo>
                  <a:pt x="397" y="106"/>
                </a:lnTo>
                <a:lnTo>
                  <a:pt x="397" y="292"/>
                </a:lnTo>
                <a:moveTo>
                  <a:pt x="688" y="1167"/>
                </a:moveTo>
                <a:lnTo>
                  <a:pt x="1307" y="1167"/>
                </a:lnTo>
                <a:lnTo>
                  <a:pt x="1307" y="398"/>
                </a:lnTo>
                <a:lnTo>
                  <a:pt x="688" y="398"/>
                </a:lnTo>
                <a:lnTo>
                  <a:pt x="688" y="583"/>
                </a:lnTo>
                <a:lnTo>
                  <a:pt x="830" y="583"/>
                </a:lnTo>
                <a:lnTo>
                  <a:pt x="830" y="689"/>
                </a:lnTo>
                <a:lnTo>
                  <a:pt x="688" y="689"/>
                </a:lnTo>
                <a:lnTo>
                  <a:pt x="688" y="875"/>
                </a:lnTo>
                <a:lnTo>
                  <a:pt x="830" y="875"/>
                </a:lnTo>
                <a:lnTo>
                  <a:pt x="830" y="981"/>
                </a:lnTo>
                <a:lnTo>
                  <a:pt x="688" y="981"/>
                </a:lnTo>
                <a:lnTo>
                  <a:pt x="688" y="1167"/>
                </a:lnTo>
                <a:moveTo>
                  <a:pt x="1016" y="689"/>
                </a:moveTo>
                <a:lnTo>
                  <a:pt x="1016" y="583"/>
                </a:lnTo>
                <a:lnTo>
                  <a:pt x="1122" y="583"/>
                </a:lnTo>
                <a:lnTo>
                  <a:pt x="1122" y="689"/>
                </a:lnTo>
                <a:lnTo>
                  <a:pt x="1016" y="689"/>
                </a:lnTo>
                <a:moveTo>
                  <a:pt x="1016" y="981"/>
                </a:moveTo>
                <a:lnTo>
                  <a:pt x="1016" y="875"/>
                </a:lnTo>
                <a:lnTo>
                  <a:pt x="1122" y="875"/>
                </a:lnTo>
                <a:lnTo>
                  <a:pt x="1122" y="981"/>
                </a:lnTo>
                <a:lnTo>
                  <a:pt x="1016" y="98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5690160" y="4670280"/>
            <a:ext cx="825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クラウド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9328320" y="3180240"/>
            <a:ext cx="942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Enterprise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9474120" y="353628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要相談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9229680" y="4032360"/>
            <a:ext cx="1142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チーム共有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9100440" y="4241880"/>
            <a:ext cx="140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Enterprise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セキュリティ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9350280" y="4451400"/>
            <a:ext cx="9288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カスタムモデル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3908520" y="5327280"/>
            <a:ext cx="4369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学生でも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プランで十分に活用できます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9" name=""/>
          <p:cNvSpPr/>
          <p:nvPr/>
        </p:nvSpPr>
        <p:spPr>
          <a:xfrm>
            <a:off x="571320" y="2476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0" name=""/>
          <p:cNvSpPr/>
          <p:nvPr/>
        </p:nvSpPr>
        <p:spPr>
          <a:xfrm>
            <a:off x="414360" y="2526480"/>
            <a:ext cx="11363400" cy="2176920"/>
          </a:xfrm>
          <a:custGeom>
            <a:avLst/>
            <a:gdLst/>
            <a:ahLst/>
            <a:rect l="0" t="0" r="r" b="b"/>
            <a:pathLst>
              <a:path w="31565" h="6047">
                <a:moveTo>
                  <a:pt x="436" y="681"/>
                </a:moveTo>
                <a:lnTo>
                  <a:pt x="436" y="5206"/>
                </a:lnTo>
                <a:cubicBezTo>
                  <a:pt x="436" y="5248"/>
                  <a:pt x="444" y="5289"/>
                  <a:pt x="460" y="5328"/>
                </a:cubicBezTo>
                <a:cubicBezTo>
                  <a:pt x="476" y="5367"/>
                  <a:pt x="499" y="5401"/>
                  <a:pt x="529" y="5431"/>
                </a:cubicBezTo>
                <a:cubicBezTo>
                  <a:pt x="559" y="5461"/>
                  <a:pt x="593" y="5483"/>
                  <a:pt x="632" y="5500"/>
                </a:cubicBezTo>
                <a:cubicBezTo>
                  <a:pt x="671" y="5516"/>
                  <a:pt x="711" y="5524"/>
                  <a:pt x="753" y="5524"/>
                </a:cubicBezTo>
                <a:lnTo>
                  <a:pt x="30811" y="5524"/>
                </a:lnTo>
                <a:cubicBezTo>
                  <a:pt x="30853" y="5524"/>
                  <a:pt x="30894" y="5516"/>
                  <a:pt x="30933" y="5500"/>
                </a:cubicBezTo>
                <a:cubicBezTo>
                  <a:pt x="30972" y="5483"/>
                  <a:pt x="31006" y="5461"/>
                  <a:pt x="31036" y="5431"/>
                </a:cubicBezTo>
                <a:cubicBezTo>
                  <a:pt x="31065" y="5401"/>
                  <a:pt x="31088" y="5367"/>
                  <a:pt x="31104" y="5328"/>
                </a:cubicBezTo>
                <a:cubicBezTo>
                  <a:pt x="31121" y="5289"/>
                  <a:pt x="31129" y="5248"/>
                  <a:pt x="31129" y="5206"/>
                </a:cubicBezTo>
                <a:lnTo>
                  <a:pt x="31129" y="681"/>
                </a:lnTo>
                <a:cubicBezTo>
                  <a:pt x="31129" y="639"/>
                  <a:pt x="31121" y="598"/>
                  <a:pt x="31104" y="559"/>
                </a:cubicBezTo>
                <a:cubicBezTo>
                  <a:pt x="31088" y="520"/>
                  <a:pt x="31065" y="486"/>
                  <a:pt x="31036" y="456"/>
                </a:cubicBezTo>
                <a:cubicBezTo>
                  <a:pt x="31006" y="427"/>
                  <a:pt x="30972" y="404"/>
                  <a:pt x="30933" y="388"/>
                </a:cubicBezTo>
                <a:cubicBezTo>
                  <a:pt x="30894" y="371"/>
                  <a:pt x="30853" y="363"/>
                  <a:pt x="30811" y="363"/>
                </a:cubicBezTo>
                <a:lnTo>
                  <a:pt x="753" y="363"/>
                </a:lnTo>
                <a:cubicBezTo>
                  <a:pt x="711" y="363"/>
                  <a:pt x="671" y="371"/>
                  <a:pt x="632" y="388"/>
                </a:cubicBezTo>
                <a:cubicBezTo>
                  <a:pt x="593" y="404"/>
                  <a:pt x="559" y="427"/>
                  <a:pt x="529" y="456"/>
                </a:cubicBezTo>
                <a:cubicBezTo>
                  <a:pt x="499" y="486"/>
                  <a:pt x="476" y="520"/>
                  <a:pt x="460" y="559"/>
                </a:cubicBezTo>
                <a:cubicBezTo>
                  <a:pt x="444" y="598"/>
                  <a:pt x="436" y="639"/>
                  <a:pt x="436" y="681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6047"/>
                </a:lnTo>
                <a:lnTo>
                  <a:pt x="0" y="604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41" name=""/>
          <p:cNvSpPr/>
          <p:nvPr/>
        </p:nvSpPr>
        <p:spPr>
          <a:xfrm>
            <a:off x="580680" y="2666880"/>
            <a:ext cx="11030400" cy="1838520"/>
          </a:xfrm>
          <a:custGeom>
            <a:avLst/>
            <a:gdLst/>
            <a:ahLst/>
            <a:rect l="0" t="0" r="r" b="b"/>
            <a:pathLst>
              <a:path w="30640" h="5107">
                <a:moveTo>
                  <a:pt x="0" y="4816"/>
                </a:moveTo>
                <a:lnTo>
                  <a:pt x="0" y="292"/>
                </a:lnTo>
                <a:cubicBezTo>
                  <a:pt x="0" y="273"/>
                  <a:pt x="2" y="254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4"/>
                  <a:pt x="30640" y="273"/>
                  <a:pt x="30640" y="292"/>
                </a:cubicBezTo>
                <a:lnTo>
                  <a:pt x="30640" y="4816"/>
                </a:lnTo>
                <a:cubicBezTo>
                  <a:pt x="30640" y="4835"/>
                  <a:pt x="30638" y="4854"/>
                  <a:pt x="30635" y="4873"/>
                </a:cubicBezTo>
                <a:cubicBezTo>
                  <a:pt x="30631" y="4892"/>
                  <a:pt x="30625" y="4910"/>
                  <a:pt x="30618" y="4928"/>
                </a:cubicBezTo>
                <a:cubicBezTo>
                  <a:pt x="30611" y="4945"/>
                  <a:pt x="30602" y="4962"/>
                  <a:pt x="30591" y="4978"/>
                </a:cubicBezTo>
                <a:cubicBezTo>
                  <a:pt x="30581" y="4994"/>
                  <a:pt x="30568" y="5009"/>
                  <a:pt x="30555" y="5022"/>
                </a:cubicBezTo>
                <a:cubicBezTo>
                  <a:pt x="30541" y="5036"/>
                  <a:pt x="30527" y="5048"/>
                  <a:pt x="30511" y="5058"/>
                </a:cubicBezTo>
                <a:cubicBezTo>
                  <a:pt x="30495" y="5069"/>
                  <a:pt x="30478" y="5078"/>
                  <a:pt x="30461" y="5085"/>
                </a:cubicBezTo>
                <a:cubicBezTo>
                  <a:pt x="30443" y="5092"/>
                  <a:pt x="30425" y="5098"/>
                  <a:pt x="30406" y="5102"/>
                </a:cubicBezTo>
                <a:cubicBezTo>
                  <a:pt x="30387" y="5105"/>
                  <a:pt x="30368" y="5107"/>
                  <a:pt x="30349" y="5107"/>
                </a:cubicBezTo>
                <a:lnTo>
                  <a:pt x="291" y="5107"/>
                </a:lnTo>
                <a:cubicBezTo>
                  <a:pt x="272" y="5107"/>
                  <a:pt x="253" y="5105"/>
                  <a:pt x="235" y="5102"/>
                </a:cubicBezTo>
                <a:cubicBezTo>
                  <a:pt x="216" y="5098"/>
                  <a:pt x="198" y="5092"/>
                  <a:pt x="180" y="5085"/>
                </a:cubicBezTo>
                <a:cubicBezTo>
                  <a:pt x="162" y="5078"/>
                  <a:pt x="146" y="5069"/>
                  <a:pt x="130" y="5058"/>
                </a:cubicBezTo>
                <a:cubicBezTo>
                  <a:pt x="114" y="5048"/>
                  <a:pt x="99" y="5036"/>
                  <a:pt x="86" y="5022"/>
                </a:cubicBezTo>
                <a:cubicBezTo>
                  <a:pt x="72" y="5009"/>
                  <a:pt x="60" y="4994"/>
                  <a:pt x="50" y="4978"/>
                </a:cubicBezTo>
                <a:cubicBezTo>
                  <a:pt x="39" y="4962"/>
                  <a:pt x="30" y="4945"/>
                  <a:pt x="23" y="4928"/>
                </a:cubicBezTo>
                <a:cubicBezTo>
                  <a:pt x="15" y="4910"/>
                  <a:pt x="10" y="4892"/>
                  <a:pt x="6" y="4873"/>
                </a:cubicBezTo>
                <a:cubicBezTo>
                  <a:pt x="2" y="4854"/>
                  <a:pt x="0" y="4835"/>
                  <a:pt x="0" y="481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2" name=""/>
          <p:cNvSpPr/>
          <p:nvPr/>
        </p:nvSpPr>
        <p:spPr>
          <a:xfrm>
            <a:off x="580680" y="2666880"/>
            <a:ext cx="11030400" cy="1838520"/>
          </a:xfrm>
          <a:custGeom>
            <a:avLst/>
            <a:gdLst/>
            <a:ahLst/>
            <a:rect l="0" t="0" r="r" b="b"/>
            <a:pathLst>
              <a:path w="30640" h="5107">
                <a:moveTo>
                  <a:pt x="0" y="4816"/>
                </a:moveTo>
                <a:lnTo>
                  <a:pt x="0" y="292"/>
                </a:lnTo>
                <a:cubicBezTo>
                  <a:pt x="0" y="273"/>
                  <a:pt x="2" y="254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4"/>
                  <a:pt x="30640" y="273"/>
                  <a:pt x="30640" y="292"/>
                </a:cubicBezTo>
                <a:lnTo>
                  <a:pt x="30640" y="4816"/>
                </a:lnTo>
                <a:cubicBezTo>
                  <a:pt x="30640" y="4835"/>
                  <a:pt x="30638" y="4854"/>
                  <a:pt x="30635" y="4873"/>
                </a:cubicBezTo>
                <a:cubicBezTo>
                  <a:pt x="30631" y="4892"/>
                  <a:pt x="30625" y="4910"/>
                  <a:pt x="30618" y="4928"/>
                </a:cubicBezTo>
                <a:cubicBezTo>
                  <a:pt x="30611" y="4945"/>
                  <a:pt x="30602" y="4962"/>
                  <a:pt x="30591" y="4978"/>
                </a:cubicBezTo>
                <a:cubicBezTo>
                  <a:pt x="30581" y="4994"/>
                  <a:pt x="30568" y="5009"/>
                  <a:pt x="30555" y="5022"/>
                </a:cubicBezTo>
                <a:cubicBezTo>
                  <a:pt x="30541" y="5036"/>
                  <a:pt x="30527" y="5048"/>
                  <a:pt x="30511" y="5058"/>
                </a:cubicBezTo>
                <a:cubicBezTo>
                  <a:pt x="30495" y="5069"/>
                  <a:pt x="30478" y="5078"/>
                  <a:pt x="30461" y="5085"/>
                </a:cubicBezTo>
                <a:cubicBezTo>
                  <a:pt x="30443" y="5092"/>
                  <a:pt x="30425" y="5098"/>
                  <a:pt x="30406" y="5102"/>
                </a:cubicBezTo>
                <a:cubicBezTo>
                  <a:pt x="30387" y="5105"/>
                  <a:pt x="30368" y="5107"/>
                  <a:pt x="30349" y="5107"/>
                </a:cubicBezTo>
                <a:lnTo>
                  <a:pt x="291" y="5107"/>
                </a:lnTo>
                <a:cubicBezTo>
                  <a:pt x="272" y="5107"/>
                  <a:pt x="253" y="5105"/>
                  <a:pt x="235" y="5102"/>
                </a:cubicBezTo>
                <a:cubicBezTo>
                  <a:pt x="216" y="5098"/>
                  <a:pt x="198" y="5092"/>
                  <a:pt x="180" y="5085"/>
                </a:cubicBezTo>
                <a:cubicBezTo>
                  <a:pt x="162" y="5078"/>
                  <a:pt x="146" y="5069"/>
                  <a:pt x="130" y="5058"/>
                </a:cubicBezTo>
                <a:cubicBezTo>
                  <a:pt x="114" y="5048"/>
                  <a:pt x="99" y="5036"/>
                  <a:pt x="86" y="5022"/>
                </a:cubicBezTo>
                <a:cubicBezTo>
                  <a:pt x="72" y="5009"/>
                  <a:pt x="60" y="4994"/>
                  <a:pt x="50" y="4978"/>
                </a:cubicBezTo>
                <a:cubicBezTo>
                  <a:pt x="39" y="4962"/>
                  <a:pt x="30" y="4945"/>
                  <a:pt x="23" y="4928"/>
                </a:cubicBezTo>
                <a:cubicBezTo>
                  <a:pt x="15" y="4910"/>
                  <a:pt x="10" y="4892"/>
                  <a:pt x="6" y="4873"/>
                </a:cubicBezTo>
                <a:cubicBezTo>
                  <a:pt x="2" y="4854"/>
                  <a:pt x="0" y="4835"/>
                  <a:pt x="0" y="481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3" name=""/>
          <p:cNvSpPr/>
          <p:nvPr/>
        </p:nvSpPr>
        <p:spPr>
          <a:xfrm>
            <a:off x="650520" y="1927080"/>
            <a:ext cx="317880" cy="317880"/>
          </a:xfrm>
          <a:custGeom>
            <a:avLst/>
            <a:gdLst/>
            <a:ahLst/>
            <a:rect l="0" t="0" r="r" b="b"/>
            <a:pathLst>
              <a:path w="883" h="883">
                <a:moveTo>
                  <a:pt x="442" y="672"/>
                </a:moveTo>
                <a:lnTo>
                  <a:pt x="175" y="406"/>
                </a:lnTo>
                <a:lnTo>
                  <a:pt x="235" y="346"/>
                </a:lnTo>
                <a:lnTo>
                  <a:pt x="401" y="512"/>
                </a:lnTo>
                <a:lnTo>
                  <a:pt x="401" y="0"/>
                </a:lnTo>
                <a:lnTo>
                  <a:pt x="484" y="0"/>
                </a:lnTo>
                <a:lnTo>
                  <a:pt x="484" y="512"/>
                </a:lnTo>
                <a:lnTo>
                  <a:pt x="649" y="346"/>
                </a:lnTo>
                <a:lnTo>
                  <a:pt x="708" y="406"/>
                </a:lnTo>
                <a:lnTo>
                  <a:pt x="442" y="672"/>
                </a:lnTo>
                <a:moveTo>
                  <a:pt x="83" y="883"/>
                </a:move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603"/>
                </a:lnTo>
                <a:lnTo>
                  <a:pt x="83" y="603"/>
                </a:lnTo>
                <a:lnTo>
                  <a:pt x="83" y="800"/>
                </a:lnTo>
                <a:lnTo>
                  <a:pt x="801" y="800"/>
                </a:lnTo>
                <a:lnTo>
                  <a:pt x="801" y="603"/>
                </a:lnTo>
                <a:lnTo>
                  <a:pt x="883" y="603"/>
                </a:lnTo>
                <a:lnTo>
                  <a:pt x="883" y="800"/>
                </a:lnTo>
                <a:cubicBezTo>
                  <a:pt x="883" y="822"/>
                  <a:pt x="875" y="842"/>
                  <a:pt x="859" y="858"/>
                </a:cubicBezTo>
                <a:cubicBezTo>
                  <a:pt x="842" y="875"/>
                  <a:pt x="823" y="883"/>
                  <a:pt x="801" y="883"/>
                </a:cubicBezTo>
                <a:lnTo>
                  <a:pt x="83" y="88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4" name=""/>
          <p:cNvSpPr/>
          <p:nvPr/>
        </p:nvSpPr>
        <p:spPr>
          <a:xfrm>
            <a:off x="761760" y="284796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4"/>
                  <a:pt x="867" y="621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7"/>
                  <a:pt x="769" y="768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1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1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4"/>
                </a:cubicBezTo>
                <a:cubicBezTo>
                  <a:pt x="177" y="808"/>
                  <a:pt x="154" y="789"/>
                  <a:pt x="133" y="768"/>
                </a:cubicBezTo>
                <a:cubicBezTo>
                  <a:pt x="111" y="747"/>
                  <a:pt x="92" y="725"/>
                  <a:pt x="76" y="700"/>
                </a:cubicBezTo>
                <a:cubicBezTo>
                  <a:pt x="60" y="676"/>
                  <a:pt x="46" y="650"/>
                  <a:pt x="34" y="621"/>
                </a:cubicBezTo>
                <a:cubicBezTo>
                  <a:pt x="23" y="594"/>
                  <a:pt x="15" y="566"/>
                  <a:pt x="9" y="537"/>
                </a:cubicBezTo>
                <a:cubicBezTo>
                  <a:pt x="3" y="508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4"/>
                  <a:pt x="34" y="277"/>
                </a:cubicBezTo>
                <a:cubicBezTo>
                  <a:pt x="46" y="250"/>
                  <a:pt x="60" y="224"/>
                  <a:pt x="76" y="199"/>
                </a:cubicBezTo>
                <a:cubicBezTo>
                  <a:pt x="92" y="175"/>
                  <a:pt x="111" y="152"/>
                  <a:pt x="133" y="131"/>
                </a:cubicBezTo>
                <a:cubicBezTo>
                  <a:pt x="154" y="110"/>
                  <a:pt x="177" y="92"/>
                  <a:pt x="201" y="75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2"/>
                  <a:pt x="334" y="14"/>
                  <a:pt x="363" y="8"/>
                </a:cubicBezTo>
                <a:cubicBezTo>
                  <a:pt x="392" y="2"/>
                  <a:pt x="421" y="0"/>
                  <a:pt x="451" y="0"/>
                </a:cubicBezTo>
                <a:cubicBezTo>
                  <a:pt x="480" y="0"/>
                  <a:pt x="510" y="2"/>
                  <a:pt x="539" y="8"/>
                </a:cubicBezTo>
                <a:cubicBezTo>
                  <a:pt x="568" y="14"/>
                  <a:pt x="596" y="22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5" y="92"/>
                  <a:pt x="748" y="110"/>
                  <a:pt x="769" y="131"/>
                </a:cubicBezTo>
                <a:cubicBezTo>
                  <a:pt x="790" y="152"/>
                  <a:pt x="809" y="175"/>
                  <a:pt x="825" y="199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4"/>
                  <a:pt x="886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1047600" y="1996560"/>
            <a:ext cx="301032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インストール方法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871560" y="29307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7" name=""/>
          <p:cNvSpPr/>
          <p:nvPr/>
        </p:nvSpPr>
        <p:spPr>
          <a:xfrm>
            <a:off x="3819240" y="3152520"/>
            <a:ext cx="3086640" cy="19440"/>
          </a:xfrm>
          <a:custGeom>
            <a:avLst/>
            <a:gdLst/>
            <a:ahLst/>
            <a:rect l="0" t="0" r="r" b="b"/>
            <a:pathLst>
              <a:path w="8574" h="54">
                <a:moveTo>
                  <a:pt x="0" y="0"/>
                </a:moveTo>
                <a:lnTo>
                  <a:pt x="8574" y="0"/>
                </a:lnTo>
                <a:lnTo>
                  <a:pt x="857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8" name=""/>
          <p:cNvSpPr/>
          <p:nvPr/>
        </p:nvSpPr>
        <p:spPr>
          <a:xfrm>
            <a:off x="761760" y="337176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89"/>
                  <a:pt x="133" y="769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4" y="278"/>
                </a:cubicBezTo>
                <a:cubicBezTo>
                  <a:pt x="46" y="251"/>
                  <a:pt x="60" y="225"/>
                  <a:pt x="76" y="201"/>
                </a:cubicBezTo>
                <a:cubicBezTo>
                  <a:pt x="92" y="176"/>
                  <a:pt x="111" y="153"/>
                  <a:pt x="133" y="132"/>
                </a:cubicBezTo>
                <a:cubicBezTo>
                  <a:pt x="154" y="112"/>
                  <a:pt x="177" y="93"/>
                  <a:pt x="201" y="77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7"/>
                </a:cubicBezTo>
                <a:cubicBezTo>
                  <a:pt x="725" y="93"/>
                  <a:pt x="748" y="112"/>
                  <a:pt x="769" y="132"/>
                </a:cubicBezTo>
                <a:cubicBezTo>
                  <a:pt x="790" y="153"/>
                  <a:pt x="809" y="176"/>
                  <a:pt x="825" y="201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1213200" y="2879280"/>
            <a:ext cx="5501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公式サイトへアクセス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build.google.com/antigravity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871560" y="34452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1" name=""/>
          <p:cNvSpPr/>
          <p:nvPr/>
        </p:nvSpPr>
        <p:spPr>
          <a:xfrm>
            <a:off x="761760" y="388584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1"/>
                  <a:pt x="898" y="510"/>
                  <a:pt x="892" y="539"/>
                </a:cubicBezTo>
                <a:cubicBezTo>
                  <a:pt x="886" y="568"/>
                  <a:pt x="878" y="596"/>
                  <a:pt x="867" y="623"/>
                </a:cubicBezTo>
                <a:cubicBezTo>
                  <a:pt x="855" y="651"/>
                  <a:pt x="841" y="677"/>
                  <a:pt x="825" y="701"/>
                </a:cubicBezTo>
                <a:cubicBezTo>
                  <a:pt x="809" y="726"/>
                  <a:pt x="790" y="748"/>
                  <a:pt x="769" y="769"/>
                </a:cubicBezTo>
                <a:cubicBezTo>
                  <a:pt x="748" y="790"/>
                  <a:pt x="725" y="809"/>
                  <a:pt x="701" y="825"/>
                </a:cubicBezTo>
                <a:cubicBezTo>
                  <a:pt x="676" y="842"/>
                  <a:pt x="650" y="856"/>
                  <a:pt x="623" y="867"/>
                </a:cubicBezTo>
                <a:cubicBezTo>
                  <a:pt x="596" y="878"/>
                  <a:pt x="568" y="887"/>
                  <a:pt x="539" y="892"/>
                </a:cubicBezTo>
                <a:cubicBezTo>
                  <a:pt x="510" y="898"/>
                  <a:pt x="480" y="901"/>
                  <a:pt x="451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7"/>
                  <a:pt x="306" y="878"/>
                  <a:pt x="279" y="867"/>
                </a:cubicBezTo>
                <a:cubicBezTo>
                  <a:pt x="252" y="856"/>
                  <a:pt x="226" y="842"/>
                  <a:pt x="201" y="825"/>
                </a:cubicBezTo>
                <a:cubicBezTo>
                  <a:pt x="177" y="809"/>
                  <a:pt x="154" y="790"/>
                  <a:pt x="133" y="769"/>
                </a:cubicBezTo>
                <a:cubicBezTo>
                  <a:pt x="111" y="748"/>
                  <a:pt x="92" y="726"/>
                  <a:pt x="76" y="701"/>
                </a:cubicBezTo>
                <a:cubicBezTo>
                  <a:pt x="60" y="677"/>
                  <a:pt x="46" y="651"/>
                  <a:pt x="34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1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5"/>
                  <a:pt x="34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2" y="176"/>
                  <a:pt x="111" y="153"/>
                  <a:pt x="133" y="132"/>
                </a:cubicBezTo>
                <a:cubicBezTo>
                  <a:pt x="154" y="111"/>
                  <a:pt x="177" y="93"/>
                  <a:pt x="201" y="76"/>
                </a:cubicBezTo>
                <a:cubicBezTo>
                  <a:pt x="226" y="60"/>
                  <a:pt x="252" y="46"/>
                  <a:pt x="279" y="35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5"/>
                  <a:pt x="596" y="23"/>
                  <a:pt x="623" y="35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3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5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1213200" y="3393720"/>
            <a:ext cx="5119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ダウンロード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macOS / Windows / Linux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に対応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871560" y="39690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4" name=""/>
          <p:cNvSpPr/>
          <p:nvPr/>
        </p:nvSpPr>
        <p:spPr>
          <a:xfrm>
            <a:off x="4617000" y="4567680"/>
            <a:ext cx="271800" cy="316800"/>
          </a:xfrm>
          <a:custGeom>
            <a:avLst/>
            <a:gdLst/>
            <a:ahLst/>
            <a:rect l="0" t="0" r="r" b="b"/>
            <a:pathLst>
              <a:path w="755" h="880">
                <a:moveTo>
                  <a:pt x="252" y="64"/>
                </a:moveTo>
                <a:lnTo>
                  <a:pt x="252" y="0"/>
                </a:lnTo>
                <a:lnTo>
                  <a:pt x="504" y="0"/>
                </a:lnTo>
                <a:lnTo>
                  <a:pt x="504" y="64"/>
                </a:lnTo>
                <a:lnTo>
                  <a:pt x="252" y="64"/>
                </a:lnTo>
                <a:moveTo>
                  <a:pt x="346" y="532"/>
                </a:moveTo>
                <a:lnTo>
                  <a:pt x="410" y="532"/>
                </a:lnTo>
                <a:lnTo>
                  <a:pt x="410" y="292"/>
                </a:lnTo>
                <a:lnTo>
                  <a:pt x="346" y="292"/>
                </a:lnTo>
                <a:lnTo>
                  <a:pt x="346" y="532"/>
                </a:lnTo>
                <a:moveTo>
                  <a:pt x="231" y="850"/>
                </a:moveTo>
                <a:cubicBezTo>
                  <a:pt x="185" y="830"/>
                  <a:pt x="145" y="803"/>
                  <a:pt x="111" y="769"/>
                </a:cubicBezTo>
                <a:cubicBezTo>
                  <a:pt x="77" y="735"/>
                  <a:pt x="50" y="695"/>
                  <a:pt x="30" y="649"/>
                </a:cubicBezTo>
                <a:cubicBezTo>
                  <a:pt x="10" y="604"/>
                  <a:pt x="0" y="555"/>
                  <a:pt x="0" y="503"/>
                </a:cubicBezTo>
                <a:cubicBezTo>
                  <a:pt x="0" y="451"/>
                  <a:pt x="10" y="403"/>
                  <a:pt x="30" y="357"/>
                </a:cubicBezTo>
                <a:cubicBezTo>
                  <a:pt x="50" y="311"/>
                  <a:pt x="77" y="271"/>
                  <a:pt x="111" y="237"/>
                </a:cubicBezTo>
                <a:cubicBezTo>
                  <a:pt x="145" y="203"/>
                  <a:pt x="185" y="176"/>
                  <a:pt x="231" y="156"/>
                </a:cubicBezTo>
                <a:cubicBezTo>
                  <a:pt x="277" y="136"/>
                  <a:pt x="326" y="126"/>
                  <a:pt x="378" y="126"/>
                </a:cubicBezTo>
                <a:cubicBezTo>
                  <a:pt x="425" y="126"/>
                  <a:pt x="469" y="134"/>
                  <a:pt x="510" y="150"/>
                </a:cubicBezTo>
                <a:cubicBezTo>
                  <a:pt x="551" y="165"/>
                  <a:pt x="588" y="187"/>
                  <a:pt x="620" y="215"/>
                </a:cubicBezTo>
                <a:lnTo>
                  <a:pt x="674" y="162"/>
                </a:lnTo>
                <a:lnTo>
                  <a:pt x="718" y="206"/>
                </a:lnTo>
                <a:lnTo>
                  <a:pt x="664" y="259"/>
                </a:lnTo>
                <a:cubicBezTo>
                  <a:pt x="689" y="287"/>
                  <a:pt x="711" y="321"/>
                  <a:pt x="729" y="361"/>
                </a:cubicBezTo>
                <a:cubicBezTo>
                  <a:pt x="746" y="400"/>
                  <a:pt x="755" y="448"/>
                  <a:pt x="755" y="503"/>
                </a:cubicBezTo>
                <a:cubicBezTo>
                  <a:pt x="755" y="555"/>
                  <a:pt x="745" y="604"/>
                  <a:pt x="725" y="649"/>
                </a:cubicBezTo>
                <a:cubicBezTo>
                  <a:pt x="705" y="695"/>
                  <a:pt x="678" y="735"/>
                  <a:pt x="644" y="769"/>
                </a:cubicBezTo>
                <a:cubicBezTo>
                  <a:pt x="610" y="803"/>
                  <a:pt x="570" y="830"/>
                  <a:pt x="524" y="850"/>
                </a:cubicBezTo>
                <a:cubicBezTo>
                  <a:pt x="479" y="870"/>
                  <a:pt x="430" y="880"/>
                  <a:pt x="378" y="880"/>
                </a:cubicBezTo>
                <a:cubicBezTo>
                  <a:pt x="326" y="880"/>
                  <a:pt x="277" y="870"/>
                  <a:pt x="231" y="850"/>
                </a:cubicBezTo>
                <a:moveTo>
                  <a:pt x="601" y="726"/>
                </a:moveTo>
                <a:cubicBezTo>
                  <a:pt x="662" y="665"/>
                  <a:pt x="692" y="590"/>
                  <a:pt x="692" y="503"/>
                </a:cubicBezTo>
                <a:cubicBezTo>
                  <a:pt x="692" y="416"/>
                  <a:pt x="662" y="342"/>
                  <a:pt x="601" y="281"/>
                </a:cubicBezTo>
                <a:cubicBezTo>
                  <a:pt x="540" y="219"/>
                  <a:pt x="465" y="189"/>
                  <a:pt x="378" y="189"/>
                </a:cubicBezTo>
                <a:cubicBezTo>
                  <a:pt x="290" y="189"/>
                  <a:pt x="216" y="219"/>
                  <a:pt x="155" y="281"/>
                </a:cubicBezTo>
                <a:cubicBezTo>
                  <a:pt x="94" y="342"/>
                  <a:pt x="63" y="416"/>
                  <a:pt x="63" y="503"/>
                </a:cubicBezTo>
                <a:cubicBezTo>
                  <a:pt x="63" y="590"/>
                  <a:pt x="94" y="665"/>
                  <a:pt x="155" y="726"/>
                </a:cubicBezTo>
                <a:cubicBezTo>
                  <a:pt x="216" y="787"/>
                  <a:pt x="290" y="817"/>
                  <a:pt x="378" y="817"/>
                </a:cubicBezTo>
                <a:cubicBezTo>
                  <a:pt x="465" y="817"/>
                  <a:pt x="540" y="787"/>
                  <a:pt x="601" y="72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1213200" y="3917520"/>
            <a:ext cx="5462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ログイン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アカウントでサインインするだけ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4930560" y="4708080"/>
            <a:ext cx="2706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5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分で開発環境が整います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1" name=""/>
          <p:cNvSpPr/>
          <p:nvPr/>
        </p:nvSpPr>
        <p:spPr>
          <a:xfrm>
            <a:off x="571320" y="15811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2" name=""/>
          <p:cNvSpPr/>
          <p:nvPr/>
        </p:nvSpPr>
        <p:spPr>
          <a:xfrm>
            <a:off x="595080" y="1761840"/>
            <a:ext cx="11025720" cy="648000"/>
          </a:xfrm>
          <a:custGeom>
            <a:avLst/>
            <a:gdLst/>
            <a:ahLst/>
            <a:rect l="0" t="0" r="r" b="b"/>
            <a:pathLst>
              <a:path w="30627" h="1800">
                <a:moveTo>
                  <a:pt x="0" y="1589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2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1589"/>
                </a:lnTo>
                <a:cubicBezTo>
                  <a:pt x="30627" y="1603"/>
                  <a:pt x="30625" y="1616"/>
                  <a:pt x="30623" y="1630"/>
                </a:cubicBezTo>
                <a:cubicBezTo>
                  <a:pt x="30620" y="1644"/>
                  <a:pt x="30616" y="1657"/>
                  <a:pt x="30611" y="1670"/>
                </a:cubicBezTo>
                <a:cubicBezTo>
                  <a:pt x="30605" y="1683"/>
                  <a:pt x="30599" y="1695"/>
                  <a:pt x="30591" y="1706"/>
                </a:cubicBezTo>
                <a:cubicBezTo>
                  <a:pt x="30583" y="1718"/>
                  <a:pt x="30574" y="1729"/>
                  <a:pt x="30565" y="1738"/>
                </a:cubicBezTo>
                <a:cubicBezTo>
                  <a:pt x="30555" y="1748"/>
                  <a:pt x="30544" y="1757"/>
                  <a:pt x="30533" y="1765"/>
                </a:cubicBezTo>
                <a:cubicBezTo>
                  <a:pt x="30521" y="1773"/>
                  <a:pt x="30509" y="1779"/>
                  <a:pt x="30496" y="1784"/>
                </a:cubicBezTo>
                <a:cubicBezTo>
                  <a:pt x="30483" y="1790"/>
                  <a:pt x="30470" y="1794"/>
                  <a:pt x="30456" y="1796"/>
                </a:cubicBezTo>
                <a:cubicBezTo>
                  <a:pt x="30443" y="1799"/>
                  <a:pt x="30429" y="1800"/>
                  <a:pt x="30415" y="1800"/>
                </a:cubicBezTo>
                <a:lnTo>
                  <a:pt x="146" y="1800"/>
                </a:lnTo>
                <a:cubicBezTo>
                  <a:pt x="136" y="1800"/>
                  <a:pt x="127" y="1799"/>
                  <a:pt x="117" y="1796"/>
                </a:cubicBezTo>
                <a:cubicBezTo>
                  <a:pt x="108" y="1794"/>
                  <a:pt x="99" y="1790"/>
                  <a:pt x="90" y="1784"/>
                </a:cubicBezTo>
                <a:cubicBezTo>
                  <a:pt x="81" y="1779"/>
                  <a:pt x="73" y="1773"/>
                  <a:pt x="65" y="1765"/>
                </a:cubicBezTo>
                <a:cubicBezTo>
                  <a:pt x="57" y="1757"/>
                  <a:pt x="50" y="1748"/>
                  <a:pt x="43" y="1738"/>
                </a:cubicBezTo>
                <a:cubicBezTo>
                  <a:pt x="36" y="1729"/>
                  <a:pt x="30" y="1718"/>
                  <a:pt x="25" y="1706"/>
                </a:cubicBezTo>
                <a:cubicBezTo>
                  <a:pt x="19" y="1695"/>
                  <a:pt x="15" y="1683"/>
                  <a:pt x="11" y="1670"/>
                </a:cubicBezTo>
                <a:cubicBezTo>
                  <a:pt x="8" y="1657"/>
                  <a:pt x="5" y="1644"/>
                  <a:pt x="3" y="1630"/>
                </a:cubicBezTo>
                <a:cubicBezTo>
                  <a:pt x="1" y="1616"/>
                  <a:pt x="0" y="1603"/>
                  <a:pt x="0" y="1589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3" name=""/>
          <p:cNvSpPr/>
          <p:nvPr/>
        </p:nvSpPr>
        <p:spPr>
          <a:xfrm>
            <a:off x="571320" y="17618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4" name=""/>
          <p:cNvSpPr/>
          <p:nvPr/>
        </p:nvSpPr>
        <p:spPr>
          <a:xfrm>
            <a:off x="414360" y="2374200"/>
            <a:ext cx="11363400" cy="3404880"/>
          </a:xfrm>
          <a:custGeom>
            <a:avLst/>
            <a:gdLst/>
            <a:ahLst/>
            <a:rect l="0" t="0" r="r" b="b"/>
            <a:pathLst>
              <a:path w="31565" h="9458">
                <a:moveTo>
                  <a:pt x="436" y="628"/>
                </a:moveTo>
                <a:lnTo>
                  <a:pt x="436" y="8672"/>
                </a:lnTo>
                <a:cubicBezTo>
                  <a:pt x="436" y="8707"/>
                  <a:pt x="443" y="8741"/>
                  <a:pt x="456" y="8773"/>
                </a:cubicBezTo>
                <a:cubicBezTo>
                  <a:pt x="470" y="8806"/>
                  <a:pt x="489" y="8834"/>
                  <a:pt x="513" y="8859"/>
                </a:cubicBezTo>
                <a:cubicBezTo>
                  <a:pt x="538" y="8884"/>
                  <a:pt x="567" y="8903"/>
                  <a:pt x="599" y="8916"/>
                </a:cubicBezTo>
                <a:cubicBezTo>
                  <a:pt x="632" y="8930"/>
                  <a:pt x="665" y="8937"/>
                  <a:pt x="701" y="8937"/>
                </a:cubicBezTo>
                <a:lnTo>
                  <a:pt x="30864" y="8937"/>
                </a:lnTo>
                <a:cubicBezTo>
                  <a:pt x="30899" y="8937"/>
                  <a:pt x="30933" y="8930"/>
                  <a:pt x="30965" y="8916"/>
                </a:cubicBezTo>
                <a:cubicBezTo>
                  <a:pt x="30998" y="8903"/>
                  <a:pt x="31026" y="8884"/>
                  <a:pt x="31051" y="8859"/>
                </a:cubicBezTo>
                <a:cubicBezTo>
                  <a:pt x="31076" y="8834"/>
                  <a:pt x="31095" y="8806"/>
                  <a:pt x="31109" y="8773"/>
                </a:cubicBezTo>
                <a:cubicBezTo>
                  <a:pt x="31122" y="8741"/>
                  <a:pt x="31129" y="8707"/>
                  <a:pt x="31129" y="8672"/>
                </a:cubicBezTo>
                <a:lnTo>
                  <a:pt x="31129" y="628"/>
                </a:lnTo>
                <a:cubicBezTo>
                  <a:pt x="31129" y="593"/>
                  <a:pt x="31122" y="559"/>
                  <a:pt x="31109" y="526"/>
                </a:cubicBezTo>
                <a:cubicBezTo>
                  <a:pt x="31095" y="494"/>
                  <a:pt x="31076" y="465"/>
                  <a:pt x="31051" y="441"/>
                </a:cubicBezTo>
                <a:cubicBezTo>
                  <a:pt x="31026" y="416"/>
                  <a:pt x="30998" y="397"/>
                  <a:pt x="30965" y="383"/>
                </a:cubicBezTo>
                <a:cubicBezTo>
                  <a:pt x="30933" y="370"/>
                  <a:pt x="30899" y="363"/>
                  <a:pt x="30864" y="363"/>
                </a:cubicBezTo>
                <a:lnTo>
                  <a:pt x="701" y="363"/>
                </a:lnTo>
                <a:cubicBezTo>
                  <a:pt x="665" y="363"/>
                  <a:pt x="632" y="370"/>
                  <a:pt x="599" y="383"/>
                </a:cubicBezTo>
                <a:cubicBezTo>
                  <a:pt x="567" y="397"/>
                  <a:pt x="538" y="416"/>
                  <a:pt x="513" y="441"/>
                </a:cubicBezTo>
                <a:cubicBezTo>
                  <a:pt x="489" y="465"/>
                  <a:pt x="470" y="494"/>
                  <a:pt x="456" y="526"/>
                </a:cubicBezTo>
                <a:cubicBezTo>
                  <a:pt x="443" y="559"/>
                  <a:pt x="436" y="593"/>
                  <a:pt x="436" y="62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9458"/>
                </a:lnTo>
                <a:lnTo>
                  <a:pt x="0" y="945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65" name=""/>
          <p:cNvSpPr/>
          <p:nvPr/>
        </p:nvSpPr>
        <p:spPr>
          <a:xfrm>
            <a:off x="580680" y="2504880"/>
            <a:ext cx="657720" cy="400320"/>
          </a:xfrm>
          <a:custGeom>
            <a:avLst/>
            <a:gdLst/>
            <a:ahLst/>
            <a:rect l="0" t="0" r="r" b="b"/>
            <a:pathLst>
              <a:path w="1827" h="1112">
                <a:moveTo>
                  <a:pt x="51" y="78"/>
                </a:moveTo>
                <a:cubicBezTo>
                  <a:pt x="76" y="53"/>
                  <a:pt x="105" y="34"/>
                  <a:pt x="137" y="20"/>
                </a:cubicBezTo>
                <a:cubicBezTo>
                  <a:pt x="170" y="7"/>
                  <a:pt x="203" y="0"/>
                  <a:pt x="239" y="0"/>
                </a:cubicBezTo>
                <a:lnTo>
                  <a:pt x="1827" y="0"/>
                </a:lnTo>
                <a:lnTo>
                  <a:pt x="1827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6" name=""/>
          <p:cNvSpPr/>
          <p:nvPr/>
        </p:nvSpPr>
        <p:spPr>
          <a:xfrm>
            <a:off x="1238040" y="2504880"/>
            <a:ext cx="1724400" cy="400320"/>
          </a:xfrm>
          <a:custGeom>
            <a:avLst/>
            <a:gdLst/>
            <a:ahLst/>
            <a:rect l="0" t="0" r="r" b="b"/>
            <a:pathLst>
              <a:path w="4790" h="1112">
                <a:moveTo>
                  <a:pt x="0" y="0"/>
                </a:moveTo>
                <a:lnTo>
                  <a:pt x="4790" y="0"/>
                </a:lnTo>
                <a:lnTo>
                  <a:pt x="4790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7" name=""/>
          <p:cNvSpPr/>
          <p:nvPr/>
        </p:nvSpPr>
        <p:spPr>
          <a:xfrm>
            <a:off x="2962080" y="2504880"/>
            <a:ext cx="943200" cy="400320"/>
          </a:xfrm>
          <a:custGeom>
            <a:avLst/>
            <a:gdLst/>
            <a:ahLst/>
            <a:rect l="0" t="0" r="r" b="b"/>
            <a:pathLst>
              <a:path w="2620" h="1112">
                <a:moveTo>
                  <a:pt x="0" y="0"/>
                </a:moveTo>
                <a:lnTo>
                  <a:pt x="2620" y="0"/>
                </a:lnTo>
                <a:lnTo>
                  <a:pt x="2620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8" name=""/>
          <p:cNvSpPr/>
          <p:nvPr/>
        </p:nvSpPr>
        <p:spPr>
          <a:xfrm>
            <a:off x="580680" y="2504880"/>
            <a:ext cx="657720" cy="400320"/>
          </a:xfrm>
          <a:custGeom>
            <a:avLst/>
            <a:gdLst/>
            <a:ahLst/>
            <a:rect l="0" t="0" r="r" b="b"/>
            <a:pathLst>
              <a:path w="1827" h="1112">
                <a:moveTo>
                  <a:pt x="51" y="78"/>
                </a:moveTo>
                <a:cubicBezTo>
                  <a:pt x="76" y="53"/>
                  <a:pt x="105" y="34"/>
                  <a:pt x="137" y="20"/>
                </a:cubicBezTo>
                <a:cubicBezTo>
                  <a:pt x="170" y="7"/>
                  <a:pt x="203" y="0"/>
                  <a:pt x="239" y="0"/>
                </a:cubicBezTo>
                <a:lnTo>
                  <a:pt x="1827" y="0"/>
                </a:lnTo>
                <a:lnTo>
                  <a:pt x="1827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9" name=""/>
          <p:cNvSpPr/>
          <p:nvPr/>
        </p:nvSpPr>
        <p:spPr>
          <a:xfrm>
            <a:off x="1238040" y="2504880"/>
            <a:ext cx="1724400" cy="400320"/>
          </a:xfrm>
          <a:custGeom>
            <a:avLst/>
            <a:gdLst/>
            <a:ahLst/>
            <a:rect l="0" t="0" r="r" b="b"/>
            <a:pathLst>
              <a:path w="4790" h="1112">
                <a:moveTo>
                  <a:pt x="0" y="0"/>
                </a:moveTo>
                <a:lnTo>
                  <a:pt x="4790" y="0"/>
                </a:lnTo>
                <a:lnTo>
                  <a:pt x="4790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0" name=""/>
          <p:cNvSpPr/>
          <p:nvPr/>
        </p:nvSpPr>
        <p:spPr>
          <a:xfrm>
            <a:off x="2962080" y="2504880"/>
            <a:ext cx="943200" cy="400320"/>
          </a:xfrm>
          <a:custGeom>
            <a:avLst/>
            <a:gdLst/>
            <a:ahLst/>
            <a:rect l="0" t="0" r="r" b="b"/>
            <a:pathLst>
              <a:path w="2620" h="1112">
                <a:moveTo>
                  <a:pt x="0" y="0"/>
                </a:moveTo>
                <a:lnTo>
                  <a:pt x="2620" y="0"/>
                </a:lnTo>
                <a:lnTo>
                  <a:pt x="2620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1" name=""/>
          <p:cNvSpPr/>
          <p:nvPr/>
        </p:nvSpPr>
        <p:spPr>
          <a:xfrm>
            <a:off x="580680" y="290484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2" name=""/>
          <p:cNvSpPr/>
          <p:nvPr/>
        </p:nvSpPr>
        <p:spPr>
          <a:xfrm>
            <a:off x="1238040" y="290484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3" name=""/>
          <p:cNvSpPr/>
          <p:nvPr/>
        </p:nvSpPr>
        <p:spPr>
          <a:xfrm>
            <a:off x="2962080" y="290484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4" name=""/>
          <p:cNvSpPr/>
          <p:nvPr/>
        </p:nvSpPr>
        <p:spPr>
          <a:xfrm>
            <a:off x="580680" y="290484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5" name=""/>
          <p:cNvSpPr/>
          <p:nvPr/>
        </p:nvSpPr>
        <p:spPr>
          <a:xfrm>
            <a:off x="1238040" y="290484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6" name=""/>
          <p:cNvSpPr/>
          <p:nvPr/>
        </p:nvSpPr>
        <p:spPr>
          <a:xfrm>
            <a:off x="2962080" y="290484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7" name=""/>
          <p:cNvSpPr/>
          <p:nvPr/>
        </p:nvSpPr>
        <p:spPr>
          <a:xfrm>
            <a:off x="580680" y="3352680"/>
            <a:ext cx="657720" cy="447840"/>
          </a:xfrm>
          <a:custGeom>
            <a:avLst/>
            <a:gdLst/>
            <a:ahLst/>
            <a:rect l="0" t="0" r="r" b="b"/>
            <a:pathLst>
              <a:path w="1827" h="1244">
                <a:moveTo>
                  <a:pt x="0" y="0"/>
                </a:moveTo>
                <a:lnTo>
                  <a:pt x="1827" y="0"/>
                </a:lnTo>
                <a:lnTo>
                  <a:pt x="18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8" name=""/>
          <p:cNvSpPr/>
          <p:nvPr/>
        </p:nvSpPr>
        <p:spPr>
          <a:xfrm>
            <a:off x="1238040" y="3352680"/>
            <a:ext cx="1724400" cy="447840"/>
          </a:xfrm>
          <a:custGeom>
            <a:avLst/>
            <a:gdLst/>
            <a:ahLst/>
            <a:rect l="0" t="0" r="r" b="b"/>
            <a:pathLst>
              <a:path w="4790" h="1244">
                <a:moveTo>
                  <a:pt x="0" y="0"/>
                </a:moveTo>
                <a:lnTo>
                  <a:pt x="4790" y="0"/>
                </a:lnTo>
                <a:lnTo>
                  <a:pt x="479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9" name=""/>
          <p:cNvSpPr/>
          <p:nvPr/>
        </p:nvSpPr>
        <p:spPr>
          <a:xfrm>
            <a:off x="2962080" y="3352680"/>
            <a:ext cx="943200" cy="447840"/>
          </a:xfrm>
          <a:custGeom>
            <a:avLst/>
            <a:gdLst/>
            <a:ahLst/>
            <a:rect l="0" t="0" r="r" b="b"/>
            <a:pathLst>
              <a:path w="2620" h="1244">
                <a:moveTo>
                  <a:pt x="0" y="0"/>
                </a:moveTo>
                <a:lnTo>
                  <a:pt x="2620" y="0"/>
                </a:lnTo>
                <a:lnTo>
                  <a:pt x="262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0" name=""/>
          <p:cNvSpPr/>
          <p:nvPr/>
        </p:nvSpPr>
        <p:spPr>
          <a:xfrm>
            <a:off x="580680" y="3352680"/>
            <a:ext cx="657720" cy="447840"/>
          </a:xfrm>
          <a:custGeom>
            <a:avLst/>
            <a:gdLst/>
            <a:ahLst/>
            <a:rect l="0" t="0" r="r" b="b"/>
            <a:pathLst>
              <a:path w="1827" h="1244">
                <a:moveTo>
                  <a:pt x="0" y="0"/>
                </a:moveTo>
                <a:lnTo>
                  <a:pt x="1827" y="0"/>
                </a:lnTo>
                <a:lnTo>
                  <a:pt x="18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1" name=""/>
          <p:cNvSpPr/>
          <p:nvPr/>
        </p:nvSpPr>
        <p:spPr>
          <a:xfrm>
            <a:off x="1238040" y="3352680"/>
            <a:ext cx="1724400" cy="447840"/>
          </a:xfrm>
          <a:custGeom>
            <a:avLst/>
            <a:gdLst/>
            <a:ahLst/>
            <a:rect l="0" t="0" r="r" b="b"/>
            <a:pathLst>
              <a:path w="4790" h="1244">
                <a:moveTo>
                  <a:pt x="0" y="0"/>
                </a:moveTo>
                <a:lnTo>
                  <a:pt x="4790" y="0"/>
                </a:lnTo>
                <a:lnTo>
                  <a:pt x="479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2" name=""/>
          <p:cNvSpPr/>
          <p:nvPr/>
        </p:nvSpPr>
        <p:spPr>
          <a:xfrm>
            <a:off x="2962080" y="3352680"/>
            <a:ext cx="943200" cy="447840"/>
          </a:xfrm>
          <a:custGeom>
            <a:avLst/>
            <a:gdLst/>
            <a:ahLst/>
            <a:rect l="0" t="0" r="r" b="b"/>
            <a:pathLst>
              <a:path w="2620" h="1244">
                <a:moveTo>
                  <a:pt x="0" y="0"/>
                </a:moveTo>
                <a:lnTo>
                  <a:pt x="2620" y="0"/>
                </a:lnTo>
                <a:lnTo>
                  <a:pt x="262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3" name=""/>
          <p:cNvSpPr/>
          <p:nvPr/>
        </p:nvSpPr>
        <p:spPr>
          <a:xfrm>
            <a:off x="580680" y="380016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4" name=""/>
          <p:cNvSpPr/>
          <p:nvPr/>
        </p:nvSpPr>
        <p:spPr>
          <a:xfrm>
            <a:off x="1238040" y="380016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5" name=""/>
          <p:cNvSpPr/>
          <p:nvPr/>
        </p:nvSpPr>
        <p:spPr>
          <a:xfrm>
            <a:off x="2962080" y="380016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6" name=""/>
          <p:cNvSpPr/>
          <p:nvPr/>
        </p:nvSpPr>
        <p:spPr>
          <a:xfrm>
            <a:off x="580680" y="380016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7" name=""/>
          <p:cNvSpPr/>
          <p:nvPr/>
        </p:nvSpPr>
        <p:spPr>
          <a:xfrm>
            <a:off x="1238040" y="380016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8" name=""/>
          <p:cNvSpPr/>
          <p:nvPr/>
        </p:nvSpPr>
        <p:spPr>
          <a:xfrm>
            <a:off x="2962080" y="380016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9" name=""/>
          <p:cNvSpPr/>
          <p:nvPr/>
        </p:nvSpPr>
        <p:spPr>
          <a:xfrm>
            <a:off x="580680" y="4248000"/>
            <a:ext cx="657720" cy="447840"/>
          </a:xfrm>
          <a:custGeom>
            <a:avLst/>
            <a:gdLst/>
            <a:ahLst/>
            <a:rect l="0" t="0" r="r" b="b"/>
            <a:pathLst>
              <a:path w="1827" h="1244">
                <a:moveTo>
                  <a:pt x="0" y="0"/>
                </a:moveTo>
                <a:lnTo>
                  <a:pt x="1827" y="0"/>
                </a:lnTo>
                <a:lnTo>
                  <a:pt x="18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0" name=""/>
          <p:cNvSpPr/>
          <p:nvPr/>
        </p:nvSpPr>
        <p:spPr>
          <a:xfrm>
            <a:off x="1238040" y="4248000"/>
            <a:ext cx="1724400" cy="447840"/>
          </a:xfrm>
          <a:custGeom>
            <a:avLst/>
            <a:gdLst/>
            <a:ahLst/>
            <a:rect l="0" t="0" r="r" b="b"/>
            <a:pathLst>
              <a:path w="4790" h="1244">
                <a:moveTo>
                  <a:pt x="0" y="0"/>
                </a:moveTo>
                <a:lnTo>
                  <a:pt x="4790" y="0"/>
                </a:lnTo>
                <a:lnTo>
                  <a:pt x="479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1" name=""/>
          <p:cNvSpPr/>
          <p:nvPr/>
        </p:nvSpPr>
        <p:spPr>
          <a:xfrm>
            <a:off x="2962080" y="4248000"/>
            <a:ext cx="943200" cy="447840"/>
          </a:xfrm>
          <a:custGeom>
            <a:avLst/>
            <a:gdLst/>
            <a:ahLst/>
            <a:rect l="0" t="0" r="r" b="b"/>
            <a:pathLst>
              <a:path w="2620" h="1244">
                <a:moveTo>
                  <a:pt x="0" y="0"/>
                </a:moveTo>
                <a:lnTo>
                  <a:pt x="2620" y="0"/>
                </a:lnTo>
                <a:lnTo>
                  <a:pt x="262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2" name=""/>
          <p:cNvSpPr/>
          <p:nvPr/>
        </p:nvSpPr>
        <p:spPr>
          <a:xfrm>
            <a:off x="580680" y="4248000"/>
            <a:ext cx="657720" cy="447840"/>
          </a:xfrm>
          <a:custGeom>
            <a:avLst/>
            <a:gdLst/>
            <a:ahLst/>
            <a:rect l="0" t="0" r="r" b="b"/>
            <a:pathLst>
              <a:path w="1827" h="1244">
                <a:moveTo>
                  <a:pt x="0" y="0"/>
                </a:moveTo>
                <a:lnTo>
                  <a:pt x="1827" y="0"/>
                </a:lnTo>
                <a:lnTo>
                  <a:pt x="18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3" name=""/>
          <p:cNvSpPr/>
          <p:nvPr/>
        </p:nvSpPr>
        <p:spPr>
          <a:xfrm>
            <a:off x="1238040" y="4248000"/>
            <a:ext cx="1724400" cy="447840"/>
          </a:xfrm>
          <a:custGeom>
            <a:avLst/>
            <a:gdLst/>
            <a:ahLst/>
            <a:rect l="0" t="0" r="r" b="b"/>
            <a:pathLst>
              <a:path w="4790" h="1244">
                <a:moveTo>
                  <a:pt x="0" y="0"/>
                </a:moveTo>
                <a:lnTo>
                  <a:pt x="4790" y="0"/>
                </a:lnTo>
                <a:lnTo>
                  <a:pt x="479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4" name=""/>
          <p:cNvSpPr/>
          <p:nvPr/>
        </p:nvSpPr>
        <p:spPr>
          <a:xfrm>
            <a:off x="2962080" y="4248000"/>
            <a:ext cx="943200" cy="447840"/>
          </a:xfrm>
          <a:custGeom>
            <a:avLst/>
            <a:gdLst/>
            <a:ahLst/>
            <a:rect l="0" t="0" r="r" b="b"/>
            <a:pathLst>
              <a:path w="2620" h="1244">
                <a:moveTo>
                  <a:pt x="0" y="0"/>
                </a:moveTo>
                <a:lnTo>
                  <a:pt x="2620" y="0"/>
                </a:lnTo>
                <a:lnTo>
                  <a:pt x="2620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5" name=""/>
          <p:cNvSpPr/>
          <p:nvPr/>
        </p:nvSpPr>
        <p:spPr>
          <a:xfrm>
            <a:off x="580680" y="469548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6" name=""/>
          <p:cNvSpPr/>
          <p:nvPr/>
        </p:nvSpPr>
        <p:spPr>
          <a:xfrm>
            <a:off x="1238040" y="469548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7" name=""/>
          <p:cNvSpPr/>
          <p:nvPr/>
        </p:nvSpPr>
        <p:spPr>
          <a:xfrm>
            <a:off x="2962080" y="469548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8" name=""/>
          <p:cNvSpPr/>
          <p:nvPr/>
        </p:nvSpPr>
        <p:spPr>
          <a:xfrm>
            <a:off x="580680" y="469548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0" y="0"/>
                </a:moveTo>
                <a:lnTo>
                  <a:pt x="1827" y="0"/>
                </a:lnTo>
                <a:lnTo>
                  <a:pt x="18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9" name=""/>
          <p:cNvSpPr/>
          <p:nvPr/>
        </p:nvSpPr>
        <p:spPr>
          <a:xfrm>
            <a:off x="1238040" y="469548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0"/>
                </a:move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0" name=""/>
          <p:cNvSpPr/>
          <p:nvPr/>
        </p:nvSpPr>
        <p:spPr>
          <a:xfrm>
            <a:off x="2962080" y="469548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0"/>
                </a:move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1" name=""/>
          <p:cNvSpPr/>
          <p:nvPr/>
        </p:nvSpPr>
        <p:spPr>
          <a:xfrm>
            <a:off x="580680" y="514332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239" y="1245"/>
                </a:moveTo>
                <a:cubicBezTo>
                  <a:pt x="203" y="1245"/>
                  <a:pt x="170" y="1238"/>
                  <a:pt x="137" y="1224"/>
                </a:cubicBezTo>
                <a:cubicBezTo>
                  <a:pt x="105" y="1211"/>
                  <a:pt x="76" y="1192"/>
                  <a:pt x="51" y="1167"/>
                </a:cubicBezTo>
                <a:cubicBezTo>
                  <a:pt x="30" y="1146"/>
                  <a:pt x="13" y="1122"/>
                  <a:pt x="0" y="1095"/>
                </a:cubicBezTo>
                <a:lnTo>
                  <a:pt x="0" y="0"/>
                </a:lnTo>
                <a:lnTo>
                  <a:pt x="1827" y="0"/>
                </a:lnTo>
                <a:lnTo>
                  <a:pt x="1827" y="1245"/>
                </a:lnTo>
                <a:lnTo>
                  <a:pt x="239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2" name=""/>
          <p:cNvSpPr/>
          <p:nvPr/>
        </p:nvSpPr>
        <p:spPr>
          <a:xfrm>
            <a:off x="1238040" y="514332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1245"/>
                </a:moveTo>
                <a:lnTo>
                  <a:pt x="0" y="0"/>
                </a:ln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3" name=""/>
          <p:cNvSpPr/>
          <p:nvPr/>
        </p:nvSpPr>
        <p:spPr>
          <a:xfrm>
            <a:off x="2962080" y="514332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1245"/>
                </a:moveTo>
                <a:lnTo>
                  <a:pt x="0" y="0"/>
                </a:ln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4" name=""/>
          <p:cNvSpPr/>
          <p:nvPr/>
        </p:nvSpPr>
        <p:spPr>
          <a:xfrm>
            <a:off x="580680" y="5143320"/>
            <a:ext cx="657720" cy="448200"/>
          </a:xfrm>
          <a:custGeom>
            <a:avLst/>
            <a:gdLst/>
            <a:ahLst/>
            <a:rect l="0" t="0" r="r" b="b"/>
            <a:pathLst>
              <a:path w="1827" h="1245">
                <a:moveTo>
                  <a:pt x="239" y="1245"/>
                </a:moveTo>
                <a:cubicBezTo>
                  <a:pt x="203" y="1245"/>
                  <a:pt x="170" y="1238"/>
                  <a:pt x="137" y="1224"/>
                </a:cubicBezTo>
                <a:cubicBezTo>
                  <a:pt x="105" y="1211"/>
                  <a:pt x="76" y="1192"/>
                  <a:pt x="51" y="1167"/>
                </a:cubicBezTo>
                <a:cubicBezTo>
                  <a:pt x="30" y="1146"/>
                  <a:pt x="13" y="1122"/>
                  <a:pt x="0" y="1095"/>
                </a:cubicBezTo>
                <a:lnTo>
                  <a:pt x="0" y="0"/>
                </a:lnTo>
                <a:lnTo>
                  <a:pt x="1827" y="0"/>
                </a:lnTo>
                <a:lnTo>
                  <a:pt x="1827" y="1245"/>
                </a:lnTo>
                <a:lnTo>
                  <a:pt x="239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5" name=""/>
          <p:cNvSpPr/>
          <p:nvPr/>
        </p:nvSpPr>
        <p:spPr>
          <a:xfrm>
            <a:off x="1238040" y="5143320"/>
            <a:ext cx="1724400" cy="448200"/>
          </a:xfrm>
          <a:custGeom>
            <a:avLst/>
            <a:gdLst/>
            <a:ahLst/>
            <a:rect l="0" t="0" r="r" b="b"/>
            <a:pathLst>
              <a:path w="4790" h="1245">
                <a:moveTo>
                  <a:pt x="0" y="1245"/>
                </a:moveTo>
                <a:lnTo>
                  <a:pt x="0" y="0"/>
                </a:lnTo>
                <a:lnTo>
                  <a:pt x="4790" y="0"/>
                </a:lnTo>
                <a:lnTo>
                  <a:pt x="4790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6" name=""/>
          <p:cNvSpPr/>
          <p:nvPr/>
        </p:nvSpPr>
        <p:spPr>
          <a:xfrm>
            <a:off x="2962080" y="5143320"/>
            <a:ext cx="943200" cy="448200"/>
          </a:xfrm>
          <a:custGeom>
            <a:avLst/>
            <a:gdLst/>
            <a:ahLst/>
            <a:rect l="0" t="0" r="r" b="b"/>
            <a:pathLst>
              <a:path w="2620" h="1245">
                <a:moveTo>
                  <a:pt x="0" y="1245"/>
                </a:moveTo>
                <a:lnTo>
                  <a:pt x="0" y="0"/>
                </a:lnTo>
                <a:lnTo>
                  <a:pt x="2620" y="0"/>
                </a:lnTo>
                <a:lnTo>
                  <a:pt x="2620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7" name=""/>
          <p:cNvSpPr/>
          <p:nvPr/>
        </p:nvSpPr>
        <p:spPr>
          <a:xfrm>
            <a:off x="571320" y="255852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21" y="14"/>
                </a:moveTo>
                <a:cubicBezTo>
                  <a:pt x="23" y="10"/>
                  <a:pt x="25" y="5"/>
                  <a:pt x="27" y="0"/>
                </a:cubicBezTo>
                <a:lnTo>
                  <a:pt x="27" y="990"/>
                </a:lnTo>
                <a:lnTo>
                  <a:pt x="0" y="990"/>
                </a:lnTo>
                <a:lnTo>
                  <a:pt x="0" y="116"/>
                </a:lnTo>
                <a:cubicBezTo>
                  <a:pt x="0" y="81"/>
                  <a:pt x="7" y="47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8" name=""/>
          <p:cNvSpPr/>
          <p:nvPr/>
        </p:nvSpPr>
        <p:spPr>
          <a:xfrm>
            <a:off x="624960" y="2504880"/>
            <a:ext cx="613440" cy="9720"/>
          </a:xfrm>
          <a:custGeom>
            <a:avLst/>
            <a:gdLst/>
            <a:ahLst/>
            <a:rect l="0" t="0" r="r" b="b"/>
            <a:pathLst>
              <a:path w="1704" h="27">
                <a:moveTo>
                  <a:pt x="14" y="20"/>
                </a:moveTo>
                <a:cubicBezTo>
                  <a:pt x="47" y="7"/>
                  <a:pt x="80" y="0"/>
                  <a:pt x="116" y="0"/>
                </a:cubicBezTo>
                <a:lnTo>
                  <a:pt x="1704" y="0"/>
                </a:lnTo>
                <a:lnTo>
                  <a:pt x="1704" y="27"/>
                </a:lnTo>
                <a:lnTo>
                  <a:pt x="0" y="27"/>
                </a:lnTo>
                <a:cubicBezTo>
                  <a:pt x="5" y="25"/>
                  <a:pt x="10" y="22"/>
                  <a:pt x="14" y="2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9" name=""/>
          <p:cNvSpPr/>
          <p:nvPr/>
        </p:nvSpPr>
        <p:spPr>
          <a:xfrm>
            <a:off x="1228680" y="25048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0" name=""/>
          <p:cNvSpPr/>
          <p:nvPr/>
        </p:nvSpPr>
        <p:spPr>
          <a:xfrm>
            <a:off x="1238040" y="250488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1" name=""/>
          <p:cNvSpPr/>
          <p:nvPr/>
        </p:nvSpPr>
        <p:spPr>
          <a:xfrm>
            <a:off x="2952720" y="25048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2" name=""/>
          <p:cNvSpPr/>
          <p:nvPr/>
        </p:nvSpPr>
        <p:spPr>
          <a:xfrm>
            <a:off x="2962080" y="25048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3" name=""/>
          <p:cNvSpPr/>
          <p:nvPr/>
        </p:nvSpPr>
        <p:spPr>
          <a:xfrm>
            <a:off x="3895560" y="25048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4" name=""/>
          <p:cNvSpPr/>
          <p:nvPr/>
        </p:nvSpPr>
        <p:spPr>
          <a:xfrm>
            <a:off x="571320" y="290484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5" name=""/>
          <p:cNvSpPr/>
          <p:nvPr/>
        </p:nvSpPr>
        <p:spPr>
          <a:xfrm>
            <a:off x="1238040" y="290484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6" name=""/>
          <p:cNvSpPr/>
          <p:nvPr/>
        </p:nvSpPr>
        <p:spPr>
          <a:xfrm>
            <a:off x="2962080" y="29048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7" name=""/>
          <p:cNvSpPr/>
          <p:nvPr/>
        </p:nvSpPr>
        <p:spPr>
          <a:xfrm>
            <a:off x="57132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8" name=""/>
          <p:cNvSpPr/>
          <p:nvPr/>
        </p:nvSpPr>
        <p:spPr>
          <a:xfrm>
            <a:off x="122868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9" name=""/>
          <p:cNvSpPr/>
          <p:nvPr/>
        </p:nvSpPr>
        <p:spPr>
          <a:xfrm>
            <a:off x="295272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0" name=""/>
          <p:cNvSpPr/>
          <p:nvPr/>
        </p:nvSpPr>
        <p:spPr>
          <a:xfrm>
            <a:off x="389556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1" name=""/>
          <p:cNvSpPr/>
          <p:nvPr/>
        </p:nvSpPr>
        <p:spPr>
          <a:xfrm>
            <a:off x="57132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2" name=""/>
          <p:cNvSpPr/>
          <p:nvPr/>
        </p:nvSpPr>
        <p:spPr>
          <a:xfrm>
            <a:off x="571320" y="335268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3" name=""/>
          <p:cNvSpPr/>
          <p:nvPr/>
        </p:nvSpPr>
        <p:spPr>
          <a:xfrm>
            <a:off x="122868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4" name=""/>
          <p:cNvSpPr/>
          <p:nvPr/>
        </p:nvSpPr>
        <p:spPr>
          <a:xfrm>
            <a:off x="1238040" y="335268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5" name=""/>
          <p:cNvSpPr/>
          <p:nvPr/>
        </p:nvSpPr>
        <p:spPr>
          <a:xfrm>
            <a:off x="295272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6" name=""/>
          <p:cNvSpPr/>
          <p:nvPr/>
        </p:nvSpPr>
        <p:spPr>
          <a:xfrm>
            <a:off x="2962080" y="33526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7" name=""/>
          <p:cNvSpPr/>
          <p:nvPr/>
        </p:nvSpPr>
        <p:spPr>
          <a:xfrm>
            <a:off x="389556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8" name=""/>
          <p:cNvSpPr/>
          <p:nvPr/>
        </p:nvSpPr>
        <p:spPr>
          <a:xfrm>
            <a:off x="57132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9" name=""/>
          <p:cNvSpPr/>
          <p:nvPr/>
        </p:nvSpPr>
        <p:spPr>
          <a:xfrm>
            <a:off x="571320" y="380016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0" name=""/>
          <p:cNvSpPr/>
          <p:nvPr/>
        </p:nvSpPr>
        <p:spPr>
          <a:xfrm>
            <a:off x="122868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1" name=""/>
          <p:cNvSpPr/>
          <p:nvPr/>
        </p:nvSpPr>
        <p:spPr>
          <a:xfrm>
            <a:off x="1238040" y="380016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2" name=""/>
          <p:cNvSpPr/>
          <p:nvPr/>
        </p:nvSpPr>
        <p:spPr>
          <a:xfrm>
            <a:off x="295272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3" name=""/>
          <p:cNvSpPr/>
          <p:nvPr/>
        </p:nvSpPr>
        <p:spPr>
          <a:xfrm>
            <a:off x="2962080" y="38001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4" name=""/>
          <p:cNvSpPr/>
          <p:nvPr/>
        </p:nvSpPr>
        <p:spPr>
          <a:xfrm>
            <a:off x="389556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5" name=""/>
          <p:cNvSpPr/>
          <p:nvPr/>
        </p:nvSpPr>
        <p:spPr>
          <a:xfrm>
            <a:off x="57132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6" name=""/>
          <p:cNvSpPr/>
          <p:nvPr/>
        </p:nvSpPr>
        <p:spPr>
          <a:xfrm>
            <a:off x="571320" y="424800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7" name=""/>
          <p:cNvSpPr/>
          <p:nvPr/>
        </p:nvSpPr>
        <p:spPr>
          <a:xfrm>
            <a:off x="122868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8" name=""/>
          <p:cNvSpPr/>
          <p:nvPr/>
        </p:nvSpPr>
        <p:spPr>
          <a:xfrm>
            <a:off x="1238040" y="424800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9" name=""/>
          <p:cNvSpPr/>
          <p:nvPr/>
        </p:nvSpPr>
        <p:spPr>
          <a:xfrm>
            <a:off x="295272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0" name=""/>
          <p:cNvSpPr/>
          <p:nvPr/>
        </p:nvSpPr>
        <p:spPr>
          <a:xfrm>
            <a:off x="2962080" y="424800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1" name=""/>
          <p:cNvSpPr/>
          <p:nvPr/>
        </p:nvSpPr>
        <p:spPr>
          <a:xfrm>
            <a:off x="389556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2" name=""/>
          <p:cNvSpPr/>
          <p:nvPr/>
        </p:nvSpPr>
        <p:spPr>
          <a:xfrm>
            <a:off x="57132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3" name=""/>
          <p:cNvSpPr/>
          <p:nvPr/>
        </p:nvSpPr>
        <p:spPr>
          <a:xfrm>
            <a:off x="571320" y="469548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4" name=""/>
          <p:cNvSpPr/>
          <p:nvPr/>
        </p:nvSpPr>
        <p:spPr>
          <a:xfrm>
            <a:off x="122868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5" name=""/>
          <p:cNvSpPr/>
          <p:nvPr/>
        </p:nvSpPr>
        <p:spPr>
          <a:xfrm>
            <a:off x="1238040" y="469548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6" name=""/>
          <p:cNvSpPr/>
          <p:nvPr/>
        </p:nvSpPr>
        <p:spPr>
          <a:xfrm>
            <a:off x="295272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7" name=""/>
          <p:cNvSpPr/>
          <p:nvPr/>
        </p:nvSpPr>
        <p:spPr>
          <a:xfrm>
            <a:off x="2962080" y="469548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8" name=""/>
          <p:cNvSpPr/>
          <p:nvPr/>
        </p:nvSpPr>
        <p:spPr>
          <a:xfrm>
            <a:off x="389556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9" name=""/>
          <p:cNvSpPr/>
          <p:nvPr/>
        </p:nvSpPr>
        <p:spPr>
          <a:xfrm>
            <a:off x="571320" y="5152680"/>
            <a:ext cx="9720" cy="384840"/>
          </a:xfrm>
          <a:custGeom>
            <a:avLst/>
            <a:gdLst/>
            <a:ahLst/>
            <a:rect l="0" t="0" r="r" b="b"/>
            <a:pathLst>
              <a:path w="27" h="1069">
                <a:moveTo>
                  <a:pt x="21" y="1055"/>
                </a:moveTo>
                <a:cubicBezTo>
                  <a:pt x="7" y="1023"/>
                  <a:pt x="0" y="989"/>
                  <a:pt x="0" y="954"/>
                </a:cubicBezTo>
                <a:lnTo>
                  <a:pt x="0" y="0"/>
                </a:lnTo>
                <a:lnTo>
                  <a:pt x="27" y="0"/>
                </a:lnTo>
                <a:lnTo>
                  <a:pt x="27" y="1069"/>
                </a:lnTo>
                <a:cubicBezTo>
                  <a:pt x="25" y="1065"/>
                  <a:pt x="23" y="1060"/>
                  <a:pt x="21" y="1055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0" name=""/>
          <p:cNvSpPr/>
          <p:nvPr/>
        </p:nvSpPr>
        <p:spPr>
          <a:xfrm>
            <a:off x="571320" y="514332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1" name=""/>
          <p:cNvSpPr/>
          <p:nvPr/>
        </p:nvSpPr>
        <p:spPr>
          <a:xfrm>
            <a:off x="1228680" y="51526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1219"/>
                </a:moveTo>
                <a:lnTo>
                  <a:pt x="0" y="0"/>
                </a:ln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2" name=""/>
          <p:cNvSpPr/>
          <p:nvPr/>
        </p:nvSpPr>
        <p:spPr>
          <a:xfrm>
            <a:off x="1238040" y="514332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3" name=""/>
          <p:cNvSpPr/>
          <p:nvPr/>
        </p:nvSpPr>
        <p:spPr>
          <a:xfrm>
            <a:off x="2952720" y="51526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1219"/>
                </a:moveTo>
                <a:lnTo>
                  <a:pt x="0" y="0"/>
                </a:ln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4" name=""/>
          <p:cNvSpPr/>
          <p:nvPr/>
        </p:nvSpPr>
        <p:spPr>
          <a:xfrm>
            <a:off x="2962080" y="51433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5" name=""/>
          <p:cNvSpPr/>
          <p:nvPr/>
        </p:nvSpPr>
        <p:spPr>
          <a:xfrm>
            <a:off x="3895560" y="51526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1219"/>
                </a:moveTo>
                <a:lnTo>
                  <a:pt x="0" y="0"/>
                </a:ln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6" name=""/>
          <p:cNvSpPr/>
          <p:nvPr/>
        </p:nvSpPr>
        <p:spPr>
          <a:xfrm>
            <a:off x="591120" y="1041120"/>
            <a:ext cx="437040" cy="317880"/>
          </a:xfrm>
          <a:custGeom>
            <a:avLst/>
            <a:gdLst/>
            <a:ahLst/>
            <a:rect l="0" t="0" r="r" b="b"/>
            <a:pathLst>
              <a:path w="1214" h="883">
                <a:moveTo>
                  <a:pt x="718" y="313"/>
                </a:moveTo>
                <a:lnTo>
                  <a:pt x="718" y="247"/>
                </a:lnTo>
                <a:cubicBezTo>
                  <a:pt x="748" y="234"/>
                  <a:pt x="779" y="224"/>
                  <a:pt x="811" y="218"/>
                </a:cubicBezTo>
                <a:cubicBezTo>
                  <a:pt x="842" y="211"/>
                  <a:pt x="876" y="208"/>
                  <a:pt x="911" y="208"/>
                </a:cubicBezTo>
                <a:cubicBezTo>
                  <a:pt x="935" y="208"/>
                  <a:pt x="958" y="210"/>
                  <a:pt x="981" y="213"/>
                </a:cubicBezTo>
                <a:cubicBezTo>
                  <a:pt x="1004" y="217"/>
                  <a:pt x="1026" y="222"/>
                  <a:pt x="1048" y="227"/>
                </a:cubicBezTo>
                <a:lnTo>
                  <a:pt x="1048" y="288"/>
                </a:lnTo>
                <a:cubicBezTo>
                  <a:pt x="1026" y="280"/>
                  <a:pt x="1004" y="273"/>
                  <a:pt x="982" y="269"/>
                </a:cubicBezTo>
                <a:cubicBezTo>
                  <a:pt x="959" y="265"/>
                  <a:pt x="935" y="263"/>
                  <a:pt x="911" y="263"/>
                </a:cubicBezTo>
                <a:cubicBezTo>
                  <a:pt x="876" y="263"/>
                  <a:pt x="842" y="267"/>
                  <a:pt x="810" y="276"/>
                </a:cubicBezTo>
                <a:cubicBezTo>
                  <a:pt x="778" y="285"/>
                  <a:pt x="747" y="297"/>
                  <a:pt x="718" y="313"/>
                </a:cubicBezTo>
                <a:moveTo>
                  <a:pt x="718" y="616"/>
                </a:moveTo>
                <a:lnTo>
                  <a:pt x="718" y="548"/>
                </a:lnTo>
                <a:cubicBezTo>
                  <a:pt x="748" y="536"/>
                  <a:pt x="779" y="527"/>
                  <a:pt x="811" y="520"/>
                </a:cubicBezTo>
                <a:cubicBezTo>
                  <a:pt x="842" y="514"/>
                  <a:pt x="876" y="511"/>
                  <a:pt x="911" y="511"/>
                </a:cubicBezTo>
                <a:cubicBezTo>
                  <a:pt x="935" y="511"/>
                  <a:pt x="958" y="513"/>
                  <a:pt x="981" y="517"/>
                </a:cubicBezTo>
                <a:cubicBezTo>
                  <a:pt x="1004" y="520"/>
                  <a:pt x="1026" y="525"/>
                  <a:pt x="1048" y="530"/>
                </a:cubicBezTo>
                <a:lnTo>
                  <a:pt x="1048" y="591"/>
                </a:lnTo>
                <a:cubicBezTo>
                  <a:pt x="1026" y="583"/>
                  <a:pt x="1004" y="577"/>
                  <a:pt x="982" y="572"/>
                </a:cubicBezTo>
                <a:cubicBezTo>
                  <a:pt x="959" y="568"/>
                  <a:pt x="935" y="566"/>
                  <a:pt x="911" y="566"/>
                </a:cubicBezTo>
                <a:cubicBezTo>
                  <a:pt x="876" y="566"/>
                  <a:pt x="842" y="570"/>
                  <a:pt x="810" y="579"/>
                </a:cubicBezTo>
                <a:cubicBezTo>
                  <a:pt x="778" y="587"/>
                  <a:pt x="747" y="599"/>
                  <a:pt x="718" y="616"/>
                </a:cubicBezTo>
                <a:moveTo>
                  <a:pt x="718" y="464"/>
                </a:moveTo>
                <a:lnTo>
                  <a:pt x="718" y="398"/>
                </a:lnTo>
                <a:cubicBezTo>
                  <a:pt x="748" y="385"/>
                  <a:pt x="779" y="376"/>
                  <a:pt x="811" y="369"/>
                </a:cubicBezTo>
                <a:cubicBezTo>
                  <a:pt x="842" y="363"/>
                  <a:pt x="876" y="360"/>
                  <a:pt x="911" y="360"/>
                </a:cubicBezTo>
                <a:cubicBezTo>
                  <a:pt x="935" y="360"/>
                  <a:pt x="958" y="361"/>
                  <a:pt x="981" y="365"/>
                </a:cubicBezTo>
                <a:cubicBezTo>
                  <a:pt x="1004" y="369"/>
                  <a:pt x="1026" y="373"/>
                  <a:pt x="1048" y="379"/>
                </a:cubicBezTo>
                <a:lnTo>
                  <a:pt x="1048" y="439"/>
                </a:lnTo>
                <a:cubicBezTo>
                  <a:pt x="1026" y="431"/>
                  <a:pt x="1004" y="425"/>
                  <a:pt x="982" y="421"/>
                </a:cubicBezTo>
                <a:cubicBezTo>
                  <a:pt x="959" y="417"/>
                  <a:pt x="935" y="415"/>
                  <a:pt x="911" y="415"/>
                </a:cubicBezTo>
                <a:cubicBezTo>
                  <a:pt x="876" y="415"/>
                  <a:pt x="842" y="419"/>
                  <a:pt x="810" y="428"/>
                </a:cubicBezTo>
                <a:cubicBezTo>
                  <a:pt x="778" y="437"/>
                  <a:pt x="747" y="449"/>
                  <a:pt x="718" y="464"/>
                </a:cubicBezTo>
                <a:moveTo>
                  <a:pt x="288" y="690"/>
                </a:moveTo>
                <a:cubicBezTo>
                  <a:pt x="337" y="690"/>
                  <a:pt x="385" y="696"/>
                  <a:pt x="431" y="708"/>
                </a:cubicBezTo>
                <a:cubicBezTo>
                  <a:pt x="478" y="719"/>
                  <a:pt x="524" y="736"/>
                  <a:pt x="569" y="759"/>
                </a:cubicBezTo>
                <a:lnTo>
                  <a:pt x="569" y="170"/>
                </a:lnTo>
                <a:cubicBezTo>
                  <a:pt x="528" y="142"/>
                  <a:pt x="483" y="121"/>
                  <a:pt x="434" y="106"/>
                </a:cubicBezTo>
                <a:cubicBezTo>
                  <a:pt x="386" y="91"/>
                  <a:pt x="337" y="83"/>
                  <a:pt x="288" y="83"/>
                </a:cubicBezTo>
                <a:cubicBezTo>
                  <a:pt x="253" y="83"/>
                  <a:pt x="219" y="87"/>
                  <a:pt x="185" y="96"/>
                </a:cubicBezTo>
                <a:cubicBezTo>
                  <a:pt x="151" y="105"/>
                  <a:pt x="117" y="116"/>
                  <a:pt x="83" y="128"/>
                </a:cubicBezTo>
                <a:lnTo>
                  <a:pt x="83" y="728"/>
                </a:lnTo>
                <a:cubicBezTo>
                  <a:pt x="111" y="715"/>
                  <a:pt x="144" y="705"/>
                  <a:pt x="181" y="699"/>
                </a:cubicBezTo>
                <a:cubicBezTo>
                  <a:pt x="217" y="693"/>
                  <a:pt x="253" y="690"/>
                  <a:pt x="288" y="690"/>
                </a:cubicBezTo>
                <a:moveTo>
                  <a:pt x="652" y="759"/>
                </a:moveTo>
                <a:cubicBezTo>
                  <a:pt x="697" y="736"/>
                  <a:pt x="743" y="719"/>
                  <a:pt x="787" y="708"/>
                </a:cubicBezTo>
                <a:cubicBezTo>
                  <a:pt x="831" y="696"/>
                  <a:pt x="878" y="690"/>
                  <a:pt x="927" y="690"/>
                </a:cubicBezTo>
                <a:cubicBezTo>
                  <a:pt x="962" y="690"/>
                  <a:pt x="998" y="693"/>
                  <a:pt x="1035" y="699"/>
                </a:cubicBezTo>
                <a:cubicBezTo>
                  <a:pt x="1073" y="704"/>
                  <a:pt x="1104" y="711"/>
                  <a:pt x="1131" y="721"/>
                </a:cubicBezTo>
                <a:lnTo>
                  <a:pt x="1131" y="128"/>
                </a:lnTo>
                <a:cubicBezTo>
                  <a:pt x="1100" y="113"/>
                  <a:pt x="1067" y="101"/>
                  <a:pt x="1032" y="94"/>
                </a:cubicBezTo>
                <a:cubicBezTo>
                  <a:pt x="997" y="87"/>
                  <a:pt x="962" y="83"/>
                  <a:pt x="927" y="83"/>
                </a:cubicBezTo>
                <a:cubicBezTo>
                  <a:pt x="878" y="83"/>
                  <a:pt x="830" y="91"/>
                  <a:pt x="783" y="106"/>
                </a:cubicBezTo>
                <a:cubicBezTo>
                  <a:pt x="737" y="121"/>
                  <a:pt x="693" y="142"/>
                  <a:pt x="652" y="170"/>
                </a:cubicBezTo>
                <a:lnTo>
                  <a:pt x="652" y="759"/>
                </a:lnTo>
                <a:moveTo>
                  <a:pt x="610" y="883"/>
                </a:moveTo>
                <a:cubicBezTo>
                  <a:pt x="563" y="848"/>
                  <a:pt x="512" y="821"/>
                  <a:pt x="457" y="803"/>
                </a:cubicBezTo>
                <a:cubicBezTo>
                  <a:pt x="402" y="784"/>
                  <a:pt x="346" y="774"/>
                  <a:pt x="288" y="774"/>
                </a:cubicBezTo>
                <a:cubicBezTo>
                  <a:pt x="254" y="774"/>
                  <a:pt x="221" y="778"/>
                  <a:pt x="189" y="787"/>
                </a:cubicBezTo>
                <a:cubicBezTo>
                  <a:pt x="155" y="795"/>
                  <a:pt x="123" y="805"/>
                  <a:pt x="91" y="817"/>
                </a:cubicBezTo>
                <a:cubicBezTo>
                  <a:pt x="70" y="827"/>
                  <a:pt x="49" y="826"/>
                  <a:pt x="30" y="813"/>
                </a:cubicBezTo>
                <a:cubicBezTo>
                  <a:pt x="10" y="800"/>
                  <a:pt x="0" y="782"/>
                  <a:pt x="0" y="758"/>
                </a:cubicBezTo>
                <a:lnTo>
                  <a:pt x="0" y="119"/>
                </a:lnTo>
                <a:cubicBezTo>
                  <a:pt x="0" y="105"/>
                  <a:pt x="3" y="92"/>
                  <a:pt x="10" y="81"/>
                </a:cubicBezTo>
                <a:cubicBezTo>
                  <a:pt x="16" y="69"/>
                  <a:pt x="26" y="60"/>
                  <a:pt x="39" y="54"/>
                </a:cubicBezTo>
                <a:cubicBezTo>
                  <a:pt x="77" y="36"/>
                  <a:pt x="117" y="22"/>
                  <a:pt x="159" y="13"/>
                </a:cubicBezTo>
                <a:cubicBezTo>
                  <a:pt x="202" y="5"/>
                  <a:pt x="244" y="0"/>
                  <a:pt x="288" y="0"/>
                </a:cubicBezTo>
                <a:cubicBezTo>
                  <a:pt x="346" y="0"/>
                  <a:pt x="402" y="8"/>
                  <a:pt x="457" y="24"/>
                </a:cubicBezTo>
                <a:cubicBezTo>
                  <a:pt x="511" y="39"/>
                  <a:pt x="562" y="63"/>
                  <a:pt x="610" y="95"/>
                </a:cubicBezTo>
                <a:cubicBezTo>
                  <a:pt x="657" y="63"/>
                  <a:pt x="707" y="39"/>
                  <a:pt x="761" y="24"/>
                </a:cubicBezTo>
                <a:cubicBezTo>
                  <a:pt x="815" y="8"/>
                  <a:pt x="870" y="0"/>
                  <a:pt x="927" y="0"/>
                </a:cubicBezTo>
                <a:cubicBezTo>
                  <a:pt x="970" y="0"/>
                  <a:pt x="1012" y="5"/>
                  <a:pt x="1054" y="13"/>
                </a:cubicBezTo>
                <a:cubicBezTo>
                  <a:pt x="1095" y="22"/>
                  <a:pt x="1135" y="36"/>
                  <a:pt x="1174" y="54"/>
                </a:cubicBezTo>
                <a:cubicBezTo>
                  <a:pt x="1187" y="60"/>
                  <a:pt x="1197" y="69"/>
                  <a:pt x="1203" y="81"/>
                </a:cubicBezTo>
                <a:cubicBezTo>
                  <a:pt x="1210" y="92"/>
                  <a:pt x="1214" y="105"/>
                  <a:pt x="1214" y="119"/>
                </a:cubicBezTo>
                <a:lnTo>
                  <a:pt x="1214" y="758"/>
                </a:lnTo>
                <a:cubicBezTo>
                  <a:pt x="1214" y="783"/>
                  <a:pt x="1203" y="803"/>
                  <a:pt x="1183" y="816"/>
                </a:cubicBezTo>
                <a:cubicBezTo>
                  <a:pt x="1162" y="830"/>
                  <a:pt x="1142" y="830"/>
                  <a:pt x="1121" y="817"/>
                </a:cubicBezTo>
                <a:cubicBezTo>
                  <a:pt x="1090" y="804"/>
                  <a:pt x="1058" y="794"/>
                  <a:pt x="1026" y="786"/>
                </a:cubicBezTo>
                <a:cubicBezTo>
                  <a:pt x="994" y="778"/>
                  <a:pt x="961" y="774"/>
                  <a:pt x="927" y="774"/>
                </a:cubicBezTo>
                <a:cubicBezTo>
                  <a:pt x="869" y="774"/>
                  <a:pt x="814" y="784"/>
                  <a:pt x="760" y="803"/>
                </a:cubicBezTo>
                <a:cubicBezTo>
                  <a:pt x="707" y="823"/>
                  <a:pt x="657" y="849"/>
                  <a:pt x="610" y="883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57" name=""/>
          <p:cNvSpPr/>
          <p:nvPr/>
        </p:nvSpPr>
        <p:spPr>
          <a:xfrm>
            <a:off x="820080" y="1881000"/>
            <a:ext cx="226800" cy="308520"/>
          </a:xfrm>
          <a:custGeom>
            <a:avLst/>
            <a:gdLst/>
            <a:ahLst/>
            <a:rect l="0" t="0" r="r" b="b"/>
            <a:pathLst>
              <a:path w="630" h="857">
                <a:moveTo>
                  <a:pt x="254" y="832"/>
                </a:moveTo>
                <a:cubicBezTo>
                  <a:pt x="238" y="815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7"/>
                  <a:pt x="314" y="857"/>
                </a:cubicBezTo>
                <a:cubicBezTo>
                  <a:pt x="291" y="857"/>
                  <a:pt x="271" y="848"/>
                  <a:pt x="254" y="832"/>
                </a:cubicBezTo>
                <a:moveTo>
                  <a:pt x="145" y="707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7"/>
                </a:lnTo>
                <a:lnTo>
                  <a:pt x="145" y="707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2"/>
                  <a:pt x="0" y="314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4"/>
                </a:cubicBezTo>
                <a:cubicBezTo>
                  <a:pt x="630" y="372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5"/>
                  <a:pt x="567" y="356"/>
                  <a:pt x="567" y="314"/>
                </a:cubicBezTo>
                <a:cubicBezTo>
                  <a:pt x="567" y="245"/>
                  <a:pt x="541" y="186"/>
                  <a:pt x="492" y="137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7"/>
                </a:cubicBezTo>
                <a:cubicBezTo>
                  <a:pt x="88" y="186"/>
                  <a:pt x="63" y="245"/>
                  <a:pt x="63" y="314"/>
                </a:cubicBezTo>
                <a:cubicBezTo>
                  <a:pt x="63" y="356"/>
                  <a:pt x="73" y="395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047600" y="1110600"/>
            <a:ext cx="26492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ハンズオン構成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166400" y="2012400"/>
            <a:ext cx="7201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前半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で早めに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Vibe Coding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を体験 → 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後半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で拡張機能を学ぶ流れです。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786960" y="2626200"/>
            <a:ext cx="228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No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362240" y="26262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2" name=""/>
          <p:cNvSpPr/>
          <p:nvPr/>
        </p:nvSpPr>
        <p:spPr>
          <a:xfrm>
            <a:off x="704520" y="297144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1"/>
                  <a:pt x="898" y="510"/>
                  <a:pt x="892" y="539"/>
                </a:cubicBezTo>
                <a:cubicBezTo>
                  <a:pt x="887" y="568"/>
                  <a:pt x="878" y="596"/>
                  <a:pt x="867" y="623"/>
                </a:cubicBezTo>
                <a:cubicBezTo>
                  <a:pt x="855" y="651"/>
                  <a:pt x="842" y="677"/>
                  <a:pt x="825" y="701"/>
                </a:cubicBezTo>
                <a:cubicBezTo>
                  <a:pt x="809" y="726"/>
                  <a:pt x="790" y="748"/>
                  <a:pt x="769" y="769"/>
                </a:cubicBezTo>
                <a:cubicBezTo>
                  <a:pt x="748" y="790"/>
                  <a:pt x="726" y="809"/>
                  <a:pt x="701" y="825"/>
                </a:cubicBezTo>
                <a:cubicBezTo>
                  <a:pt x="677" y="842"/>
                  <a:pt x="651" y="856"/>
                  <a:pt x="623" y="867"/>
                </a:cubicBezTo>
                <a:cubicBezTo>
                  <a:pt x="596" y="878"/>
                  <a:pt x="568" y="887"/>
                  <a:pt x="539" y="892"/>
                </a:cubicBezTo>
                <a:cubicBezTo>
                  <a:pt x="510" y="898"/>
                  <a:pt x="481" y="901"/>
                  <a:pt x="451" y="901"/>
                </a:cubicBezTo>
                <a:cubicBezTo>
                  <a:pt x="422" y="901"/>
                  <a:pt x="392" y="898"/>
                  <a:pt x="363" y="892"/>
                </a:cubicBezTo>
                <a:cubicBezTo>
                  <a:pt x="334" y="887"/>
                  <a:pt x="306" y="878"/>
                  <a:pt x="278" y="867"/>
                </a:cubicBezTo>
                <a:cubicBezTo>
                  <a:pt x="251" y="856"/>
                  <a:pt x="225" y="842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3" y="726"/>
                  <a:pt x="76" y="701"/>
                </a:cubicBezTo>
                <a:cubicBezTo>
                  <a:pt x="60" y="677"/>
                  <a:pt x="46" y="651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1"/>
                  <a:pt x="0" y="451"/>
                </a:cubicBezTo>
                <a:cubicBezTo>
                  <a:pt x="0" y="422"/>
                  <a:pt x="3" y="393"/>
                  <a:pt x="9" y="364"/>
                </a:cubicBezTo>
                <a:cubicBezTo>
                  <a:pt x="15" y="335"/>
                  <a:pt x="23" y="306"/>
                  <a:pt x="35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3" y="176"/>
                  <a:pt x="111" y="153"/>
                  <a:pt x="132" y="132"/>
                </a:cubicBezTo>
                <a:cubicBezTo>
                  <a:pt x="153" y="111"/>
                  <a:pt x="176" y="93"/>
                  <a:pt x="200" y="76"/>
                </a:cubicBezTo>
                <a:cubicBezTo>
                  <a:pt x="225" y="60"/>
                  <a:pt x="251" y="46"/>
                  <a:pt x="278" y="35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2" y="0"/>
                  <a:pt x="451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5"/>
                  <a:pt x="596" y="23"/>
                  <a:pt x="623" y="35"/>
                </a:cubicBezTo>
                <a:cubicBezTo>
                  <a:pt x="651" y="46"/>
                  <a:pt x="677" y="60"/>
                  <a:pt x="701" y="76"/>
                </a:cubicBezTo>
                <a:cubicBezTo>
                  <a:pt x="726" y="93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2" y="225"/>
                  <a:pt x="855" y="251"/>
                  <a:pt x="867" y="278"/>
                </a:cubicBezTo>
                <a:cubicBezTo>
                  <a:pt x="878" y="306"/>
                  <a:pt x="887" y="335"/>
                  <a:pt x="892" y="364"/>
                </a:cubicBezTo>
                <a:cubicBezTo>
                  <a:pt x="898" y="393"/>
                  <a:pt x="901" y="422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3088080" y="262620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所要時間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814680" y="30452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1362240" y="305388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環境セットアップ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6" name=""/>
          <p:cNvSpPr/>
          <p:nvPr/>
        </p:nvSpPr>
        <p:spPr>
          <a:xfrm>
            <a:off x="704520" y="341928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7" y="567"/>
                  <a:pt x="878" y="595"/>
                  <a:pt x="867" y="622"/>
                </a:cubicBezTo>
                <a:cubicBezTo>
                  <a:pt x="855" y="649"/>
                  <a:pt x="842" y="675"/>
                  <a:pt x="825" y="700"/>
                </a:cubicBezTo>
                <a:cubicBezTo>
                  <a:pt x="809" y="724"/>
                  <a:pt x="790" y="747"/>
                  <a:pt x="769" y="768"/>
                </a:cubicBezTo>
                <a:cubicBezTo>
                  <a:pt x="748" y="789"/>
                  <a:pt x="726" y="807"/>
                  <a:pt x="701" y="824"/>
                </a:cubicBezTo>
                <a:cubicBezTo>
                  <a:pt x="677" y="840"/>
                  <a:pt x="651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1" y="901"/>
                  <a:pt x="451" y="901"/>
                </a:cubicBezTo>
                <a:cubicBezTo>
                  <a:pt x="422" y="901"/>
                  <a:pt x="392" y="898"/>
                  <a:pt x="363" y="892"/>
                </a:cubicBezTo>
                <a:cubicBezTo>
                  <a:pt x="334" y="886"/>
                  <a:pt x="306" y="878"/>
                  <a:pt x="278" y="866"/>
                </a:cubicBezTo>
                <a:cubicBezTo>
                  <a:pt x="251" y="855"/>
                  <a:pt x="225" y="840"/>
                  <a:pt x="200" y="824"/>
                </a:cubicBezTo>
                <a:cubicBezTo>
                  <a:pt x="176" y="807"/>
                  <a:pt x="153" y="789"/>
                  <a:pt x="132" y="768"/>
                </a:cubicBezTo>
                <a:cubicBezTo>
                  <a:pt x="111" y="747"/>
                  <a:pt x="93" y="724"/>
                  <a:pt x="76" y="700"/>
                </a:cubicBezTo>
                <a:cubicBezTo>
                  <a:pt x="60" y="675"/>
                  <a:pt x="46" y="649"/>
                  <a:pt x="35" y="622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8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3" y="175"/>
                  <a:pt x="111" y="153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6"/>
                  <a:pt x="278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2" y="0"/>
                  <a:pt x="451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1" y="46"/>
                  <a:pt x="677" y="59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3"/>
                  <a:pt x="809" y="175"/>
                  <a:pt x="825" y="200"/>
                </a:cubicBezTo>
                <a:cubicBezTo>
                  <a:pt x="842" y="224"/>
                  <a:pt x="855" y="250"/>
                  <a:pt x="867" y="278"/>
                </a:cubicBezTo>
                <a:cubicBezTo>
                  <a:pt x="878" y="305"/>
                  <a:pt x="887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3259800" y="305388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814680" y="34930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1362240" y="3501360"/>
            <a:ext cx="1212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GEMINI.md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設定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0" name=""/>
          <p:cNvSpPr/>
          <p:nvPr/>
        </p:nvSpPr>
        <p:spPr>
          <a:xfrm>
            <a:off x="704520" y="386712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7" y="567"/>
                  <a:pt x="878" y="595"/>
                  <a:pt x="867" y="623"/>
                </a:cubicBezTo>
                <a:cubicBezTo>
                  <a:pt x="855" y="650"/>
                  <a:pt x="842" y="676"/>
                  <a:pt x="825" y="700"/>
                </a:cubicBezTo>
                <a:cubicBezTo>
                  <a:pt x="809" y="725"/>
                  <a:pt x="790" y="748"/>
                  <a:pt x="769" y="768"/>
                </a:cubicBezTo>
                <a:cubicBezTo>
                  <a:pt x="748" y="789"/>
                  <a:pt x="726" y="808"/>
                  <a:pt x="701" y="824"/>
                </a:cubicBezTo>
                <a:cubicBezTo>
                  <a:pt x="677" y="841"/>
                  <a:pt x="651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1" y="900"/>
                  <a:pt x="451" y="900"/>
                </a:cubicBezTo>
                <a:cubicBezTo>
                  <a:pt x="422" y="900"/>
                  <a:pt x="392" y="897"/>
                  <a:pt x="363" y="892"/>
                </a:cubicBezTo>
                <a:cubicBezTo>
                  <a:pt x="334" y="886"/>
                  <a:pt x="306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8"/>
                </a:cubicBezTo>
                <a:cubicBezTo>
                  <a:pt x="111" y="748"/>
                  <a:pt x="93" y="725"/>
                  <a:pt x="76" y="700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7"/>
                </a:cubicBezTo>
                <a:cubicBezTo>
                  <a:pt x="46" y="250"/>
                  <a:pt x="60" y="224"/>
                  <a:pt x="76" y="199"/>
                </a:cubicBezTo>
                <a:cubicBezTo>
                  <a:pt x="93" y="175"/>
                  <a:pt x="111" y="152"/>
                  <a:pt x="132" y="131"/>
                </a:cubicBezTo>
                <a:cubicBezTo>
                  <a:pt x="153" y="110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2"/>
                  <a:pt x="422" y="0"/>
                  <a:pt x="451" y="0"/>
                </a:cubicBezTo>
                <a:cubicBezTo>
                  <a:pt x="481" y="0"/>
                  <a:pt x="510" y="2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1" y="45"/>
                  <a:pt x="677" y="59"/>
                  <a:pt x="701" y="75"/>
                </a:cubicBezTo>
                <a:cubicBezTo>
                  <a:pt x="726" y="92"/>
                  <a:pt x="748" y="110"/>
                  <a:pt x="769" y="131"/>
                </a:cubicBezTo>
                <a:cubicBezTo>
                  <a:pt x="790" y="152"/>
                  <a:pt x="809" y="175"/>
                  <a:pt x="825" y="199"/>
                </a:cubicBezTo>
                <a:cubicBezTo>
                  <a:pt x="842" y="224"/>
                  <a:pt x="855" y="250"/>
                  <a:pt x="867" y="277"/>
                </a:cubicBezTo>
                <a:cubicBezTo>
                  <a:pt x="878" y="305"/>
                  <a:pt x="887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3259800" y="35013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814680" y="39405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362240" y="3949200"/>
            <a:ext cx="147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基礎編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4" name=""/>
          <p:cNvSpPr/>
          <p:nvPr/>
        </p:nvSpPr>
        <p:spPr>
          <a:xfrm>
            <a:off x="704520" y="431460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0"/>
                  <a:pt x="898" y="510"/>
                  <a:pt x="892" y="539"/>
                </a:cubicBezTo>
                <a:cubicBezTo>
                  <a:pt x="887" y="568"/>
                  <a:pt x="878" y="596"/>
                  <a:pt x="867" y="623"/>
                </a:cubicBezTo>
                <a:cubicBezTo>
                  <a:pt x="855" y="650"/>
                  <a:pt x="842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8"/>
                  <a:pt x="701" y="825"/>
                </a:cubicBezTo>
                <a:cubicBezTo>
                  <a:pt x="677" y="841"/>
                  <a:pt x="651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1" y="901"/>
                  <a:pt x="451" y="901"/>
                </a:cubicBezTo>
                <a:cubicBezTo>
                  <a:pt x="422" y="901"/>
                  <a:pt x="392" y="898"/>
                  <a:pt x="363" y="892"/>
                </a:cubicBezTo>
                <a:cubicBezTo>
                  <a:pt x="334" y="886"/>
                  <a:pt x="306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5" y="279"/>
                </a:cubicBezTo>
                <a:cubicBezTo>
                  <a:pt x="46" y="251"/>
                  <a:pt x="60" y="226"/>
                  <a:pt x="76" y="201"/>
                </a:cubicBezTo>
                <a:cubicBezTo>
                  <a:pt x="93" y="176"/>
                  <a:pt x="111" y="154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60"/>
                  <a:pt x="251" y="46"/>
                  <a:pt x="278" y="34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2" y="0"/>
                  <a:pt x="451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1" y="46"/>
                  <a:pt x="677" y="60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4"/>
                  <a:pt x="809" y="176"/>
                  <a:pt x="825" y="201"/>
                </a:cubicBezTo>
                <a:cubicBezTo>
                  <a:pt x="842" y="226"/>
                  <a:pt x="855" y="251"/>
                  <a:pt x="867" y="279"/>
                </a:cubicBezTo>
                <a:cubicBezTo>
                  <a:pt x="878" y="306"/>
                  <a:pt x="887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3259800" y="394920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814680" y="43884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1362240" y="4397040"/>
            <a:ext cx="727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MCP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接続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8" name=""/>
          <p:cNvSpPr/>
          <p:nvPr/>
        </p:nvSpPr>
        <p:spPr>
          <a:xfrm>
            <a:off x="704520" y="47624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7" y="566"/>
                  <a:pt x="878" y="594"/>
                  <a:pt x="867" y="622"/>
                </a:cubicBezTo>
                <a:cubicBezTo>
                  <a:pt x="855" y="649"/>
                  <a:pt x="842" y="675"/>
                  <a:pt x="825" y="699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6" y="808"/>
                  <a:pt x="701" y="824"/>
                </a:cubicBezTo>
                <a:cubicBezTo>
                  <a:pt x="677" y="841"/>
                  <a:pt x="651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1" y="900"/>
                  <a:pt x="451" y="900"/>
                </a:cubicBezTo>
                <a:cubicBezTo>
                  <a:pt x="422" y="900"/>
                  <a:pt x="392" y="897"/>
                  <a:pt x="363" y="892"/>
                </a:cubicBezTo>
                <a:cubicBezTo>
                  <a:pt x="334" y="886"/>
                  <a:pt x="306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9"/>
                </a:cubicBezTo>
                <a:cubicBezTo>
                  <a:pt x="111" y="748"/>
                  <a:pt x="93" y="725"/>
                  <a:pt x="76" y="699"/>
                </a:cubicBezTo>
                <a:cubicBezTo>
                  <a:pt x="60" y="675"/>
                  <a:pt x="46" y="649"/>
                  <a:pt x="35" y="622"/>
                </a:cubicBezTo>
                <a:cubicBezTo>
                  <a:pt x="23" y="594"/>
                  <a:pt x="15" y="566"/>
                  <a:pt x="9" y="537"/>
                </a:cubicBezTo>
                <a:cubicBezTo>
                  <a:pt x="3" y="508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7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3" y="175"/>
                  <a:pt x="111" y="152"/>
                  <a:pt x="132" y="131"/>
                </a:cubicBezTo>
                <a:cubicBezTo>
                  <a:pt x="153" y="111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3"/>
                  <a:pt x="422" y="0"/>
                  <a:pt x="451" y="0"/>
                </a:cubicBezTo>
                <a:cubicBezTo>
                  <a:pt x="481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1" y="45"/>
                  <a:pt x="677" y="59"/>
                  <a:pt x="701" y="75"/>
                </a:cubicBezTo>
                <a:cubicBezTo>
                  <a:pt x="726" y="92"/>
                  <a:pt x="748" y="111"/>
                  <a:pt x="769" y="131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2" y="224"/>
                  <a:pt x="855" y="250"/>
                  <a:pt x="867" y="277"/>
                </a:cubicBezTo>
                <a:cubicBezTo>
                  <a:pt x="878" y="305"/>
                  <a:pt x="887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3259800" y="439704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814680" y="48358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1362240" y="4844520"/>
            <a:ext cx="1212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 Skills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作成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2" name=""/>
          <p:cNvSpPr/>
          <p:nvPr/>
        </p:nvSpPr>
        <p:spPr>
          <a:xfrm>
            <a:off x="704520" y="520992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1"/>
                  <a:pt x="898" y="510"/>
                  <a:pt x="892" y="539"/>
                </a:cubicBezTo>
                <a:cubicBezTo>
                  <a:pt x="887" y="568"/>
                  <a:pt x="878" y="596"/>
                  <a:pt x="867" y="623"/>
                </a:cubicBezTo>
                <a:cubicBezTo>
                  <a:pt x="855" y="650"/>
                  <a:pt x="842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9"/>
                  <a:pt x="701" y="825"/>
                </a:cubicBezTo>
                <a:cubicBezTo>
                  <a:pt x="677" y="841"/>
                  <a:pt x="651" y="855"/>
                  <a:pt x="623" y="867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1" y="901"/>
                  <a:pt x="451" y="901"/>
                </a:cubicBezTo>
                <a:cubicBezTo>
                  <a:pt x="422" y="901"/>
                  <a:pt x="392" y="898"/>
                  <a:pt x="363" y="892"/>
                </a:cubicBezTo>
                <a:cubicBezTo>
                  <a:pt x="334" y="886"/>
                  <a:pt x="306" y="878"/>
                  <a:pt x="278" y="867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1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3"/>
                  <a:pt x="23" y="305"/>
                  <a:pt x="35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3" y="176"/>
                  <a:pt x="111" y="153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60"/>
                  <a:pt x="251" y="46"/>
                  <a:pt x="278" y="34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2" y="0"/>
                  <a:pt x="451" y="0"/>
                </a:cubicBezTo>
                <a:cubicBezTo>
                  <a:pt x="481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1" y="46"/>
                  <a:pt x="677" y="60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2" y="225"/>
                  <a:pt x="855" y="251"/>
                  <a:pt x="867" y="278"/>
                </a:cubicBezTo>
                <a:cubicBezTo>
                  <a:pt x="878" y="305"/>
                  <a:pt x="887" y="333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3259800" y="484452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814680" y="5283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362240" y="5292360"/>
            <a:ext cx="147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発展編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3259800" y="52923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5658840" y="5727600"/>
            <a:ext cx="870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合計：約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時間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2" name=""/>
          <p:cNvSpPr/>
          <p:nvPr/>
        </p:nvSpPr>
        <p:spPr>
          <a:xfrm>
            <a:off x="647640" y="2171520"/>
            <a:ext cx="762120" cy="762480"/>
          </a:xfrm>
          <a:custGeom>
            <a:avLst/>
            <a:gdLst/>
            <a:ahLst/>
            <a:rect l="0" t="0" r="r" b="b"/>
            <a:pathLst>
              <a:path w="2117" h="2118">
                <a:moveTo>
                  <a:pt x="801" y="1509"/>
                </a:moveTo>
                <a:lnTo>
                  <a:pt x="1509" y="1058"/>
                </a:lnTo>
                <a:lnTo>
                  <a:pt x="801" y="609"/>
                </a:lnTo>
                <a:lnTo>
                  <a:pt x="801" y="1509"/>
                </a:lnTo>
                <a:moveTo>
                  <a:pt x="1058" y="2118"/>
                </a:moveTo>
                <a:cubicBezTo>
                  <a:pt x="913" y="2118"/>
                  <a:pt x="777" y="2090"/>
                  <a:pt x="648" y="2034"/>
                </a:cubicBezTo>
                <a:cubicBezTo>
                  <a:pt x="519" y="1979"/>
                  <a:pt x="407" y="1903"/>
                  <a:pt x="311" y="1807"/>
                </a:cubicBezTo>
                <a:cubicBezTo>
                  <a:pt x="214" y="1711"/>
                  <a:pt x="139" y="1598"/>
                  <a:pt x="83" y="1469"/>
                </a:cubicBezTo>
                <a:cubicBezTo>
                  <a:pt x="27" y="1340"/>
                  <a:pt x="0" y="1203"/>
                  <a:pt x="0" y="1058"/>
                </a:cubicBezTo>
                <a:cubicBezTo>
                  <a:pt x="0" y="912"/>
                  <a:pt x="27" y="774"/>
                  <a:pt x="83" y="646"/>
                </a:cubicBezTo>
                <a:cubicBezTo>
                  <a:pt x="139" y="517"/>
                  <a:pt x="214" y="405"/>
                  <a:pt x="311" y="310"/>
                </a:cubicBezTo>
                <a:cubicBezTo>
                  <a:pt x="407" y="214"/>
                  <a:pt x="519" y="139"/>
                  <a:pt x="648" y="83"/>
                </a:cubicBezTo>
                <a:cubicBezTo>
                  <a:pt x="777" y="28"/>
                  <a:pt x="913" y="0"/>
                  <a:pt x="1058" y="0"/>
                </a:cubicBezTo>
                <a:cubicBezTo>
                  <a:pt x="1204" y="0"/>
                  <a:pt x="1342" y="28"/>
                  <a:pt x="1472" y="83"/>
                </a:cubicBezTo>
                <a:cubicBezTo>
                  <a:pt x="1601" y="139"/>
                  <a:pt x="1713" y="214"/>
                  <a:pt x="1808" y="310"/>
                </a:cubicBezTo>
                <a:cubicBezTo>
                  <a:pt x="1903" y="405"/>
                  <a:pt x="1978" y="517"/>
                  <a:pt x="2034" y="646"/>
                </a:cubicBezTo>
                <a:cubicBezTo>
                  <a:pt x="2090" y="774"/>
                  <a:pt x="2117" y="912"/>
                  <a:pt x="2117" y="1058"/>
                </a:cubicBezTo>
                <a:cubicBezTo>
                  <a:pt x="2117" y="1203"/>
                  <a:pt x="2090" y="1340"/>
                  <a:pt x="2034" y="1469"/>
                </a:cubicBezTo>
                <a:cubicBezTo>
                  <a:pt x="1978" y="1598"/>
                  <a:pt x="1903" y="1711"/>
                  <a:pt x="1808" y="1807"/>
                </a:cubicBezTo>
                <a:cubicBezTo>
                  <a:pt x="1713" y="1903"/>
                  <a:pt x="1601" y="1979"/>
                  <a:pt x="1472" y="2034"/>
                </a:cubicBezTo>
                <a:cubicBezTo>
                  <a:pt x="1342" y="2090"/>
                  <a:pt x="1204" y="2118"/>
                  <a:pt x="1058" y="2118"/>
                </a:cubicBezTo>
                <a:moveTo>
                  <a:pt x="1058" y="1959"/>
                </a:moveTo>
                <a:cubicBezTo>
                  <a:pt x="1308" y="1959"/>
                  <a:pt x="1522" y="1871"/>
                  <a:pt x="1697" y="1696"/>
                </a:cubicBezTo>
                <a:cubicBezTo>
                  <a:pt x="1871" y="1520"/>
                  <a:pt x="1959" y="1307"/>
                  <a:pt x="1959" y="1058"/>
                </a:cubicBezTo>
                <a:cubicBezTo>
                  <a:pt x="1959" y="808"/>
                  <a:pt x="1871" y="595"/>
                  <a:pt x="1697" y="421"/>
                </a:cubicBezTo>
                <a:cubicBezTo>
                  <a:pt x="1522" y="246"/>
                  <a:pt x="1308" y="159"/>
                  <a:pt x="1058" y="159"/>
                </a:cubicBezTo>
                <a:cubicBezTo>
                  <a:pt x="809" y="159"/>
                  <a:pt x="597" y="246"/>
                  <a:pt x="422" y="421"/>
                </a:cubicBezTo>
                <a:cubicBezTo>
                  <a:pt x="246" y="595"/>
                  <a:pt x="158" y="808"/>
                  <a:pt x="158" y="1058"/>
                </a:cubicBezTo>
                <a:cubicBezTo>
                  <a:pt x="158" y="1307"/>
                  <a:pt x="246" y="1520"/>
                  <a:pt x="422" y="1696"/>
                </a:cubicBezTo>
                <a:cubicBezTo>
                  <a:pt x="597" y="1871"/>
                  <a:pt x="809" y="1959"/>
                  <a:pt x="1058" y="1959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2993040" y="3319560"/>
            <a:ext cx="614736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実践！</a:t>
            </a:r>
            <a:r>
              <a:rPr lang="en-US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デモ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530440" y="4389480"/>
            <a:ext cx="7211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「</a:t>
            </a:r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AI Coffee Shop</a:t>
            </a:r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」ランディングページを作ってみよう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9" name=""/>
          <p:cNvSpPr/>
          <p:nvPr/>
        </p:nvSpPr>
        <p:spPr>
          <a:xfrm>
            <a:off x="571320" y="23526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0" name=""/>
          <p:cNvSpPr/>
          <p:nvPr/>
        </p:nvSpPr>
        <p:spPr>
          <a:xfrm>
            <a:off x="359640" y="2928960"/>
            <a:ext cx="11472840" cy="1390320"/>
          </a:xfrm>
          <a:custGeom>
            <a:avLst/>
            <a:gdLst/>
            <a:ahLst/>
            <a:rect l="0" t="0" r="r" b="b"/>
            <a:pathLst>
              <a:path w="31869" h="3862">
                <a:moveTo>
                  <a:pt x="614" y="806"/>
                </a:moveTo>
                <a:lnTo>
                  <a:pt x="614" y="2845"/>
                </a:lnTo>
                <a:cubicBezTo>
                  <a:pt x="614" y="2883"/>
                  <a:pt x="622" y="2920"/>
                  <a:pt x="637" y="2956"/>
                </a:cubicBezTo>
                <a:cubicBezTo>
                  <a:pt x="651" y="2992"/>
                  <a:pt x="672" y="3023"/>
                  <a:pt x="700" y="3051"/>
                </a:cubicBezTo>
                <a:cubicBezTo>
                  <a:pt x="727" y="3078"/>
                  <a:pt x="758" y="3099"/>
                  <a:pt x="794" y="3114"/>
                </a:cubicBezTo>
                <a:cubicBezTo>
                  <a:pt x="830" y="3128"/>
                  <a:pt x="867" y="3136"/>
                  <a:pt x="905" y="3136"/>
                </a:cubicBezTo>
                <a:lnTo>
                  <a:pt x="30963" y="3136"/>
                </a:lnTo>
                <a:cubicBezTo>
                  <a:pt x="31002" y="3136"/>
                  <a:pt x="31039" y="3128"/>
                  <a:pt x="31075" y="3114"/>
                </a:cubicBezTo>
                <a:cubicBezTo>
                  <a:pt x="31110" y="3099"/>
                  <a:pt x="31142" y="3078"/>
                  <a:pt x="31169" y="3051"/>
                </a:cubicBezTo>
                <a:cubicBezTo>
                  <a:pt x="31196" y="3023"/>
                  <a:pt x="31217" y="2992"/>
                  <a:pt x="31232" y="2956"/>
                </a:cubicBezTo>
                <a:cubicBezTo>
                  <a:pt x="31247" y="2920"/>
                  <a:pt x="31254" y="2883"/>
                  <a:pt x="31254" y="2845"/>
                </a:cubicBezTo>
                <a:lnTo>
                  <a:pt x="31254" y="806"/>
                </a:lnTo>
                <a:cubicBezTo>
                  <a:pt x="31254" y="768"/>
                  <a:pt x="31247" y="731"/>
                  <a:pt x="31232" y="695"/>
                </a:cubicBezTo>
                <a:cubicBezTo>
                  <a:pt x="31217" y="659"/>
                  <a:pt x="31196" y="628"/>
                  <a:pt x="31169" y="601"/>
                </a:cubicBezTo>
                <a:cubicBezTo>
                  <a:pt x="31142" y="573"/>
                  <a:pt x="31110" y="552"/>
                  <a:pt x="31075" y="538"/>
                </a:cubicBezTo>
                <a:cubicBezTo>
                  <a:pt x="31039" y="523"/>
                  <a:pt x="31002" y="515"/>
                  <a:pt x="30963" y="515"/>
                </a:cubicBezTo>
                <a:lnTo>
                  <a:pt x="905" y="515"/>
                </a:lnTo>
                <a:cubicBezTo>
                  <a:pt x="867" y="515"/>
                  <a:pt x="830" y="523"/>
                  <a:pt x="794" y="538"/>
                </a:cubicBezTo>
                <a:cubicBezTo>
                  <a:pt x="758" y="552"/>
                  <a:pt x="727" y="573"/>
                  <a:pt x="700" y="601"/>
                </a:cubicBezTo>
                <a:cubicBezTo>
                  <a:pt x="672" y="628"/>
                  <a:pt x="651" y="659"/>
                  <a:pt x="637" y="695"/>
                </a:cubicBezTo>
                <a:cubicBezTo>
                  <a:pt x="622" y="731"/>
                  <a:pt x="614" y="768"/>
                  <a:pt x="614" y="806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862"/>
                </a:lnTo>
                <a:lnTo>
                  <a:pt x="0" y="386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01" name=""/>
          <p:cNvSpPr/>
          <p:nvPr/>
        </p:nvSpPr>
        <p:spPr>
          <a:xfrm>
            <a:off x="576000" y="3109680"/>
            <a:ext cx="11039760" cy="952920"/>
          </a:xfrm>
          <a:custGeom>
            <a:avLst/>
            <a:gdLst/>
            <a:ahLst/>
            <a:rect l="0" t="0" r="r" b="b"/>
            <a:pathLst>
              <a:path w="30666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70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3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3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70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2343"/>
                </a:lnTo>
                <a:cubicBezTo>
                  <a:pt x="30666" y="2363"/>
                  <a:pt x="30664" y="2382"/>
                  <a:pt x="30661" y="2402"/>
                </a:cubicBezTo>
                <a:cubicBezTo>
                  <a:pt x="30657" y="2422"/>
                  <a:pt x="30651" y="2441"/>
                  <a:pt x="30643" y="2459"/>
                </a:cubicBezTo>
                <a:cubicBezTo>
                  <a:pt x="30636" y="2478"/>
                  <a:pt x="30626" y="2495"/>
                  <a:pt x="30615" y="2512"/>
                </a:cubicBezTo>
                <a:cubicBezTo>
                  <a:pt x="30604" y="2528"/>
                  <a:pt x="30591" y="2544"/>
                  <a:pt x="30577" y="2558"/>
                </a:cubicBezTo>
                <a:cubicBezTo>
                  <a:pt x="30563" y="2572"/>
                  <a:pt x="30548" y="2585"/>
                  <a:pt x="30531" y="2596"/>
                </a:cubicBezTo>
                <a:cubicBezTo>
                  <a:pt x="30515" y="2607"/>
                  <a:pt x="30497" y="2616"/>
                  <a:pt x="30479" y="2624"/>
                </a:cubicBezTo>
                <a:cubicBezTo>
                  <a:pt x="30460" y="2631"/>
                  <a:pt x="30441" y="2637"/>
                  <a:pt x="30422" y="2641"/>
                </a:cubicBezTo>
                <a:cubicBezTo>
                  <a:pt x="30402" y="2645"/>
                  <a:pt x="30382" y="2647"/>
                  <a:pt x="30362" y="2647"/>
                </a:cubicBezTo>
                <a:lnTo>
                  <a:pt x="304" y="2647"/>
                </a:lnTo>
                <a:cubicBezTo>
                  <a:pt x="285" y="2647"/>
                  <a:pt x="265" y="2645"/>
                  <a:pt x="245" y="2641"/>
                </a:cubicBezTo>
                <a:cubicBezTo>
                  <a:pt x="226" y="2637"/>
                  <a:pt x="207" y="2631"/>
                  <a:pt x="188" y="2624"/>
                </a:cubicBezTo>
                <a:cubicBezTo>
                  <a:pt x="170" y="2616"/>
                  <a:pt x="152" y="2607"/>
                  <a:pt x="135" y="2596"/>
                </a:cubicBezTo>
                <a:cubicBezTo>
                  <a:pt x="119" y="2585"/>
                  <a:pt x="103" y="2572"/>
                  <a:pt x="89" y="2558"/>
                </a:cubicBezTo>
                <a:cubicBezTo>
                  <a:pt x="75" y="2544"/>
                  <a:pt x="63" y="2528"/>
                  <a:pt x="52" y="2512"/>
                </a:cubicBezTo>
                <a:cubicBezTo>
                  <a:pt x="40" y="2495"/>
                  <a:pt x="31" y="2478"/>
                  <a:pt x="23" y="2459"/>
                </a:cubicBezTo>
                <a:cubicBezTo>
                  <a:pt x="16" y="2441"/>
                  <a:pt x="10" y="2422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02" name=""/>
          <p:cNvSpPr/>
          <p:nvPr/>
        </p:nvSpPr>
        <p:spPr>
          <a:xfrm>
            <a:off x="576000" y="3109680"/>
            <a:ext cx="11039760" cy="952920"/>
          </a:xfrm>
          <a:custGeom>
            <a:avLst/>
            <a:gdLst/>
            <a:ahLst/>
            <a:rect l="0" t="0" r="r" b="b"/>
            <a:pathLst>
              <a:path w="30666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70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3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3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70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2343"/>
                </a:lnTo>
                <a:cubicBezTo>
                  <a:pt x="30666" y="2363"/>
                  <a:pt x="30664" y="2382"/>
                  <a:pt x="30661" y="2402"/>
                </a:cubicBezTo>
                <a:cubicBezTo>
                  <a:pt x="30657" y="2422"/>
                  <a:pt x="30651" y="2441"/>
                  <a:pt x="30643" y="2459"/>
                </a:cubicBezTo>
                <a:cubicBezTo>
                  <a:pt x="30636" y="2478"/>
                  <a:pt x="30626" y="2495"/>
                  <a:pt x="30615" y="2512"/>
                </a:cubicBezTo>
                <a:cubicBezTo>
                  <a:pt x="30604" y="2528"/>
                  <a:pt x="30591" y="2544"/>
                  <a:pt x="30577" y="2558"/>
                </a:cubicBezTo>
                <a:cubicBezTo>
                  <a:pt x="30563" y="2572"/>
                  <a:pt x="30548" y="2585"/>
                  <a:pt x="30531" y="2596"/>
                </a:cubicBezTo>
                <a:cubicBezTo>
                  <a:pt x="30515" y="2607"/>
                  <a:pt x="30497" y="2616"/>
                  <a:pt x="30479" y="2624"/>
                </a:cubicBezTo>
                <a:cubicBezTo>
                  <a:pt x="30460" y="2631"/>
                  <a:pt x="30441" y="2637"/>
                  <a:pt x="30422" y="2641"/>
                </a:cubicBezTo>
                <a:cubicBezTo>
                  <a:pt x="30402" y="2645"/>
                  <a:pt x="30382" y="2647"/>
                  <a:pt x="30362" y="2647"/>
                </a:cubicBezTo>
                <a:lnTo>
                  <a:pt x="304" y="2647"/>
                </a:lnTo>
                <a:cubicBezTo>
                  <a:pt x="285" y="2647"/>
                  <a:pt x="265" y="2645"/>
                  <a:pt x="245" y="2641"/>
                </a:cubicBezTo>
                <a:cubicBezTo>
                  <a:pt x="226" y="2637"/>
                  <a:pt x="207" y="2631"/>
                  <a:pt x="188" y="2624"/>
                </a:cubicBezTo>
                <a:cubicBezTo>
                  <a:pt x="170" y="2616"/>
                  <a:pt x="152" y="2607"/>
                  <a:pt x="135" y="2596"/>
                </a:cubicBezTo>
                <a:cubicBezTo>
                  <a:pt x="119" y="2585"/>
                  <a:pt x="103" y="2572"/>
                  <a:pt x="89" y="2558"/>
                </a:cubicBezTo>
                <a:cubicBezTo>
                  <a:pt x="75" y="2544"/>
                  <a:pt x="63" y="2528"/>
                  <a:pt x="52" y="2512"/>
                </a:cubicBezTo>
                <a:cubicBezTo>
                  <a:pt x="40" y="2495"/>
                  <a:pt x="31" y="2478"/>
                  <a:pt x="23" y="2459"/>
                </a:cubicBezTo>
                <a:cubicBezTo>
                  <a:pt x="16" y="2441"/>
                  <a:pt x="10" y="2422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3" name=""/>
          <p:cNvSpPr/>
          <p:nvPr/>
        </p:nvSpPr>
        <p:spPr>
          <a:xfrm>
            <a:off x="595080" y="4571640"/>
            <a:ext cx="11025720" cy="562680"/>
          </a:xfrm>
          <a:custGeom>
            <a:avLst/>
            <a:gdLst/>
            <a:ahLst/>
            <a:rect l="0" t="0" r="r" b="b"/>
            <a:pathLst>
              <a:path w="30627" h="1563">
                <a:moveTo>
                  <a:pt x="0" y="1351"/>
                </a:moveTo>
                <a:lnTo>
                  <a:pt x="0" y="212"/>
                </a:lnTo>
                <a:cubicBezTo>
                  <a:pt x="0" y="198"/>
                  <a:pt x="1" y="185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5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7"/>
                </a:cubicBezTo>
                <a:cubicBezTo>
                  <a:pt x="99" y="11"/>
                  <a:pt x="108" y="7"/>
                  <a:pt x="117" y="5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5"/>
                </a:cubicBezTo>
                <a:cubicBezTo>
                  <a:pt x="30470" y="7"/>
                  <a:pt x="30483" y="11"/>
                  <a:pt x="30496" y="17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3"/>
                  <a:pt x="30565" y="62"/>
                </a:cubicBezTo>
                <a:cubicBezTo>
                  <a:pt x="30574" y="72"/>
                  <a:pt x="30583" y="83"/>
                  <a:pt x="30591" y="95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5"/>
                  <a:pt x="30627" y="198"/>
                  <a:pt x="30627" y="212"/>
                </a:cubicBezTo>
                <a:lnTo>
                  <a:pt x="30627" y="1351"/>
                </a:lnTo>
                <a:cubicBezTo>
                  <a:pt x="30627" y="1365"/>
                  <a:pt x="30625" y="1379"/>
                  <a:pt x="30623" y="1392"/>
                </a:cubicBezTo>
                <a:cubicBezTo>
                  <a:pt x="30620" y="1406"/>
                  <a:pt x="30616" y="1419"/>
                  <a:pt x="30611" y="1432"/>
                </a:cubicBezTo>
                <a:cubicBezTo>
                  <a:pt x="30605" y="1445"/>
                  <a:pt x="30599" y="1457"/>
                  <a:pt x="30591" y="1468"/>
                </a:cubicBezTo>
                <a:cubicBezTo>
                  <a:pt x="30583" y="1480"/>
                  <a:pt x="30574" y="1491"/>
                  <a:pt x="30565" y="1501"/>
                </a:cubicBezTo>
                <a:cubicBezTo>
                  <a:pt x="30555" y="1510"/>
                  <a:pt x="30544" y="1519"/>
                  <a:pt x="30533" y="1527"/>
                </a:cubicBezTo>
                <a:cubicBezTo>
                  <a:pt x="30521" y="1535"/>
                  <a:pt x="30509" y="1541"/>
                  <a:pt x="30496" y="1546"/>
                </a:cubicBezTo>
                <a:cubicBezTo>
                  <a:pt x="30483" y="1552"/>
                  <a:pt x="30470" y="1556"/>
                  <a:pt x="30456" y="1558"/>
                </a:cubicBezTo>
                <a:cubicBezTo>
                  <a:pt x="30443" y="1561"/>
                  <a:pt x="30429" y="1563"/>
                  <a:pt x="30415" y="1563"/>
                </a:cubicBezTo>
                <a:lnTo>
                  <a:pt x="146" y="1563"/>
                </a:lnTo>
                <a:cubicBezTo>
                  <a:pt x="136" y="1563"/>
                  <a:pt x="127" y="1561"/>
                  <a:pt x="117" y="1558"/>
                </a:cubicBezTo>
                <a:cubicBezTo>
                  <a:pt x="108" y="1556"/>
                  <a:pt x="99" y="1552"/>
                  <a:pt x="90" y="1546"/>
                </a:cubicBezTo>
                <a:cubicBezTo>
                  <a:pt x="81" y="1541"/>
                  <a:pt x="73" y="1535"/>
                  <a:pt x="65" y="1527"/>
                </a:cubicBezTo>
                <a:cubicBezTo>
                  <a:pt x="57" y="1519"/>
                  <a:pt x="50" y="1510"/>
                  <a:pt x="43" y="1501"/>
                </a:cubicBezTo>
                <a:cubicBezTo>
                  <a:pt x="36" y="1491"/>
                  <a:pt x="30" y="1480"/>
                  <a:pt x="25" y="1468"/>
                </a:cubicBezTo>
                <a:cubicBezTo>
                  <a:pt x="19" y="1457"/>
                  <a:pt x="15" y="1445"/>
                  <a:pt x="11" y="1432"/>
                </a:cubicBezTo>
                <a:cubicBezTo>
                  <a:pt x="8" y="1419"/>
                  <a:pt x="5" y="1406"/>
                  <a:pt x="3" y="1392"/>
                </a:cubicBezTo>
                <a:cubicBezTo>
                  <a:pt x="1" y="1379"/>
                  <a:pt x="0" y="1365"/>
                  <a:pt x="0" y="1351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4" name=""/>
          <p:cNvSpPr/>
          <p:nvPr/>
        </p:nvSpPr>
        <p:spPr>
          <a:xfrm>
            <a:off x="571320" y="4571640"/>
            <a:ext cx="76680" cy="562680"/>
          </a:xfrm>
          <a:custGeom>
            <a:avLst/>
            <a:gdLst/>
            <a:ahLst/>
            <a:rect l="0" t="0" r="r" b="b"/>
            <a:pathLst>
              <a:path w="213" h="1563">
                <a:moveTo>
                  <a:pt x="0" y="0"/>
                </a:moveTo>
                <a:lnTo>
                  <a:pt x="213" y="0"/>
                </a:lnTo>
                <a:lnTo>
                  <a:pt x="213" y="1563"/>
                </a:lnTo>
                <a:lnTo>
                  <a:pt x="0" y="1563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5" name=""/>
          <p:cNvSpPr/>
          <p:nvPr/>
        </p:nvSpPr>
        <p:spPr>
          <a:xfrm>
            <a:off x="610920" y="180324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09"/>
                </a:lnTo>
                <a:lnTo>
                  <a:pt x="364" y="209"/>
                </a:lnTo>
                <a:lnTo>
                  <a:pt x="262" y="0"/>
                </a:lnTo>
                <a:lnTo>
                  <a:pt x="385" y="0"/>
                </a:lnTo>
                <a:lnTo>
                  <a:pt x="487" y="209"/>
                </a:lnTo>
                <a:lnTo>
                  <a:pt x="666" y="209"/>
                </a:lnTo>
                <a:lnTo>
                  <a:pt x="564" y="0"/>
                </a:lnTo>
                <a:lnTo>
                  <a:pt x="687" y="0"/>
                </a:lnTo>
                <a:lnTo>
                  <a:pt x="788" y="209"/>
                </a:lnTo>
                <a:lnTo>
                  <a:pt x="968" y="209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2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2"/>
                </a:lnTo>
                <a:lnTo>
                  <a:pt x="83" y="292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6" name=""/>
          <p:cNvSpPr/>
          <p:nvPr/>
        </p:nvSpPr>
        <p:spPr>
          <a:xfrm>
            <a:off x="601560" y="267012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493" y="503"/>
                </a:moveTo>
                <a:lnTo>
                  <a:pt x="556" y="503"/>
                </a:lnTo>
                <a:lnTo>
                  <a:pt x="556" y="409"/>
                </a:lnTo>
                <a:lnTo>
                  <a:pt x="650" y="409"/>
                </a:lnTo>
                <a:lnTo>
                  <a:pt x="650" y="346"/>
                </a:lnTo>
                <a:lnTo>
                  <a:pt x="556" y="346"/>
                </a:lnTo>
                <a:lnTo>
                  <a:pt x="556" y="251"/>
                </a:lnTo>
                <a:lnTo>
                  <a:pt x="493" y="251"/>
                </a:lnTo>
                <a:lnTo>
                  <a:pt x="493" y="346"/>
                </a:lnTo>
                <a:lnTo>
                  <a:pt x="398" y="346"/>
                </a:lnTo>
                <a:lnTo>
                  <a:pt x="398" y="409"/>
                </a:lnTo>
                <a:lnTo>
                  <a:pt x="493" y="409"/>
                </a:lnTo>
                <a:lnTo>
                  <a:pt x="493" y="503"/>
                </a:lnTo>
                <a:moveTo>
                  <a:pt x="63" y="671"/>
                </a:moveTo>
                <a:cubicBezTo>
                  <a:pt x="46" y="671"/>
                  <a:pt x="31" y="664"/>
                  <a:pt x="19" y="652"/>
                </a:cubicBezTo>
                <a:cubicBezTo>
                  <a:pt x="6" y="639"/>
                  <a:pt x="0" y="624"/>
                  <a:pt x="0" y="608"/>
                </a:cubicBezTo>
                <a:lnTo>
                  <a:pt x="0" y="62"/>
                </a:lnTo>
                <a:cubicBezTo>
                  <a:pt x="0" y="46"/>
                  <a:pt x="6" y="32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357" y="0"/>
                </a:lnTo>
                <a:lnTo>
                  <a:pt x="420" y="62"/>
                </a:lnTo>
                <a:lnTo>
                  <a:pt x="776" y="62"/>
                </a:lnTo>
                <a:cubicBezTo>
                  <a:pt x="792" y="62"/>
                  <a:pt x="806" y="69"/>
                  <a:pt x="819" y="82"/>
                </a:cubicBezTo>
                <a:cubicBezTo>
                  <a:pt x="832" y="95"/>
                  <a:pt x="839" y="109"/>
                  <a:pt x="839" y="125"/>
                </a:cubicBezTo>
                <a:lnTo>
                  <a:pt x="839" y="608"/>
                </a:lnTo>
                <a:cubicBezTo>
                  <a:pt x="839" y="624"/>
                  <a:pt x="832" y="639"/>
                  <a:pt x="819" y="652"/>
                </a:cubicBezTo>
                <a:cubicBezTo>
                  <a:pt x="806" y="664"/>
                  <a:pt x="792" y="671"/>
                  <a:pt x="776" y="671"/>
                </a:cubicBezTo>
                <a:lnTo>
                  <a:pt x="63" y="671"/>
                </a:lnTo>
                <a:moveTo>
                  <a:pt x="63" y="608"/>
                </a:moveTo>
                <a:lnTo>
                  <a:pt x="776" y="608"/>
                </a:lnTo>
                <a:lnTo>
                  <a:pt x="776" y="125"/>
                </a:lnTo>
                <a:lnTo>
                  <a:pt x="394" y="125"/>
                </a:lnTo>
                <a:lnTo>
                  <a:pt x="331" y="62"/>
                </a:lnTo>
                <a:lnTo>
                  <a:pt x="63" y="62"/>
                </a:lnTo>
                <a:lnTo>
                  <a:pt x="63" y="60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1047600" y="1872720"/>
            <a:ext cx="47163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デモ ―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Step 1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933480" y="2799360"/>
            <a:ext cx="15883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プロジェクト作成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752400" y="3289320"/>
            <a:ext cx="153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905040" y="329256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Vite + React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2002320" y="3289320"/>
            <a:ext cx="1372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で、モダンで美しい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752400" y="3508200"/>
            <a:ext cx="153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905040" y="3511440"/>
            <a:ext cx="1281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AI Coffee Shop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2185200" y="3508200"/>
            <a:ext cx="2439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』のランディングページを作って。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752400" y="374004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TailwindCSS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1758240" y="3736800"/>
            <a:ext cx="915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を使って。」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5991120" y="42300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8" name=""/>
          <p:cNvSpPr/>
          <p:nvPr/>
        </p:nvSpPr>
        <p:spPr>
          <a:xfrm>
            <a:off x="3105000" y="4752720"/>
            <a:ext cx="1657800" cy="257760"/>
          </a:xfrm>
          <a:custGeom>
            <a:avLst/>
            <a:gdLst/>
            <a:ahLst/>
            <a:rect l="0" t="0" r="r" b="b"/>
            <a:pathLst>
              <a:path w="4605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9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46" y="0"/>
                </a:lnTo>
                <a:cubicBezTo>
                  <a:pt x="4456" y="0"/>
                  <a:pt x="4467" y="1"/>
                  <a:pt x="4477" y="3"/>
                </a:cubicBezTo>
                <a:cubicBezTo>
                  <a:pt x="4487" y="5"/>
                  <a:pt x="4497" y="9"/>
                  <a:pt x="4507" y="13"/>
                </a:cubicBezTo>
                <a:cubicBezTo>
                  <a:pt x="4516" y="17"/>
                  <a:pt x="4525" y="22"/>
                  <a:pt x="4534" y="28"/>
                </a:cubicBezTo>
                <a:cubicBezTo>
                  <a:pt x="4543" y="34"/>
                  <a:pt x="4551" y="40"/>
                  <a:pt x="4558" y="48"/>
                </a:cubicBezTo>
                <a:cubicBezTo>
                  <a:pt x="4566" y="55"/>
                  <a:pt x="4572" y="63"/>
                  <a:pt x="4578" y="72"/>
                </a:cubicBezTo>
                <a:cubicBezTo>
                  <a:pt x="4584" y="80"/>
                  <a:pt x="4589" y="90"/>
                  <a:pt x="4593" y="99"/>
                </a:cubicBezTo>
                <a:cubicBezTo>
                  <a:pt x="4597" y="109"/>
                  <a:pt x="4600" y="119"/>
                  <a:pt x="4602" y="129"/>
                </a:cubicBezTo>
                <a:cubicBezTo>
                  <a:pt x="4604" y="139"/>
                  <a:pt x="4605" y="150"/>
                  <a:pt x="4605" y="160"/>
                </a:cubicBezTo>
                <a:lnTo>
                  <a:pt x="4605" y="557"/>
                </a:lnTo>
                <a:cubicBezTo>
                  <a:pt x="4605" y="567"/>
                  <a:pt x="4604" y="578"/>
                  <a:pt x="4602" y="588"/>
                </a:cubicBezTo>
                <a:cubicBezTo>
                  <a:pt x="4600" y="598"/>
                  <a:pt x="4597" y="608"/>
                  <a:pt x="4593" y="618"/>
                </a:cubicBezTo>
                <a:cubicBezTo>
                  <a:pt x="4589" y="627"/>
                  <a:pt x="4584" y="636"/>
                  <a:pt x="4578" y="645"/>
                </a:cubicBezTo>
                <a:cubicBezTo>
                  <a:pt x="4572" y="654"/>
                  <a:pt x="4566" y="662"/>
                  <a:pt x="4558" y="669"/>
                </a:cubicBezTo>
                <a:cubicBezTo>
                  <a:pt x="4551" y="676"/>
                  <a:pt x="4543" y="683"/>
                  <a:pt x="4534" y="689"/>
                </a:cubicBezTo>
                <a:cubicBezTo>
                  <a:pt x="4525" y="695"/>
                  <a:pt x="4516" y="700"/>
                  <a:pt x="4507" y="703"/>
                </a:cubicBezTo>
                <a:cubicBezTo>
                  <a:pt x="4497" y="707"/>
                  <a:pt x="4487" y="710"/>
                  <a:pt x="4477" y="713"/>
                </a:cubicBezTo>
                <a:cubicBezTo>
                  <a:pt x="4467" y="715"/>
                  <a:pt x="4456" y="716"/>
                  <a:pt x="4446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7" y="710"/>
                  <a:pt x="108" y="707"/>
                  <a:pt x="98" y="703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2"/>
                  <a:pt x="32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752400" y="4736520"/>
            <a:ext cx="2286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が自動的に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3158280" y="4800600"/>
            <a:ext cx="1537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npx create-vite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4758480" y="4736520"/>
            <a:ext cx="6643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を実行し、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TailwindCSS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の設定や基本構造を一気に生成します。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6" name=""/>
          <p:cNvSpPr/>
          <p:nvPr/>
        </p:nvSpPr>
        <p:spPr>
          <a:xfrm>
            <a:off x="571320" y="20095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7" name=""/>
          <p:cNvSpPr/>
          <p:nvPr/>
        </p:nvSpPr>
        <p:spPr>
          <a:xfrm>
            <a:off x="359640" y="2587680"/>
            <a:ext cx="11472840" cy="1158480"/>
          </a:xfrm>
          <a:custGeom>
            <a:avLst/>
            <a:gdLst/>
            <a:ahLst/>
            <a:rect l="0" t="0" r="r" b="b"/>
            <a:pathLst>
              <a:path w="31869" h="3218">
                <a:moveTo>
                  <a:pt x="614" y="802"/>
                </a:moveTo>
                <a:lnTo>
                  <a:pt x="614" y="2205"/>
                </a:lnTo>
                <a:cubicBezTo>
                  <a:pt x="614" y="2244"/>
                  <a:pt x="622" y="2281"/>
                  <a:pt x="637" y="2317"/>
                </a:cubicBezTo>
                <a:cubicBezTo>
                  <a:pt x="651" y="2352"/>
                  <a:pt x="672" y="2384"/>
                  <a:pt x="700" y="2411"/>
                </a:cubicBezTo>
                <a:cubicBezTo>
                  <a:pt x="727" y="2438"/>
                  <a:pt x="758" y="2459"/>
                  <a:pt x="794" y="2474"/>
                </a:cubicBezTo>
                <a:cubicBezTo>
                  <a:pt x="830" y="2489"/>
                  <a:pt x="867" y="2496"/>
                  <a:pt x="905" y="2496"/>
                </a:cubicBezTo>
                <a:lnTo>
                  <a:pt x="30963" y="2496"/>
                </a:lnTo>
                <a:cubicBezTo>
                  <a:pt x="31002" y="2496"/>
                  <a:pt x="31039" y="2489"/>
                  <a:pt x="31075" y="2474"/>
                </a:cubicBezTo>
                <a:cubicBezTo>
                  <a:pt x="31110" y="2459"/>
                  <a:pt x="31142" y="2438"/>
                  <a:pt x="31169" y="2411"/>
                </a:cubicBezTo>
                <a:cubicBezTo>
                  <a:pt x="31196" y="2384"/>
                  <a:pt x="31217" y="2352"/>
                  <a:pt x="31232" y="2317"/>
                </a:cubicBezTo>
                <a:cubicBezTo>
                  <a:pt x="31247" y="2281"/>
                  <a:pt x="31254" y="2244"/>
                  <a:pt x="31254" y="2205"/>
                </a:cubicBezTo>
                <a:lnTo>
                  <a:pt x="31254" y="802"/>
                </a:lnTo>
                <a:cubicBezTo>
                  <a:pt x="31254" y="763"/>
                  <a:pt x="31247" y="726"/>
                  <a:pt x="31232" y="691"/>
                </a:cubicBezTo>
                <a:cubicBezTo>
                  <a:pt x="31217" y="655"/>
                  <a:pt x="31196" y="623"/>
                  <a:pt x="31169" y="596"/>
                </a:cubicBezTo>
                <a:cubicBezTo>
                  <a:pt x="31142" y="569"/>
                  <a:pt x="31110" y="548"/>
                  <a:pt x="31075" y="533"/>
                </a:cubicBezTo>
                <a:cubicBezTo>
                  <a:pt x="31039" y="518"/>
                  <a:pt x="31002" y="511"/>
                  <a:pt x="30963" y="511"/>
                </a:cubicBezTo>
                <a:lnTo>
                  <a:pt x="905" y="511"/>
                </a:lnTo>
                <a:cubicBezTo>
                  <a:pt x="867" y="511"/>
                  <a:pt x="830" y="518"/>
                  <a:pt x="794" y="533"/>
                </a:cubicBezTo>
                <a:cubicBezTo>
                  <a:pt x="758" y="548"/>
                  <a:pt x="727" y="569"/>
                  <a:pt x="700" y="596"/>
                </a:cubicBezTo>
                <a:cubicBezTo>
                  <a:pt x="672" y="623"/>
                  <a:pt x="651" y="655"/>
                  <a:pt x="637" y="691"/>
                </a:cubicBezTo>
                <a:cubicBezTo>
                  <a:pt x="622" y="726"/>
                  <a:pt x="614" y="763"/>
                  <a:pt x="614" y="802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218"/>
                </a:lnTo>
                <a:lnTo>
                  <a:pt x="0" y="32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8" name=""/>
          <p:cNvSpPr/>
          <p:nvPr/>
        </p:nvSpPr>
        <p:spPr>
          <a:xfrm>
            <a:off x="576000" y="2766960"/>
            <a:ext cx="11039760" cy="723960"/>
          </a:xfrm>
          <a:custGeom>
            <a:avLst/>
            <a:gdLst/>
            <a:ahLst/>
            <a:rect l="0" t="0" r="r" b="b"/>
            <a:pathLst>
              <a:path w="30666" h="2011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707"/>
                </a:lnTo>
                <a:cubicBezTo>
                  <a:pt x="30666" y="1727"/>
                  <a:pt x="30664" y="1747"/>
                  <a:pt x="30661" y="1767"/>
                </a:cubicBezTo>
                <a:cubicBezTo>
                  <a:pt x="30657" y="1786"/>
                  <a:pt x="30651" y="1805"/>
                  <a:pt x="30643" y="1824"/>
                </a:cubicBezTo>
                <a:cubicBezTo>
                  <a:pt x="30636" y="1842"/>
                  <a:pt x="30626" y="1860"/>
                  <a:pt x="30615" y="1876"/>
                </a:cubicBezTo>
                <a:cubicBezTo>
                  <a:pt x="30604" y="1893"/>
                  <a:pt x="30591" y="1908"/>
                  <a:pt x="30577" y="1922"/>
                </a:cubicBezTo>
                <a:cubicBezTo>
                  <a:pt x="30563" y="1936"/>
                  <a:pt x="30548" y="1949"/>
                  <a:pt x="30531" y="1960"/>
                </a:cubicBezTo>
                <a:cubicBezTo>
                  <a:pt x="30515" y="1971"/>
                  <a:pt x="30497" y="1981"/>
                  <a:pt x="30479" y="1988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1"/>
                  <a:pt x="30362" y="2011"/>
                </a:cubicBezTo>
                <a:lnTo>
                  <a:pt x="304" y="2011"/>
                </a:lnTo>
                <a:cubicBezTo>
                  <a:pt x="285" y="2011"/>
                  <a:pt x="265" y="2010"/>
                  <a:pt x="245" y="2006"/>
                </a:cubicBezTo>
                <a:cubicBezTo>
                  <a:pt x="226" y="2002"/>
                  <a:pt x="207" y="1996"/>
                  <a:pt x="188" y="1988"/>
                </a:cubicBezTo>
                <a:cubicBezTo>
                  <a:pt x="170" y="1981"/>
                  <a:pt x="152" y="1971"/>
                  <a:pt x="135" y="1960"/>
                </a:cubicBezTo>
                <a:cubicBezTo>
                  <a:pt x="119" y="1949"/>
                  <a:pt x="103" y="1936"/>
                  <a:pt x="89" y="1922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9" name=""/>
          <p:cNvSpPr/>
          <p:nvPr/>
        </p:nvSpPr>
        <p:spPr>
          <a:xfrm>
            <a:off x="576000" y="2766960"/>
            <a:ext cx="11039760" cy="723960"/>
          </a:xfrm>
          <a:custGeom>
            <a:avLst/>
            <a:gdLst/>
            <a:ahLst/>
            <a:rect l="0" t="0" r="r" b="b"/>
            <a:pathLst>
              <a:path w="30666" h="2011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707"/>
                </a:lnTo>
                <a:cubicBezTo>
                  <a:pt x="30666" y="1727"/>
                  <a:pt x="30664" y="1747"/>
                  <a:pt x="30661" y="1767"/>
                </a:cubicBezTo>
                <a:cubicBezTo>
                  <a:pt x="30657" y="1786"/>
                  <a:pt x="30651" y="1805"/>
                  <a:pt x="30643" y="1824"/>
                </a:cubicBezTo>
                <a:cubicBezTo>
                  <a:pt x="30636" y="1842"/>
                  <a:pt x="30626" y="1860"/>
                  <a:pt x="30615" y="1876"/>
                </a:cubicBezTo>
                <a:cubicBezTo>
                  <a:pt x="30604" y="1893"/>
                  <a:pt x="30591" y="1908"/>
                  <a:pt x="30577" y="1922"/>
                </a:cubicBezTo>
                <a:cubicBezTo>
                  <a:pt x="30563" y="1936"/>
                  <a:pt x="30548" y="1949"/>
                  <a:pt x="30531" y="1960"/>
                </a:cubicBezTo>
                <a:cubicBezTo>
                  <a:pt x="30515" y="1971"/>
                  <a:pt x="30497" y="1981"/>
                  <a:pt x="30479" y="1988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1"/>
                  <a:pt x="30362" y="2011"/>
                </a:cubicBezTo>
                <a:lnTo>
                  <a:pt x="304" y="2011"/>
                </a:lnTo>
                <a:cubicBezTo>
                  <a:pt x="285" y="2011"/>
                  <a:pt x="265" y="2010"/>
                  <a:pt x="245" y="2006"/>
                </a:cubicBezTo>
                <a:cubicBezTo>
                  <a:pt x="226" y="2002"/>
                  <a:pt x="207" y="1996"/>
                  <a:pt x="188" y="1988"/>
                </a:cubicBezTo>
                <a:cubicBezTo>
                  <a:pt x="170" y="1981"/>
                  <a:pt x="152" y="1971"/>
                  <a:pt x="135" y="1960"/>
                </a:cubicBezTo>
                <a:cubicBezTo>
                  <a:pt x="119" y="1949"/>
                  <a:pt x="103" y="1936"/>
                  <a:pt x="89" y="1922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0" name=""/>
          <p:cNvSpPr/>
          <p:nvPr/>
        </p:nvSpPr>
        <p:spPr>
          <a:xfrm>
            <a:off x="414360" y="3831120"/>
            <a:ext cx="11363400" cy="1832400"/>
          </a:xfrm>
          <a:custGeom>
            <a:avLst/>
            <a:gdLst/>
            <a:ahLst/>
            <a:rect l="0" t="0" r="r" b="b"/>
            <a:pathLst>
              <a:path w="31565" h="5090">
                <a:moveTo>
                  <a:pt x="436" y="682"/>
                </a:moveTo>
                <a:lnTo>
                  <a:pt x="436" y="4255"/>
                </a:lnTo>
                <a:cubicBezTo>
                  <a:pt x="436" y="4297"/>
                  <a:pt x="444" y="4337"/>
                  <a:pt x="460" y="4376"/>
                </a:cubicBezTo>
                <a:cubicBezTo>
                  <a:pt x="476" y="4415"/>
                  <a:pt x="499" y="4449"/>
                  <a:pt x="529" y="4479"/>
                </a:cubicBezTo>
                <a:cubicBezTo>
                  <a:pt x="559" y="4509"/>
                  <a:pt x="593" y="4532"/>
                  <a:pt x="632" y="4548"/>
                </a:cubicBezTo>
                <a:cubicBezTo>
                  <a:pt x="671" y="4564"/>
                  <a:pt x="711" y="4572"/>
                  <a:pt x="753" y="4572"/>
                </a:cubicBezTo>
                <a:lnTo>
                  <a:pt x="30811" y="4572"/>
                </a:lnTo>
                <a:cubicBezTo>
                  <a:pt x="30853" y="4572"/>
                  <a:pt x="30894" y="4564"/>
                  <a:pt x="30933" y="4548"/>
                </a:cubicBezTo>
                <a:cubicBezTo>
                  <a:pt x="30972" y="4532"/>
                  <a:pt x="31006" y="4509"/>
                  <a:pt x="31036" y="4479"/>
                </a:cubicBezTo>
                <a:cubicBezTo>
                  <a:pt x="31065" y="4449"/>
                  <a:pt x="31088" y="4415"/>
                  <a:pt x="31104" y="4376"/>
                </a:cubicBezTo>
                <a:cubicBezTo>
                  <a:pt x="31121" y="4337"/>
                  <a:pt x="31129" y="4297"/>
                  <a:pt x="31129" y="4255"/>
                </a:cubicBezTo>
                <a:lnTo>
                  <a:pt x="31129" y="682"/>
                </a:lnTo>
                <a:cubicBezTo>
                  <a:pt x="31129" y="640"/>
                  <a:pt x="31121" y="599"/>
                  <a:pt x="31104" y="560"/>
                </a:cubicBezTo>
                <a:cubicBezTo>
                  <a:pt x="31088" y="521"/>
                  <a:pt x="31065" y="487"/>
                  <a:pt x="31036" y="457"/>
                </a:cubicBezTo>
                <a:cubicBezTo>
                  <a:pt x="31006" y="427"/>
                  <a:pt x="30972" y="404"/>
                  <a:pt x="30933" y="388"/>
                </a:cubicBezTo>
                <a:cubicBezTo>
                  <a:pt x="30894" y="372"/>
                  <a:pt x="30853" y="364"/>
                  <a:pt x="30811" y="364"/>
                </a:cubicBezTo>
                <a:lnTo>
                  <a:pt x="753" y="364"/>
                </a:lnTo>
                <a:cubicBezTo>
                  <a:pt x="711" y="364"/>
                  <a:pt x="671" y="372"/>
                  <a:pt x="632" y="388"/>
                </a:cubicBezTo>
                <a:cubicBezTo>
                  <a:pt x="593" y="404"/>
                  <a:pt x="559" y="427"/>
                  <a:pt x="529" y="457"/>
                </a:cubicBezTo>
                <a:cubicBezTo>
                  <a:pt x="499" y="487"/>
                  <a:pt x="476" y="521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5090"/>
                </a:lnTo>
                <a:lnTo>
                  <a:pt x="0" y="50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31" name=""/>
          <p:cNvSpPr/>
          <p:nvPr/>
        </p:nvSpPr>
        <p:spPr>
          <a:xfrm>
            <a:off x="580680" y="3971880"/>
            <a:ext cx="11030400" cy="1495800"/>
          </a:xfrm>
          <a:custGeom>
            <a:avLst/>
            <a:gdLst/>
            <a:ahLst/>
            <a:rect l="0" t="0" r="r" b="b"/>
            <a:pathLst>
              <a:path w="30640" h="4155">
                <a:moveTo>
                  <a:pt x="0" y="386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1"/>
                  <a:pt x="30406" y="5"/>
                </a:cubicBezTo>
                <a:cubicBezTo>
                  <a:pt x="30425" y="9"/>
                  <a:pt x="30443" y="14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8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864"/>
                </a:lnTo>
                <a:cubicBezTo>
                  <a:pt x="30640" y="3883"/>
                  <a:pt x="30638" y="3902"/>
                  <a:pt x="30635" y="3920"/>
                </a:cubicBezTo>
                <a:cubicBezTo>
                  <a:pt x="30631" y="3939"/>
                  <a:pt x="30625" y="3957"/>
                  <a:pt x="30618" y="3975"/>
                </a:cubicBezTo>
                <a:cubicBezTo>
                  <a:pt x="30611" y="3993"/>
                  <a:pt x="30602" y="4009"/>
                  <a:pt x="30591" y="4025"/>
                </a:cubicBezTo>
                <a:cubicBezTo>
                  <a:pt x="30581" y="4041"/>
                  <a:pt x="30568" y="4056"/>
                  <a:pt x="30555" y="4069"/>
                </a:cubicBezTo>
                <a:cubicBezTo>
                  <a:pt x="30541" y="4083"/>
                  <a:pt x="30527" y="4095"/>
                  <a:pt x="30511" y="4106"/>
                </a:cubicBezTo>
                <a:cubicBezTo>
                  <a:pt x="30495" y="4116"/>
                  <a:pt x="30478" y="4125"/>
                  <a:pt x="30461" y="4132"/>
                </a:cubicBezTo>
                <a:cubicBezTo>
                  <a:pt x="30443" y="4140"/>
                  <a:pt x="30425" y="4145"/>
                  <a:pt x="30406" y="4149"/>
                </a:cubicBezTo>
                <a:cubicBezTo>
                  <a:pt x="30387" y="4153"/>
                  <a:pt x="30368" y="4155"/>
                  <a:pt x="30349" y="4155"/>
                </a:cubicBezTo>
                <a:lnTo>
                  <a:pt x="291" y="4155"/>
                </a:lnTo>
                <a:cubicBezTo>
                  <a:pt x="272" y="4155"/>
                  <a:pt x="253" y="4153"/>
                  <a:pt x="235" y="4149"/>
                </a:cubicBezTo>
                <a:cubicBezTo>
                  <a:pt x="216" y="4145"/>
                  <a:pt x="198" y="4140"/>
                  <a:pt x="180" y="4132"/>
                </a:cubicBezTo>
                <a:cubicBezTo>
                  <a:pt x="162" y="4125"/>
                  <a:pt x="146" y="4116"/>
                  <a:pt x="130" y="4106"/>
                </a:cubicBezTo>
                <a:cubicBezTo>
                  <a:pt x="114" y="4095"/>
                  <a:pt x="99" y="4083"/>
                  <a:pt x="86" y="4069"/>
                </a:cubicBezTo>
                <a:cubicBezTo>
                  <a:pt x="72" y="4056"/>
                  <a:pt x="60" y="4041"/>
                  <a:pt x="50" y="4025"/>
                </a:cubicBezTo>
                <a:cubicBezTo>
                  <a:pt x="39" y="4009"/>
                  <a:pt x="30" y="3993"/>
                  <a:pt x="23" y="3975"/>
                </a:cubicBezTo>
                <a:cubicBezTo>
                  <a:pt x="15" y="3957"/>
                  <a:pt x="10" y="3939"/>
                  <a:pt x="6" y="3920"/>
                </a:cubicBezTo>
                <a:cubicBezTo>
                  <a:pt x="2" y="3902"/>
                  <a:pt x="0" y="3883"/>
                  <a:pt x="0" y="386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2" name=""/>
          <p:cNvSpPr/>
          <p:nvPr/>
        </p:nvSpPr>
        <p:spPr>
          <a:xfrm>
            <a:off x="580680" y="3971880"/>
            <a:ext cx="11030400" cy="1495800"/>
          </a:xfrm>
          <a:custGeom>
            <a:avLst/>
            <a:gdLst/>
            <a:ahLst/>
            <a:rect l="0" t="0" r="r" b="b"/>
            <a:pathLst>
              <a:path w="30640" h="4155">
                <a:moveTo>
                  <a:pt x="0" y="386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1"/>
                  <a:pt x="30406" y="5"/>
                </a:cubicBezTo>
                <a:cubicBezTo>
                  <a:pt x="30425" y="9"/>
                  <a:pt x="30443" y="14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8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864"/>
                </a:lnTo>
                <a:cubicBezTo>
                  <a:pt x="30640" y="3883"/>
                  <a:pt x="30638" y="3902"/>
                  <a:pt x="30635" y="3920"/>
                </a:cubicBezTo>
                <a:cubicBezTo>
                  <a:pt x="30631" y="3939"/>
                  <a:pt x="30625" y="3957"/>
                  <a:pt x="30618" y="3975"/>
                </a:cubicBezTo>
                <a:cubicBezTo>
                  <a:pt x="30611" y="3993"/>
                  <a:pt x="30602" y="4009"/>
                  <a:pt x="30591" y="4025"/>
                </a:cubicBezTo>
                <a:cubicBezTo>
                  <a:pt x="30581" y="4041"/>
                  <a:pt x="30568" y="4056"/>
                  <a:pt x="30555" y="4069"/>
                </a:cubicBezTo>
                <a:cubicBezTo>
                  <a:pt x="30541" y="4083"/>
                  <a:pt x="30527" y="4095"/>
                  <a:pt x="30511" y="4106"/>
                </a:cubicBezTo>
                <a:cubicBezTo>
                  <a:pt x="30495" y="4116"/>
                  <a:pt x="30478" y="4125"/>
                  <a:pt x="30461" y="4132"/>
                </a:cubicBezTo>
                <a:cubicBezTo>
                  <a:pt x="30443" y="4140"/>
                  <a:pt x="30425" y="4145"/>
                  <a:pt x="30406" y="4149"/>
                </a:cubicBezTo>
                <a:cubicBezTo>
                  <a:pt x="30387" y="4153"/>
                  <a:pt x="30368" y="4155"/>
                  <a:pt x="30349" y="4155"/>
                </a:cubicBezTo>
                <a:lnTo>
                  <a:pt x="291" y="4155"/>
                </a:lnTo>
                <a:cubicBezTo>
                  <a:pt x="272" y="4155"/>
                  <a:pt x="253" y="4153"/>
                  <a:pt x="235" y="4149"/>
                </a:cubicBezTo>
                <a:cubicBezTo>
                  <a:pt x="216" y="4145"/>
                  <a:pt x="198" y="4140"/>
                  <a:pt x="180" y="4132"/>
                </a:cubicBezTo>
                <a:cubicBezTo>
                  <a:pt x="162" y="4125"/>
                  <a:pt x="146" y="4116"/>
                  <a:pt x="130" y="4106"/>
                </a:cubicBezTo>
                <a:cubicBezTo>
                  <a:pt x="114" y="4095"/>
                  <a:pt x="99" y="4083"/>
                  <a:pt x="86" y="4069"/>
                </a:cubicBezTo>
                <a:cubicBezTo>
                  <a:pt x="72" y="4056"/>
                  <a:pt x="60" y="4041"/>
                  <a:pt x="50" y="4025"/>
                </a:cubicBezTo>
                <a:cubicBezTo>
                  <a:pt x="39" y="4009"/>
                  <a:pt x="30" y="3993"/>
                  <a:pt x="23" y="3975"/>
                </a:cubicBezTo>
                <a:cubicBezTo>
                  <a:pt x="15" y="3957"/>
                  <a:pt x="10" y="3939"/>
                  <a:pt x="6" y="3920"/>
                </a:cubicBezTo>
                <a:cubicBezTo>
                  <a:pt x="2" y="3902"/>
                  <a:pt x="0" y="3883"/>
                  <a:pt x="0" y="386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3" name=""/>
          <p:cNvSpPr/>
          <p:nvPr/>
        </p:nvSpPr>
        <p:spPr>
          <a:xfrm>
            <a:off x="610920" y="146016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9"/>
                  <a:pt x="1079" y="25"/>
                </a:cubicBezTo>
                <a:cubicBezTo>
                  <a:pt x="1095" y="42"/>
                  <a:pt x="1104" y="61"/>
                  <a:pt x="1104" y="83"/>
                </a:cubicBezTo>
                <a:lnTo>
                  <a:pt x="1104" y="801"/>
                </a:lnTo>
                <a:cubicBezTo>
                  <a:pt x="1104" y="823"/>
                  <a:pt x="1095" y="842"/>
                  <a:pt x="1079" y="859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9"/>
                </a:cubicBezTo>
                <a:cubicBezTo>
                  <a:pt x="9" y="842"/>
                  <a:pt x="0" y="823"/>
                  <a:pt x="0" y="80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moveTo>
                  <a:pt x="83" y="293"/>
                </a:moveTo>
                <a:lnTo>
                  <a:pt x="83" y="801"/>
                </a:lnTo>
                <a:lnTo>
                  <a:pt x="1020" y="801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4" name=""/>
          <p:cNvSpPr/>
          <p:nvPr/>
        </p:nvSpPr>
        <p:spPr>
          <a:xfrm>
            <a:off x="631800" y="2327040"/>
            <a:ext cx="271800" cy="241560"/>
          </a:xfrm>
          <a:custGeom>
            <a:avLst/>
            <a:gdLst/>
            <a:ahLst/>
            <a:rect l="0" t="0" r="r" b="b"/>
            <a:pathLst>
              <a:path w="755" h="671">
                <a:moveTo>
                  <a:pt x="0" y="409"/>
                </a:moveTo>
                <a:lnTo>
                  <a:pt x="0" y="346"/>
                </a:lnTo>
                <a:lnTo>
                  <a:pt x="315" y="346"/>
                </a:lnTo>
                <a:lnTo>
                  <a:pt x="315" y="409"/>
                </a:lnTo>
                <a:lnTo>
                  <a:pt x="0" y="409"/>
                </a:lnTo>
                <a:moveTo>
                  <a:pt x="0" y="236"/>
                </a:moveTo>
                <a:lnTo>
                  <a:pt x="0" y="173"/>
                </a:lnTo>
                <a:lnTo>
                  <a:pt x="493" y="173"/>
                </a:lnTo>
                <a:lnTo>
                  <a:pt x="493" y="236"/>
                </a:lnTo>
                <a:lnTo>
                  <a:pt x="0" y="236"/>
                </a:lnTo>
                <a:moveTo>
                  <a:pt x="0" y="63"/>
                </a:moveTo>
                <a:lnTo>
                  <a:pt x="0" y="0"/>
                </a:lnTo>
                <a:lnTo>
                  <a:pt x="493" y="0"/>
                </a:lnTo>
                <a:lnTo>
                  <a:pt x="493" y="63"/>
                </a:lnTo>
                <a:lnTo>
                  <a:pt x="0" y="63"/>
                </a:lnTo>
                <a:moveTo>
                  <a:pt x="378" y="671"/>
                </a:moveTo>
                <a:lnTo>
                  <a:pt x="378" y="542"/>
                </a:lnTo>
                <a:lnTo>
                  <a:pt x="609" y="311"/>
                </a:lnTo>
                <a:cubicBezTo>
                  <a:pt x="615" y="305"/>
                  <a:pt x="622" y="300"/>
                  <a:pt x="630" y="298"/>
                </a:cubicBezTo>
                <a:cubicBezTo>
                  <a:pt x="638" y="295"/>
                  <a:pt x="645" y="293"/>
                  <a:pt x="653" y="293"/>
                </a:cubicBezTo>
                <a:cubicBezTo>
                  <a:pt x="661" y="293"/>
                  <a:pt x="669" y="295"/>
                  <a:pt x="677" y="298"/>
                </a:cubicBezTo>
                <a:cubicBezTo>
                  <a:pt x="685" y="301"/>
                  <a:pt x="692" y="306"/>
                  <a:pt x="698" y="312"/>
                </a:cubicBezTo>
                <a:lnTo>
                  <a:pt x="737" y="351"/>
                </a:lnTo>
                <a:cubicBezTo>
                  <a:pt x="743" y="357"/>
                  <a:pt x="748" y="364"/>
                  <a:pt x="750" y="372"/>
                </a:cubicBezTo>
                <a:cubicBezTo>
                  <a:pt x="753" y="380"/>
                  <a:pt x="755" y="387"/>
                  <a:pt x="755" y="395"/>
                </a:cubicBezTo>
                <a:cubicBezTo>
                  <a:pt x="755" y="403"/>
                  <a:pt x="753" y="411"/>
                  <a:pt x="750" y="419"/>
                </a:cubicBezTo>
                <a:cubicBezTo>
                  <a:pt x="747" y="427"/>
                  <a:pt x="742" y="434"/>
                  <a:pt x="736" y="440"/>
                </a:cubicBezTo>
                <a:lnTo>
                  <a:pt x="506" y="671"/>
                </a:lnTo>
                <a:lnTo>
                  <a:pt x="378" y="671"/>
                </a:lnTo>
                <a:moveTo>
                  <a:pt x="440" y="609"/>
                </a:moveTo>
                <a:lnTo>
                  <a:pt x="480" y="609"/>
                </a:lnTo>
                <a:lnTo>
                  <a:pt x="607" y="480"/>
                </a:lnTo>
                <a:lnTo>
                  <a:pt x="588" y="460"/>
                </a:lnTo>
                <a:lnTo>
                  <a:pt x="568" y="441"/>
                </a:lnTo>
                <a:lnTo>
                  <a:pt x="440" y="568"/>
                </a:lnTo>
                <a:lnTo>
                  <a:pt x="440" y="609"/>
                </a:lnTo>
                <a:moveTo>
                  <a:pt x="588" y="460"/>
                </a:moveTo>
                <a:lnTo>
                  <a:pt x="568" y="441"/>
                </a:lnTo>
                <a:lnTo>
                  <a:pt x="607" y="480"/>
                </a:lnTo>
                <a:lnTo>
                  <a:pt x="588" y="460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1047600" y="1529640"/>
            <a:ext cx="47163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デモ ―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Step 2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933480" y="2456640"/>
            <a:ext cx="3525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キャッチコピーと構成（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752400" y="2946240"/>
            <a:ext cx="4115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「未来的で落ち着くコーヒーショップのキャッチコピーと、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752400" y="31687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935280" y="3165480"/>
            <a:ext cx="1981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のセクション構成を考えて（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2916720" y="316872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Gemini 3 Pro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4014000" y="3165480"/>
            <a:ext cx="305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2" name=""/>
          <p:cNvSpPr/>
          <p:nvPr/>
        </p:nvSpPr>
        <p:spPr>
          <a:xfrm>
            <a:off x="822240" y="4205160"/>
            <a:ext cx="256680" cy="181440"/>
          </a:xfrm>
          <a:custGeom>
            <a:avLst/>
            <a:gdLst/>
            <a:ahLst/>
            <a:rect l="0" t="0" r="r" b="b"/>
            <a:pathLst>
              <a:path w="713" h="504">
                <a:moveTo>
                  <a:pt x="92" y="504"/>
                </a:moveTo>
                <a:lnTo>
                  <a:pt x="190" y="334"/>
                </a:lnTo>
                <a:cubicBezTo>
                  <a:pt x="187" y="335"/>
                  <a:pt x="183" y="335"/>
                  <a:pt x="179" y="335"/>
                </a:cubicBezTo>
                <a:cubicBezTo>
                  <a:pt x="175" y="336"/>
                  <a:pt x="171" y="336"/>
                  <a:pt x="167" y="336"/>
                </a:cubicBezTo>
                <a:cubicBezTo>
                  <a:pt x="121" y="336"/>
                  <a:pt x="82" y="320"/>
                  <a:pt x="49" y="287"/>
                </a:cubicBezTo>
                <a:cubicBezTo>
                  <a:pt x="16" y="254"/>
                  <a:pt x="0" y="215"/>
                  <a:pt x="0" y="168"/>
                </a:cubicBezTo>
                <a:cubicBezTo>
                  <a:pt x="0" y="122"/>
                  <a:pt x="16" y="82"/>
                  <a:pt x="49" y="49"/>
                </a:cubicBezTo>
                <a:cubicBezTo>
                  <a:pt x="82" y="16"/>
                  <a:pt x="121" y="0"/>
                  <a:pt x="167" y="0"/>
                </a:cubicBezTo>
                <a:cubicBezTo>
                  <a:pt x="214" y="0"/>
                  <a:pt x="254" y="16"/>
                  <a:pt x="287" y="49"/>
                </a:cubicBezTo>
                <a:cubicBezTo>
                  <a:pt x="319" y="82"/>
                  <a:pt x="336" y="122"/>
                  <a:pt x="336" y="168"/>
                </a:cubicBezTo>
                <a:cubicBezTo>
                  <a:pt x="336" y="183"/>
                  <a:pt x="334" y="197"/>
                  <a:pt x="330" y="211"/>
                </a:cubicBezTo>
                <a:cubicBezTo>
                  <a:pt x="326" y="225"/>
                  <a:pt x="321" y="239"/>
                  <a:pt x="313" y="252"/>
                </a:cubicBezTo>
                <a:lnTo>
                  <a:pt x="167" y="504"/>
                </a:lnTo>
                <a:lnTo>
                  <a:pt x="92" y="504"/>
                </a:lnTo>
                <a:moveTo>
                  <a:pt x="470" y="504"/>
                </a:moveTo>
                <a:lnTo>
                  <a:pt x="568" y="334"/>
                </a:lnTo>
                <a:cubicBezTo>
                  <a:pt x="565" y="335"/>
                  <a:pt x="561" y="335"/>
                  <a:pt x="557" y="335"/>
                </a:cubicBezTo>
                <a:cubicBezTo>
                  <a:pt x="553" y="336"/>
                  <a:pt x="549" y="336"/>
                  <a:pt x="545" y="336"/>
                </a:cubicBezTo>
                <a:cubicBezTo>
                  <a:pt x="499" y="336"/>
                  <a:pt x="460" y="320"/>
                  <a:pt x="427" y="287"/>
                </a:cubicBezTo>
                <a:cubicBezTo>
                  <a:pt x="394" y="254"/>
                  <a:pt x="378" y="215"/>
                  <a:pt x="378" y="168"/>
                </a:cubicBezTo>
                <a:cubicBezTo>
                  <a:pt x="378" y="122"/>
                  <a:pt x="394" y="82"/>
                  <a:pt x="427" y="49"/>
                </a:cubicBezTo>
                <a:cubicBezTo>
                  <a:pt x="460" y="16"/>
                  <a:pt x="499" y="0"/>
                  <a:pt x="545" y="0"/>
                </a:cubicBezTo>
                <a:cubicBezTo>
                  <a:pt x="591" y="0"/>
                  <a:pt x="631" y="16"/>
                  <a:pt x="664" y="49"/>
                </a:cubicBezTo>
                <a:cubicBezTo>
                  <a:pt x="696" y="82"/>
                  <a:pt x="713" y="122"/>
                  <a:pt x="713" y="168"/>
                </a:cubicBezTo>
                <a:cubicBezTo>
                  <a:pt x="713" y="183"/>
                  <a:pt x="711" y="197"/>
                  <a:pt x="707" y="211"/>
                </a:cubicBezTo>
                <a:cubicBezTo>
                  <a:pt x="703" y="225"/>
                  <a:pt x="698" y="239"/>
                  <a:pt x="690" y="252"/>
                </a:cubicBezTo>
                <a:lnTo>
                  <a:pt x="545" y="504"/>
                </a:lnTo>
                <a:lnTo>
                  <a:pt x="470" y="504"/>
                </a:lnTo>
                <a:moveTo>
                  <a:pt x="227" y="228"/>
                </a:moveTo>
                <a:cubicBezTo>
                  <a:pt x="244" y="211"/>
                  <a:pt x="252" y="191"/>
                  <a:pt x="252" y="168"/>
                </a:cubicBezTo>
                <a:cubicBezTo>
                  <a:pt x="252" y="145"/>
                  <a:pt x="244" y="126"/>
                  <a:pt x="227" y="108"/>
                </a:cubicBezTo>
                <a:cubicBezTo>
                  <a:pt x="211" y="92"/>
                  <a:pt x="190" y="84"/>
                  <a:pt x="167" y="84"/>
                </a:cubicBezTo>
                <a:cubicBezTo>
                  <a:pt x="144" y="84"/>
                  <a:pt x="125" y="92"/>
                  <a:pt x="108" y="108"/>
                </a:cubicBezTo>
                <a:cubicBezTo>
                  <a:pt x="92" y="126"/>
                  <a:pt x="84" y="145"/>
                  <a:pt x="84" y="168"/>
                </a:cubicBezTo>
                <a:cubicBezTo>
                  <a:pt x="84" y="191"/>
                  <a:pt x="92" y="211"/>
                  <a:pt x="108" y="228"/>
                </a:cubicBezTo>
                <a:cubicBezTo>
                  <a:pt x="125" y="244"/>
                  <a:pt x="144" y="252"/>
                  <a:pt x="167" y="252"/>
                </a:cubicBezTo>
                <a:cubicBezTo>
                  <a:pt x="190" y="252"/>
                  <a:pt x="211" y="244"/>
                  <a:pt x="227" y="228"/>
                </a:cubicBezTo>
                <a:moveTo>
                  <a:pt x="605" y="228"/>
                </a:moveTo>
                <a:cubicBezTo>
                  <a:pt x="621" y="211"/>
                  <a:pt x="629" y="191"/>
                  <a:pt x="629" y="168"/>
                </a:cubicBezTo>
                <a:cubicBezTo>
                  <a:pt x="629" y="145"/>
                  <a:pt x="621" y="126"/>
                  <a:pt x="605" y="108"/>
                </a:cubicBezTo>
                <a:cubicBezTo>
                  <a:pt x="588" y="92"/>
                  <a:pt x="568" y="84"/>
                  <a:pt x="545" y="84"/>
                </a:cubicBezTo>
                <a:cubicBezTo>
                  <a:pt x="522" y="84"/>
                  <a:pt x="503" y="92"/>
                  <a:pt x="486" y="108"/>
                </a:cubicBezTo>
                <a:cubicBezTo>
                  <a:pt x="470" y="126"/>
                  <a:pt x="462" y="145"/>
                  <a:pt x="462" y="168"/>
                </a:cubicBezTo>
                <a:cubicBezTo>
                  <a:pt x="462" y="191"/>
                  <a:pt x="470" y="211"/>
                  <a:pt x="486" y="228"/>
                </a:cubicBezTo>
                <a:cubicBezTo>
                  <a:pt x="503" y="244"/>
                  <a:pt x="522" y="252"/>
                  <a:pt x="545" y="252"/>
                </a:cubicBezTo>
                <a:cubicBezTo>
                  <a:pt x="568" y="252"/>
                  <a:pt x="588" y="244"/>
                  <a:pt x="605" y="228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5991120" y="365832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4" name=""/>
          <p:cNvSpPr/>
          <p:nvPr/>
        </p:nvSpPr>
        <p:spPr>
          <a:xfrm>
            <a:off x="792000" y="477504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283" y="608"/>
                </a:moveTo>
                <a:lnTo>
                  <a:pt x="776" y="608"/>
                </a:lnTo>
                <a:lnTo>
                  <a:pt x="776" y="464"/>
                </a:lnTo>
                <a:lnTo>
                  <a:pt x="283" y="464"/>
                </a:lnTo>
                <a:lnTo>
                  <a:pt x="283" y="608"/>
                </a:lnTo>
                <a:moveTo>
                  <a:pt x="63" y="206"/>
                </a:moveTo>
                <a:lnTo>
                  <a:pt x="220" y="206"/>
                </a:lnTo>
                <a:lnTo>
                  <a:pt x="220" y="63"/>
                </a:lnTo>
                <a:lnTo>
                  <a:pt x="63" y="63"/>
                </a:lnTo>
                <a:lnTo>
                  <a:pt x="63" y="206"/>
                </a:lnTo>
                <a:moveTo>
                  <a:pt x="63" y="402"/>
                </a:moveTo>
                <a:lnTo>
                  <a:pt x="220" y="402"/>
                </a:lnTo>
                <a:lnTo>
                  <a:pt x="220" y="269"/>
                </a:lnTo>
                <a:lnTo>
                  <a:pt x="63" y="269"/>
                </a:lnTo>
                <a:lnTo>
                  <a:pt x="63" y="402"/>
                </a:lnTo>
                <a:moveTo>
                  <a:pt x="63" y="608"/>
                </a:moveTo>
                <a:lnTo>
                  <a:pt x="220" y="608"/>
                </a:lnTo>
                <a:lnTo>
                  <a:pt x="220" y="464"/>
                </a:lnTo>
                <a:lnTo>
                  <a:pt x="63" y="464"/>
                </a:lnTo>
                <a:lnTo>
                  <a:pt x="63" y="608"/>
                </a:lnTo>
                <a:moveTo>
                  <a:pt x="283" y="402"/>
                </a:moveTo>
                <a:lnTo>
                  <a:pt x="776" y="402"/>
                </a:lnTo>
                <a:lnTo>
                  <a:pt x="776" y="269"/>
                </a:lnTo>
                <a:lnTo>
                  <a:pt x="283" y="269"/>
                </a:lnTo>
                <a:lnTo>
                  <a:pt x="283" y="402"/>
                </a:lnTo>
                <a:moveTo>
                  <a:pt x="283" y="206"/>
                </a:moveTo>
                <a:lnTo>
                  <a:pt x="776" y="206"/>
                </a:lnTo>
                <a:lnTo>
                  <a:pt x="776" y="63"/>
                </a:lnTo>
                <a:lnTo>
                  <a:pt x="283" y="63"/>
                </a:lnTo>
                <a:lnTo>
                  <a:pt x="283" y="206"/>
                </a:lnTo>
                <a:moveTo>
                  <a:pt x="63" y="671"/>
                </a:moveTo>
                <a:cubicBezTo>
                  <a:pt x="46" y="671"/>
                  <a:pt x="31" y="665"/>
                  <a:pt x="19" y="652"/>
                </a:cubicBezTo>
                <a:cubicBezTo>
                  <a:pt x="6" y="640"/>
                  <a:pt x="0" y="625"/>
                  <a:pt x="0" y="608"/>
                </a:cubicBez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7" y="6"/>
                  <a:pt x="820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5"/>
                  <a:pt x="833" y="640"/>
                  <a:pt x="820" y="652"/>
                </a:cubicBezTo>
                <a:cubicBezTo>
                  <a:pt x="807" y="665"/>
                  <a:pt x="793" y="671"/>
                  <a:pt x="776" y="671"/>
                </a:cubicBezTo>
                <a:lnTo>
                  <a:pt x="63" y="67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1123920" y="4269960"/>
            <a:ext cx="6020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キャッチコピー：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「未来と伝統が溶け合う、至福の一杯」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1123920" y="4870080"/>
            <a:ext cx="6771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セクション構成：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Hero → Concept → Menu → Access → Contact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1" name=""/>
          <p:cNvSpPr/>
          <p:nvPr/>
        </p:nvSpPr>
        <p:spPr>
          <a:xfrm>
            <a:off x="571320" y="22381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2" name=""/>
          <p:cNvSpPr/>
          <p:nvPr/>
        </p:nvSpPr>
        <p:spPr>
          <a:xfrm>
            <a:off x="359640" y="2816280"/>
            <a:ext cx="11472840" cy="1606680"/>
          </a:xfrm>
          <a:custGeom>
            <a:avLst/>
            <a:gdLst/>
            <a:ahLst/>
            <a:rect l="0" t="0" r="r" b="b"/>
            <a:pathLst>
              <a:path w="31869" h="4463">
                <a:moveTo>
                  <a:pt x="614" y="802"/>
                </a:moveTo>
                <a:lnTo>
                  <a:pt x="614" y="3449"/>
                </a:lnTo>
                <a:cubicBezTo>
                  <a:pt x="614" y="3487"/>
                  <a:pt x="622" y="3524"/>
                  <a:pt x="637" y="3560"/>
                </a:cubicBezTo>
                <a:cubicBezTo>
                  <a:pt x="651" y="3596"/>
                  <a:pt x="672" y="3627"/>
                  <a:pt x="700" y="3655"/>
                </a:cubicBezTo>
                <a:cubicBezTo>
                  <a:pt x="727" y="3682"/>
                  <a:pt x="758" y="3703"/>
                  <a:pt x="794" y="3718"/>
                </a:cubicBezTo>
                <a:cubicBezTo>
                  <a:pt x="830" y="3732"/>
                  <a:pt x="867" y="3740"/>
                  <a:pt x="905" y="3740"/>
                </a:cubicBezTo>
                <a:lnTo>
                  <a:pt x="30963" y="3740"/>
                </a:lnTo>
                <a:cubicBezTo>
                  <a:pt x="31002" y="3740"/>
                  <a:pt x="31039" y="3732"/>
                  <a:pt x="31075" y="3718"/>
                </a:cubicBezTo>
                <a:cubicBezTo>
                  <a:pt x="31110" y="3703"/>
                  <a:pt x="31142" y="3682"/>
                  <a:pt x="31169" y="3655"/>
                </a:cubicBezTo>
                <a:cubicBezTo>
                  <a:pt x="31196" y="3627"/>
                  <a:pt x="31217" y="3596"/>
                  <a:pt x="31232" y="3560"/>
                </a:cubicBezTo>
                <a:cubicBezTo>
                  <a:pt x="31247" y="3524"/>
                  <a:pt x="31254" y="3487"/>
                  <a:pt x="31254" y="3449"/>
                </a:cubicBezTo>
                <a:lnTo>
                  <a:pt x="31254" y="802"/>
                </a:lnTo>
                <a:cubicBezTo>
                  <a:pt x="31254" y="763"/>
                  <a:pt x="31247" y="726"/>
                  <a:pt x="31232" y="691"/>
                </a:cubicBezTo>
                <a:cubicBezTo>
                  <a:pt x="31217" y="655"/>
                  <a:pt x="31196" y="623"/>
                  <a:pt x="31169" y="596"/>
                </a:cubicBezTo>
                <a:cubicBezTo>
                  <a:pt x="31142" y="569"/>
                  <a:pt x="31110" y="548"/>
                  <a:pt x="31075" y="533"/>
                </a:cubicBezTo>
                <a:cubicBezTo>
                  <a:pt x="31039" y="518"/>
                  <a:pt x="31002" y="511"/>
                  <a:pt x="30963" y="511"/>
                </a:cubicBezTo>
                <a:lnTo>
                  <a:pt x="905" y="511"/>
                </a:lnTo>
                <a:cubicBezTo>
                  <a:pt x="867" y="511"/>
                  <a:pt x="830" y="518"/>
                  <a:pt x="794" y="533"/>
                </a:cubicBezTo>
                <a:cubicBezTo>
                  <a:pt x="758" y="548"/>
                  <a:pt x="727" y="569"/>
                  <a:pt x="700" y="596"/>
                </a:cubicBezTo>
                <a:cubicBezTo>
                  <a:pt x="672" y="623"/>
                  <a:pt x="651" y="655"/>
                  <a:pt x="637" y="691"/>
                </a:cubicBezTo>
                <a:cubicBezTo>
                  <a:pt x="622" y="726"/>
                  <a:pt x="614" y="763"/>
                  <a:pt x="614" y="802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4463"/>
                </a:lnTo>
                <a:lnTo>
                  <a:pt x="0" y="446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53" name=""/>
          <p:cNvSpPr/>
          <p:nvPr/>
        </p:nvSpPr>
        <p:spPr>
          <a:xfrm>
            <a:off x="576000" y="2995560"/>
            <a:ext cx="11039760" cy="1171800"/>
          </a:xfrm>
          <a:custGeom>
            <a:avLst/>
            <a:gdLst/>
            <a:ahLst/>
            <a:rect l="0" t="0" r="r" b="b"/>
            <a:pathLst>
              <a:path w="30666" h="3255">
                <a:moveTo>
                  <a:pt x="0" y="2950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2950"/>
                </a:lnTo>
                <a:cubicBezTo>
                  <a:pt x="30666" y="2970"/>
                  <a:pt x="30664" y="2990"/>
                  <a:pt x="30661" y="3009"/>
                </a:cubicBezTo>
                <a:cubicBezTo>
                  <a:pt x="30657" y="3029"/>
                  <a:pt x="30651" y="3048"/>
                  <a:pt x="30643" y="3066"/>
                </a:cubicBezTo>
                <a:cubicBezTo>
                  <a:pt x="30636" y="3086"/>
                  <a:pt x="30626" y="3103"/>
                  <a:pt x="30615" y="3120"/>
                </a:cubicBezTo>
                <a:cubicBezTo>
                  <a:pt x="30604" y="3136"/>
                  <a:pt x="30591" y="3152"/>
                  <a:pt x="30577" y="3166"/>
                </a:cubicBezTo>
                <a:cubicBezTo>
                  <a:pt x="30563" y="3180"/>
                  <a:pt x="30548" y="3193"/>
                  <a:pt x="30531" y="3204"/>
                </a:cubicBezTo>
                <a:cubicBezTo>
                  <a:pt x="30515" y="3215"/>
                  <a:pt x="30497" y="3224"/>
                  <a:pt x="30479" y="3232"/>
                </a:cubicBezTo>
                <a:cubicBezTo>
                  <a:pt x="30460" y="3240"/>
                  <a:pt x="30441" y="3245"/>
                  <a:pt x="30422" y="3249"/>
                </a:cubicBezTo>
                <a:cubicBezTo>
                  <a:pt x="30402" y="3253"/>
                  <a:pt x="30382" y="3255"/>
                  <a:pt x="30362" y="3255"/>
                </a:cubicBezTo>
                <a:lnTo>
                  <a:pt x="304" y="3255"/>
                </a:lnTo>
                <a:cubicBezTo>
                  <a:pt x="285" y="3255"/>
                  <a:pt x="265" y="3253"/>
                  <a:pt x="245" y="3249"/>
                </a:cubicBezTo>
                <a:cubicBezTo>
                  <a:pt x="226" y="3245"/>
                  <a:pt x="207" y="3240"/>
                  <a:pt x="188" y="3232"/>
                </a:cubicBezTo>
                <a:cubicBezTo>
                  <a:pt x="170" y="3224"/>
                  <a:pt x="152" y="3215"/>
                  <a:pt x="135" y="3204"/>
                </a:cubicBezTo>
                <a:cubicBezTo>
                  <a:pt x="119" y="3193"/>
                  <a:pt x="103" y="3180"/>
                  <a:pt x="89" y="3166"/>
                </a:cubicBezTo>
                <a:cubicBezTo>
                  <a:pt x="75" y="3152"/>
                  <a:pt x="63" y="3136"/>
                  <a:pt x="52" y="3120"/>
                </a:cubicBezTo>
                <a:cubicBezTo>
                  <a:pt x="40" y="3103"/>
                  <a:pt x="31" y="3086"/>
                  <a:pt x="23" y="3066"/>
                </a:cubicBezTo>
                <a:cubicBezTo>
                  <a:pt x="16" y="3048"/>
                  <a:pt x="10" y="3029"/>
                  <a:pt x="6" y="3009"/>
                </a:cubicBezTo>
                <a:cubicBezTo>
                  <a:pt x="2" y="2990"/>
                  <a:pt x="0" y="2970"/>
                  <a:pt x="0" y="2950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54" name=""/>
          <p:cNvSpPr/>
          <p:nvPr/>
        </p:nvSpPr>
        <p:spPr>
          <a:xfrm>
            <a:off x="576000" y="2995560"/>
            <a:ext cx="11039760" cy="1171800"/>
          </a:xfrm>
          <a:custGeom>
            <a:avLst/>
            <a:gdLst/>
            <a:ahLst/>
            <a:rect l="0" t="0" r="r" b="b"/>
            <a:pathLst>
              <a:path w="30666" h="3255">
                <a:moveTo>
                  <a:pt x="0" y="2950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2950"/>
                </a:lnTo>
                <a:cubicBezTo>
                  <a:pt x="30666" y="2970"/>
                  <a:pt x="30664" y="2990"/>
                  <a:pt x="30661" y="3009"/>
                </a:cubicBezTo>
                <a:cubicBezTo>
                  <a:pt x="30657" y="3029"/>
                  <a:pt x="30651" y="3048"/>
                  <a:pt x="30643" y="3066"/>
                </a:cubicBezTo>
                <a:cubicBezTo>
                  <a:pt x="30636" y="3086"/>
                  <a:pt x="30626" y="3103"/>
                  <a:pt x="30615" y="3120"/>
                </a:cubicBezTo>
                <a:cubicBezTo>
                  <a:pt x="30604" y="3136"/>
                  <a:pt x="30591" y="3152"/>
                  <a:pt x="30577" y="3166"/>
                </a:cubicBezTo>
                <a:cubicBezTo>
                  <a:pt x="30563" y="3180"/>
                  <a:pt x="30548" y="3193"/>
                  <a:pt x="30531" y="3204"/>
                </a:cubicBezTo>
                <a:cubicBezTo>
                  <a:pt x="30515" y="3215"/>
                  <a:pt x="30497" y="3224"/>
                  <a:pt x="30479" y="3232"/>
                </a:cubicBezTo>
                <a:cubicBezTo>
                  <a:pt x="30460" y="3240"/>
                  <a:pt x="30441" y="3245"/>
                  <a:pt x="30422" y="3249"/>
                </a:cubicBezTo>
                <a:cubicBezTo>
                  <a:pt x="30402" y="3253"/>
                  <a:pt x="30382" y="3255"/>
                  <a:pt x="30362" y="3255"/>
                </a:cubicBezTo>
                <a:lnTo>
                  <a:pt x="304" y="3255"/>
                </a:lnTo>
                <a:cubicBezTo>
                  <a:pt x="285" y="3255"/>
                  <a:pt x="265" y="3253"/>
                  <a:pt x="245" y="3249"/>
                </a:cubicBezTo>
                <a:cubicBezTo>
                  <a:pt x="226" y="3245"/>
                  <a:pt x="207" y="3240"/>
                  <a:pt x="188" y="3232"/>
                </a:cubicBezTo>
                <a:cubicBezTo>
                  <a:pt x="170" y="3224"/>
                  <a:pt x="152" y="3215"/>
                  <a:pt x="135" y="3204"/>
                </a:cubicBezTo>
                <a:cubicBezTo>
                  <a:pt x="119" y="3193"/>
                  <a:pt x="103" y="3180"/>
                  <a:pt x="89" y="3166"/>
                </a:cubicBezTo>
                <a:cubicBezTo>
                  <a:pt x="75" y="3152"/>
                  <a:pt x="63" y="3136"/>
                  <a:pt x="52" y="3120"/>
                </a:cubicBezTo>
                <a:cubicBezTo>
                  <a:pt x="40" y="3103"/>
                  <a:pt x="31" y="3086"/>
                  <a:pt x="23" y="3066"/>
                </a:cubicBezTo>
                <a:cubicBezTo>
                  <a:pt x="16" y="3048"/>
                  <a:pt x="10" y="3029"/>
                  <a:pt x="6" y="3009"/>
                </a:cubicBezTo>
                <a:cubicBezTo>
                  <a:pt x="2" y="2990"/>
                  <a:pt x="0" y="2970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5" name=""/>
          <p:cNvSpPr/>
          <p:nvPr/>
        </p:nvSpPr>
        <p:spPr>
          <a:xfrm>
            <a:off x="595080" y="4686120"/>
            <a:ext cx="11025720" cy="552960"/>
          </a:xfrm>
          <a:custGeom>
            <a:avLst/>
            <a:gdLst/>
            <a:ahLst/>
            <a:rect l="0" t="0" r="r" b="b"/>
            <a:pathLst>
              <a:path w="30627" h="1536">
                <a:moveTo>
                  <a:pt x="0" y="1324"/>
                </a:moveTo>
                <a:lnTo>
                  <a:pt x="0" y="213"/>
                </a:lnTo>
                <a:cubicBezTo>
                  <a:pt x="0" y="199"/>
                  <a:pt x="1" y="185"/>
                  <a:pt x="3" y="171"/>
                </a:cubicBezTo>
                <a:cubicBezTo>
                  <a:pt x="5" y="158"/>
                  <a:pt x="8" y="145"/>
                  <a:pt x="11" y="132"/>
                </a:cubicBezTo>
                <a:cubicBezTo>
                  <a:pt x="15" y="119"/>
                  <a:pt x="19" y="107"/>
                  <a:pt x="25" y="95"/>
                </a:cubicBezTo>
                <a:cubicBezTo>
                  <a:pt x="30" y="84"/>
                  <a:pt x="36" y="73"/>
                  <a:pt x="43" y="63"/>
                </a:cubicBezTo>
                <a:cubicBezTo>
                  <a:pt x="50" y="53"/>
                  <a:pt x="57" y="44"/>
                  <a:pt x="65" y="37"/>
                </a:cubicBezTo>
                <a:cubicBezTo>
                  <a:pt x="73" y="29"/>
                  <a:pt x="81" y="21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1"/>
                  <a:pt x="30521" y="29"/>
                  <a:pt x="30533" y="37"/>
                </a:cubicBezTo>
                <a:cubicBezTo>
                  <a:pt x="30544" y="44"/>
                  <a:pt x="30555" y="53"/>
                  <a:pt x="30565" y="63"/>
                </a:cubicBezTo>
                <a:cubicBezTo>
                  <a:pt x="30574" y="73"/>
                  <a:pt x="30583" y="84"/>
                  <a:pt x="30591" y="95"/>
                </a:cubicBezTo>
                <a:cubicBezTo>
                  <a:pt x="30599" y="107"/>
                  <a:pt x="30605" y="119"/>
                  <a:pt x="30611" y="132"/>
                </a:cubicBezTo>
                <a:cubicBezTo>
                  <a:pt x="30616" y="145"/>
                  <a:pt x="30620" y="158"/>
                  <a:pt x="30623" y="171"/>
                </a:cubicBezTo>
                <a:cubicBezTo>
                  <a:pt x="30625" y="185"/>
                  <a:pt x="30627" y="199"/>
                  <a:pt x="30627" y="213"/>
                </a:cubicBezTo>
                <a:lnTo>
                  <a:pt x="30627" y="1324"/>
                </a:lnTo>
                <a:cubicBezTo>
                  <a:pt x="30627" y="1338"/>
                  <a:pt x="30625" y="1352"/>
                  <a:pt x="30623" y="1365"/>
                </a:cubicBezTo>
                <a:cubicBezTo>
                  <a:pt x="30620" y="1379"/>
                  <a:pt x="30616" y="1392"/>
                  <a:pt x="30611" y="1405"/>
                </a:cubicBezTo>
                <a:cubicBezTo>
                  <a:pt x="30605" y="1418"/>
                  <a:pt x="30599" y="1430"/>
                  <a:pt x="30591" y="1442"/>
                </a:cubicBezTo>
                <a:cubicBezTo>
                  <a:pt x="30583" y="1453"/>
                  <a:pt x="30574" y="1464"/>
                  <a:pt x="30565" y="1474"/>
                </a:cubicBezTo>
                <a:cubicBezTo>
                  <a:pt x="30555" y="1483"/>
                  <a:pt x="30544" y="1492"/>
                  <a:pt x="30533" y="1500"/>
                </a:cubicBezTo>
                <a:cubicBezTo>
                  <a:pt x="30521" y="1508"/>
                  <a:pt x="30509" y="1514"/>
                  <a:pt x="30496" y="1519"/>
                </a:cubicBezTo>
                <a:cubicBezTo>
                  <a:pt x="30483" y="1525"/>
                  <a:pt x="30470" y="1529"/>
                  <a:pt x="30456" y="1532"/>
                </a:cubicBezTo>
                <a:cubicBezTo>
                  <a:pt x="30443" y="1534"/>
                  <a:pt x="30429" y="1536"/>
                  <a:pt x="30415" y="1536"/>
                </a:cubicBezTo>
                <a:lnTo>
                  <a:pt x="146" y="1536"/>
                </a:lnTo>
                <a:cubicBezTo>
                  <a:pt x="136" y="1536"/>
                  <a:pt x="127" y="1534"/>
                  <a:pt x="117" y="1532"/>
                </a:cubicBezTo>
                <a:cubicBezTo>
                  <a:pt x="108" y="1529"/>
                  <a:pt x="99" y="1525"/>
                  <a:pt x="90" y="1519"/>
                </a:cubicBezTo>
                <a:cubicBezTo>
                  <a:pt x="81" y="1514"/>
                  <a:pt x="73" y="1508"/>
                  <a:pt x="65" y="1500"/>
                </a:cubicBezTo>
                <a:cubicBezTo>
                  <a:pt x="57" y="1492"/>
                  <a:pt x="50" y="1483"/>
                  <a:pt x="43" y="1474"/>
                </a:cubicBezTo>
                <a:cubicBezTo>
                  <a:pt x="36" y="1464"/>
                  <a:pt x="30" y="1453"/>
                  <a:pt x="25" y="1442"/>
                </a:cubicBezTo>
                <a:cubicBezTo>
                  <a:pt x="19" y="1430"/>
                  <a:pt x="15" y="1418"/>
                  <a:pt x="11" y="1405"/>
                </a:cubicBezTo>
                <a:cubicBezTo>
                  <a:pt x="8" y="1392"/>
                  <a:pt x="5" y="1379"/>
                  <a:pt x="3" y="1365"/>
                </a:cubicBezTo>
                <a:cubicBezTo>
                  <a:pt x="1" y="1352"/>
                  <a:pt x="0" y="1338"/>
                  <a:pt x="0" y="1324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6" name=""/>
          <p:cNvSpPr/>
          <p:nvPr/>
        </p:nvSpPr>
        <p:spPr>
          <a:xfrm>
            <a:off x="571320" y="4686120"/>
            <a:ext cx="76680" cy="552960"/>
          </a:xfrm>
          <a:custGeom>
            <a:avLst/>
            <a:gdLst/>
            <a:ahLst/>
            <a:rect l="0" t="0" r="r" b="b"/>
            <a:pathLst>
              <a:path w="213" h="1536">
                <a:moveTo>
                  <a:pt x="0" y="0"/>
                </a:moveTo>
                <a:lnTo>
                  <a:pt x="213" y="0"/>
                </a:lnTo>
                <a:lnTo>
                  <a:pt x="21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7" name=""/>
          <p:cNvSpPr/>
          <p:nvPr/>
        </p:nvSpPr>
        <p:spPr>
          <a:xfrm>
            <a:off x="610920" y="169848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3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8" name=""/>
          <p:cNvSpPr/>
          <p:nvPr/>
        </p:nvSpPr>
        <p:spPr>
          <a:xfrm>
            <a:off x="616680" y="254052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63" y="755"/>
                </a:moveTo>
                <a:cubicBezTo>
                  <a:pt x="46" y="755"/>
                  <a:pt x="31" y="749"/>
                  <a:pt x="19" y="736"/>
                </a:cubicBezTo>
                <a:cubicBezTo>
                  <a:pt x="6" y="724"/>
                  <a:pt x="0" y="709"/>
                  <a:pt x="0" y="692"/>
                </a:cubicBezTo>
                <a:lnTo>
                  <a:pt x="0" y="63"/>
                </a:lnTo>
                <a:cubicBezTo>
                  <a:pt x="0" y="46"/>
                  <a:pt x="6" y="32"/>
                  <a:pt x="19" y="19"/>
                </a:cubicBezTo>
                <a:cubicBezTo>
                  <a:pt x="31" y="7"/>
                  <a:pt x="46" y="0"/>
                  <a:pt x="63" y="0"/>
                </a:cubicBezTo>
                <a:lnTo>
                  <a:pt x="692" y="0"/>
                </a:lnTo>
                <a:cubicBezTo>
                  <a:pt x="709" y="0"/>
                  <a:pt x="723" y="7"/>
                  <a:pt x="736" y="19"/>
                </a:cubicBezTo>
                <a:cubicBezTo>
                  <a:pt x="748" y="32"/>
                  <a:pt x="755" y="46"/>
                  <a:pt x="755" y="63"/>
                </a:cubicBezTo>
                <a:lnTo>
                  <a:pt x="755" y="692"/>
                </a:lnTo>
                <a:cubicBezTo>
                  <a:pt x="755" y="709"/>
                  <a:pt x="748" y="724"/>
                  <a:pt x="736" y="736"/>
                </a:cubicBezTo>
                <a:cubicBezTo>
                  <a:pt x="723" y="749"/>
                  <a:pt x="709" y="755"/>
                  <a:pt x="692" y="755"/>
                </a:cubicBezTo>
                <a:lnTo>
                  <a:pt x="63" y="755"/>
                </a:lnTo>
                <a:moveTo>
                  <a:pt x="63" y="692"/>
                </a:moveTo>
                <a:lnTo>
                  <a:pt x="692" y="692"/>
                </a:lnTo>
                <a:lnTo>
                  <a:pt x="692" y="63"/>
                </a:lnTo>
                <a:lnTo>
                  <a:pt x="63" y="63"/>
                </a:lnTo>
                <a:lnTo>
                  <a:pt x="63" y="692"/>
                </a:lnTo>
                <a:moveTo>
                  <a:pt x="121" y="591"/>
                </a:moveTo>
                <a:lnTo>
                  <a:pt x="634" y="591"/>
                </a:lnTo>
                <a:lnTo>
                  <a:pt x="480" y="386"/>
                </a:lnTo>
                <a:lnTo>
                  <a:pt x="342" y="565"/>
                </a:lnTo>
                <a:lnTo>
                  <a:pt x="245" y="432"/>
                </a:lnTo>
                <a:lnTo>
                  <a:pt x="121" y="591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047600" y="1767960"/>
            <a:ext cx="47163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デモ ―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Step 3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933480" y="2685240"/>
            <a:ext cx="2995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ビジュアル生成（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752400" y="3174840"/>
            <a:ext cx="4725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「『近未来的なカフェの店内、ネオンライトと植物が調和している、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752400" y="33973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4K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935280" y="3394080"/>
            <a:ext cx="2134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、リアル』な画像を生成して。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752400" y="3622680"/>
            <a:ext cx="915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ファイル名は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1666800" y="3625920"/>
            <a:ext cx="1281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hero-bg.webp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2946960" y="3622680"/>
            <a:ext cx="153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099600" y="3625920"/>
            <a:ext cx="732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public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3831120" y="3622680"/>
            <a:ext cx="1524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フォルダに保存して。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752400" y="3841560"/>
            <a:ext cx="153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905040" y="38448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Nano Banana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910880" y="3841560"/>
            <a:ext cx="305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5991120" y="433476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752400" y="4851000"/>
            <a:ext cx="7087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数秒で高品質な画像が生成され、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プロジェクトに自動配置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8" name=""/>
          <p:cNvSpPr/>
          <p:nvPr/>
        </p:nvSpPr>
        <p:spPr>
          <a:xfrm>
            <a:off x="571320" y="22478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9" name=""/>
          <p:cNvSpPr/>
          <p:nvPr/>
        </p:nvSpPr>
        <p:spPr>
          <a:xfrm>
            <a:off x="359640" y="2825280"/>
            <a:ext cx="11472840" cy="1158480"/>
          </a:xfrm>
          <a:custGeom>
            <a:avLst/>
            <a:gdLst/>
            <a:ahLst/>
            <a:rect l="0" t="0" r="r" b="b"/>
            <a:pathLst>
              <a:path w="31869" h="3218">
                <a:moveTo>
                  <a:pt x="614" y="804"/>
                </a:moveTo>
                <a:lnTo>
                  <a:pt x="614" y="2207"/>
                </a:lnTo>
                <a:cubicBezTo>
                  <a:pt x="614" y="2245"/>
                  <a:pt x="622" y="2282"/>
                  <a:pt x="637" y="2318"/>
                </a:cubicBezTo>
                <a:cubicBezTo>
                  <a:pt x="651" y="2354"/>
                  <a:pt x="672" y="2385"/>
                  <a:pt x="700" y="2412"/>
                </a:cubicBezTo>
                <a:cubicBezTo>
                  <a:pt x="727" y="2440"/>
                  <a:pt x="758" y="2461"/>
                  <a:pt x="794" y="2476"/>
                </a:cubicBezTo>
                <a:cubicBezTo>
                  <a:pt x="830" y="2490"/>
                  <a:pt x="867" y="2498"/>
                  <a:pt x="905" y="2498"/>
                </a:cubicBezTo>
                <a:lnTo>
                  <a:pt x="30963" y="2498"/>
                </a:lnTo>
                <a:cubicBezTo>
                  <a:pt x="31002" y="2498"/>
                  <a:pt x="31039" y="2490"/>
                  <a:pt x="31075" y="2476"/>
                </a:cubicBezTo>
                <a:cubicBezTo>
                  <a:pt x="31110" y="2461"/>
                  <a:pt x="31142" y="2440"/>
                  <a:pt x="31169" y="2412"/>
                </a:cubicBezTo>
                <a:cubicBezTo>
                  <a:pt x="31196" y="2385"/>
                  <a:pt x="31217" y="2354"/>
                  <a:pt x="31232" y="2318"/>
                </a:cubicBezTo>
                <a:cubicBezTo>
                  <a:pt x="31247" y="2282"/>
                  <a:pt x="31254" y="2245"/>
                  <a:pt x="31254" y="2207"/>
                </a:cubicBezTo>
                <a:lnTo>
                  <a:pt x="31254" y="804"/>
                </a:lnTo>
                <a:cubicBezTo>
                  <a:pt x="31254" y="766"/>
                  <a:pt x="31247" y="729"/>
                  <a:pt x="31232" y="693"/>
                </a:cubicBezTo>
                <a:cubicBezTo>
                  <a:pt x="31217" y="657"/>
                  <a:pt x="31196" y="626"/>
                  <a:pt x="31169" y="599"/>
                </a:cubicBezTo>
                <a:cubicBezTo>
                  <a:pt x="31142" y="571"/>
                  <a:pt x="31110" y="550"/>
                  <a:pt x="31075" y="535"/>
                </a:cubicBezTo>
                <a:cubicBezTo>
                  <a:pt x="31039" y="521"/>
                  <a:pt x="31002" y="513"/>
                  <a:pt x="30963" y="513"/>
                </a:cubicBezTo>
                <a:lnTo>
                  <a:pt x="905" y="513"/>
                </a:lnTo>
                <a:cubicBezTo>
                  <a:pt x="867" y="513"/>
                  <a:pt x="830" y="521"/>
                  <a:pt x="794" y="535"/>
                </a:cubicBezTo>
                <a:cubicBezTo>
                  <a:pt x="758" y="550"/>
                  <a:pt x="727" y="571"/>
                  <a:pt x="700" y="599"/>
                </a:cubicBezTo>
                <a:cubicBezTo>
                  <a:pt x="672" y="626"/>
                  <a:pt x="651" y="657"/>
                  <a:pt x="637" y="693"/>
                </a:cubicBezTo>
                <a:cubicBezTo>
                  <a:pt x="622" y="729"/>
                  <a:pt x="614" y="766"/>
                  <a:pt x="614" y="804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218"/>
                </a:lnTo>
                <a:lnTo>
                  <a:pt x="0" y="32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0" name=""/>
          <p:cNvSpPr/>
          <p:nvPr/>
        </p:nvSpPr>
        <p:spPr>
          <a:xfrm>
            <a:off x="576000" y="3004920"/>
            <a:ext cx="11039760" cy="724320"/>
          </a:xfrm>
          <a:custGeom>
            <a:avLst/>
            <a:gdLst/>
            <a:ahLst/>
            <a:rect l="0" t="0" r="r" b="b"/>
            <a:pathLst>
              <a:path w="30666" h="2012">
                <a:moveTo>
                  <a:pt x="0" y="170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1708"/>
                </a:lnTo>
                <a:cubicBezTo>
                  <a:pt x="30666" y="1728"/>
                  <a:pt x="30664" y="1747"/>
                  <a:pt x="30661" y="1767"/>
                </a:cubicBezTo>
                <a:cubicBezTo>
                  <a:pt x="30657" y="1787"/>
                  <a:pt x="30651" y="1806"/>
                  <a:pt x="30643" y="1824"/>
                </a:cubicBezTo>
                <a:cubicBezTo>
                  <a:pt x="30636" y="1843"/>
                  <a:pt x="30626" y="1860"/>
                  <a:pt x="30615" y="1877"/>
                </a:cubicBezTo>
                <a:cubicBezTo>
                  <a:pt x="30604" y="1893"/>
                  <a:pt x="30591" y="1909"/>
                  <a:pt x="30577" y="1923"/>
                </a:cubicBezTo>
                <a:cubicBezTo>
                  <a:pt x="30563" y="1937"/>
                  <a:pt x="30548" y="1950"/>
                  <a:pt x="30531" y="1961"/>
                </a:cubicBezTo>
                <a:cubicBezTo>
                  <a:pt x="30515" y="1972"/>
                  <a:pt x="30497" y="1981"/>
                  <a:pt x="30479" y="1989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2"/>
                  <a:pt x="30362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1"/>
                </a:cubicBezTo>
                <a:cubicBezTo>
                  <a:pt x="119" y="1950"/>
                  <a:pt x="103" y="1937"/>
                  <a:pt x="89" y="1923"/>
                </a:cubicBezTo>
                <a:cubicBezTo>
                  <a:pt x="75" y="1909"/>
                  <a:pt x="63" y="1893"/>
                  <a:pt x="52" y="1877"/>
                </a:cubicBezTo>
                <a:cubicBezTo>
                  <a:pt x="40" y="1860"/>
                  <a:pt x="31" y="1843"/>
                  <a:pt x="23" y="1824"/>
                </a:cubicBezTo>
                <a:cubicBezTo>
                  <a:pt x="16" y="1806"/>
                  <a:pt x="10" y="1787"/>
                  <a:pt x="6" y="1767"/>
                </a:cubicBezTo>
                <a:cubicBezTo>
                  <a:pt x="2" y="1747"/>
                  <a:pt x="0" y="1728"/>
                  <a:pt x="0" y="1708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1" name=""/>
          <p:cNvSpPr/>
          <p:nvPr/>
        </p:nvSpPr>
        <p:spPr>
          <a:xfrm>
            <a:off x="576000" y="3004920"/>
            <a:ext cx="11039760" cy="724320"/>
          </a:xfrm>
          <a:custGeom>
            <a:avLst/>
            <a:gdLst/>
            <a:ahLst/>
            <a:rect l="0" t="0" r="r" b="b"/>
            <a:pathLst>
              <a:path w="30666" h="2012">
                <a:moveTo>
                  <a:pt x="0" y="170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1708"/>
                </a:lnTo>
                <a:cubicBezTo>
                  <a:pt x="30666" y="1728"/>
                  <a:pt x="30664" y="1747"/>
                  <a:pt x="30661" y="1767"/>
                </a:cubicBezTo>
                <a:cubicBezTo>
                  <a:pt x="30657" y="1787"/>
                  <a:pt x="30651" y="1806"/>
                  <a:pt x="30643" y="1824"/>
                </a:cubicBezTo>
                <a:cubicBezTo>
                  <a:pt x="30636" y="1843"/>
                  <a:pt x="30626" y="1860"/>
                  <a:pt x="30615" y="1877"/>
                </a:cubicBezTo>
                <a:cubicBezTo>
                  <a:pt x="30604" y="1893"/>
                  <a:pt x="30591" y="1909"/>
                  <a:pt x="30577" y="1923"/>
                </a:cubicBezTo>
                <a:cubicBezTo>
                  <a:pt x="30563" y="1937"/>
                  <a:pt x="30548" y="1950"/>
                  <a:pt x="30531" y="1961"/>
                </a:cubicBezTo>
                <a:cubicBezTo>
                  <a:pt x="30515" y="1972"/>
                  <a:pt x="30497" y="1981"/>
                  <a:pt x="30479" y="1989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2"/>
                  <a:pt x="30362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1"/>
                </a:cubicBezTo>
                <a:cubicBezTo>
                  <a:pt x="119" y="1950"/>
                  <a:pt x="103" y="1937"/>
                  <a:pt x="89" y="1923"/>
                </a:cubicBezTo>
                <a:cubicBezTo>
                  <a:pt x="75" y="1909"/>
                  <a:pt x="63" y="1893"/>
                  <a:pt x="52" y="1877"/>
                </a:cubicBezTo>
                <a:cubicBezTo>
                  <a:pt x="40" y="1860"/>
                  <a:pt x="31" y="1843"/>
                  <a:pt x="23" y="1824"/>
                </a:cubicBezTo>
                <a:cubicBezTo>
                  <a:pt x="16" y="1806"/>
                  <a:pt x="10" y="1787"/>
                  <a:pt x="6" y="1767"/>
                </a:cubicBezTo>
                <a:cubicBezTo>
                  <a:pt x="2" y="1747"/>
                  <a:pt x="0" y="1728"/>
                  <a:pt x="0" y="170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2" name=""/>
          <p:cNvSpPr/>
          <p:nvPr/>
        </p:nvSpPr>
        <p:spPr>
          <a:xfrm>
            <a:off x="414360" y="4071960"/>
            <a:ext cx="11363400" cy="1353600"/>
          </a:xfrm>
          <a:custGeom>
            <a:avLst/>
            <a:gdLst/>
            <a:ahLst/>
            <a:rect l="0" t="0" r="r" b="b"/>
            <a:pathLst>
              <a:path w="31565" h="3760">
                <a:moveTo>
                  <a:pt x="436" y="674"/>
                </a:moveTo>
                <a:lnTo>
                  <a:pt x="436" y="2924"/>
                </a:lnTo>
                <a:cubicBezTo>
                  <a:pt x="436" y="2966"/>
                  <a:pt x="444" y="3007"/>
                  <a:pt x="460" y="3046"/>
                </a:cubicBezTo>
                <a:cubicBezTo>
                  <a:pt x="476" y="3084"/>
                  <a:pt x="499" y="3119"/>
                  <a:pt x="529" y="3149"/>
                </a:cubicBezTo>
                <a:cubicBezTo>
                  <a:pt x="559" y="3178"/>
                  <a:pt x="593" y="3201"/>
                  <a:pt x="632" y="3217"/>
                </a:cubicBezTo>
                <a:cubicBezTo>
                  <a:pt x="671" y="3234"/>
                  <a:pt x="711" y="3242"/>
                  <a:pt x="753" y="3242"/>
                </a:cubicBezTo>
                <a:lnTo>
                  <a:pt x="30811" y="3242"/>
                </a:lnTo>
                <a:cubicBezTo>
                  <a:pt x="30853" y="3242"/>
                  <a:pt x="30894" y="3234"/>
                  <a:pt x="30933" y="3217"/>
                </a:cubicBezTo>
                <a:cubicBezTo>
                  <a:pt x="30972" y="3201"/>
                  <a:pt x="31006" y="3178"/>
                  <a:pt x="31036" y="3149"/>
                </a:cubicBezTo>
                <a:cubicBezTo>
                  <a:pt x="31065" y="3119"/>
                  <a:pt x="31088" y="3084"/>
                  <a:pt x="31104" y="3046"/>
                </a:cubicBezTo>
                <a:cubicBezTo>
                  <a:pt x="31121" y="3007"/>
                  <a:pt x="31129" y="2966"/>
                  <a:pt x="31129" y="2924"/>
                </a:cubicBezTo>
                <a:lnTo>
                  <a:pt x="31129" y="674"/>
                </a:lnTo>
                <a:cubicBezTo>
                  <a:pt x="31129" y="632"/>
                  <a:pt x="31121" y="592"/>
                  <a:pt x="31104" y="553"/>
                </a:cubicBezTo>
                <a:cubicBezTo>
                  <a:pt x="31088" y="514"/>
                  <a:pt x="31065" y="479"/>
                  <a:pt x="31036" y="450"/>
                </a:cubicBezTo>
                <a:cubicBezTo>
                  <a:pt x="31006" y="420"/>
                  <a:pt x="30972" y="397"/>
                  <a:pt x="30933" y="381"/>
                </a:cubicBezTo>
                <a:cubicBezTo>
                  <a:pt x="30894" y="365"/>
                  <a:pt x="30853" y="357"/>
                  <a:pt x="30811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1"/>
                </a:cubicBezTo>
                <a:cubicBezTo>
                  <a:pt x="593" y="397"/>
                  <a:pt x="559" y="420"/>
                  <a:pt x="529" y="450"/>
                </a:cubicBezTo>
                <a:cubicBezTo>
                  <a:pt x="499" y="479"/>
                  <a:pt x="476" y="514"/>
                  <a:pt x="460" y="553"/>
                </a:cubicBezTo>
                <a:cubicBezTo>
                  <a:pt x="444" y="592"/>
                  <a:pt x="436" y="632"/>
                  <a:pt x="436" y="674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3760"/>
                </a:lnTo>
                <a:lnTo>
                  <a:pt x="0" y="376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3" name=""/>
          <p:cNvSpPr/>
          <p:nvPr/>
        </p:nvSpPr>
        <p:spPr>
          <a:xfrm>
            <a:off x="580680" y="4209840"/>
            <a:ext cx="11030400" cy="1019520"/>
          </a:xfrm>
          <a:custGeom>
            <a:avLst/>
            <a:gdLst/>
            <a:ahLst/>
            <a:rect l="0" t="0" r="r" b="b"/>
            <a:pathLst>
              <a:path w="30640" h="2832">
                <a:moveTo>
                  <a:pt x="0" y="254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2541"/>
                </a:lnTo>
                <a:cubicBezTo>
                  <a:pt x="30640" y="2560"/>
                  <a:pt x="30638" y="2579"/>
                  <a:pt x="30635" y="2598"/>
                </a:cubicBezTo>
                <a:cubicBezTo>
                  <a:pt x="30631" y="2617"/>
                  <a:pt x="30625" y="2635"/>
                  <a:pt x="30618" y="2652"/>
                </a:cubicBezTo>
                <a:cubicBezTo>
                  <a:pt x="30611" y="2670"/>
                  <a:pt x="30602" y="2687"/>
                  <a:pt x="30591" y="2703"/>
                </a:cubicBezTo>
                <a:cubicBezTo>
                  <a:pt x="30581" y="2719"/>
                  <a:pt x="30568" y="2733"/>
                  <a:pt x="30555" y="2747"/>
                </a:cubicBezTo>
                <a:cubicBezTo>
                  <a:pt x="30541" y="2760"/>
                  <a:pt x="30527" y="2772"/>
                  <a:pt x="30511" y="2783"/>
                </a:cubicBezTo>
                <a:cubicBezTo>
                  <a:pt x="30495" y="2794"/>
                  <a:pt x="30478" y="2803"/>
                  <a:pt x="30461" y="2810"/>
                </a:cubicBezTo>
                <a:cubicBezTo>
                  <a:pt x="30443" y="2817"/>
                  <a:pt x="30425" y="2823"/>
                  <a:pt x="30406" y="2827"/>
                </a:cubicBezTo>
                <a:cubicBezTo>
                  <a:pt x="30387" y="2830"/>
                  <a:pt x="30368" y="2832"/>
                  <a:pt x="30349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7"/>
                </a:cubicBezTo>
                <a:cubicBezTo>
                  <a:pt x="216" y="2823"/>
                  <a:pt x="198" y="2817"/>
                  <a:pt x="180" y="2810"/>
                </a:cubicBezTo>
                <a:cubicBezTo>
                  <a:pt x="162" y="2803"/>
                  <a:pt x="146" y="2794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3"/>
                  <a:pt x="60" y="2719"/>
                  <a:pt x="50" y="2703"/>
                </a:cubicBezTo>
                <a:cubicBezTo>
                  <a:pt x="39" y="2687"/>
                  <a:pt x="30" y="2670"/>
                  <a:pt x="23" y="2652"/>
                </a:cubicBezTo>
                <a:cubicBezTo>
                  <a:pt x="15" y="2635"/>
                  <a:pt x="10" y="2617"/>
                  <a:pt x="6" y="2598"/>
                </a:cubicBezTo>
                <a:cubicBezTo>
                  <a:pt x="2" y="2579"/>
                  <a:pt x="0" y="2560"/>
                  <a:pt x="0" y="2541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4" name=""/>
          <p:cNvSpPr/>
          <p:nvPr/>
        </p:nvSpPr>
        <p:spPr>
          <a:xfrm>
            <a:off x="580680" y="4209840"/>
            <a:ext cx="11030400" cy="1019520"/>
          </a:xfrm>
          <a:custGeom>
            <a:avLst/>
            <a:gdLst/>
            <a:ahLst/>
            <a:rect l="0" t="0" r="r" b="b"/>
            <a:pathLst>
              <a:path w="30640" h="2832">
                <a:moveTo>
                  <a:pt x="0" y="254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2541"/>
                </a:lnTo>
                <a:cubicBezTo>
                  <a:pt x="30640" y="2560"/>
                  <a:pt x="30638" y="2579"/>
                  <a:pt x="30635" y="2598"/>
                </a:cubicBezTo>
                <a:cubicBezTo>
                  <a:pt x="30631" y="2617"/>
                  <a:pt x="30625" y="2635"/>
                  <a:pt x="30618" y="2652"/>
                </a:cubicBezTo>
                <a:cubicBezTo>
                  <a:pt x="30611" y="2670"/>
                  <a:pt x="30602" y="2687"/>
                  <a:pt x="30591" y="2703"/>
                </a:cubicBezTo>
                <a:cubicBezTo>
                  <a:pt x="30581" y="2719"/>
                  <a:pt x="30568" y="2733"/>
                  <a:pt x="30555" y="2747"/>
                </a:cubicBezTo>
                <a:cubicBezTo>
                  <a:pt x="30541" y="2760"/>
                  <a:pt x="30527" y="2772"/>
                  <a:pt x="30511" y="2783"/>
                </a:cubicBezTo>
                <a:cubicBezTo>
                  <a:pt x="30495" y="2794"/>
                  <a:pt x="30478" y="2803"/>
                  <a:pt x="30461" y="2810"/>
                </a:cubicBezTo>
                <a:cubicBezTo>
                  <a:pt x="30443" y="2817"/>
                  <a:pt x="30425" y="2823"/>
                  <a:pt x="30406" y="2827"/>
                </a:cubicBezTo>
                <a:cubicBezTo>
                  <a:pt x="30387" y="2830"/>
                  <a:pt x="30368" y="2832"/>
                  <a:pt x="30349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7"/>
                </a:cubicBezTo>
                <a:cubicBezTo>
                  <a:pt x="216" y="2823"/>
                  <a:pt x="198" y="2817"/>
                  <a:pt x="180" y="2810"/>
                </a:cubicBezTo>
                <a:cubicBezTo>
                  <a:pt x="162" y="2803"/>
                  <a:pt x="146" y="2794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3"/>
                  <a:pt x="60" y="2719"/>
                  <a:pt x="50" y="2703"/>
                </a:cubicBezTo>
                <a:cubicBezTo>
                  <a:pt x="39" y="2687"/>
                  <a:pt x="30" y="2670"/>
                  <a:pt x="23" y="2652"/>
                </a:cubicBezTo>
                <a:cubicBezTo>
                  <a:pt x="15" y="2635"/>
                  <a:pt x="10" y="2617"/>
                  <a:pt x="6" y="2598"/>
                </a:cubicBezTo>
                <a:cubicBezTo>
                  <a:pt x="2" y="2579"/>
                  <a:pt x="0" y="2560"/>
                  <a:pt x="0" y="2541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5" name=""/>
          <p:cNvSpPr/>
          <p:nvPr/>
        </p:nvSpPr>
        <p:spPr>
          <a:xfrm>
            <a:off x="610920" y="169848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3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6" name=""/>
          <p:cNvSpPr/>
          <p:nvPr/>
        </p:nvSpPr>
        <p:spPr>
          <a:xfrm>
            <a:off x="601560" y="259380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1" y="506"/>
                </a:moveTo>
                <a:lnTo>
                  <a:pt x="0" y="255"/>
                </a:lnTo>
                <a:lnTo>
                  <a:pt x="253" y="0"/>
                </a:lnTo>
                <a:lnTo>
                  <a:pt x="298" y="45"/>
                </a:lnTo>
                <a:lnTo>
                  <a:pt x="90" y="255"/>
                </a:lnTo>
                <a:lnTo>
                  <a:pt x="296" y="461"/>
                </a:lnTo>
                <a:lnTo>
                  <a:pt x="251" y="506"/>
                </a:lnTo>
                <a:moveTo>
                  <a:pt x="585" y="508"/>
                </a:moveTo>
                <a:lnTo>
                  <a:pt x="540" y="463"/>
                </a:lnTo>
                <a:lnTo>
                  <a:pt x="749" y="255"/>
                </a:lnTo>
                <a:lnTo>
                  <a:pt x="542" y="47"/>
                </a:lnTo>
                <a:lnTo>
                  <a:pt x="587" y="2"/>
                </a:lnTo>
                <a:lnTo>
                  <a:pt x="839" y="255"/>
                </a:lnTo>
                <a:lnTo>
                  <a:pt x="585" y="5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1047600" y="1767960"/>
            <a:ext cx="47163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デモ ―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Step 4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933480" y="2694600"/>
            <a:ext cx="1651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実装 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&amp; 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プレビュー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752400" y="3184560"/>
            <a:ext cx="2286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「生成した画像を背景に使って、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3038400" y="318780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Hero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3404160" y="3184560"/>
            <a:ext cx="1677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セクションを実装して。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752400" y="3403440"/>
            <a:ext cx="426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文字は白で読みやすく、グラスモーフィズムなデザインで。」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5991120" y="389664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762120" y="4422240"/>
            <a:ext cx="10503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が背景画像の配置、グラスモーフィズム効果、レスポンシブ対応、アニメーション追加まで一括で実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762120" y="47840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装します。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0" name=""/>
          <p:cNvSpPr/>
          <p:nvPr/>
        </p:nvSpPr>
        <p:spPr>
          <a:xfrm>
            <a:off x="571320" y="213336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1" name=""/>
          <p:cNvSpPr/>
          <p:nvPr/>
        </p:nvSpPr>
        <p:spPr>
          <a:xfrm>
            <a:off x="359640" y="2709360"/>
            <a:ext cx="11472840" cy="942480"/>
          </a:xfrm>
          <a:custGeom>
            <a:avLst/>
            <a:gdLst/>
            <a:ahLst/>
            <a:rect l="0" t="0" r="r" b="b"/>
            <a:pathLst>
              <a:path w="31869" h="2618">
                <a:moveTo>
                  <a:pt x="614" y="808"/>
                </a:moveTo>
                <a:lnTo>
                  <a:pt x="614" y="1602"/>
                </a:lnTo>
                <a:cubicBezTo>
                  <a:pt x="614" y="1641"/>
                  <a:pt x="622" y="1678"/>
                  <a:pt x="637" y="1714"/>
                </a:cubicBezTo>
                <a:cubicBezTo>
                  <a:pt x="651" y="1750"/>
                  <a:pt x="672" y="1781"/>
                  <a:pt x="700" y="1808"/>
                </a:cubicBezTo>
                <a:cubicBezTo>
                  <a:pt x="727" y="1836"/>
                  <a:pt x="758" y="1857"/>
                  <a:pt x="794" y="1872"/>
                </a:cubicBezTo>
                <a:cubicBezTo>
                  <a:pt x="830" y="1886"/>
                  <a:pt x="867" y="1894"/>
                  <a:pt x="905" y="1894"/>
                </a:cubicBezTo>
                <a:lnTo>
                  <a:pt x="30963" y="1894"/>
                </a:lnTo>
                <a:cubicBezTo>
                  <a:pt x="31002" y="1894"/>
                  <a:pt x="31039" y="1886"/>
                  <a:pt x="31075" y="1872"/>
                </a:cubicBezTo>
                <a:cubicBezTo>
                  <a:pt x="31110" y="1857"/>
                  <a:pt x="31142" y="1836"/>
                  <a:pt x="31169" y="1808"/>
                </a:cubicBezTo>
                <a:cubicBezTo>
                  <a:pt x="31196" y="1781"/>
                  <a:pt x="31217" y="1750"/>
                  <a:pt x="31232" y="1714"/>
                </a:cubicBezTo>
                <a:cubicBezTo>
                  <a:pt x="31247" y="1678"/>
                  <a:pt x="31254" y="1641"/>
                  <a:pt x="31254" y="1602"/>
                </a:cubicBezTo>
                <a:lnTo>
                  <a:pt x="31254" y="808"/>
                </a:lnTo>
                <a:cubicBezTo>
                  <a:pt x="31254" y="769"/>
                  <a:pt x="31247" y="732"/>
                  <a:pt x="31232" y="696"/>
                </a:cubicBezTo>
                <a:cubicBezTo>
                  <a:pt x="31217" y="661"/>
                  <a:pt x="31196" y="629"/>
                  <a:pt x="31169" y="602"/>
                </a:cubicBezTo>
                <a:cubicBezTo>
                  <a:pt x="31142" y="575"/>
                  <a:pt x="31110" y="554"/>
                  <a:pt x="31075" y="539"/>
                </a:cubicBezTo>
                <a:cubicBezTo>
                  <a:pt x="31039" y="524"/>
                  <a:pt x="31002" y="517"/>
                  <a:pt x="30963" y="517"/>
                </a:cubicBezTo>
                <a:lnTo>
                  <a:pt x="905" y="517"/>
                </a:lnTo>
                <a:cubicBezTo>
                  <a:pt x="867" y="517"/>
                  <a:pt x="830" y="524"/>
                  <a:pt x="794" y="539"/>
                </a:cubicBezTo>
                <a:cubicBezTo>
                  <a:pt x="758" y="554"/>
                  <a:pt x="727" y="575"/>
                  <a:pt x="700" y="602"/>
                </a:cubicBezTo>
                <a:cubicBezTo>
                  <a:pt x="672" y="629"/>
                  <a:pt x="651" y="661"/>
                  <a:pt x="637" y="696"/>
                </a:cubicBezTo>
                <a:cubicBezTo>
                  <a:pt x="622" y="732"/>
                  <a:pt x="614" y="769"/>
                  <a:pt x="614" y="808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2618"/>
                </a:lnTo>
                <a:lnTo>
                  <a:pt x="0" y="26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02" name=""/>
          <p:cNvSpPr/>
          <p:nvPr/>
        </p:nvSpPr>
        <p:spPr>
          <a:xfrm>
            <a:off x="576000" y="2890800"/>
            <a:ext cx="11039760" cy="505080"/>
          </a:xfrm>
          <a:custGeom>
            <a:avLst/>
            <a:gdLst/>
            <a:ahLst/>
            <a:rect l="0" t="0" r="r" b="b"/>
            <a:pathLst>
              <a:path w="30666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099"/>
                </a:lnTo>
                <a:cubicBezTo>
                  <a:pt x="30666" y="1119"/>
                  <a:pt x="30664" y="1138"/>
                  <a:pt x="30661" y="1158"/>
                </a:cubicBezTo>
                <a:cubicBezTo>
                  <a:pt x="30657" y="1178"/>
                  <a:pt x="30651" y="1197"/>
                  <a:pt x="30643" y="1215"/>
                </a:cubicBezTo>
                <a:cubicBezTo>
                  <a:pt x="30636" y="1234"/>
                  <a:pt x="30626" y="1251"/>
                  <a:pt x="30615" y="1268"/>
                </a:cubicBezTo>
                <a:cubicBezTo>
                  <a:pt x="30604" y="1284"/>
                  <a:pt x="30591" y="1300"/>
                  <a:pt x="30577" y="1314"/>
                </a:cubicBezTo>
                <a:cubicBezTo>
                  <a:pt x="30563" y="1328"/>
                  <a:pt x="30548" y="1341"/>
                  <a:pt x="30531" y="1352"/>
                </a:cubicBezTo>
                <a:cubicBezTo>
                  <a:pt x="30515" y="1363"/>
                  <a:pt x="30497" y="1372"/>
                  <a:pt x="30479" y="1380"/>
                </a:cubicBezTo>
                <a:cubicBezTo>
                  <a:pt x="30460" y="1387"/>
                  <a:pt x="30441" y="1393"/>
                  <a:pt x="30422" y="1397"/>
                </a:cubicBezTo>
                <a:cubicBezTo>
                  <a:pt x="30402" y="1401"/>
                  <a:pt x="30382" y="1403"/>
                  <a:pt x="30362" y="1403"/>
                </a:cubicBezTo>
                <a:lnTo>
                  <a:pt x="304" y="1403"/>
                </a:lnTo>
                <a:cubicBezTo>
                  <a:pt x="285" y="1403"/>
                  <a:pt x="265" y="1401"/>
                  <a:pt x="245" y="1397"/>
                </a:cubicBezTo>
                <a:cubicBezTo>
                  <a:pt x="226" y="1393"/>
                  <a:pt x="207" y="1387"/>
                  <a:pt x="188" y="1380"/>
                </a:cubicBezTo>
                <a:cubicBezTo>
                  <a:pt x="170" y="1372"/>
                  <a:pt x="152" y="1363"/>
                  <a:pt x="135" y="1352"/>
                </a:cubicBezTo>
                <a:cubicBezTo>
                  <a:pt x="119" y="1341"/>
                  <a:pt x="103" y="1328"/>
                  <a:pt x="89" y="1314"/>
                </a:cubicBezTo>
                <a:cubicBezTo>
                  <a:pt x="75" y="1300"/>
                  <a:pt x="63" y="1284"/>
                  <a:pt x="52" y="1268"/>
                </a:cubicBezTo>
                <a:cubicBezTo>
                  <a:pt x="40" y="1251"/>
                  <a:pt x="31" y="1234"/>
                  <a:pt x="23" y="1215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8"/>
                  <a:pt x="0" y="1119"/>
                  <a:pt x="0" y="1099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03" name=""/>
          <p:cNvSpPr/>
          <p:nvPr/>
        </p:nvSpPr>
        <p:spPr>
          <a:xfrm>
            <a:off x="576000" y="2890800"/>
            <a:ext cx="11039760" cy="505080"/>
          </a:xfrm>
          <a:custGeom>
            <a:avLst/>
            <a:gdLst/>
            <a:ahLst/>
            <a:rect l="0" t="0" r="r" b="b"/>
            <a:pathLst>
              <a:path w="30666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099"/>
                </a:lnTo>
                <a:cubicBezTo>
                  <a:pt x="30666" y="1119"/>
                  <a:pt x="30664" y="1138"/>
                  <a:pt x="30661" y="1158"/>
                </a:cubicBezTo>
                <a:cubicBezTo>
                  <a:pt x="30657" y="1178"/>
                  <a:pt x="30651" y="1197"/>
                  <a:pt x="30643" y="1215"/>
                </a:cubicBezTo>
                <a:cubicBezTo>
                  <a:pt x="30636" y="1234"/>
                  <a:pt x="30626" y="1251"/>
                  <a:pt x="30615" y="1268"/>
                </a:cubicBezTo>
                <a:cubicBezTo>
                  <a:pt x="30604" y="1284"/>
                  <a:pt x="30591" y="1300"/>
                  <a:pt x="30577" y="1314"/>
                </a:cubicBezTo>
                <a:cubicBezTo>
                  <a:pt x="30563" y="1328"/>
                  <a:pt x="30548" y="1341"/>
                  <a:pt x="30531" y="1352"/>
                </a:cubicBezTo>
                <a:cubicBezTo>
                  <a:pt x="30515" y="1363"/>
                  <a:pt x="30497" y="1372"/>
                  <a:pt x="30479" y="1380"/>
                </a:cubicBezTo>
                <a:cubicBezTo>
                  <a:pt x="30460" y="1387"/>
                  <a:pt x="30441" y="1393"/>
                  <a:pt x="30422" y="1397"/>
                </a:cubicBezTo>
                <a:cubicBezTo>
                  <a:pt x="30402" y="1401"/>
                  <a:pt x="30382" y="1403"/>
                  <a:pt x="30362" y="1403"/>
                </a:cubicBezTo>
                <a:lnTo>
                  <a:pt x="304" y="1403"/>
                </a:lnTo>
                <a:cubicBezTo>
                  <a:pt x="285" y="1403"/>
                  <a:pt x="265" y="1401"/>
                  <a:pt x="245" y="1397"/>
                </a:cubicBezTo>
                <a:cubicBezTo>
                  <a:pt x="226" y="1393"/>
                  <a:pt x="207" y="1387"/>
                  <a:pt x="188" y="1380"/>
                </a:cubicBezTo>
                <a:cubicBezTo>
                  <a:pt x="170" y="1372"/>
                  <a:pt x="152" y="1363"/>
                  <a:pt x="135" y="1352"/>
                </a:cubicBezTo>
                <a:cubicBezTo>
                  <a:pt x="119" y="1341"/>
                  <a:pt x="103" y="1328"/>
                  <a:pt x="89" y="1314"/>
                </a:cubicBezTo>
                <a:cubicBezTo>
                  <a:pt x="75" y="1300"/>
                  <a:pt x="63" y="1284"/>
                  <a:pt x="52" y="1268"/>
                </a:cubicBezTo>
                <a:cubicBezTo>
                  <a:pt x="40" y="1251"/>
                  <a:pt x="31" y="1234"/>
                  <a:pt x="23" y="1215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8"/>
                  <a:pt x="0" y="1119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4" name=""/>
          <p:cNvSpPr/>
          <p:nvPr/>
        </p:nvSpPr>
        <p:spPr>
          <a:xfrm>
            <a:off x="595080" y="3904920"/>
            <a:ext cx="11025720" cy="924480"/>
          </a:xfrm>
          <a:custGeom>
            <a:avLst/>
            <a:gdLst/>
            <a:ahLst/>
            <a:rect l="0" t="0" r="r" b="b"/>
            <a:pathLst>
              <a:path w="30627" h="2568">
                <a:moveTo>
                  <a:pt x="0" y="235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7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7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3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2356"/>
                </a:lnTo>
                <a:cubicBezTo>
                  <a:pt x="30627" y="2370"/>
                  <a:pt x="30625" y="2384"/>
                  <a:pt x="30623" y="2398"/>
                </a:cubicBezTo>
                <a:cubicBezTo>
                  <a:pt x="30620" y="2411"/>
                  <a:pt x="30616" y="2424"/>
                  <a:pt x="30611" y="2437"/>
                </a:cubicBezTo>
                <a:cubicBezTo>
                  <a:pt x="30605" y="2450"/>
                  <a:pt x="30599" y="2462"/>
                  <a:pt x="30591" y="2474"/>
                </a:cubicBezTo>
                <a:cubicBezTo>
                  <a:pt x="30583" y="2485"/>
                  <a:pt x="30574" y="2496"/>
                  <a:pt x="30565" y="2506"/>
                </a:cubicBezTo>
                <a:cubicBezTo>
                  <a:pt x="30555" y="2516"/>
                  <a:pt x="30544" y="2524"/>
                  <a:pt x="30533" y="2532"/>
                </a:cubicBezTo>
                <a:cubicBezTo>
                  <a:pt x="30521" y="2540"/>
                  <a:pt x="30509" y="2546"/>
                  <a:pt x="30496" y="2552"/>
                </a:cubicBezTo>
                <a:cubicBezTo>
                  <a:pt x="30483" y="2557"/>
                  <a:pt x="30470" y="2561"/>
                  <a:pt x="30456" y="2564"/>
                </a:cubicBezTo>
                <a:cubicBezTo>
                  <a:pt x="30443" y="2567"/>
                  <a:pt x="30429" y="2568"/>
                  <a:pt x="30415" y="2568"/>
                </a:cubicBezTo>
                <a:lnTo>
                  <a:pt x="146" y="2568"/>
                </a:lnTo>
                <a:cubicBezTo>
                  <a:pt x="136" y="2568"/>
                  <a:pt x="127" y="2567"/>
                  <a:pt x="117" y="2564"/>
                </a:cubicBezTo>
                <a:cubicBezTo>
                  <a:pt x="108" y="2561"/>
                  <a:pt x="99" y="2557"/>
                  <a:pt x="90" y="2552"/>
                </a:cubicBezTo>
                <a:cubicBezTo>
                  <a:pt x="81" y="2546"/>
                  <a:pt x="73" y="2540"/>
                  <a:pt x="65" y="2532"/>
                </a:cubicBezTo>
                <a:cubicBezTo>
                  <a:pt x="57" y="2524"/>
                  <a:pt x="50" y="2516"/>
                  <a:pt x="43" y="2506"/>
                </a:cubicBezTo>
                <a:cubicBezTo>
                  <a:pt x="36" y="2496"/>
                  <a:pt x="30" y="2485"/>
                  <a:pt x="25" y="2474"/>
                </a:cubicBezTo>
                <a:cubicBezTo>
                  <a:pt x="19" y="2462"/>
                  <a:pt x="15" y="2450"/>
                  <a:pt x="11" y="2437"/>
                </a:cubicBezTo>
                <a:cubicBezTo>
                  <a:pt x="8" y="2424"/>
                  <a:pt x="5" y="2411"/>
                  <a:pt x="3" y="2398"/>
                </a:cubicBezTo>
                <a:cubicBezTo>
                  <a:pt x="1" y="2384"/>
                  <a:pt x="0" y="2370"/>
                  <a:pt x="0" y="2356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5" name=""/>
          <p:cNvSpPr/>
          <p:nvPr/>
        </p:nvSpPr>
        <p:spPr>
          <a:xfrm>
            <a:off x="571320" y="3904920"/>
            <a:ext cx="76680" cy="924480"/>
          </a:xfrm>
          <a:custGeom>
            <a:avLst/>
            <a:gdLst/>
            <a:ahLst/>
            <a:rect l="0" t="0" r="r" b="b"/>
            <a:pathLst>
              <a:path w="213" h="2568">
                <a:moveTo>
                  <a:pt x="0" y="0"/>
                </a:moveTo>
                <a:lnTo>
                  <a:pt x="213" y="0"/>
                </a:lnTo>
                <a:lnTo>
                  <a:pt x="213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6" name=""/>
          <p:cNvSpPr/>
          <p:nvPr/>
        </p:nvSpPr>
        <p:spPr>
          <a:xfrm>
            <a:off x="610920" y="158400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9"/>
                  <a:pt x="1079" y="25"/>
                </a:cubicBezTo>
                <a:cubicBezTo>
                  <a:pt x="1095" y="42"/>
                  <a:pt x="1104" y="61"/>
                  <a:pt x="1104" y="83"/>
                </a:cubicBezTo>
                <a:lnTo>
                  <a:pt x="1104" y="801"/>
                </a:lnTo>
                <a:cubicBezTo>
                  <a:pt x="1104" y="823"/>
                  <a:pt x="1095" y="842"/>
                  <a:pt x="1079" y="859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9"/>
                </a:cubicBezTo>
                <a:cubicBezTo>
                  <a:pt x="9" y="842"/>
                  <a:pt x="0" y="823"/>
                  <a:pt x="0" y="80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moveTo>
                  <a:pt x="83" y="293"/>
                </a:moveTo>
                <a:lnTo>
                  <a:pt x="83" y="801"/>
                </a:lnTo>
                <a:lnTo>
                  <a:pt x="1020" y="801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7" name=""/>
          <p:cNvSpPr/>
          <p:nvPr/>
        </p:nvSpPr>
        <p:spPr>
          <a:xfrm>
            <a:off x="586440" y="2451240"/>
            <a:ext cx="332280" cy="241200"/>
          </a:xfrm>
          <a:custGeom>
            <a:avLst/>
            <a:gdLst/>
            <a:ahLst/>
            <a:rect l="0" t="0" r="r" b="b"/>
            <a:pathLst>
              <a:path w="923" h="670">
                <a:moveTo>
                  <a:pt x="220" y="670"/>
                </a:moveTo>
                <a:cubicBezTo>
                  <a:pt x="160" y="670"/>
                  <a:pt x="108" y="649"/>
                  <a:pt x="65" y="605"/>
                </a:cubicBezTo>
                <a:cubicBezTo>
                  <a:pt x="22" y="562"/>
                  <a:pt x="0" y="510"/>
                  <a:pt x="0" y="450"/>
                </a:cubicBezTo>
                <a:cubicBezTo>
                  <a:pt x="0" y="396"/>
                  <a:pt x="17" y="348"/>
                  <a:pt x="52" y="306"/>
                </a:cubicBezTo>
                <a:cubicBezTo>
                  <a:pt x="86" y="265"/>
                  <a:pt x="131" y="240"/>
                  <a:pt x="185" y="232"/>
                </a:cubicBezTo>
                <a:cubicBezTo>
                  <a:pt x="199" y="163"/>
                  <a:pt x="232" y="108"/>
                  <a:pt x="284" y="65"/>
                </a:cubicBezTo>
                <a:cubicBezTo>
                  <a:pt x="335" y="22"/>
                  <a:pt x="395" y="0"/>
                  <a:pt x="463" y="0"/>
                </a:cubicBezTo>
                <a:cubicBezTo>
                  <a:pt x="542" y="0"/>
                  <a:pt x="608" y="29"/>
                  <a:pt x="661" y="86"/>
                </a:cubicBezTo>
                <a:cubicBezTo>
                  <a:pt x="716" y="142"/>
                  <a:pt x="742" y="211"/>
                  <a:pt x="742" y="291"/>
                </a:cubicBezTo>
                <a:lnTo>
                  <a:pt x="742" y="316"/>
                </a:lnTo>
                <a:cubicBezTo>
                  <a:pt x="793" y="315"/>
                  <a:pt x="835" y="331"/>
                  <a:pt x="870" y="365"/>
                </a:cubicBezTo>
                <a:cubicBezTo>
                  <a:pt x="905" y="399"/>
                  <a:pt x="923" y="442"/>
                  <a:pt x="923" y="493"/>
                </a:cubicBezTo>
                <a:cubicBezTo>
                  <a:pt x="923" y="542"/>
                  <a:pt x="905" y="583"/>
                  <a:pt x="870" y="618"/>
                </a:cubicBezTo>
                <a:cubicBezTo>
                  <a:pt x="835" y="653"/>
                  <a:pt x="794" y="670"/>
                  <a:pt x="746" y="670"/>
                </a:cubicBezTo>
                <a:lnTo>
                  <a:pt x="492" y="670"/>
                </a:lnTo>
                <a:cubicBezTo>
                  <a:pt x="475" y="670"/>
                  <a:pt x="461" y="664"/>
                  <a:pt x="448" y="652"/>
                </a:cubicBezTo>
                <a:cubicBezTo>
                  <a:pt x="436" y="639"/>
                  <a:pt x="429" y="624"/>
                  <a:pt x="429" y="608"/>
                </a:cubicBezTo>
                <a:lnTo>
                  <a:pt x="429" y="337"/>
                </a:lnTo>
                <a:lnTo>
                  <a:pt x="342" y="424"/>
                </a:lnTo>
                <a:lnTo>
                  <a:pt x="297" y="379"/>
                </a:lnTo>
                <a:lnTo>
                  <a:pt x="461" y="215"/>
                </a:lnTo>
                <a:lnTo>
                  <a:pt x="624" y="379"/>
                </a:lnTo>
                <a:lnTo>
                  <a:pt x="579" y="424"/>
                </a:lnTo>
                <a:lnTo>
                  <a:pt x="492" y="337"/>
                </a:lnTo>
                <a:lnTo>
                  <a:pt x="492" y="608"/>
                </a:lnTo>
                <a:lnTo>
                  <a:pt x="746" y="608"/>
                </a:lnTo>
                <a:cubicBezTo>
                  <a:pt x="777" y="608"/>
                  <a:pt x="804" y="596"/>
                  <a:pt x="826" y="574"/>
                </a:cubicBezTo>
                <a:cubicBezTo>
                  <a:pt x="849" y="552"/>
                  <a:pt x="860" y="525"/>
                  <a:pt x="860" y="493"/>
                </a:cubicBezTo>
                <a:cubicBezTo>
                  <a:pt x="860" y="462"/>
                  <a:pt x="849" y="435"/>
                  <a:pt x="826" y="413"/>
                </a:cubicBezTo>
                <a:cubicBezTo>
                  <a:pt x="804" y="390"/>
                  <a:pt x="777" y="379"/>
                  <a:pt x="746" y="379"/>
                </a:cubicBezTo>
                <a:lnTo>
                  <a:pt x="680" y="379"/>
                </a:lnTo>
                <a:lnTo>
                  <a:pt x="680" y="291"/>
                </a:lnTo>
                <a:cubicBezTo>
                  <a:pt x="680" y="229"/>
                  <a:pt x="657" y="175"/>
                  <a:pt x="615" y="130"/>
                </a:cubicBezTo>
                <a:cubicBezTo>
                  <a:pt x="573" y="85"/>
                  <a:pt x="521" y="63"/>
                  <a:pt x="459" y="63"/>
                </a:cubicBezTo>
                <a:cubicBezTo>
                  <a:pt x="396" y="63"/>
                  <a:pt x="344" y="85"/>
                  <a:pt x="302" y="130"/>
                </a:cubicBezTo>
                <a:cubicBezTo>
                  <a:pt x="259" y="175"/>
                  <a:pt x="238" y="229"/>
                  <a:pt x="238" y="291"/>
                </a:cubicBezTo>
                <a:lnTo>
                  <a:pt x="218" y="291"/>
                </a:lnTo>
                <a:cubicBezTo>
                  <a:pt x="174" y="291"/>
                  <a:pt x="138" y="306"/>
                  <a:pt x="108" y="337"/>
                </a:cubicBezTo>
                <a:cubicBezTo>
                  <a:pt x="78" y="367"/>
                  <a:pt x="63" y="405"/>
                  <a:pt x="63" y="449"/>
                </a:cubicBezTo>
                <a:cubicBezTo>
                  <a:pt x="63" y="493"/>
                  <a:pt x="78" y="530"/>
                  <a:pt x="109" y="561"/>
                </a:cubicBezTo>
                <a:cubicBezTo>
                  <a:pt x="139" y="592"/>
                  <a:pt x="176" y="608"/>
                  <a:pt x="220" y="608"/>
                </a:cubicBezTo>
                <a:lnTo>
                  <a:pt x="366" y="608"/>
                </a:lnTo>
                <a:lnTo>
                  <a:pt x="366" y="670"/>
                </a:lnTo>
                <a:lnTo>
                  <a:pt x="220" y="670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047600" y="1653480"/>
            <a:ext cx="47163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デモ ―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Step 5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933480" y="2580480"/>
            <a:ext cx="1207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デプロイ準備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752400" y="3070080"/>
            <a:ext cx="3658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「これで完成。ビルドしてデプロイの準備をして。」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5991120" y="356328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2" name=""/>
          <p:cNvSpPr/>
          <p:nvPr/>
        </p:nvSpPr>
        <p:spPr>
          <a:xfrm>
            <a:off x="1238040" y="4086000"/>
            <a:ext cx="1448280" cy="257400"/>
          </a:xfrm>
          <a:custGeom>
            <a:avLst/>
            <a:gdLst/>
            <a:ahLst/>
            <a:rect l="0" t="0" r="r" b="b"/>
            <a:pathLst>
              <a:path w="4023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64" y="0"/>
                </a:lnTo>
                <a:cubicBezTo>
                  <a:pt x="3874" y="0"/>
                  <a:pt x="3885" y="1"/>
                  <a:pt x="3895" y="3"/>
                </a:cubicBezTo>
                <a:cubicBezTo>
                  <a:pt x="3905" y="5"/>
                  <a:pt x="3915" y="8"/>
                  <a:pt x="3925" y="12"/>
                </a:cubicBezTo>
                <a:cubicBezTo>
                  <a:pt x="3934" y="16"/>
                  <a:pt x="3944" y="21"/>
                  <a:pt x="3952" y="27"/>
                </a:cubicBezTo>
                <a:cubicBezTo>
                  <a:pt x="3961" y="33"/>
                  <a:pt x="3969" y="39"/>
                  <a:pt x="3976" y="47"/>
                </a:cubicBezTo>
                <a:cubicBezTo>
                  <a:pt x="3984" y="54"/>
                  <a:pt x="3990" y="62"/>
                  <a:pt x="3996" y="71"/>
                </a:cubicBezTo>
                <a:cubicBezTo>
                  <a:pt x="4002" y="79"/>
                  <a:pt x="4007" y="88"/>
                  <a:pt x="4011" y="98"/>
                </a:cubicBezTo>
                <a:cubicBezTo>
                  <a:pt x="4015" y="108"/>
                  <a:pt x="4018" y="118"/>
                  <a:pt x="4020" y="128"/>
                </a:cubicBezTo>
                <a:cubicBezTo>
                  <a:pt x="4022" y="138"/>
                  <a:pt x="4023" y="148"/>
                  <a:pt x="4023" y="159"/>
                </a:cubicBezTo>
                <a:lnTo>
                  <a:pt x="4023" y="557"/>
                </a:lnTo>
                <a:cubicBezTo>
                  <a:pt x="4023" y="567"/>
                  <a:pt x="4022" y="577"/>
                  <a:pt x="4020" y="588"/>
                </a:cubicBezTo>
                <a:cubicBezTo>
                  <a:pt x="4018" y="598"/>
                  <a:pt x="4015" y="608"/>
                  <a:pt x="4011" y="617"/>
                </a:cubicBezTo>
                <a:cubicBezTo>
                  <a:pt x="4007" y="627"/>
                  <a:pt x="4002" y="636"/>
                  <a:pt x="3996" y="645"/>
                </a:cubicBezTo>
                <a:cubicBezTo>
                  <a:pt x="3990" y="654"/>
                  <a:pt x="3984" y="662"/>
                  <a:pt x="3976" y="669"/>
                </a:cubicBezTo>
                <a:cubicBezTo>
                  <a:pt x="3969" y="676"/>
                  <a:pt x="3961" y="683"/>
                  <a:pt x="3952" y="689"/>
                </a:cubicBezTo>
                <a:cubicBezTo>
                  <a:pt x="3944" y="695"/>
                  <a:pt x="3934" y="699"/>
                  <a:pt x="3925" y="703"/>
                </a:cubicBezTo>
                <a:cubicBezTo>
                  <a:pt x="3915" y="707"/>
                  <a:pt x="3905" y="710"/>
                  <a:pt x="3895" y="712"/>
                </a:cubicBezTo>
                <a:cubicBezTo>
                  <a:pt x="3885" y="714"/>
                  <a:pt x="3874" y="715"/>
                  <a:pt x="3864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752400" y="4069800"/>
            <a:ext cx="521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が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295280" y="4133880"/>
            <a:ext cx="1332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npm run 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689920" y="4069800"/>
            <a:ext cx="8700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を実行し、最適化チェック後、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Vercel / Netlify 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向けのデプロイコマンドも提示してく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6" name=""/>
          <p:cNvSpPr/>
          <p:nvPr/>
        </p:nvSpPr>
        <p:spPr>
          <a:xfrm>
            <a:off x="4188600" y="4920120"/>
            <a:ext cx="271800" cy="316800"/>
          </a:xfrm>
          <a:custGeom>
            <a:avLst/>
            <a:gdLst/>
            <a:ahLst/>
            <a:rect l="0" t="0" r="r" b="b"/>
            <a:pathLst>
              <a:path w="755" h="880">
                <a:moveTo>
                  <a:pt x="252" y="63"/>
                </a:moveTo>
                <a:lnTo>
                  <a:pt x="252" y="0"/>
                </a:lnTo>
                <a:lnTo>
                  <a:pt x="503" y="0"/>
                </a:lnTo>
                <a:lnTo>
                  <a:pt x="503" y="63"/>
                </a:lnTo>
                <a:lnTo>
                  <a:pt x="252" y="63"/>
                </a:lnTo>
                <a:moveTo>
                  <a:pt x="346" y="531"/>
                </a:moveTo>
                <a:lnTo>
                  <a:pt x="409" y="531"/>
                </a:lnTo>
                <a:lnTo>
                  <a:pt x="409" y="291"/>
                </a:lnTo>
                <a:lnTo>
                  <a:pt x="346" y="291"/>
                </a:lnTo>
                <a:lnTo>
                  <a:pt x="346" y="531"/>
                </a:lnTo>
                <a:moveTo>
                  <a:pt x="231" y="850"/>
                </a:moveTo>
                <a:cubicBezTo>
                  <a:pt x="186" y="830"/>
                  <a:pt x="146" y="802"/>
                  <a:pt x="112" y="768"/>
                </a:cubicBezTo>
                <a:cubicBezTo>
                  <a:pt x="77" y="734"/>
                  <a:pt x="49" y="694"/>
                  <a:pt x="29" y="648"/>
                </a:cubicBezTo>
                <a:cubicBezTo>
                  <a:pt x="10" y="602"/>
                  <a:pt x="0" y="554"/>
                  <a:pt x="0" y="502"/>
                </a:cubicBezTo>
                <a:cubicBezTo>
                  <a:pt x="0" y="450"/>
                  <a:pt x="10" y="402"/>
                  <a:pt x="29" y="356"/>
                </a:cubicBezTo>
                <a:cubicBezTo>
                  <a:pt x="49" y="310"/>
                  <a:pt x="77" y="270"/>
                  <a:pt x="112" y="236"/>
                </a:cubicBezTo>
                <a:cubicBezTo>
                  <a:pt x="146" y="202"/>
                  <a:pt x="186" y="175"/>
                  <a:pt x="231" y="155"/>
                </a:cubicBezTo>
                <a:cubicBezTo>
                  <a:pt x="277" y="135"/>
                  <a:pt x="326" y="125"/>
                  <a:pt x="378" y="125"/>
                </a:cubicBezTo>
                <a:cubicBezTo>
                  <a:pt x="424" y="125"/>
                  <a:pt x="468" y="133"/>
                  <a:pt x="510" y="149"/>
                </a:cubicBezTo>
                <a:cubicBezTo>
                  <a:pt x="551" y="164"/>
                  <a:pt x="587" y="186"/>
                  <a:pt x="620" y="214"/>
                </a:cubicBezTo>
                <a:lnTo>
                  <a:pt x="673" y="161"/>
                </a:lnTo>
                <a:lnTo>
                  <a:pt x="717" y="205"/>
                </a:lnTo>
                <a:lnTo>
                  <a:pt x="663" y="258"/>
                </a:lnTo>
                <a:cubicBezTo>
                  <a:pt x="689" y="286"/>
                  <a:pt x="710" y="320"/>
                  <a:pt x="728" y="360"/>
                </a:cubicBezTo>
                <a:cubicBezTo>
                  <a:pt x="746" y="399"/>
                  <a:pt x="755" y="447"/>
                  <a:pt x="755" y="502"/>
                </a:cubicBezTo>
                <a:cubicBezTo>
                  <a:pt x="755" y="554"/>
                  <a:pt x="745" y="602"/>
                  <a:pt x="725" y="648"/>
                </a:cubicBezTo>
                <a:cubicBezTo>
                  <a:pt x="705" y="694"/>
                  <a:pt x="678" y="734"/>
                  <a:pt x="644" y="768"/>
                </a:cubicBezTo>
                <a:cubicBezTo>
                  <a:pt x="609" y="802"/>
                  <a:pt x="569" y="830"/>
                  <a:pt x="524" y="850"/>
                </a:cubicBezTo>
                <a:cubicBezTo>
                  <a:pt x="478" y="870"/>
                  <a:pt x="429" y="880"/>
                  <a:pt x="378" y="880"/>
                </a:cubicBezTo>
                <a:cubicBezTo>
                  <a:pt x="326" y="880"/>
                  <a:pt x="277" y="870"/>
                  <a:pt x="231" y="850"/>
                </a:cubicBezTo>
                <a:moveTo>
                  <a:pt x="600" y="725"/>
                </a:moveTo>
                <a:cubicBezTo>
                  <a:pt x="661" y="664"/>
                  <a:pt x="692" y="589"/>
                  <a:pt x="692" y="502"/>
                </a:cubicBezTo>
                <a:cubicBezTo>
                  <a:pt x="692" y="415"/>
                  <a:pt x="661" y="341"/>
                  <a:pt x="600" y="280"/>
                </a:cubicBezTo>
                <a:cubicBezTo>
                  <a:pt x="539" y="218"/>
                  <a:pt x="465" y="188"/>
                  <a:pt x="378" y="188"/>
                </a:cubicBezTo>
                <a:cubicBezTo>
                  <a:pt x="290" y="188"/>
                  <a:pt x="216" y="218"/>
                  <a:pt x="155" y="280"/>
                </a:cubicBezTo>
                <a:cubicBezTo>
                  <a:pt x="94" y="341"/>
                  <a:pt x="63" y="415"/>
                  <a:pt x="63" y="502"/>
                </a:cubicBezTo>
                <a:cubicBezTo>
                  <a:pt x="63" y="589"/>
                  <a:pt x="94" y="664"/>
                  <a:pt x="155" y="725"/>
                </a:cubicBezTo>
                <a:cubicBezTo>
                  <a:pt x="216" y="786"/>
                  <a:pt x="290" y="816"/>
                  <a:pt x="378" y="816"/>
                </a:cubicBezTo>
                <a:cubicBezTo>
                  <a:pt x="465" y="816"/>
                  <a:pt x="539" y="786"/>
                  <a:pt x="600" y="725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752400" y="443196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4503960" y="5060520"/>
            <a:ext cx="3582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わずか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分で本格的な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LP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が完成！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3" name=""/>
          <p:cNvSpPr/>
          <p:nvPr/>
        </p:nvSpPr>
        <p:spPr>
          <a:xfrm>
            <a:off x="571320" y="20383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4" name=""/>
          <p:cNvSpPr/>
          <p:nvPr/>
        </p:nvSpPr>
        <p:spPr>
          <a:xfrm>
            <a:off x="580680" y="2228760"/>
            <a:ext cx="11030400" cy="3210120"/>
          </a:xfrm>
          <a:custGeom>
            <a:avLst/>
            <a:gdLst/>
            <a:ahLst/>
            <a:rect l="0" t="0" r="r" b="b"/>
            <a:pathLst>
              <a:path w="30640" h="8917">
                <a:moveTo>
                  <a:pt x="0" y="862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626"/>
                </a:lnTo>
                <a:cubicBezTo>
                  <a:pt x="30640" y="8645"/>
                  <a:pt x="30638" y="8664"/>
                  <a:pt x="30635" y="8683"/>
                </a:cubicBezTo>
                <a:cubicBezTo>
                  <a:pt x="30631" y="8702"/>
                  <a:pt x="30625" y="8720"/>
                  <a:pt x="30618" y="8738"/>
                </a:cubicBezTo>
                <a:cubicBezTo>
                  <a:pt x="30611" y="8755"/>
                  <a:pt x="30602" y="8772"/>
                  <a:pt x="30591" y="8788"/>
                </a:cubicBezTo>
                <a:cubicBezTo>
                  <a:pt x="30581" y="8804"/>
                  <a:pt x="30568" y="8818"/>
                  <a:pt x="30555" y="8832"/>
                </a:cubicBezTo>
                <a:cubicBezTo>
                  <a:pt x="30541" y="8845"/>
                  <a:pt x="30527" y="8858"/>
                  <a:pt x="30511" y="8868"/>
                </a:cubicBezTo>
                <a:cubicBezTo>
                  <a:pt x="30495" y="8879"/>
                  <a:pt x="30478" y="8888"/>
                  <a:pt x="30461" y="8895"/>
                </a:cubicBezTo>
                <a:cubicBezTo>
                  <a:pt x="30443" y="8902"/>
                  <a:pt x="30425" y="8908"/>
                  <a:pt x="30406" y="8912"/>
                </a:cubicBezTo>
                <a:cubicBezTo>
                  <a:pt x="30387" y="8915"/>
                  <a:pt x="30368" y="8917"/>
                  <a:pt x="30349" y="8917"/>
                </a:cubicBezTo>
                <a:lnTo>
                  <a:pt x="291" y="8917"/>
                </a:lnTo>
                <a:cubicBezTo>
                  <a:pt x="272" y="8917"/>
                  <a:pt x="253" y="8915"/>
                  <a:pt x="235" y="8912"/>
                </a:cubicBezTo>
                <a:cubicBezTo>
                  <a:pt x="216" y="8908"/>
                  <a:pt x="198" y="8902"/>
                  <a:pt x="180" y="8895"/>
                </a:cubicBezTo>
                <a:cubicBezTo>
                  <a:pt x="162" y="8888"/>
                  <a:pt x="146" y="8879"/>
                  <a:pt x="130" y="8868"/>
                </a:cubicBezTo>
                <a:cubicBezTo>
                  <a:pt x="114" y="8858"/>
                  <a:pt x="99" y="8845"/>
                  <a:pt x="86" y="8832"/>
                </a:cubicBezTo>
                <a:cubicBezTo>
                  <a:pt x="72" y="8818"/>
                  <a:pt x="60" y="8804"/>
                  <a:pt x="50" y="8788"/>
                </a:cubicBezTo>
                <a:cubicBezTo>
                  <a:pt x="39" y="8772"/>
                  <a:pt x="30" y="8755"/>
                  <a:pt x="23" y="8738"/>
                </a:cubicBezTo>
                <a:cubicBezTo>
                  <a:pt x="15" y="8720"/>
                  <a:pt x="10" y="8702"/>
                  <a:pt x="6" y="8683"/>
                </a:cubicBezTo>
                <a:cubicBezTo>
                  <a:pt x="2" y="8664"/>
                  <a:pt x="0" y="8645"/>
                  <a:pt x="0" y="8626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5" name=""/>
          <p:cNvSpPr/>
          <p:nvPr/>
        </p:nvSpPr>
        <p:spPr>
          <a:xfrm>
            <a:off x="580680" y="2228760"/>
            <a:ext cx="11030400" cy="3210120"/>
          </a:xfrm>
          <a:custGeom>
            <a:avLst/>
            <a:gdLst/>
            <a:ahLst/>
            <a:rect l="0" t="0" r="r" b="b"/>
            <a:pathLst>
              <a:path w="30640" h="8917">
                <a:moveTo>
                  <a:pt x="0" y="862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626"/>
                </a:lnTo>
                <a:cubicBezTo>
                  <a:pt x="30640" y="8645"/>
                  <a:pt x="30638" y="8664"/>
                  <a:pt x="30635" y="8683"/>
                </a:cubicBezTo>
                <a:cubicBezTo>
                  <a:pt x="30631" y="8702"/>
                  <a:pt x="30625" y="8720"/>
                  <a:pt x="30618" y="8738"/>
                </a:cubicBezTo>
                <a:cubicBezTo>
                  <a:pt x="30611" y="8755"/>
                  <a:pt x="30602" y="8772"/>
                  <a:pt x="30591" y="8788"/>
                </a:cubicBezTo>
                <a:cubicBezTo>
                  <a:pt x="30581" y="8804"/>
                  <a:pt x="30568" y="8818"/>
                  <a:pt x="30555" y="8832"/>
                </a:cubicBezTo>
                <a:cubicBezTo>
                  <a:pt x="30541" y="8845"/>
                  <a:pt x="30527" y="8858"/>
                  <a:pt x="30511" y="8868"/>
                </a:cubicBezTo>
                <a:cubicBezTo>
                  <a:pt x="30495" y="8879"/>
                  <a:pt x="30478" y="8888"/>
                  <a:pt x="30461" y="8895"/>
                </a:cubicBezTo>
                <a:cubicBezTo>
                  <a:pt x="30443" y="8902"/>
                  <a:pt x="30425" y="8908"/>
                  <a:pt x="30406" y="8912"/>
                </a:cubicBezTo>
                <a:cubicBezTo>
                  <a:pt x="30387" y="8915"/>
                  <a:pt x="30368" y="8917"/>
                  <a:pt x="30349" y="8917"/>
                </a:cubicBezTo>
                <a:lnTo>
                  <a:pt x="291" y="8917"/>
                </a:lnTo>
                <a:cubicBezTo>
                  <a:pt x="272" y="8917"/>
                  <a:pt x="253" y="8915"/>
                  <a:pt x="235" y="8912"/>
                </a:cubicBezTo>
                <a:cubicBezTo>
                  <a:pt x="216" y="8908"/>
                  <a:pt x="198" y="8902"/>
                  <a:pt x="180" y="8895"/>
                </a:cubicBezTo>
                <a:cubicBezTo>
                  <a:pt x="162" y="8888"/>
                  <a:pt x="146" y="8879"/>
                  <a:pt x="130" y="8868"/>
                </a:cubicBezTo>
                <a:cubicBezTo>
                  <a:pt x="114" y="8858"/>
                  <a:pt x="99" y="8845"/>
                  <a:pt x="86" y="8832"/>
                </a:cubicBezTo>
                <a:cubicBezTo>
                  <a:pt x="72" y="8818"/>
                  <a:pt x="60" y="8804"/>
                  <a:pt x="50" y="8788"/>
                </a:cubicBezTo>
                <a:cubicBezTo>
                  <a:pt x="39" y="8772"/>
                  <a:pt x="30" y="8755"/>
                  <a:pt x="23" y="8738"/>
                </a:cubicBezTo>
                <a:cubicBezTo>
                  <a:pt x="15" y="8720"/>
                  <a:pt x="10" y="8702"/>
                  <a:pt x="6" y="8683"/>
                </a:cubicBezTo>
                <a:cubicBezTo>
                  <a:pt x="2" y="8664"/>
                  <a:pt x="0" y="8645"/>
                  <a:pt x="0" y="8626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6" name=""/>
          <p:cNvSpPr/>
          <p:nvPr/>
        </p:nvSpPr>
        <p:spPr>
          <a:xfrm>
            <a:off x="591120" y="1428840"/>
            <a:ext cx="436320" cy="437400"/>
          </a:xfrm>
          <a:custGeom>
            <a:avLst/>
            <a:gdLst/>
            <a:ahLst/>
            <a:rect l="0" t="0" r="r" b="b"/>
            <a:pathLst>
              <a:path w="1212" h="1215">
                <a:moveTo>
                  <a:pt x="1010" y="395"/>
                </a:moveTo>
                <a:lnTo>
                  <a:pt x="951" y="256"/>
                </a:lnTo>
                <a:lnTo>
                  <a:pt x="807" y="193"/>
                </a:lnTo>
                <a:lnTo>
                  <a:pt x="951" y="131"/>
                </a:lnTo>
                <a:lnTo>
                  <a:pt x="1010" y="0"/>
                </a:lnTo>
                <a:lnTo>
                  <a:pt x="1069" y="131"/>
                </a:lnTo>
                <a:lnTo>
                  <a:pt x="1212" y="193"/>
                </a:lnTo>
                <a:lnTo>
                  <a:pt x="1069" y="256"/>
                </a:lnTo>
                <a:lnTo>
                  <a:pt x="1010" y="395"/>
                </a:lnTo>
                <a:moveTo>
                  <a:pt x="1010" y="1215"/>
                </a:moveTo>
                <a:lnTo>
                  <a:pt x="951" y="1083"/>
                </a:lnTo>
                <a:lnTo>
                  <a:pt x="807" y="1021"/>
                </a:lnTo>
                <a:lnTo>
                  <a:pt x="951" y="959"/>
                </a:lnTo>
                <a:lnTo>
                  <a:pt x="1010" y="820"/>
                </a:lnTo>
                <a:lnTo>
                  <a:pt x="1069" y="959"/>
                </a:lnTo>
                <a:lnTo>
                  <a:pt x="1212" y="1021"/>
                </a:lnTo>
                <a:lnTo>
                  <a:pt x="1069" y="1083"/>
                </a:lnTo>
                <a:lnTo>
                  <a:pt x="1010" y="1215"/>
                </a:lnTo>
                <a:moveTo>
                  <a:pt x="405" y="1003"/>
                </a:moveTo>
                <a:lnTo>
                  <a:pt x="278" y="731"/>
                </a:lnTo>
                <a:lnTo>
                  <a:pt x="0" y="607"/>
                </a:lnTo>
                <a:lnTo>
                  <a:pt x="278" y="483"/>
                </a:lnTo>
                <a:lnTo>
                  <a:pt x="405" y="212"/>
                </a:lnTo>
                <a:lnTo>
                  <a:pt x="533" y="483"/>
                </a:lnTo>
                <a:lnTo>
                  <a:pt x="809" y="607"/>
                </a:lnTo>
                <a:lnTo>
                  <a:pt x="533" y="731"/>
                </a:lnTo>
                <a:lnTo>
                  <a:pt x="405" y="1003"/>
                </a:lnTo>
                <a:moveTo>
                  <a:pt x="405" y="799"/>
                </a:moveTo>
                <a:lnTo>
                  <a:pt x="471" y="667"/>
                </a:lnTo>
                <a:lnTo>
                  <a:pt x="606" y="607"/>
                </a:lnTo>
                <a:lnTo>
                  <a:pt x="471" y="548"/>
                </a:lnTo>
                <a:lnTo>
                  <a:pt x="405" y="416"/>
                </a:lnTo>
                <a:lnTo>
                  <a:pt x="340" y="548"/>
                </a:lnTo>
                <a:lnTo>
                  <a:pt x="204" y="607"/>
                </a:lnTo>
                <a:lnTo>
                  <a:pt x="340" y="667"/>
                </a:lnTo>
                <a:lnTo>
                  <a:pt x="405" y="799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7" name=""/>
          <p:cNvSpPr/>
          <p:nvPr/>
        </p:nvSpPr>
        <p:spPr>
          <a:xfrm>
            <a:off x="811080" y="27255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255" y="806"/>
                </a:moveTo>
                <a:cubicBezTo>
                  <a:pt x="204" y="784"/>
                  <a:pt x="160" y="754"/>
                  <a:pt x="122" y="716"/>
                </a:cubicBezTo>
                <a:cubicBezTo>
                  <a:pt x="85" y="679"/>
                  <a:pt x="55" y="634"/>
                  <a:pt x="33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1"/>
                  <a:pt x="11" y="307"/>
                  <a:pt x="33" y="256"/>
                </a:cubicBezTo>
                <a:cubicBezTo>
                  <a:pt x="55" y="205"/>
                  <a:pt x="85" y="160"/>
                  <a:pt x="122" y="123"/>
                </a:cubicBezTo>
                <a:cubicBezTo>
                  <a:pt x="160" y="85"/>
                  <a:pt x="204" y="55"/>
                  <a:pt x="255" y="33"/>
                </a:cubicBezTo>
                <a:cubicBezTo>
                  <a:pt x="306" y="11"/>
                  <a:pt x="361" y="0"/>
                  <a:pt x="419" y="0"/>
                </a:cubicBezTo>
                <a:cubicBezTo>
                  <a:pt x="477" y="0"/>
                  <a:pt x="531" y="11"/>
                  <a:pt x="582" y="33"/>
                </a:cubicBezTo>
                <a:cubicBezTo>
                  <a:pt x="633" y="55"/>
                  <a:pt x="678" y="85"/>
                  <a:pt x="716" y="123"/>
                </a:cubicBezTo>
                <a:cubicBezTo>
                  <a:pt x="754" y="160"/>
                  <a:pt x="784" y="205"/>
                  <a:pt x="806" y="256"/>
                </a:cubicBezTo>
                <a:cubicBezTo>
                  <a:pt x="828" y="307"/>
                  <a:pt x="839" y="361"/>
                  <a:pt x="839" y="420"/>
                </a:cubicBezTo>
                <a:cubicBezTo>
                  <a:pt x="839" y="478"/>
                  <a:pt x="828" y="532"/>
                  <a:pt x="806" y="583"/>
                </a:cubicBezTo>
                <a:cubicBezTo>
                  <a:pt x="784" y="634"/>
                  <a:pt x="754" y="679"/>
                  <a:pt x="716" y="716"/>
                </a:cubicBezTo>
                <a:cubicBezTo>
                  <a:pt x="678" y="754"/>
                  <a:pt x="633" y="784"/>
                  <a:pt x="582" y="806"/>
                </a:cubicBezTo>
                <a:cubicBezTo>
                  <a:pt x="531" y="828"/>
                  <a:pt x="477" y="839"/>
                  <a:pt x="419" y="839"/>
                </a:cubicBezTo>
                <a:cubicBezTo>
                  <a:pt x="361" y="839"/>
                  <a:pt x="306" y="828"/>
                  <a:pt x="255" y="806"/>
                </a:cubicBezTo>
                <a:moveTo>
                  <a:pt x="671" y="672"/>
                </a:moveTo>
                <a:cubicBezTo>
                  <a:pt x="741" y="603"/>
                  <a:pt x="776" y="519"/>
                  <a:pt x="776" y="420"/>
                </a:cubicBezTo>
                <a:cubicBezTo>
                  <a:pt x="776" y="320"/>
                  <a:pt x="741" y="236"/>
                  <a:pt x="671" y="167"/>
                </a:cubicBezTo>
                <a:cubicBezTo>
                  <a:pt x="602" y="97"/>
                  <a:pt x="518" y="63"/>
                  <a:pt x="419" y="63"/>
                </a:cubicBezTo>
                <a:cubicBezTo>
                  <a:pt x="320" y="63"/>
                  <a:pt x="236" y="97"/>
                  <a:pt x="166" y="167"/>
                </a:cubicBezTo>
                <a:cubicBezTo>
                  <a:pt x="97" y="236"/>
                  <a:pt x="63" y="320"/>
                  <a:pt x="63" y="420"/>
                </a:cubicBezTo>
                <a:cubicBezTo>
                  <a:pt x="63" y="519"/>
                  <a:pt x="97" y="603"/>
                  <a:pt x="166" y="672"/>
                </a:cubicBezTo>
                <a:cubicBezTo>
                  <a:pt x="236" y="741"/>
                  <a:pt x="320" y="776"/>
                  <a:pt x="419" y="776"/>
                </a:cubicBezTo>
                <a:cubicBezTo>
                  <a:pt x="518" y="776"/>
                  <a:pt x="602" y="741"/>
                  <a:pt x="671" y="672"/>
                </a:cubicBezTo>
                <a:moveTo>
                  <a:pt x="241" y="598"/>
                </a:moveTo>
                <a:cubicBezTo>
                  <a:pt x="192" y="549"/>
                  <a:pt x="167" y="490"/>
                  <a:pt x="167" y="420"/>
                </a:cubicBezTo>
                <a:cubicBezTo>
                  <a:pt x="167" y="349"/>
                  <a:pt x="192" y="290"/>
                  <a:pt x="241" y="241"/>
                </a:cubicBezTo>
                <a:cubicBezTo>
                  <a:pt x="290" y="192"/>
                  <a:pt x="349" y="168"/>
                  <a:pt x="419" y="168"/>
                </a:cubicBezTo>
                <a:cubicBezTo>
                  <a:pt x="489" y="168"/>
                  <a:pt x="548" y="192"/>
                  <a:pt x="597" y="241"/>
                </a:cubicBezTo>
                <a:cubicBezTo>
                  <a:pt x="646" y="290"/>
                  <a:pt x="670" y="349"/>
                  <a:pt x="670" y="420"/>
                </a:cubicBezTo>
                <a:cubicBezTo>
                  <a:pt x="670" y="490"/>
                  <a:pt x="646" y="549"/>
                  <a:pt x="597" y="598"/>
                </a:cubicBezTo>
                <a:cubicBezTo>
                  <a:pt x="548" y="647"/>
                  <a:pt x="489" y="671"/>
                  <a:pt x="419" y="671"/>
                </a:cubicBezTo>
                <a:cubicBezTo>
                  <a:pt x="349" y="671"/>
                  <a:pt x="290" y="647"/>
                  <a:pt x="241" y="598"/>
                </a:cubicBezTo>
                <a:moveTo>
                  <a:pt x="552" y="553"/>
                </a:moveTo>
                <a:cubicBezTo>
                  <a:pt x="589" y="517"/>
                  <a:pt x="607" y="472"/>
                  <a:pt x="607" y="420"/>
                </a:cubicBezTo>
                <a:cubicBezTo>
                  <a:pt x="607" y="367"/>
                  <a:pt x="589" y="322"/>
                  <a:pt x="552" y="285"/>
                </a:cubicBezTo>
                <a:cubicBezTo>
                  <a:pt x="516" y="249"/>
                  <a:pt x="471" y="230"/>
                  <a:pt x="419" y="230"/>
                </a:cubicBezTo>
                <a:cubicBezTo>
                  <a:pt x="366" y="230"/>
                  <a:pt x="322" y="249"/>
                  <a:pt x="285" y="285"/>
                </a:cubicBezTo>
                <a:cubicBezTo>
                  <a:pt x="249" y="322"/>
                  <a:pt x="230" y="367"/>
                  <a:pt x="230" y="420"/>
                </a:cubicBezTo>
                <a:cubicBezTo>
                  <a:pt x="230" y="472"/>
                  <a:pt x="249" y="517"/>
                  <a:pt x="285" y="553"/>
                </a:cubicBezTo>
                <a:cubicBezTo>
                  <a:pt x="322" y="590"/>
                  <a:pt x="366" y="608"/>
                  <a:pt x="419" y="608"/>
                </a:cubicBezTo>
                <a:cubicBezTo>
                  <a:pt x="471" y="608"/>
                  <a:pt x="516" y="590"/>
                  <a:pt x="552" y="553"/>
                </a:cubicBezTo>
                <a:moveTo>
                  <a:pt x="360" y="479"/>
                </a:moveTo>
                <a:cubicBezTo>
                  <a:pt x="343" y="463"/>
                  <a:pt x="335" y="443"/>
                  <a:pt x="335" y="420"/>
                </a:cubicBezTo>
                <a:cubicBezTo>
                  <a:pt x="335" y="397"/>
                  <a:pt x="343" y="376"/>
                  <a:pt x="360" y="360"/>
                </a:cubicBezTo>
                <a:cubicBezTo>
                  <a:pt x="376" y="343"/>
                  <a:pt x="396" y="335"/>
                  <a:pt x="419" y="335"/>
                </a:cubicBezTo>
                <a:cubicBezTo>
                  <a:pt x="442" y="335"/>
                  <a:pt x="462" y="343"/>
                  <a:pt x="478" y="360"/>
                </a:cubicBezTo>
                <a:cubicBezTo>
                  <a:pt x="494" y="376"/>
                  <a:pt x="503" y="397"/>
                  <a:pt x="503" y="420"/>
                </a:cubicBezTo>
                <a:cubicBezTo>
                  <a:pt x="503" y="443"/>
                  <a:pt x="494" y="463"/>
                  <a:pt x="478" y="479"/>
                </a:cubicBezTo>
                <a:cubicBezTo>
                  <a:pt x="462" y="495"/>
                  <a:pt x="442" y="504"/>
                  <a:pt x="419" y="504"/>
                </a:cubicBezTo>
                <a:cubicBezTo>
                  <a:pt x="396" y="504"/>
                  <a:pt x="376" y="495"/>
                  <a:pt x="360" y="479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1047600" y="1558440"/>
            <a:ext cx="32914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の魅力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1143000" y="2885040"/>
            <a:ext cx="2053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「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What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」に集中できる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781200" y="324108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「どうやって実装するか」ではなく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「何を創りた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1" name=""/>
          <p:cNvSpPr/>
          <p:nvPr/>
        </p:nvSpPr>
        <p:spPr>
          <a:xfrm>
            <a:off x="6202080" y="2756160"/>
            <a:ext cx="300240" cy="241200"/>
          </a:xfrm>
          <a:custGeom>
            <a:avLst/>
            <a:gdLst/>
            <a:ahLst/>
            <a:rect l="0" t="0" r="r" b="b"/>
            <a:pathLst>
              <a:path w="834" h="670">
                <a:moveTo>
                  <a:pt x="412" y="520"/>
                </a:moveTo>
                <a:cubicBezTo>
                  <a:pt x="443" y="519"/>
                  <a:pt x="465" y="507"/>
                  <a:pt x="479" y="486"/>
                </a:cubicBezTo>
                <a:lnTo>
                  <a:pt x="706" y="131"/>
                </a:lnTo>
                <a:lnTo>
                  <a:pt x="354" y="360"/>
                </a:lnTo>
                <a:cubicBezTo>
                  <a:pt x="333" y="374"/>
                  <a:pt x="322" y="396"/>
                  <a:pt x="321" y="427"/>
                </a:cubicBezTo>
                <a:cubicBezTo>
                  <a:pt x="319" y="458"/>
                  <a:pt x="327" y="481"/>
                  <a:pt x="343" y="497"/>
                </a:cubicBezTo>
                <a:cubicBezTo>
                  <a:pt x="359" y="513"/>
                  <a:pt x="382" y="521"/>
                  <a:pt x="412" y="520"/>
                </a:cubicBezTo>
                <a:moveTo>
                  <a:pt x="417" y="0"/>
                </a:moveTo>
                <a:cubicBezTo>
                  <a:pt x="457" y="0"/>
                  <a:pt x="498" y="6"/>
                  <a:pt x="542" y="19"/>
                </a:cubicBezTo>
                <a:cubicBezTo>
                  <a:pt x="585" y="32"/>
                  <a:pt x="627" y="55"/>
                  <a:pt x="667" y="87"/>
                </a:cubicBezTo>
                <a:lnTo>
                  <a:pt x="612" y="125"/>
                </a:lnTo>
                <a:cubicBezTo>
                  <a:pt x="580" y="105"/>
                  <a:pt x="547" y="89"/>
                  <a:pt x="511" y="79"/>
                </a:cubicBezTo>
                <a:cubicBezTo>
                  <a:pt x="475" y="69"/>
                  <a:pt x="444" y="64"/>
                  <a:pt x="417" y="64"/>
                </a:cubicBezTo>
                <a:cubicBezTo>
                  <a:pt x="319" y="64"/>
                  <a:pt x="235" y="99"/>
                  <a:pt x="167" y="169"/>
                </a:cubicBezTo>
                <a:cubicBezTo>
                  <a:pt x="98" y="239"/>
                  <a:pt x="63" y="323"/>
                  <a:pt x="63" y="423"/>
                </a:cubicBezTo>
                <a:cubicBezTo>
                  <a:pt x="63" y="454"/>
                  <a:pt x="67" y="486"/>
                  <a:pt x="76" y="518"/>
                </a:cubicBezTo>
                <a:cubicBezTo>
                  <a:pt x="85" y="550"/>
                  <a:pt x="97" y="580"/>
                  <a:pt x="113" y="607"/>
                </a:cubicBezTo>
                <a:lnTo>
                  <a:pt x="721" y="607"/>
                </a:lnTo>
                <a:cubicBezTo>
                  <a:pt x="736" y="582"/>
                  <a:pt x="748" y="553"/>
                  <a:pt x="757" y="519"/>
                </a:cubicBezTo>
                <a:cubicBezTo>
                  <a:pt x="767" y="486"/>
                  <a:pt x="771" y="453"/>
                  <a:pt x="771" y="421"/>
                </a:cubicBezTo>
                <a:cubicBezTo>
                  <a:pt x="771" y="391"/>
                  <a:pt x="767" y="360"/>
                  <a:pt x="758" y="326"/>
                </a:cubicBezTo>
                <a:cubicBezTo>
                  <a:pt x="749" y="292"/>
                  <a:pt x="734" y="261"/>
                  <a:pt x="711" y="232"/>
                </a:cubicBezTo>
                <a:lnTo>
                  <a:pt x="752" y="178"/>
                </a:lnTo>
                <a:cubicBezTo>
                  <a:pt x="779" y="217"/>
                  <a:pt x="799" y="256"/>
                  <a:pt x="812" y="296"/>
                </a:cubicBezTo>
                <a:cubicBezTo>
                  <a:pt x="825" y="335"/>
                  <a:pt x="832" y="375"/>
                  <a:pt x="834" y="415"/>
                </a:cubicBezTo>
                <a:cubicBezTo>
                  <a:pt x="835" y="456"/>
                  <a:pt x="831" y="496"/>
                  <a:pt x="821" y="533"/>
                </a:cubicBezTo>
                <a:cubicBezTo>
                  <a:pt x="812" y="570"/>
                  <a:pt x="797" y="604"/>
                  <a:pt x="778" y="635"/>
                </a:cubicBezTo>
                <a:cubicBezTo>
                  <a:pt x="770" y="652"/>
                  <a:pt x="761" y="661"/>
                  <a:pt x="752" y="665"/>
                </a:cubicBezTo>
                <a:cubicBezTo>
                  <a:pt x="742" y="668"/>
                  <a:pt x="731" y="670"/>
                  <a:pt x="717" y="670"/>
                </a:cubicBezTo>
                <a:lnTo>
                  <a:pt x="118" y="670"/>
                </a:lnTo>
                <a:cubicBezTo>
                  <a:pt x="106" y="670"/>
                  <a:pt x="94" y="667"/>
                  <a:pt x="82" y="661"/>
                </a:cubicBezTo>
                <a:cubicBezTo>
                  <a:pt x="71" y="655"/>
                  <a:pt x="62" y="647"/>
                  <a:pt x="57" y="635"/>
                </a:cubicBezTo>
                <a:cubicBezTo>
                  <a:pt x="39" y="602"/>
                  <a:pt x="25" y="568"/>
                  <a:pt x="15" y="533"/>
                </a:cubicBezTo>
                <a:cubicBezTo>
                  <a:pt x="5" y="499"/>
                  <a:pt x="0" y="462"/>
                  <a:pt x="0" y="423"/>
                </a:cubicBezTo>
                <a:cubicBezTo>
                  <a:pt x="0" y="365"/>
                  <a:pt x="11" y="310"/>
                  <a:pt x="33" y="259"/>
                </a:cubicBezTo>
                <a:cubicBezTo>
                  <a:pt x="55" y="208"/>
                  <a:pt x="85" y="163"/>
                  <a:pt x="123" y="125"/>
                </a:cubicBezTo>
                <a:cubicBezTo>
                  <a:pt x="161" y="87"/>
                  <a:pt x="205" y="57"/>
                  <a:pt x="255" y="33"/>
                </a:cubicBezTo>
                <a:cubicBezTo>
                  <a:pt x="306" y="11"/>
                  <a:pt x="360" y="0"/>
                  <a:pt x="417" y="0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781200" y="3603240"/>
            <a:ext cx="3429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いか」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を考える時間が増えます。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6534000" y="2885040"/>
            <a:ext cx="15883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圧倒的な開発速度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172200" y="3241080"/>
            <a:ext cx="5055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従来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3.5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時間かかっていた作業が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わずか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5" name=""/>
          <p:cNvSpPr/>
          <p:nvPr/>
        </p:nvSpPr>
        <p:spPr>
          <a:xfrm>
            <a:off x="811080" y="43066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419" y="839"/>
                </a:moveTo>
                <a:cubicBezTo>
                  <a:pt x="362" y="839"/>
                  <a:pt x="307" y="828"/>
                  <a:pt x="256" y="806"/>
                </a:cubicBezTo>
                <a:cubicBezTo>
                  <a:pt x="205" y="784"/>
                  <a:pt x="161" y="754"/>
                  <a:pt x="123" y="716"/>
                </a:cubicBezTo>
                <a:cubicBezTo>
                  <a:pt x="85" y="678"/>
                  <a:pt x="55" y="633"/>
                  <a:pt x="33" y="582"/>
                </a:cubicBezTo>
                <a:cubicBezTo>
                  <a:pt x="11" y="531"/>
                  <a:pt x="0" y="477"/>
                  <a:pt x="0" y="420"/>
                </a:cubicBezTo>
                <a:cubicBezTo>
                  <a:pt x="0" y="361"/>
                  <a:pt x="11" y="305"/>
                  <a:pt x="33" y="255"/>
                </a:cubicBezTo>
                <a:cubicBezTo>
                  <a:pt x="56" y="204"/>
                  <a:pt x="86" y="158"/>
                  <a:pt x="125" y="121"/>
                </a:cubicBezTo>
                <a:cubicBezTo>
                  <a:pt x="164" y="83"/>
                  <a:pt x="209" y="53"/>
                  <a:pt x="261" y="32"/>
                </a:cubicBezTo>
                <a:cubicBezTo>
                  <a:pt x="313" y="11"/>
                  <a:pt x="369" y="0"/>
                  <a:pt x="428" y="0"/>
                </a:cubicBezTo>
                <a:cubicBezTo>
                  <a:pt x="483" y="0"/>
                  <a:pt x="536" y="9"/>
                  <a:pt x="585" y="28"/>
                </a:cubicBezTo>
                <a:cubicBezTo>
                  <a:pt x="635" y="46"/>
                  <a:pt x="679" y="72"/>
                  <a:pt x="717" y="105"/>
                </a:cubicBezTo>
                <a:cubicBezTo>
                  <a:pt x="754" y="138"/>
                  <a:pt x="784" y="178"/>
                  <a:pt x="806" y="223"/>
                </a:cubicBezTo>
                <a:cubicBezTo>
                  <a:pt x="828" y="268"/>
                  <a:pt x="839" y="317"/>
                  <a:pt x="839" y="371"/>
                </a:cubicBezTo>
                <a:cubicBezTo>
                  <a:pt x="839" y="446"/>
                  <a:pt x="817" y="506"/>
                  <a:pt x="773" y="549"/>
                </a:cubicBezTo>
                <a:cubicBezTo>
                  <a:pt x="729" y="593"/>
                  <a:pt x="669" y="615"/>
                  <a:pt x="597" y="615"/>
                </a:cubicBezTo>
                <a:lnTo>
                  <a:pt x="518" y="615"/>
                </a:lnTo>
                <a:cubicBezTo>
                  <a:pt x="506" y="615"/>
                  <a:pt x="495" y="620"/>
                  <a:pt x="486" y="629"/>
                </a:cubicBezTo>
                <a:cubicBezTo>
                  <a:pt x="477" y="639"/>
                  <a:pt x="472" y="650"/>
                  <a:pt x="472" y="662"/>
                </a:cubicBezTo>
                <a:cubicBezTo>
                  <a:pt x="472" y="681"/>
                  <a:pt x="477" y="697"/>
                  <a:pt x="487" y="710"/>
                </a:cubicBezTo>
                <a:cubicBezTo>
                  <a:pt x="498" y="723"/>
                  <a:pt x="503" y="739"/>
                  <a:pt x="503" y="756"/>
                </a:cubicBezTo>
                <a:cubicBezTo>
                  <a:pt x="503" y="783"/>
                  <a:pt x="495" y="803"/>
                  <a:pt x="481" y="817"/>
                </a:cubicBezTo>
                <a:cubicBezTo>
                  <a:pt x="466" y="832"/>
                  <a:pt x="445" y="839"/>
                  <a:pt x="419" y="839"/>
                </a:cubicBezTo>
                <a:moveTo>
                  <a:pt x="211" y="432"/>
                </a:moveTo>
                <a:cubicBezTo>
                  <a:pt x="222" y="421"/>
                  <a:pt x="227" y="409"/>
                  <a:pt x="227" y="395"/>
                </a:cubicBezTo>
                <a:cubicBezTo>
                  <a:pt x="227" y="381"/>
                  <a:pt x="222" y="369"/>
                  <a:pt x="211" y="358"/>
                </a:cubicBezTo>
                <a:cubicBezTo>
                  <a:pt x="201" y="348"/>
                  <a:pt x="189" y="342"/>
                  <a:pt x="175" y="342"/>
                </a:cubicBezTo>
                <a:cubicBezTo>
                  <a:pt x="161" y="342"/>
                  <a:pt x="149" y="348"/>
                  <a:pt x="138" y="358"/>
                </a:cubicBezTo>
                <a:cubicBezTo>
                  <a:pt x="128" y="369"/>
                  <a:pt x="122" y="381"/>
                  <a:pt x="122" y="395"/>
                </a:cubicBezTo>
                <a:cubicBezTo>
                  <a:pt x="122" y="409"/>
                  <a:pt x="128" y="421"/>
                  <a:pt x="138" y="432"/>
                </a:cubicBezTo>
                <a:cubicBezTo>
                  <a:pt x="149" y="442"/>
                  <a:pt x="161" y="447"/>
                  <a:pt x="175" y="447"/>
                </a:cubicBezTo>
                <a:cubicBezTo>
                  <a:pt x="189" y="447"/>
                  <a:pt x="201" y="442"/>
                  <a:pt x="211" y="432"/>
                </a:cubicBezTo>
                <a:moveTo>
                  <a:pt x="343" y="253"/>
                </a:moveTo>
                <a:cubicBezTo>
                  <a:pt x="354" y="243"/>
                  <a:pt x="359" y="231"/>
                  <a:pt x="359" y="217"/>
                </a:cubicBezTo>
                <a:cubicBezTo>
                  <a:pt x="359" y="203"/>
                  <a:pt x="354" y="191"/>
                  <a:pt x="343" y="180"/>
                </a:cubicBezTo>
                <a:cubicBezTo>
                  <a:pt x="333" y="169"/>
                  <a:pt x="321" y="163"/>
                  <a:pt x="307" y="163"/>
                </a:cubicBezTo>
                <a:cubicBezTo>
                  <a:pt x="293" y="163"/>
                  <a:pt x="281" y="169"/>
                  <a:pt x="270" y="180"/>
                </a:cubicBezTo>
                <a:cubicBezTo>
                  <a:pt x="260" y="191"/>
                  <a:pt x="254" y="203"/>
                  <a:pt x="254" y="217"/>
                </a:cubicBezTo>
                <a:cubicBezTo>
                  <a:pt x="254" y="231"/>
                  <a:pt x="260" y="243"/>
                  <a:pt x="270" y="253"/>
                </a:cubicBezTo>
                <a:cubicBezTo>
                  <a:pt x="281" y="264"/>
                  <a:pt x="293" y="269"/>
                  <a:pt x="307" y="269"/>
                </a:cubicBezTo>
                <a:cubicBezTo>
                  <a:pt x="321" y="269"/>
                  <a:pt x="333" y="264"/>
                  <a:pt x="343" y="253"/>
                </a:cubicBezTo>
                <a:moveTo>
                  <a:pt x="568" y="253"/>
                </a:moveTo>
                <a:cubicBezTo>
                  <a:pt x="578" y="243"/>
                  <a:pt x="583" y="231"/>
                  <a:pt x="583" y="217"/>
                </a:cubicBezTo>
                <a:cubicBezTo>
                  <a:pt x="583" y="203"/>
                  <a:pt x="578" y="191"/>
                  <a:pt x="568" y="180"/>
                </a:cubicBezTo>
                <a:cubicBezTo>
                  <a:pt x="557" y="169"/>
                  <a:pt x="545" y="163"/>
                  <a:pt x="531" y="163"/>
                </a:cubicBezTo>
                <a:cubicBezTo>
                  <a:pt x="517" y="163"/>
                  <a:pt x="505" y="169"/>
                  <a:pt x="494" y="180"/>
                </a:cubicBezTo>
                <a:cubicBezTo>
                  <a:pt x="484" y="191"/>
                  <a:pt x="478" y="203"/>
                  <a:pt x="478" y="217"/>
                </a:cubicBezTo>
                <a:cubicBezTo>
                  <a:pt x="478" y="231"/>
                  <a:pt x="484" y="243"/>
                  <a:pt x="494" y="253"/>
                </a:cubicBezTo>
                <a:cubicBezTo>
                  <a:pt x="505" y="264"/>
                  <a:pt x="517" y="269"/>
                  <a:pt x="531" y="269"/>
                </a:cubicBezTo>
                <a:cubicBezTo>
                  <a:pt x="545" y="269"/>
                  <a:pt x="557" y="264"/>
                  <a:pt x="568" y="253"/>
                </a:cubicBezTo>
                <a:moveTo>
                  <a:pt x="706" y="432"/>
                </a:moveTo>
                <a:cubicBezTo>
                  <a:pt x="716" y="421"/>
                  <a:pt x="721" y="409"/>
                  <a:pt x="721" y="395"/>
                </a:cubicBezTo>
                <a:cubicBezTo>
                  <a:pt x="721" y="381"/>
                  <a:pt x="716" y="369"/>
                  <a:pt x="706" y="358"/>
                </a:cubicBezTo>
                <a:cubicBezTo>
                  <a:pt x="695" y="348"/>
                  <a:pt x="683" y="342"/>
                  <a:pt x="668" y="342"/>
                </a:cubicBezTo>
                <a:cubicBezTo>
                  <a:pt x="654" y="342"/>
                  <a:pt x="642" y="348"/>
                  <a:pt x="631" y="358"/>
                </a:cubicBezTo>
                <a:cubicBezTo>
                  <a:pt x="621" y="369"/>
                  <a:pt x="616" y="381"/>
                  <a:pt x="616" y="395"/>
                </a:cubicBezTo>
                <a:cubicBezTo>
                  <a:pt x="616" y="409"/>
                  <a:pt x="621" y="421"/>
                  <a:pt x="631" y="432"/>
                </a:cubicBezTo>
                <a:cubicBezTo>
                  <a:pt x="642" y="442"/>
                  <a:pt x="654" y="447"/>
                  <a:pt x="668" y="447"/>
                </a:cubicBezTo>
                <a:cubicBezTo>
                  <a:pt x="683" y="447"/>
                  <a:pt x="695" y="442"/>
                  <a:pt x="706" y="432"/>
                </a:cubicBezTo>
                <a:moveTo>
                  <a:pt x="419" y="776"/>
                </a:moveTo>
                <a:cubicBezTo>
                  <a:pt x="426" y="776"/>
                  <a:pt x="432" y="775"/>
                  <a:pt x="435" y="771"/>
                </a:cubicBezTo>
                <a:cubicBezTo>
                  <a:pt x="438" y="768"/>
                  <a:pt x="440" y="763"/>
                  <a:pt x="440" y="756"/>
                </a:cubicBezTo>
                <a:cubicBezTo>
                  <a:pt x="440" y="746"/>
                  <a:pt x="435" y="737"/>
                  <a:pt x="425" y="729"/>
                </a:cubicBezTo>
                <a:cubicBezTo>
                  <a:pt x="414" y="721"/>
                  <a:pt x="409" y="702"/>
                  <a:pt x="409" y="673"/>
                </a:cubicBezTo>
                <a:cubicBezTo>
                  <a:pt x="409" y="641"/>
                  <a:pt x="420" y="613"/>
                  <a:pt x="441" y="589"/>
                </a:cubicBezTo>
                <a:cubicBezTo>
                  <a:pt x="462" y="564"/>
                  <a:pt x="488" y="552"/>
                  <a:pt x="520" y="552"/>
                </a:cubicBezTo>
                <a:lnTo>
                  <a:pt x="597" y="552"/>
                </a:lnTo>
                <a:cubicBezTo>
                  <a:pt x="650" y="552"/>
                  <a:pt x="694" y="536"/>
                  <a:pt x="727" y="505"/>
                </a:cubicBezTo>
                <a:cubicBezTo>
                  <a:pt x="759" y="474"/>
                  <a:pt x="776" y="429"/>
                  <a:pt x="776" y="371"/>
                </a:cubicBezTo>
                <a:cubicBezTo>
                  <a:pt x="776" y="279"/>
                  <a:pt x="741" y="204"/>
                  <a:pt x="670" y="147"/>
                </a:cubicBezTo>
                <a:cubicBezTo>
                  <a:pt x="600" y="91"/>
                  <a:pt x="520" y="63"/>
                  <a:pt x="428" y="63"/>
                </a:cubicBezTo>
                <a:cubicBezTo>
                  <a:pt x="326" y="63"/>
                  <a:pt x="240" y="97"/>
                  <a:pt x="169" y="166"/>
                </a:cubicBezTo>
                <a:cubicBezTo>
                  <a:pt x="98" y="236"/>
                  <a:pt x="63" y="320"/>
                  <a:pt x="63" y="420"/>
                </a:cubicBezTo>
                <a:cubicBezTo>
                  <a:pt x="63" y="518"/>
                  <a:pt x="97" y="602"/>
                  <a:pt x="167" y="672"/>
                </a:cubicBezTo>
                <a:cubicBezTo>
                  <a:pt x="236" y="741"/>
                  <a:pt x="320" y="776"/>
                  <a:pt x="419" y="776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6172200" y="360324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縮されます。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143000" y="4466160"/>
            <a:ext cx="2159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デザインとコードの統合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781200" y="4822200"/>
            <a:ext cx="9830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エンジニアが自分でデザイン素材を用意できるため、デザイナーとの待ち時間がなくなります。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3" name=""/>
          <p:cNvSpPr/>
          <p:nvPr/>
        </p:nvSpPr>
        <p:spPr>
          <a:xfrm>
            <a:off x="571320" y="20667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4" name=""/>
          <p:cNvSpPr/>
          <p:nvPr/>
        </p:nvSpPr>
        <p:spPr>
          <a:xfrm>
            <a:off x="610920" y="152712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0" y="883"/>
                </a:moveTo>
                <a:lnTo>
                  <a:pt x="553" y="0"/>
                </a:lnTo>
                <a:lnTo>
                  <a:pt x="1104" y="883"/>
                </a:lnTo>
                <a:lnTo>
                  <a:pt x="0" y="883"/>
                </a:lnTo>
                <a:moveTo>
                  <a:pt x="148" y="800"/>
                </a:moveTo>
                <a:lnTo>
                  <a:pt x="955" y="800"/>
                </a:lnTo>
                <a:lnTo>
                  <a:pt x="553" y="158"/>
                </a:lnTo>
                <a:lnTo>
                  <a:pt x="148" y="800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5" name=""/>
          <p:cNvSpPr/>
          <p:nvPr/>
        </p:nvSpPr>
        <p:spPr>
          <a:xfrm>
            <a:off x="414360" y="2154600"/>
            <a:ext cx="5763960" cy="3405240"/>
          </a:xfrm>
          <a:custGeom>
            <a:avLst/>
            <a:gdLst/>
            <a:ahLst/>
            <a:rect l="0" t="0" r="r" b="b"/>
            <a:pathLst>
              <a:path w="16011" h="9459">
                <a:moveTo>
                  <a:pt x="436" y="682"/>
                </a:moveTo>
                <a:lnTo>
                  <a:pt x="436" y="8620"/>
                </a:lnTo>
                <a:cubicBezTo>
                  <a:pt x="436" y="8663"/>
                  <a:pt x="444" y="8703"/>
                  <a:pt x="460" y="8742"/>
                </a:cubicBezTo>
                <a:cubicBezTo>
                  <a:pt x="476" y="8781"/>
                  <a:pt x="499" y="8815"/>
                  <a:pt x="529" y="8845"/>
                </a:cubicBezTo>
                <a:cubicBezTo>
                  <a:pt x="559" y="8875"/>
                  <a:pt x="593" y="8898"/>
                  <a:pt x="632" y="8914"/>
                </a:cubicBezTo>
                <a:cubicBezTo>
                  <a:pt x="671" y="8930"/>
                  <a:pt x="711" y="8938"/>
                  <a:pt x="753" y="8938"/>
                </a:cubicBezTo>
                <a:lnTo>
                  <a:pt x="15254" y="8938"/>
                </a:lnTo>
                <a:cubicBezTo>
                  <a:pt x="15296" y="8938"/>
                  <a:pt x="15336" y="8930"/>
                  <a:pt x="15375" y="8914"/>
                </a:cubicBezTo>
                <a:cubicBezTo>
                  <a:pt x="15414" y="8898"/>
                  <a:pt x="15448" y="8875"/>
                  <a:pt x="15478" y="8845"/>
                </a:cubicBezTo>
                <a:cubicBezTo>
                  <a:pt x="15508" y="8815"/>
                  <a:pt x="15531" y="8781"/>
                  <a:pt x="15547" y="8742"/>
                </a:cubicBezTo>
                <a:cubicBezTo>
                  <a:pt x="15563" y="8703"/>
                  <a:pt x="15571" y="8663"/>
                  <a:pt x="15571" y="8620"/>
                </a:cubicBezTo>
                <a:lnTo>
                  <a:pt x="15571" y="682"/>
                </a:lnTo>
                <a:cubicBezTo>
                  <a:pt x="15571" y="640"/>
                  <a:pt x="15563" y="599"/>
                  <a:pt x="15547" y="560"/>
                </a:cubicBezTo>
                <a:cubicBezTo>
                  <a:pt x="15531" y="522"/>
                  <a:pt x="15508" y="487"/>
                  <a:pt x="15478" y="457"/>
                </a:cubicBezTo>
                <a:cubicBezTo>
                  <a:pt x="15448" y="428"/>
                  <a:pt x="15414" y="405"/>
                  <a:pt x="15375" y="389"/>
                </a:cubicBezTo>
                <a:cubicBezTo>
                  <a:pt x="15336" y="373"/>
                  <a:pt x="15296" y="364"/>
                  <a:pt x="15254" y="364"/>
                </a:cubicBezTo>
                <a:lnTo>
                  <a:pt x="753" y="364"/>
                </a:lnTo>
                <a:cubicBezTo>
                  <a:pt x="711" y="364"/>
                  <a:pt x="671" y="373"/>
                  <a:pt x="632" y="389"/>
                </a:cubicBezTo>
                <a:cubicBezTo>
                  <a:pt x="593" y="405"/>
                  <a:pt x="559" y="428"/>
                  <a:pt x="529" y="457"/>
                </a:cubicBezTo>
                <a:cubicBezTo>
                  <a:pt x="499" y="487"/>
                  <a:pt x="476" y="522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9459"/>
                </a:lnTo>
                <a:lnTo>
                  <a:pt x="0" y="945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6" name=""/>
          <p:cNvSpPr/>
          <p:nvPr/>
        </p:nvSpPr>
        <p:spPr>
          <a:xfrm>
            <a:off x="580680" y="2295360"/>
            <a:ext cx="5429880" cy="3067560"/>
          </a:xfrm>
          <a:custGeom>
            <a:avLst/>
            <a:gdLst/>
            <a:ahLst/>
            <a:rect l="0" t="0" r="r" b="b"/>
            <a:pathLst>
              <a:path w="15083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229"/>
                </a:lnTo>
                <a:cubicBezTo>
                  <a:pt x="15083" y="8249"/>
                  <a:pt x="15081" y="8268"/>
                  <a:pt x="15077" y="8286"/>
                </a:cubicBezTo>
                <a:cubicBezTo>
                  <a:pt x="15073" y="8305"/>
                  <a:pt x="15068" y="8323"/>
                  <a:pt x="15061" y="8341"/>
                </a:cubicBezTo>
                <a:cubicBezTo>
                  <a:pt x="15053" y="8359"/>
                  <a:pt x="15044" y="8375"/>
                  <a:pt x="15034" y="8391"/>
                </a:cubicBezTo>
                <a:cubicBezTo>
                  <a:pt x="15023" y="8407"/>
                  <a:pt x="15011" y="8422"/>
                  <a:pt x="14997" y="8435"/>
                </a:cubicBezTo>
                <a:cubicBezTo>
                  <a:pt x="14984" y="8449"/>
                  <a:pt x="14969" y="8461"/>
                  <a:pt x="14953" y="8471"/>
                </a:cubicBezTo>
                <a:cubicBezTo>
                  <a:pt x="14937" y="8482"/>
                  <a:pt x="14921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30" y="8519"/>
                  <a:pt x="14811" y="8521"/>
                  <a:pt x="14792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5" y="8515"/>
                </a:cubicBezTo>
                <a:cubicBezTo>
                  <a:pt x="216" y="8511"/>
                  <a:pt x="198" y="8506"/>
                  <a:pt x="180" y="8498"/>
                </a:cubicBezTo>
                <a:cubicBezTo>
                  <a:pt x="162" y="8491"/>
                  <a:pt x="146" y="8482"/>
                  <a:pt x="130" y="8471"/>
                </a:cubicBezTo>
                <a:cubicBezTo>
                  <a:pt x="114" y="8461"/>
                  <a:pt x="99" y="8449"/>
                  <a:pt x="86" y="8435"/>
                </a:cubicBezTo>
                <a:cubicBezTo>
                  <a:pt x="72" y="8422"/>
                  <a:pt x="60" y="8407"/>
                  <a:pt x="50" y="8391"/>
                </a:cubicBezTo>
                <a:cubicBezTo>
                  <a:pt x="39" y="8375"/>
                  <a:pt x="30" y="8359"/>
                  <a:pt x="23" y="8341"/>
                </a:cubicBezTo>
                <a:cubicBezTo>
                  <a:pt x="15" y="8323"/>
                  <a:pt x="10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7" name=""/>
          <p:cNvSpPr/>
          <p:nvPr/>
        </p:nvSpPr>
        <p:spPr>
          <a:xfrm>
            <a:off x="580680" y="2295360"/>
            <a:ext cx="5429880" cy="3067560"/>
          </a:xfrm>
          <a:custGeom>
            <a:avLst/>
            <a:gdLst/>
            <a:ahLst/>
            <a:rect l="0" t="0" r="r" b="b"/>
            <a:pathLst>
              <a:path w="15083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229"/>
                </a:lnTo>
                <a:cubicBezTo>
                  <a:pt x="15083" y="8249"/>
                  <a:pt x="15081" y="8268"/>
                  <a:pt x="15077" y="8286"/>
                </a:cubicBezTo>
                <a:cubicBezTo>
                  <a:pt x="15073" y="8305"/>
                  <a:pt x="15068" y="8323"/>
                  <a:pt x="15061" y="8341"/>
                </a:cubicBezTo>
                <a:cubicBezTo>
                  <a:pt x="15053" y="8359"/>
                  <a:pt x="15044" y="8375"/>
                  <a:pt x="15034" y="8391"/>
                </a:cubicBezTo>
                <a:cubicBezTo>
                  <a:pt x="15023" y="8407"/>
                  <a:pt x="15011" y="8422"/>
                  <a:pt x="14997" y="8435"/>
                </a:cubicBezTo>
                <a:cubicBezTo>
                  <a:pt x="14984" y="8449"/>
                  <a:pt x="14969" y="8461"/>
                  <a:pt x="14953" y="8471"/>
                </a:cubicBezTo>
                <a:cubicBezTo>
                  <a:pt x="14937" y="8482"/>
                  <a:pt x="14921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30" y="8519"/>
                  <a:pt x="14811" y="8521"/>
                  <a:pt x="14792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5" y="8515"/>
                </a:cubicBezTo>
                <a:cubicBezTo>
                  <a:pt x="216" y="8511"/>
                  <a:pt x="198" y="8506"/>
                  <a:pt x="180" y="8498"/>
                </a:cubicBezTo>
                <a:cubicBezTo>
                  <a:pt x="162" y="8491"/>
                  <a:pt x="146" y="8482"/>
                  <a:pt x="130" y="8471"/>
                </a:cubicBezTo>
                <a:cubicBezTo>
                  <a:pt x="114" y="8461"/>
                  <a:pt x="99" y="8449"/>
                  <a:pt x="86" y="8435"/>
                </a:cubicBezTo>
                <a:cubicBezTo>
                  <a:pt x="72" y="8422"/>
                  <a:pt x="60" y="8407"/>
                  <a:pt x="50" y="8391"/>
                </a:cubicBezTo>
                <a:cubicBezTo>
                  <a:pt x="39" y="8375"/>
                  <a:pt x="30" y="8359"/>
                  <a:pt x="23" y="8341"/>
                </a:cubicBezTo>
                <a:cubicBezTo>
                  <a:pt x="15" y="8323"/>
                  <a:pt x="10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8" name=""/>
          <p:cNvSpPr/>
          <p:nvPr/>
        </p:nvSpPr>
        <p:spPr>
          <a:xfrm>
            <a:off x="822240" y="2697120"/>
            <a:ext cx="241560" cy="301680"/>
          </a:xfrm>
          <a:custGeom>
            <a:avLst/>
            <a:gdLst/>
            <a:ahLst/>
            <a:rect l="0" t="0" r="r" b="b"/>
            <a:pathLst>
              <a:path w="671" h="838">
                <a:moveTo>
                  <a:pt x="156" y="776"/>
                </a:moveTo>
                <a:lnTo>
                  <a:pt x="516" y="776"/>
                </a:lnTo>
                <a:lnTo>
                  <a:pt x="516" y="643"/>
                </a:lnTo>
                <a:cubicBezTo>
                  <a:pt x="516" y="592"/>
                  <a:pt x="499" y="550"/>
                  <a:pt x="464" y="515"/>
                </a:cubicBezTo>
                <a:cubicBezTo>
                  <a:pt x="429" y="481"/>
                  <a:pt x="386" y="464"/>
                  <a:pt x="336" y="464"/>
                </a:cubicBezTo>
                <a:cubicBezTo>
                  <a:pt x="286" y="464"/>
                  <a:pt x="243" y="481"/>
                  <a:pt x="208" y="515"/>
                </a:cubicBezTo>
                <a:cubicBezTo>
                  <a:pt x="173" y="550"/>
                  <a:pt x="156" y="592"/>
                  <a:pt x="156" y="643"/>
                </a:cubicBezTo>
                <a:lnTo>
                  <a:pt x="156" y="776"/>
                </a:lnTo>
                <a:moveTo>
                  <a:pt x="0" y="838"/>
                </a:moveTo>
                <a:lnTo>
                  <a:pt x="0" y="776"/>
                </a:lnTo>
                <a:lnTo>
                  <a:pt x="93" y="776"/>
                </a:lnTo>
                <a:lnTo>
                  <a:pt x="93" y="643"/>
                </a:lnTo>
                <a:cubicBezTo>
                  <a:pt x="93" y="593"/>
                  <a:pt x="107" y="548"/>
                  <a:pt x="135" y="508"/>
                </a:cubicBezTo>
                <a:cubicBezTo>
                  <a:pt x="163" y="467"/>
                  <a:pt x="200" y="437"/>
                  <a:pt x="246" y="419"/>
                </a:cubicBezTo>
                <a:cubicBezTo>
                  <a:pt x="200" y="400"/>
                  <a:pt x="163" y="370"/>
                  <a:pt x="135" y="330"/>
                </a:cubicBezTo>
                <a:cubicBezTo>
                  <a:pt x="107" y="289"/>
                  <a:pt x="93" y="244"/>
                  <a:pt x="93" y="194"/>
                </a:cubicBezTo>
                <a:lnTo>
                  <a:pt x="93" y="62"/>
                </a:lnTo>
                <a:lnTo>
                  <a:pt x="0" y="62"/>
                </a:lnTo>
                <a:lnTo>
                  <a:pt x="0" y="0"/>
                </a:lnTo>
                <a:lnTo>
                  <a:pt x="671" y="0"/>
                </a:lnTo>
                <a:lnTo>
                  <a:pt x="671" y="62"/>
                </a:lnTo>
                <a:lnTo>
                  <a:pt x="579" y="62"/>
                </a:lnTo>
                <a:lnTo>
                  <a:pt x="579" y="194"/>
                </a:lnTo>
                <a:cubicBezTo>
                  <a:pt x="579" y="244"/>
                  <a:pt x="565" y="289"/>
                  <a:pt x="537" y="330"/>
                </a:cubicBezTo>
                <a:cubicBezTo>
                  <a:pt x="509" y="370"/>
                  <a:pt x="472" y="400"/>
                  <a:pt x="426" y="419"/>
                </a:cubicBezTo>
                <a:cubicBezTo>
                  <a:pt x="472" y="437"/>
                  <a:pt x="509" y="467"/>
                  <a:pt x="537" y="508"/>
                </a:cubicBezTo>
                <a:cubicBezTo>
                  <a:pt x="565" y="548"/>
                  <a:pt x="579" y="593"/>
                  <a:pt x="579" y="643"/>
                </a:cubicBezTo>
                <a:lnTo>
                  <a:pt x="579" y="776"/>
                </a:lnTo>
                <a:lnTo>
                  <a:pt x="671" y="776"/>
                </a:lnTo>
                <a:lnTo>
                  <a:pt x="671" y="838"/>
                </a:lnTo>
                <a:lnTo>
                  <a:pt x="0" y="83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1047600" y="1596600"/>
            <a:ext cx="301032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開発フローの変化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1123920" y="2856600"/>
            <a:ext cx="15883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従来の開発フロー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762120" y="3212640"/>
            <a:ext cx="5257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要件定義 → 設計 → 環境構築 → 実装 → テスト 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762120" y="3584160"/>
            <a:ext cx="3962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デバッグ → ドキュメント → デプロイ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3" name=""/>
          <p:cNvSpPr/>
          <p:nvPr/>
        </p:nvSpPr>
        <p:spPr>
          <a:xfrm>
            <a:off x="6013440" y="2154600"/>
            <a:ext cx="5764320" cy="3405240"/>
          </a:xfrm>
          <a:custGeom>
            <a:avLst/>
            <a:gdLst/>
            <a:ahLst/>
            <a:rect l="0" t="0" r="r" b="b"/>
            <a:pathLst>
              <a:path w="16012" h="9459">
                <a:moveTo>
                  <a:pt x="440" y="682"/>
                </a:moveTo>
                <a:lnTo>
                  <a:pt x="440" y="8620"/>
                </a:lnTo>
                <a:cubicBezTo>
                  <a:pt x="440" y="8663"/>
                  <a:pt x="449" y="8703"/>
                  <a:pt x="465" y="8742"/>
                </a:cubicBezTo>
                <a:cubicBezTo>
                  <a:pt x="481" y="8781"/>
                  <a:pt x="504" y="8815"/>
                  <a:pt x="533" y="8845"/>
                </a:cubicBezTo>
                <a:cubicBezTo>
                  <a:pt x="563" y="8875"/>
                  <a:pt x="598" y="8898"/>
                  <a:pt x="636" y="8914"/>
                </a:cubicBezTo>
                <a:cubicBezTo>
                  <a:pt x="675" y="8930"/>
                  <a:pt x="716" y="8938"/>
                  <a:pt x="758" y="8938"/>
                </a:cubicBezTo>
                <a:lnTo>
                  <a:pt x="15258" y="8938"/>
                </a:lnTo>
                <a:cubicBezTo>
                  <a:pt x="15300" y="8938"/>
                  <a:pt x="15341" y="8930"/>
                  <a:pt x="15380" y="8914"/>
                </a:cubicBezTo>
                <a:cubicBezTo>
                  <a:pt x="15419" y="8898"/>
                  <a:pt x="15453" y="8875"/>
                  <a:pt x="15483" y="8845"/>
                </a:cubicBezTo>
                <a:cubicBezTo>
                  <a:pt x="15512" y="8815"/>
                  <a:pt x="15535" y="8781"/>
                  <a:pt x="15551" y="8742"/>
                </a:cubicBezTo>
                <a:cubicBezTo>
                  <a:pt x="15568" y="8703"/>
                  <a:pt x="15576" y="8663"/>
                  <a:pt x="15576" y="8620"/>
                </a:cubicBezTo>
                <a:lnTo>
                  <a:pt x="15576" y="682"/>
                </a:lnTo>
                <a:cubicBezTo>
                  <a:pt x="15576" y="640"/>
                  <a:pt x="15568" y="599"/>
                  <a:pt x="15551" y="560"/>
                </a:cubicBezTo>
                <a:cubicBezTo>
                  <a:pt x="15535" y="522"/>
                  <a:pt x="15512" y="487"/>
                  <a:pt x="15483" y="457"/>
                </a:cubicBezTo>
                <a:cubicBezTo>
                  <a:pt x="15453" y="428"/>
                  <a:pt x="15419" y="405"/>
                  <a:pt x="15380" y="389"/>
                </a:cubicBezTo>
                <a:cubicBezTo>
                  <a:pt x="15341" y="373"/>
                  <a:pt x="15300" y="364"/>
                  <a:pt x="15258" y="364"/>
                </a:cubicBezTo>
                <a:lnTo>
                  <a:pt x="758" y="364"/>
                </a:lnTo>
                <a:cubicBezTo>
                  <a:pt x="716" y="364"/>
                  <a:pt x="675" y="373"/>
                  <a:pt x="636" y="389"/>
                </a:cubicBezTo>
                <a:cubicBezTo>
                  <a:pt x="598" y="405"/>
                  <a:pt x="563" y="428"/>
                  <a:pt x="533" y="457"/>
                </a:cubicBezTo>
                <a:cubicBezTo>
                  <a:pt x="504" y="487"/>
                  <a:pt x="481" y="522"/>
                  <a:pt x="465" y="560"/>
                </a:cubicBezTo>
                <a:cubicBezTo>
                  <a:pt x="449" y="599"/>
                  <a:pt x="440" y="640"/>
                  <a:pt x="440" y="682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9459"/>
                </a:lnTo>
                <a:lnTo>
                  <a:pt x="0" y="945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54" name=""/>
          <p:cNvSpPr/>
          <p:nvPr/>
        </p:nvSpPr>
        <p:spPr>
          <a:xfrm>
            <a:off x="6181560" y="2295360"/>
            <a:ext cx="5429520" cy="3067560"/>
          </a:xfrm>
          <a:custGeom>
            <a:avLst/>
            <a:gdLst/>
            <a:ahLst/>
            <a:rect l="0" t="0" r="r" b="b"/>
            <a:pathLst>
              <a:path w="15082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229"/>
                </a:lnTo>
                <a:cubicBezTo>
                  <a:pt x="15082" y="8249"/>
                  <a:pt x="15080" y="8268"/>
                  <a:pt x="15077" y="8286"/>
                </a:cubicBezTo>
                <a:cubicBezTo>
                  <a:pt x="15073" y="8305"/>
                  <a:pt x="15067" y="8323"/>
                  <a:pt x="15060" y="8341"/>
                </a:cubicBezTo>
                <a:cubicBezTo>
                  <a:pt x="15053" y="8359"/>
                  <a:pt x="15044" y="8375"/>
                  <a:pt x="15033" y="8391"/>
                </a:cubicBezTo>
                <a:cubicBezTo>
                  <a:pt x="15023" y="8407"/>
                  <a:pt x="15010" y="8422"/>
                  <a:pt x="14997" y="8435"/>
                </a:cubicBezTo>
                <a:cubicBezTo>
                  <a:pt x="14983" y="8449"/>
                  <a:pt x="14969" y="8461"/>
                  <a:pt x="14953" y="8471"/>
                </a:cubicBezTo>
                <a:cubicBezTo>
                  <a:pt x="14937" y="8482"/>
                  <a:pt x="14920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29" y="8519"/>
                  <a:pt x="14810" y="8521"/>
                  <a:pt x="14791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4" y="8515"/>
                </a:cubicBezTo>
                <a:cubicBezTo>
                  <a:pt x="215" y="8511"/>
                  <a:pt x="197" y="8506"/>
                  <a:pt x="180" y="8498"/>
                </a:cubicBezTo>
                <a:cubicBezTo>
                  <a:pt x="162" y="8491"/>
                  <a:pt x="145" y="8482"/>
                  <a:pt x="129" y="8471"/>
                </a:cubicBezTo>
                <a:cubicBezTo>
                  <a:pt x="113" y="8461"/>
                  <a:pt x="99" y="8449"/>
                  <a:pt x="85" y="8435"/>
                </a:cubicBezTo>
                <a:cubicBezTo>
                  <a:pt x="72" y="8422"/>
                  <a:pt x="60" y="8407"/>
                  <a:pt x="49" y="8391"/>
                </a:cubicBezTo>
                <a:cubicBezTo>
                  <a:pt x="38" y="8375"/>
                  <a:pt x="29" y="8359"/>
                  <a:pt x="22" y="8341"/>
                </a:cubicBezTo>
                <a:cubicBezTo>
                  <a:pt x="15" y="8323"/>
                  <a:pt x="9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5" name=""/>
          <p:cNvSpPr/>
          <p:nvPr/>
        </p:nvSpPr>
        <p:spPr>
          <a:xfrm>
            <a:off x="6181560" y="2295360"/>
            <a:ext cx="5429520" cy="3067560"/>
          </a:xfrm>
          <a:custGeom>
            <a:avLst/>
            <a:gdLst/>
            <a:ahLst/>
            <a:rect l="0" t="0" r="r" b="b"/>
            <a:pathLst>
              <a:path w="15082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229"/>
                </a:lnTo>
                <a:cubicBezTo>
                  <a:pt x="15082" y="8249"/>
                  <a:pt x="15080" y="8268"/>
                  <a:pt x="15077" y="8286"/>
                </a:cubicBezTo>
                <a:cubicBezTo>
                  <a:pt x="15073" y="8305"/>
                  <a:pt x="15067" y="8323"/>
                  <a:pt x="15060" y="8341"/>
                </a:cubicBezTo>
                <a:cubicBezTo>
                  <a:pt x="15053" y="8359"/>
                  <a:pt x="15044" y="8375"/>
                  <a:pt x="15033" y="8391"/>
                </a:cubicBezTo>
                <a:cubicBezTo>
                  <a:pt x="15023" y="8407"/>
                  <a:pt x="15010" y="8422"/>
                  <a:pt x="14997" y="8435"/>
                </a:cubicBezTo>
                <a:cubicBezTo>
                  <a:pt x="14983" y="8449"/>
                  <a:pt x="14969" y="8461"/>
                  <a:pt x="14953" y="8471"/>
                </a:cubicBezTo>
                <a:cubicBezTo>
                  <a:pt x="14937" y="8482"/>
                  <a:pt x="14920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29" y="8519"/>
                  <a:pt x="14810" y="8521"/>
                  <a:pt x="14791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4" y="8515"/>
                </a:cubicBezTo>
                <a:cubicBezTo>
                  <a:pt x="215" y="8511"/>
                  <a:pt x="197" y="8506"/>
                  <a:pt x="180" y="8498"/>
                </a:cubicBezTo>
                <a:cubicBezTo>
                  <a:pt x="162" y="8491"/>
                  <a:pt x="145" y="8482"/>
                  <a:pt x="129" y="8471"/>
                </a:cubicBezTo>
                <a:cubicBezTo>
                  <a:pt x="113" y="8461"/>
                  <a:pt x="99" y="8449"/>
                  <a:pt x="85" y="8435"/>
                </a:cubicBezTo>
                <a:cubicBezTo>
                  <a:pt x="72" y="8422"/>
                  <a:pt x="60" y="8407"/>
                  <a:pt x="49" y="8391"/>
                </a:cubicBezTo>
                <a:cubicBezTo>
                  <a:pt x="38" y="8375"/>
                  <a:pt x="29" y="8359"/>
                  <a:pt x="22" y="8341"/>
                </a:cubicBezTo>
                <a:cubicBezTo>
                  <a:pt x="15" y="8323"/>
                  <a:pt x="9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6" name=""/>
          <p:cNvSpPr/>
          <p:nvPr/>
        </p:nvSpPr>
        <p:spPr>
          <a:xfrm>
            <a:off x="6422760" y="2697120"/>
            <a:ext cx="241920" cy="301680"/>
          </a:xfrm>
          <a:custGeom>
            <a:avLst/>
            <a:gdLst/>
            <a:ahLst/>
            <a:rect l="0" t="0" r="r" b="b"/>
            <a:pathLst>
              <a:path w="672" h="838">
                <a:moveTo>
                  <a:pt x="244" y="749"/>
                </a:moveTo>
                <a:lnTo>
                  <a:pt x="536" y="398"/>
                </a:lnTo>
                <a:lnTo>
                  <a:pt x="348" y="398"/>
                </a:lnTo>
                <a:lnTo>
                  <a:pt x="386" y="98"/>
                </a:lnTo>
                <a:lnTo>
                  <a:pt x="121" y="482"/>
                </a:lnTo>
                <a:lnTo>
                  <a:pt x="282" y="482"/>
                </a:lnTo>
                <a:lnTo>
                  <a:pt x="244" y="749"/>
                </a:lnTo>
                <a:moveTo>
                  <a:pt x="168" y="838"/>
                </a:moveTo>
                <a:lnTo>
                  <a:pt x="210" y="545"/>
                </a:lnTo>
                <a:lnTo>
                  <a:pt x="0" y="545"/>
                </a:lnTo>
                <a:lnTo>
                  <a:pt x="377" y="0"/>
                </a:lnTo>
                <a:lnTo>
                  <a:pt x="461" y="0"/>
                </a:lnTo>
                <a:lnTo>
                  <a:pt x="419" y="335"/>
                </a:lnTo>
                <a:lnTo>
                  <a:pt x="672" y="335"/>
                </a:lnTo>
                <a:lnTo>
                  <a:pt x="252" y="838"/>
                </a:lnTo>
                <a:lnTo>
                  <a:pt x="168" y="83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762120" y="4070160"/>
            <a:ext cx="1856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多くのステップに時間がかかる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8" name=""/>
          <p:cNvSpPr/>
          <p:nvPr/>
        </p:nvSpPr>
        <p:spPr>
          <a:xfrm>
            <a:off x="6362640" y="319068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0"/>
                </a:moveTo>
                <a:cubicBezTo>
                  <a:pt x="900" y="479"/>
                  <a:pt x="897" y="509"/>
                  <a:pt x="892" y="538"/>
                </a:cubicBezTo>
                <a:cubicBezTo>
                  <a:pt x="886" y="567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8"/>
                  <a:pt x="566" y="886"/>
                  <a:pt x="537" y="892"/>
                </a:cubicBezTo>
                <a:cubicBezTo>
                  <a:pt x="508" y="898"/>
                  <a:pt x="479" y="901"/>
                  <a:pt x="449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6"/>
                  <a:pt x="305" y="878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6"/>
                  <a:pt x="14" y="567"/>
                  <a:pt x="8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8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1" y="153"/>
                  <a:pt x="131" y="132"/>
                </a:cubicBezTo>
                <a:cubicBezTo>
                  <a:pt x="152" y="111"/>
                  <a:pt x="175" y="92"/>
                  <a:pt x="200" y="76"/>
                </a:cubicBezTo>
                <a:cubicBezTo>
                  <a:pt x="224" y="59"/>
                  <a:pt x="250" y="46"/>
                  <a:pt x="277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9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6"/>
                  <a:pt x="675" y="59"/>
                  <a:pt x="699" y="76"/>
                </a:cubicBezTo>
                <a:cubicBezTo>
                  <a:pt x="724" y="92"/>
                  <a:pt x="747" y="111"/>
                  <a:pt x="769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2" y="362"/>
                </a:cubicBezTo>
                <a:cubicBezTo>
                  <a:pt x="897" y="391"/>
                  <a:pt x="900" y="420"/>
                  <a:pt x="900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6724800" y="2856600"/>
            <a:ext cx="2191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の開発フロー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6472440" y="32644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1" name=""/>
          <p:cNvSpPr/>
          <p:nvPr/>
        </p:nvSpPr>
        <p:spPr>
          <a:xfrm>
            <a:off x="6362640" y="3705120"/>
            <a:ext cx="324000" cy="324000"/>
          </a:xfrm>
          <a:custGeom>
            <a:avLst/>
            <a:gdLst/>
            <a:ahLst/>
            <a:rect l="0" t="0" r="r" b="b"/>
            <a:pathLst>
              <a:path w="900" h="900">
                <a:moveTo>
                  <a:pt x="900" y="451"/>
                </a:moveTo>
                <a:cubicBezTo>
                  <a:pt x="900" y="480"/>
                  <a:pt x="897" y="509"/>
                  <a:pt x="892" y="538"/>
                </a:cubicBezTo>
                <a:cubicBezTo>
                  <a:pt x="886" y="567"/>
                  <a:pt x="877" y="595"/>
                  <a:pt x="866" y="623"/>
                </a:cubicBezTo>
                <a:cubicBezTo>
                  <a:pt x="855" y="650"/>
                  <a:pt x="841" y="676"/>
                  <a:pt x="824" y="700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7"/>
                  <a:pt x="566" y="886"/>
                  <a:pt x="537" y="892"/>
                </a:cubicBezTo>
                <a:cubicBezTo>
                  <a:pt x="508" y="897"/>
                  <a:pt x="479" y="900"/>
                  <a:pt x="449" y="900"/>
                </a:cubicBezTo>
                <a:cubicBezTo>
                  <a:pt x="420" y="900"/>
                  <a:pt x="391" y="897"/>
                  <a:pt x="362" y="892"/>
                </a:cubicBezTo>
                <a:cubicBezTo>
                  <a:pt x="333" y="886"/>
                  <a:pt x="305" y="877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0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5"/>
                  <a:pt x="14" y="567"/>
                  <a:pt x="8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8" y="363"/>
                </a:cubicBezTo>
                <a:cubicBezTo>
                  <a:pt x="14" y="334"/>
                  <a:pt x="23" y="306"/>
                  <a:pt x="34" y="278"/>
                </a:cubicBezTo>
                <a:cubicBezTo>
                  <a:pt x="45" y="251"/>
                  <a:pt x="59" y="225"/>
                  <a:pt x="75" y="201"/>
                </a:cubicBezTo>
                <a:cubicBezTo>
                  <a:pt x="92" y="176"/>
                  <a:pt x="111" y="153"/>
                  <a:pt x="131" y="133"/>
                </a:cubicBezTo>
                <a:cubicBezTo>
                  <a:pt x="152" y="112"/>
                  <a:pt x="175" y="93"/>
                  <a:pt x="200" y="77"/>
                </a:cubicBezTo>
                <a:cubicBezTo>
                  <a:pt x="224" y="60"/>
                  <a:pt x="250" y="45"/>
                  <a:pt x="277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8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5"/>
                  <a:pt x="675" y="60"/>
                  <a:pt x="699" y="77"/>
                </a:cubicBezTo>
                <a:cubicBezTo>
                  <a:pt x="724" y="93"/>
                  <a:pt x="747" y="112"/>
                  <a:pt x="769" y="133"/>
                </a:cubicBezTo>
                <a:cubicBezTo>
                  <a:pt x="789" y="153"/>
                  <a:pt x="808" y="176"/>
                  <a:pt x="824" y="201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7" y="306"/>
                  <a:pt x="886" y="334"/>
                  <a:pt x="892" y="363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6762600" y="3212640"/>
            <a:ext cx="991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要件定義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6472440" y="37882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4" name=""/>
          <p:cNvSpPr/>
          <p:nvPr/>
        </p:nvSpPr>
        <p:spPr>
          <a:xfrm>
            <a:off x="6362640" y="422892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0"/>
                  <a:pt x="897" y="510"/>
                  <a:pt x="892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8"/>
                  <a:pt x="566" y="886"/>
                  <a:pt x="537" y="892"/>
                </a:cubicBezTo>
                <a:cubicBezTo>
                  <a:pt x="508" y="898"/>
                  <a:pt x="479" y="901"/>
                  <a:pt x="449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6"/>
                  <a:pt x="305" y="878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6"/>
                  <a:pt x="14" y="568"/>
                  <a:pt x="8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8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1" y="153"/>
                  <a:pt x="131" y="132"/>
                </a:cubicBezTo>
                <a:cubicBezTo>
                  <a:pt x="152" y="111"/>
                  <a:pt x="175" y="92"/>
                  <a:pt x="200" y="76"/>
                </a:cubicBezTo>
                <a:cubicBezTo>
                  <a:pt x="224" y="59"/>
                  <a:pt x="250" y="46"/>
                  <a:pt x="277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9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6"/>
                  <a:pt x="675" y="59"/>
                  <a:pt x="699" y="76"/>
                </a:cubicBezTo>
                <a:cubicBezTo>
                  <a:pt x="724" y="92"/>
                  <a:pt x="747" y="111"/>
                  <a:pt x="769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2" y="362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6762600" y="3736440"/>
            <a:ext cx="965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に指示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6472440" y="43023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6762600" y="4250880"/>
            <a:ext cx="762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完成！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6362640" y="4774680"/>
            <a:ext cx="3874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時間のかかる作業を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が自律的に処理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3" name=""/>
          <p:cNvSpPr/>
          <p:nvPr/>
        </p:nvSpPr>
        <p:spPr>
          <a:xfrm>
            <a:off x="571320" y="16477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4" name=""/>
          <p:cNvSpPr/>
          <p:nvPr/>
        </p:nvSpPr>
        <p:spPr>
          <a:xfrm>
            <a:off x="630720" y="1087920"/>
            <a:ext cx="357840" cy="357840"/>
          </a:xfrm>
          <a:custGeom>
            <a:avLst/>
            <a:gdLst/>
            <a:ahLst/>
            <a:rect l="0" t="0" r="r" b="b"/>
            <a:pathLst>
              <a:path w="994" h="994">
                <a:moveTo>
                  <a:pt x="290" y="290"/>
                </a:moveTo>
                <a:cubicBezTo>
                  <a:pt x="298" y="281"/>
                  <a:pt x="302" y="272"/>
                  <a:pt x="302" y="261"/>
                </a:cubicBezTo>
                <a:cubicBezTo>
                  <a:pt x="302" y="250"/>
                  <a:pt x="298" y="240"/>
                  <a:pt x="290" y="232"/>
                </a:cubicBezTo>
                <a:cubicBezTo>
                  <a:pt x="281" y="224"/>
                  <a:pt x="272" y="219"/>
                  <a:pt x="261" y="219"/>
                </a:cubicBezTo>
                <a:cubicBezTo>
                  <a:pt x="250" y="219"/>
                  <a:pt x="240" y="224"/>
                  <a:pt x="232" y="232"/>
                </a:cubicBezTo>
                <a:cubicBezTo>
                  <a:pt x="224" y="240"/>
                  <a:pt x="219" y="250"/>
                  <a:pt x="219" y="261"/>
                </a:cubicBezTo>
                <a:cubicBezTo>
                  <a:pt x="219" y="272"/>
                  <a:pt x="224" y="281"/>
                  <a:pt x="232" y="290"/>
                </a:cubicBezTo>
                <a:cubicBezTo>
                  <a:pt x="240" y="298"/>
                  <a:pt x="250" y="302"/>
                  <a:pt x="261" y="302"/>
                </a:cubicBezTo>
                <a:cubicBezTo>
                  <a:pt x="272" y="302"/>
                  <a:pt x="281" y="298"/>
                  <a:pt x="290" y="290"/>
                </a:cubicBezTo>
                <a:moveTo>
                  <a:pt x="290" y="526"/>
                </a:moveTo>
                <a:cubicBezTo>
                  <a:pt x="298" y="518"/>
                  <a:pt x="302" y="508"/>
                  <a:pt x="302" y="497"/>
                </a:cubicBezTo>
                <a:cubicBezTo>
                  <a:pt x="302" y="486"/>
                  <a:pt x="298" y="477"/>
                  <a:pt x="290" y="469"/>
                </a:cubicBezTo>
                <a:cubicBezTo>
                  <a:pt x="281" y="460"/>
                  <a:pt x="272" y="456"/>
                  <a:pt x="261" y="456"/>
                </a:cubicBezTo>
                <a:cubicBezTo>
                  <a:pt x="250" y="456"/>
                  <a:pt x="240" y="460"/>
                  <a:pt x="232" y="469"/>
                </a:cubicBezTo>
                <a:cubicBezTo>
                  <a:pt x="224" y="477"/>
                  <a:pt x="219" y="486"/>
                  <a:pt x="219" y="497"/>
                </a:cubicBezTo>
                <a:cubicBezTo>
                  <a:pt x="219" y="508"/>
                  <a:pt x="224" y="518"/>
                  <a:pt x="232" y="526"/>
                </a:cubicBezTo>
                <a:cubicBezTo>
                  <a:pt x="240" y="535"/>
                  <a:pt x="250" y="539"/>
                  <a:pt x="261" y="539"/>
                </a:cubicBezTo>
                <a:cubicBezTo>
                  <a:pt x="272" y="539"/>
                  <a:pt x="281" y="535"/>
                  <a:pt x="290" y="526"/>
                </a:cubicBezTo>
                <a:moveTo>
                  <a:pt x="290" y="762"/>
                </a:moveTo>
                <a:cubicBezTo>
                  <a:pt x="298" y="754"/>
                  <a:pt x="302" y="744"/>
                  <a:pt x="302" y="733"/>
                </a:cubicBezTo>
                <a:cubicBezTo>
                  <a:pt x="302" y="722"/>
                  <a:pt x="298" y="712"/>
                  <a:pt x="290" y="704"/>
                </a:cubicBezTo>
                <a:cubicBezTo>
                  <a:pt x="281" y="696"/>
                  <a:pt x="272" y="692"/>
                  <a:pt x="261" y="692"/>
                </a:cubicBezTo>
                <a:cubicBezTo>
                  <a:pt x="250" y="692"/>
                  <a:pt x="240" y="696"/>
                  <a:pt x="232" y="704"/>
                </a:cubicBezTo>
                <a:cubicBezTo>
                  <a:pt x="224" y="712"/>
                  <a:pt x="219" y="722"/>
                  <a:pt x="219" y="733"/>
                </a:cubicBezTo>
                <a:cubicBezTo>
                  <a:pt x="219" y="744"/>
                  <a:pt x="224" y="754"/>
                  <a:pt x="232" y="762"/>
                </a:cubicBezTo>
                <a:cubicBezTo>
                  <a:pt x="240" y="770"/>
                  <a:pt x="250" y="774"/>
                  <a:pt x="261" y="774"/>
                </a:cubicBezTo>
                <a:cubicBezTo>
                  <a:pt x="272" y="774"/>
                  <a:pt x="281" y="770"/>
                  <a:pt x="290" y="762"/>
                </a:cubicBezTo>
                <a:moveTo>
                  <a:pt x="83" y="994"/>
                </a:moveTo>
                <a:cubicBezTo>
                  <a:pt x="61" y="994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lnTo>
                  <a:pt x="720" y="0"/>
                </a:lnTo>
                <a:lnTo>
                  <a:pt x="994" y="273"/>
                </a:ln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4"/>
                  <a:pt x="911" y="994"/>
                </a:cubicBezTo>
                <a:lnTo>
                  <a:pt x="83" y="994"/>
                </a:lnTo>
                <a:moveTo>
                  <a:pt x="83" y="911"/>
                </a:moveTo>
                <a:lnTo>
                  <a:pt x="911" y="911"/>
                </a:lnTo>
                <a:lnTo>
                  <a:pt x="911" y="319"/>
                </a:lnTo>
                <a:lnTo>
                  <a:pt x="674" y="319"/>
                </a:lnTo>
                <a:lnTo>
                  <a:pt x="674" y="83"/>
                </a:lnTo>
                <a:lnTo>
                  <a:pt x="83" y="83"/>
                </a:lnTo>
                <a:lnTo>
                  <a:pt x="83" y="91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75" name=""/>
          <p:cNvSpPr/>
          <p:nvPr/>
        </p:nvSpPr>
        <p:spPr>
          <a:xfrm>
            <a:off x="414360" y="1737000"/>
            <a:ext cx="3926160" cy="2204280"/>
          </a:xfrm>
          <a:custGeom>
            <a:avLst/>
            <a:gdLst/>
            <a:ahLst/>
            <a:rect l="0" t="0" r="r" b="b"/>
            <a:pathLst>
              <a:path w="10906" h="6123">
                <a:moveTo>
                  <a:pt x="436" y="678"/>
                </a:moveTo>
                <a:lnTo>
                  <a:pt x="436" y="5283"/>
                </a:lnTo>
                <a:cubicBezTo>
                  <a:pt x="436" y="5325"/>
                  <a:pt x="444" y="5365"/>
                  <a:pt x="460" y="5404"/>
                </a:cubicBezTo>
                <a:cubicBezTo>
                  <a:pt x="476" y="5443"/>
                  <a:pt x="499" y="5477"/>
                  <a:pt x="529" y="5507"/>
                </a:cubicBezTo>
                <a:cubicBezTo>
                  <a:pt x="559" y="5537"/>
                  <a:pt x="593" y="5560"/>
                  <a:pt x="632" y="5576"/>
                </a:cubicBezTo>
                <a:cubicBezTo>
                  <a:pt x="671" y="5592"/>
                  <a:pt x="711" y="5600"/>
                  <a:pt x="753" y="5600"/>
                </a:cubicBezTo>
                <a:lnTo>
                  <a:pt x="10147" y="5600"/>
                </a:lnTo>
                <a:cubicBezTo>
                  <a:pt x="10189" y="5600"/>
                  <a:pt x="10230" y="5592"/>
                  <a:pt x="10269" y="5576"/>
                </a:cubicBezTo>
                <a:cubicBezTo>
                  <a:pt x="10308" y="5560"/>
                  <a:pt x="10342" y="5537"/>
                  <a:pt x="10372" y="5507"/>
                </a:cubicBezTo>
                <a:cubicBezTo>
                  <a:pt x="10401" y="5477"/>
                  <a:pt x="10424" y="5443"/>
                  <a:pt x="10441" y="5404"/>
                </a:cubicBezTo>
                <a:cubicBezTo>
                  <a:pt x="10457" y="5365"/>
                  <a:pt x="10465" y="5325"/>
                  <a:pt x="10465" y="5283"/>
                </a:cubicBezTo>
                <a:lnTo>
                  <a:pt x="10465" y="678"/>
                </a:lnTo>
                <a:cubicBezTo>
                  <a:pt x="10465" y="636"/>
                  <a:pt x="10457" y="595"/>
                  <a:pt x="10441" y="556"/>
                </a:cubicBezTo>
                <a:cubicBezTo>
                  <a:pt x="10424" y="517"/>
                  <a:pt x="10401" y="483"/>
                  <a:pt x="10372" y="453"/>
                </a:cubicBezTo>
                <a:cubicBezTo>
                  <a:pt x="10342" y="424"/>
                  <a:pt x="10308" y="401"/>
                  <a:pt x="10269" y="385"/>
                </a:cubicBezTo>
                <a:cubicBezTo>
                  <a:pt x="10230" y="368"/>
                  <a:pt x="10189" y="360"/>
                  <a:pt x="10147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5"/>
                </a:cubicBezTo>
                <a:cubicBezTo>
                  <a:pt x="593" y="401"/>
                  <a:pt x="559" y="424"/>
                  <a:pt x="529" y="453"/>
                </a:cubicBezTo>
                <a:cubicBezTo>
                  <a:pt x="499" y="483"/>
                  <a:pt x="476" y="517"/>
                  <a:pt x="460" y="556"/>
                </a:cubicBezTo>
                <a:cubicBezTo>
                  <a:pt x="444" y="595"/>
                  <a:pt x="436" y="636"/>
                  <a:pt x="436" y="678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76" name=""/>
          <p:cNvSpPr/>
          <p:nvPr/>
        </p:nvSpPr>
        <p:spPr>
          <a:xfrm>
            <a:off x="58068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7" name=""/>
          <p:cNvSpPr/>
          <p:nvPr/>
        </p:nvSpPr>
        <p:spPr>
          <a:xfrm>
            <a:off x="58068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8" name=""/>
          <p:cNvSpPr/>
          <p:nvPr/>
        </p:nvSpPr>
        <p:spPr>
          <a:xfrm>
            <a:off x="2092320" y="2070000"/>
            <a:ext cx="559080" cy="482760"/>
          </a:xfrm>
          <a:custGeom>
            <a:avLst/>
            <a:gdLst/>
            <a:ahLst/>
            <a:rect l="0" t="0" r="r" b="b"/>
            <a:pathLst>
              <a:path w="1553" h="1341">
                <a:moveTo>
                  <a:pt x="188" y="890"/>
                </a:moveTo>
                <a:cubicBezTo>
                  <a:pt x="135" y="890"/>
                  <a:pt x="91" y="871"/>
                  <a:pt x="54" y="835"/>
                </a:cubicBezTo>
                <a:cubicBezTo>
                  <a:pt x="18" y="798"/>
                  <a:pt x="0" y="753"/>
                  <a:pt x="0" y="701"/>
                </a:cubicBezTo>
                <a:cubicBezTo>
                  <a:pt x="0" y="649"/>
                  <a:pt x="18" y="604"/>
                  <a:pt x="55" y="567"/>
                </a:cubicBezTo>
                <a:cubicBezTo>
                  <a:pt x="91" y="531"/>
                  <a:pt x="136" y="512"/>
                  <a:pt x="188" y="512"/>
                </a:cubicBezTo>
                <a:lnTo>
                  <a:pt x="188" y="295"/>
                </a:lnTo>
                <a:cubicBezTo>
                  <a:pt x="188" y="266"/>
                  <a:pt x="199" y="241"/>
                  <a:pt x="220" y="220"/>
                </a:cubicBezTo>
                <a:cubicBezTo>
                  <a:pt x="241" y="199"/>
                  <a:pt x="266" y="189"/>
                  <a:pt x="294" y="189"/>
                </a:cubicBezTo>
                <a:lnTo>
                  <a:pt x="587" y="189"/>
                </a:lnTo>
                <a:cubicBezTo>
                  <a:pt x="587" y="136"/>
                  <a:pt x="605" y="91"/>
                  <a:pt x="642" y="54"/>
                </a:cubicBezTo>
                <a:cubicBezTo>
                  <a:pt x="678" y="18"/>
                  <a:pt x="723" y="0"/>
                  <a:pt x="776" y="0"/>
                </a:cubicBezTo>
                <a:cubicBezTo>
                  <a:pt x="829" y="0"/>
                  <a:pt x="873" y="18"/>
                  <a:pt x="910" y="55"/>
                </a:cubicBezTo>
                <a:cubicBezTo>
                  <a:pt x="946" y="92"/>
                  <a:pt x="964" y="136"/>
                  <a:pt x="964" y="189"/>
                </a:cubicBezTo>
                <a:lnTo>
                  <a:pt x="1258" y="189"/>
                </a:lnTo>
                <a:cubicBezTo>
                  <a:pt x="1286" y="189"/>
                  <a:pt x="1311" y="199"/>
                  <a:pt x="1332" y="220"/>
                </a:cubicBezTo>
                <a:cubicBezTo>
                  <a:pt x="1353" y="241"/>
                  <a:pt x="1364" y="266"/>
                  <a:pt x="1364" y="295"/>
                </a:cubicBezTo>
                <a:lnTo>
                  <a:pt x="1364" y="512"/>
                </a:lnTo>
                <a:cubicBezTo>
                  <a:pt x="1417" y="512"/>
                  <a:pt x="1462" y="531"/>
                  <a:pt x="1498" y="567"/>
                </a:cubicBezTo>
                <a:cubicBezTo>
                  <a:pt x="1535" y="604"/>
                  <a:pt x="1553" y="649"/>
                  <a:pt x="1553" y="701"/>
                </a:cubicBezTo>
                <a:cubicBezTo>
                  <a:pt x="1553" y="753"/>
                  <a:pt x="1534" y="798"/>
                  <a:pt x="1498" y="835"/>
                </a:cubicBezTo>
                <a:cubicBezTo>
                  <a:pt x="1461" y="871"/>
                  <a:pt x="1416" y="890"/>
                  <a:pt x="1364" y="890"/>
                </a:cubicBezTo>
                <a:lnTo>
                  <a:pt x="1364" y="1235"/>
                </a:lnTo>
                <a:cubicBezTo>
                  <a:pt x="1364" y="1264"/>
                  <a:pt x="1353" y="1288"/>
                  <a:pt x="1332" y="1310"/>
                </a:cubicBezTo>
                <a:cubicBezTo>
                  <a:pt x="1311" y="1331"/>
                  <a:pt x="1286" y="1341"/>
                  <a:pt x="1258" y="1341"/>
                </a:cubicBezTo>
                <a:lnTo>
                  <a:pt x="294" y="1341"/>
                </a:lnTo>
                <a:cubicBezTo>
                  <a:pt x="266" y="1341"/>
                  <a:pt x="241" y="1331"/>
                  <a:pt x="220" y="1310"/>
                </a:cubicBezTo>
                <a:cubicBezTo>
                  <a:pt x="199" y="1288"/>
                  <a:pt x="188" y="1264"/>
                  <a:pt x="188" y="1235"/>
                </a:cubicBezTo>
                <a:lnTo>
                  <a:pt x="188" y="890"/>
                </a:lnTo>
                <a:moveTo>
                  <a:pt x="584" y="693"/>
                </a:moveTo>
                <a:cubicBezTo>
                  <a:pt x="598" y="679"/>
                  <a:pt x="605" y="662"/>
                  <a:pt x="605" y="642"/>
                </a:cubicBezTo>
                <a:cubicBezTo>
                  <a:pt x="605" y="623"/>
                  <a:pt x="598" y="606"/>
                  <a:pt x="584" y="593"/>
                </a:cubicBezTo>
                <a:cubicBezTo>
                  <a:pt x="570" y="579"/>
                  <a:pt x="553" y="572"/>
                  <a:pt x="534" y="572"/>
                </a:cubicBezTo>
                <a:cubicBezTo>
                  <a:pt x="514" y="572"/>
                  <a:pt x="497" y="579"/>
                  <a:pt x="484" y="593"/>
                </a:cubicBezTo>
                <a:cubicBezTo>
                  <a:pt x="470" y="607"/>
                  <a:pt x="463" y="624"/>
                  <a:pt x="463" y="643"/>
                </a:cubicBezTo>
                <a:cubicBezTo>
                  <a:pt x="463" y="663"/>
                  <a:pt x="470" y="680"/>
                  <a:pt x="484" y="693"/>
                </a:cubicBezTo>
                <a:cubicBezTo>
                  <a:pt x="498" y="707"/>
                  <a:pt x="515" y="713"/>
                  <a:pt x="534" y="713"/>
                </a:cubicBezTo>
                <a:cubicBezTo>
                  <a:pt x="554" y="713"/>
                  <a:pt x="571" y="706"/>
                  <a:pt x="584" y="693"/>
                </a:cubicBezTo>
                <a:moveTo>
                  <a:pt x="1068" y="693"/>
                </a:moveTo>
                <a:cubicBezTo>
                  <a:pt x="1081" y="679"/>
                  <a:pt x="1088" y="662"/>
                  <a:pt x="1088" y="642"/>
                </a:cubicBezTo>
                <a:cubicBezTo>
                  <a:pt x="1088" y="623"/>
                  <a:pt x="1081" y="606"/>
                  <a:pt x="1067" y="593"/>
                </a:cubicBezTo>
                <a:cubicBezTo>
                  <a:pt x="1053" y="579"/>
                  <a:pt x="1037" y="572"/>
                  <a:pt x="1017" y="572"/>
                </a:cubicBezTo>
                <a:cubicBezTo>
                  <a:pt x="997" y="572"/>
                  <a:pt x="981" y="579"/>
                  <a:pt x="967" y="593"/>
                </a:cubicBezTo>
                <a:cubicBezTo>
                  <a:pt x="953" y="607"/>
                  <a:pt x="947" y="624"/>
                  <a:pt x="947" y="643"/>
                </a:cubicBezTo>
                <a:cubicBezTo>
                  <a:pt x="947" y="663"/>
                  <a:pt x="954" y="680"/>
                  <a:pt x="967" y="693"/>
                </a:cubicBezTo>
                <a:cubicBezTo>
                  <a:pt x="981" y="707"/>
                  <a:pt x="998" y="713"/>
                  <a:pt x="1018" y="713"/>
                </a:cubicBezTo>
                <a:cubicBezTo>
                  <a:pt x="1037" y="713"/>
                  <a:pt x="1054" y="706"/>
                  <a:pt x="1068" y="693"/>
                </a:cubicBezTo>
                <a:moveTo>
                  <a:pt x="479" y="1050"/>
                </a:moveTo>
                <a:lnTo>
                  <a:pt x="1072" y="1050"/>
                </a:lnTo>
                <a:lnTo>
                  <a:pt x="1072" y="944"/>
                </a:lnTo>
                <a:lnTo>
                  <a:pt x="479" y="944"/>
                </a:lnTo>
                <a:lnTo>
                  <a:pt x="479" y="1050"/>
                </a:lnTo>
                <a:moveTo>
                  <a:pt x="294" y="1235"/>
                </a:moveTo>
                <a:lnTo>
                  <a:pt x="1258" y="1235"/>
                </a:lnTo>
                <a:lnTo>
                  <a:pt x="1258" y="295"/>
                </a:lnTo>
                <a:lnTo>
                  <a:pt x="294" y="295"/>
                </a:lnTo>
                <a:lnTo>
                  <a:pt x="294" y="123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047600" y="1177560"/>
            <a:ext cx="42750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の強み まとめ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1462680" y="278388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自律エージェント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1" name=""/>
          <p:cNvSpPr/>
          <p:nvPr/>
        </p:nvSpPr>
        <p:spPr>
          <a:xfrm>
            <a:off x="4136040" y="1737000"/>
            <a:ext cx="3920040" cy="2204280"/>
          </a:xfrm>
          <a:custGeom>
            <a:avLst/>
            <a:gdLst/>
            <a:ahLst/>
            <a:rect l="0" t="0" r="r" b="b"/>
            <a:pathLst>
              <a:path w="10889" h="6123">
                <a:moveTo>
                  <a:pt x="443" y="678"/>
                </a:moveTo>
                <a:lnTo>
                  <a:pt x="443" y="5283"/>
                </a:lnTo>
                <a:cubicBezTo>
                  <a:pt x="443" y="5325"/>
                  <a:pt x="451" y="5365"/>
                  <a:pt x="467" y="5404"/>
                </a:cubicBezTo>
                <a:cubicBezTo>
                  <a:pt x="483" y="5443"/>
                  <a:pt x="506" y="5477"/>
                  <a:pt x="536" y="5507"/>
                </a:cubicBezTo>
                <a:cubicBezTo>
                  <a:pt x="566" y="5537"/>
                  <a:pt x="600" y="5560"/>
                  <a:pt x="639" y="5576"/>
                </a:cubicBezTo>
                <a:cubicBezTo>
                  <a:pt x="678" y="5592"/>
                  <a:pt x="719" y="5600"/>
                  <a:pt x="761" y="5600"/>
                </a:cubicBezTo>
                <a:lnTo>
                  <a:pt x="10128" y="5600"/>
                </a:lnTo>
                <a:cubicBezTo>
                  <a:pt x="10170" y="5600"/>
                  <a:pt x="10211" y="5592"/>
                  <a:pt x="10249" y="5576"/>
                </a:cubicBezTo>
                <a:cubicBezTo>
                  <a:pt x="10288" y="5560"/>
                  <a:pt x="10323" y="5537"/>
                  <a:pt x="10352" y="5507"/>
                </a:cubicBezTo>
                <a:cubicBezTo>
                  <a:pt x="10382" y="5477"/>
                  <a:pt x="10405" y="5443"/>
                  <a:pt x="10421" y="5404"/>
                </a:cubicBezTo>
                <a:cubicBezTo>
                  <a:pt x="10437" y="5365"/>
                  <a:pt x="10445" y="5325"/>
                  <a:pt x="10445" y="5283"/>
                </a:cubicBezTo>
                <a:lnTo>
                  <a:pt x="10445" y="678"/>
                </a:lnTo>
                <a:cubicBezTo>
                  <a:pt x="10445" y="636"/>
                  <a:pt x="10437" y="595"/>
                  <a:pt x="10421" y="556"/>
                </a:cubicBezTo>
                <a:cubicBezTo>
                  <a:pt x="10405" y="517"/>
                  <a:pt x="10382" y="483"/>
                  <a:pt x="10352" y="453"/>
                </a:cubicBezTo>
                <a:cubicBezTo>
                  <a:pt x="10323" y="424"/>
                  <a:pt x="10288" y="401"/>
                  <a:pt x="10249" y="385"/>
                </a:cubicBezTo>
                <a:cubicBezTo>
                  <a:pt x="10211" y="368"/>
                  <a:pt x="10170" y="360"/>
                  <a:pt x="10128" y="360"/>
                </a:cubicBezTo>
                <a:lnTo>
                  <a:pt x="761" y="360"/>
                </a:lnTo>
                <a:cubicBezTo>
                  <a:pt x="719" y="360"/>
                  <a:pt x="678" y="368"/>
                  <a:pt x="639" y="385"/>
                </a:cubicBezTo>
                <a:cubicBezTo>
                  <a:pt x="600" y="401"/>
                  <a:pt x="566" y="424"/>
                  <a:pt x="536" y="453"/>
                </a:cubicBezTo>
                <a:cubicBezTo>
                  <a:pt x="506" y="483"/>
                  <a:pt x="483" y="517"/>
                  <a:pt x="467" y="556"/>
                </a:cubicBezTo>
                <a:cubicBezTo>
                  <a:pt x="451" y="595"/>
                  <a:pt x="443" y="636"/>
                  <a:pt x="443" y="678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82" name=""/>
          <p:cNvSpPr/>
          <p:nvPr/>
        </p:nvSpPr>
        <p:spPr>
          <a:xfrm>
            <a:off x="4305240" y="187632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4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3" name=""/>
          <p:cNvSpPr/>
          <p:nvPr/>
        </p:nvSpPr>
        <p:spPr>
          <a:xfrm>
            <a:off x="4305240" y="187632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4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4" name=""/>
          <p:cNvSpPr/>
          <p:nvPr/>
        </p:nvSpPr>
        <p:spPr>
          <a:xfrm>
            <a:off x="5867280" y="209520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106" y="1272"/>
                </a:moveTo>
                <a:cubicBezTo>
                  <a:pt x="77" y="1272"/>
                  <a:pt x="53" y="1262"/>
                  <a:pt x="32" y="1241"/>
                </a:cubicBezTo>
                <a:cubicBezTo>
                  <a:pt x="10" y="1219"/>
                  <a:pt x="0" y="1195"/>
                  <a:pt x="0" y="1166"/>
                </a:cubicBezTo>
                <a:lnTo>
                  <a:pt x="0" y="106"/>
                </a:lnTo>
                <a:cubicBezTo>
                  <a:pt x="0" y="78"/>
                  <a:pt x="10" y="53"/>
                  <a:pt x="32" y="32"/>
                </a:cubicBezTo>
                <a:cubicBezTo>
                  <a:pt x="53" y="11"/>
                  <a:pt x="77" y="0"/>
                  <a:pt x="106" y="0"/>
                </a:cubicBezTo>
                <a:lnTo>
                  <a:pt x="1166" y="0"/>
                </a:lnTo>
                <a:cubicBezTo>
                  <a:pt x="1194" y="0"/>
                  <a:pt x="1219" y="11"/>
                  <a:pt x="1240" y="32"/>
                </a:cubicBezTo>
                <a:cubicBezTo>
                  <a:pt x="1261" y="53"/>
                  <a:pt x="1272" y="78"/>
                  <a:pt x="1272" y="106"/>
                </a:cubicBezTo>
                <a:lnTo>
                  <a:pt x="1272" y="1166"/>
                </a:lnTo>
                <a:cubicBezTo>
                  <a:pt x="1272" y="1195"/>
                  <a:pt x="1261" y="1219"/>
                  <a:pt x="1240" y="1241"/>
                </a:cubicBezTo>
                <a:cubicBezTo>
                  <a:pt x="1219" y="1262"/>
                  <a:pt x="1194" y="1272"/>
                  <a:pt x="1166" y="1272"/>
                </a:cubicBezTo>
                <a:lnTo>
                  <a:pt x="106" y="1272"/>
                </a:lnTo>
                <a:moveTo>
                  <a:pt x="106" y="1166"/>
                </a:moveTo>
                <a:lnTo>
                  <a:pt x="1166" y="1166"/>
                </a:lnTo>
                <a:lnTo>
                  <a:pt x="1166" y="106"/>
                </a:lnTo>
                <a:lnTo>
                  <a:pt x="106" y="106"/>
                </a:lnTo>
                <a:lnTo>
                  <a:pt x="106" y="1166"/>
                </a:lnTo>
                <a:moveTo>
                  <a:pt x="204" y="995"/>
                </a:moveTo>
                <a:lnTo>
                  <a:pt x="1068" y="995"/>
                </a:lnTo>
                <a:lnTo>
                  <a:pt x="809" y="649"/>
                </a:lnTo>
                <a:lnTo>
                  <a:pt x="576" y="951"/>
                </a:lnTo>
                <a:lnTo>
                  <a:pt x="411" y="726"/>
                </a:lnTo>
                <a:lnTo>
                  <a:pt x="204" y="995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1841400" y="3279600"/>
            <a:ext cx="8816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計画‧実行‧検証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5638680" y="278388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画像生成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7" name=""/>
          <p:cNvSpPr/>
          <p:nvPr/>
        </p:nvSpPr>
        <p:spPr>
          <a:xfrm>
            <a:off x="7851600" y="1737000"/>
            <a:ext cx="3926160" cy="2204280"/>
          </a:xfrm>
          <a:custGeom>
            <a:avLst/>
            <a:gdLst/>
            <a:ahLst/>
            <a:rect l="0" t="0" r="r" b="b"/>
            <a:pathLst>
              <a:path w="10906" h="6123">
                <a:moveTo>
                  <a:pt x="441" y="678"/>
                </a:moveTo>
                <a:lnTo>
                  <a:pt x="441" y="5283"/>
                </a:lnTo>
                <a:cubicBezTo>
                  <a:pt x="441" y="5325"/>
                  <a:pt x="449" y="5365"/>
                  <a:pt x="465" y="5404"/>
                </a:cubicBezTo>
                <a:cubicBezTo>
                  <a:pt x="481" y="5443"/>
                  <a:pt x="504" y="5477"/>
                  <a:pt x="534" y="5507"/>
                </a:cubicBezTo>
                <a:cubicBezTo>
                  <a:pt x="564" y="5537"/>
                  <a:pt x="598" y="5560"/>
                  <a:pt x="637" y="5576"/>
                </a:cubicBezTo>
                <a:cubicBezTo>
                  <a:pt x="676" y="5592"/>
                  <a:pt x="716" y="5600"/>
                  <a:pt x="758" y="5600"/>
                </a:cubicBezTo>
                <a:lnTo>
                  <a:pt x="10152" y="5600"/>
                </a:lnTo>
                <a:cubicBezTo>
                  <a:pt x="10194" y="5600"/>
                  <a:pt x="10235" y="5592"/>
                  <a:pt x="10274" y="5576"/>
                </a:cubicBezTo>
                <a:cubicBezTo>
                  <a:pt x="10313" y="5560"/>
                  <a:pt x="10347" y="5537"/>
                  <a:pt x="10377" y="5507"/>
                </a:cubicBezTo>
                <a:cubicBezTo>
                  <a:pt x="10406" y="5477"/>
                  <a:pt x="10429" y="5443"/>
                  <a:pt x="10445" y="5404"/>
                </a:cubicBezTo>
                <a:cubicBezTo>
                  <a:pt x="10462" y="5365"/>
                  <a:pt x="10470" y="5325"/>
                  <a:pt x="10470" y="5283"/>
                </a:cubicBezTo>
                <a:lnTo>
                  <a:pt x="10470" y="678"/>
                </a:lnTo>
                <a:cubicBezTo>
                  <a:pt x="10470" y="636"/>
                  <a:pt x="10462" y="595"/>
                  <a:pt x="10445" y="556"/>
                </a:cubicBezTo>
                <a:cubicBezTo>
                  <a:pt x="10429" y="517"/>
                  <a:pt x="10406" y="483"/>
                  <a:pt x="10377" y="453"/>
                </a:cubicBezTo>
                <a:cubicBezTo>
                  <a:pt x="10347" y="424"/>
                  <a:pt x="10313" y="401"/>
                  <a:pt x="10274" y="385"/>
                </a:cubicBezTo>
                <a:cubicBezTo>
                  <a:pt x="10235" y="368"/>
                  <a:pt x="10194" y="360"/>
                  <a:pt x="10152" y="360"/>
                </a:cubicBezTo>
                <a:lnTo>
                  <a:pt x="758" y="360"/>
                </a:lnTo>
                <a:cubicBezTo>
                  <a:pt x="716" y="360"/>
                  <a:pt x="676" y="368"/>
                  <a:pt x="637" y="385"/>
                </a:cubicBezTo>
                <a:cubicBezTo>
                  <a:pt x="598" y="401"/>
                  <a:pt x="564" y="424"/>
                  <a:pt x="534" y="453"/>
                </a:cubicBezTo>
                <a:cubicBezTo>
                  <a:pt x="504" y="483"/>
                  <a:pt x="481" y="517"/>
                  <a:pt x="465" y="556"/>
                </a:cubicBezTo>
                <a:cubicBezTo>
                  <a:pt x="449" y="595"/>
                  <a:pt x="441" y="636"/>
                  <a:pt x="441" y="678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88" name=""/>
          <p:cNvSpPr/>
          <p:nvPr/>
        </p:nvSpPr>
        <p:spPr>
          <a:xfrm>
            <a:off x="801972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9" name=""/>
          <p:cNvSpPr/>
          <p:nvPr/>
        </p:nvSpPr>
        <p:spPr>
          <a:xfrm>
            <a:off x="801972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0" name=""/>
          <p:cNvSpPr/>
          <p:nvPr/>
        </p:nvSpPr>
        <p:spPr>
          <a:xfrm>
            <a:off x="9591480" y="209520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124" y="1272"/>
                </a:moveTo>
                <a:cubicBezTo>
                  <a:pt x="108" y="1272"/>
                  <a:pt x="96" y="1267"/>
                  <a:pt x="86" y="1257"/>
                </a:cubicBezTo>
                <a:cubicBezTo>
                  <a:pt x="76" y="1247"/>
                  <a:pt x="71" y="1235"/>
                  <a:pt x="71" y="1219"/>
                </a:cubicBezTo>
                <a:lnTo>
                  <a:pt x="71" y="1131"/>
                </a:lnTo>
                <a:lnTo>
                  <a:pt x="0" y="1131"/>
                </a:lnTo>
                <a:lnTo>
                  <a:pt x="0" y="867"/>
                </a:lnTo>
                <a:cubicBezTo>
                  <a:pt x="0" y="851"/>
                  <a:pt x="5" y="838"/>
                  <a:pt x="15" y="828"/>
                </a:cubicBezTo>
                <a:cubicBezTo>
                  <a:pt x="25" y="818"/>
                  <a:pt x="38" y="813"/>
                  <a:pt x="53" y="813"/>
                </a:cubicBezTo>
                <a:lnTo>
                  <a:pt x="141" y="813"/>
                </a:lnTo>
                <a:lnTo>
                  <a:pt x="141" y="266"/>
                </a:lnTo>
                <a:cubicBezTo>
                  <a:pt x="141" y="190"/>
                  <a:pt x="169" y="127"/>
                  <a:pt x="224" y="76"/>
                </a:cubicBezTo>
                <a:cubicBezTo>
                  <a:pt x="279" y="26"/>
                  <a:pt x="347" y="0"/>
                  <a:pt x="424" y="0"/>
                </a:cubicBezTo>
                <a:cubicBezTo>
                  <a:pt x="498" y="0"/>
                  <a:pt x="561" y="26"/>
                  <a:pt x="612" y="77"/>
                </a:cubicBezTo>
                <a:cubicBezTo>
                  <a:pt x="663" y="128"/>
                  <a:pt x="689" y="191"/>
                  <a:pt x="689" y="266"/>
                </a:cubicBezTo>
                <a:lnTo>
                  <a:pt x="689" y="1008"/>
                </a:lnTo>
                <a:cubicBezTo>
                  <a:pt x="689" y="1052"/>
                  <a:pt x="704" y="1090"/>
                  <a:pt x="735" y="1121"/>
                </a:cubicBezTo>
                <a:cubicBezTo>
                  <a:pt x="765" y="1151"/>
                  <a:pt x="803" y="1166"/>
                  <a:pt x="848" y="1166"/>
                </a:cubicBezTo>
                <a:cubicBezTo>
                  <a:pt x="896" y="1166"/>
                  <a:pt x="937" y="1152"/>
                  <a:pt x="973" y="1122"/>
                </a:cubicBezTo>
                <a:cubicBezTo>
                  <a:pt x="1008" y="1092"/>
                  <a:pt x="1025" y="1054"/>
                  <a:pt x="1025" y="1008"/>
                </a:cubicBezTo>
                <a:lnTo>
                  <a:pt x="1025" y="460"/>
                </a:lnTo>
                <a:lnTo>
                  <a:pt x="936" y="460"/>
                </a:lnTo>
                <a:cubicBezTo>
                  <a:pt x="921" y="460"/>
                  <a:pt x="908" y="455"/>
                  <a:pt x="898" y="445"/>
                </a:cubicBezTo>
                <a:cubicBezTo>
                  <a:pt x="888" y="435"/>
                  <a:pt x="883" y="422"/>
                  <a:pt x="883" y="407"/>
                </a:cubicBezTo>
                <a:lnTo>
                  <a:pt x="883" y="141"/>
                </a:lnTo>
                <a:lnTo>
                  <a:pt x="954" y="141"/>
                </a:lnTo>
                <a:lnTo>
                  <a:pt x="954" y="53"/>
                </a:lnTo>
                <a:cubicBezTo>
                  <a:pt x="954" y="38"/>
                  <a:pt x="960" y="25"/>
                  <a:pt x="970" y="15"/>
                </a:cubicBezTo>
                <a:cubicBezTo>
                  <a:pt x="980" y="5"/>
                  <a:pt x="992" y="0"/>
                  <a:pt x="1007" y="0"/>
                </a:cubicBezTo>
                <a:lnTo>
                  <a:pt x="1149" y="0"/>
                </a:lnTo>
                <a:cubicBezTo>
                  <a:pt x="1164" y="0"/>
                  <a:pt x="1176" y="5"/>
                  <a:pt x="1186" y="15"/>
                </a:cubicBezTo>
                <a:cubicBezTo>
                  <a:pt x="1196" y="25"/>
                  <a:pt x="1201" y="38"/>
                  <a:pt x="1201" y="53"/>
                </a:cubicBezTo>
                <a:lnTo>
                  <a:pt x="1201" y="141"/>
                </a:lnTo>
                <a:lnTo>
                  <a:pt x="1272" y="141"/>
                </a:lnTo>
                <a:lnTo>
                  <a:pt x="1272" y="407"/>
                </a:lnTo>
                <a:cubicBezTo>
                  <a:pt x="1272" y="422"/>
                  <a:pt x="1267" y="435"/>
                  <a:pt x="1257" y="445"/>
                </a:cubicBezTo>
                <a:cubicBezTo>
                  <a:pt x="1247" y="455"/>
                  <a:pt x="1234" y="460"/>
                  <a:pt x="1219" y="460"/>
                </a:cubicBezTo>
                <a:lnTo>
                  <a:pt x="1131" y="460"/>
                </a:lnTo>
                <a:lnTo>
                  <a:pt x="1131" y="1008"/>
                </a:lnTo>
                <a:cubicBezTo>
                  <a:pt x="1131" y="1083"/>
                  <a:pt x="1103" y="1146"/>
                  <a:pt x="1048" y="1196"/>
                </a:cubicBezTo>
                <a:cubicBezTo>
                  <a:pt x="993" y="1247"/>
                  <a:pt x="925" y="1272"/>
                  <a:pt x="848" y="1272"/>
                </a:cubicBezTo>
                <a:cubicBezTo>
                  <a:pt x="774" y="1272"/>
                  <a:pt x="711" y="1247"/>
                  <a:pt x="660" y="1196"/>
                </a:cubicBezTo>
                <a:cubicBezTo>
                  <a:pt x="609" y="1144"/>
                  <a:pt x="583" y="1082"/>
                  <a:pt x="583" y="1008"/>
                </a:cubicBezTo>
                <a:lnTo>
                  <a:pt x="583" y="266"/>
                </a:lnTo>
                <a:cubicBezTo>
                  <a:pt x="583" y="221"/>
                  <a:pt x="568" y="183"/>
                  <a:pt x="537" y="152"/>
                </a:cubicBezTo>
                <a:cubicBezTo>
                  <a:pt x="507" y="121"/>
                  <a:pt x="469" y="106"/>
                  <a:pt x="424" y="106"/>
                </a:cubicBezTo>
                <a:cubicBezTo>
                  <a:pt x="376" y="106"/>
                  <a:pt x="335" y="121"/>
                  <a:pt x="299" y="151"/>
                </a:cubicBezTo>
                <a:cubicBezTo>
                  <a:pt x="264" y="181"/>
                  <a:pt x="247" y="220"/>
                  <a:pt x="247" y="266"/>
                </a:cubicBezTo>
                <a:lnTo>
                  <a:pt x="247" y="813"/>
                </a:lnTo>
                <a:lnTo>
                  <a:pt x="336" y="813"/>
                </a:lnTo>
                <a:cubicBezTo>
                  <a:pt x="351" y="813"/>
                  <a:pt x="364" y="818"/>
                  <a:pt x="374" y="828"/>
                </a:cubicBezTo>
                <a:cubicBezTo>
                  <a:pt x="384" y="838"/>
                  <a:pt x="389" y="851"/>
                  <a:pt x="389" y="867"/>
                </a:cubicBezTo>
                <a:lnTo>
                  <a:pt x="389" y="1131"/>
                </a:lnTo>
                <a:lnTo>
                  <a:pt x="318" y="1131"/>
                </a:lnTo>
                <a:lnTo>
                  <a:pt x="318" y="1219"/>
                </a:lnTo>
                <a:cubicBezTo>
                  <a:pt x="318" y="1235"/>
                  <a:pt x="313" y="1247"/>
                  <a:pt x="303" y="1257"/>
                </a:cubicBezTo>
                <a:cubicBezTo>
                  <a:pt x="293" y="1267"/>
                  <a:pt x="280" y="1272"/>
                  <a:pt x="265" y="1272"/>
                </a:cubicBezTo>
                <a:lnTo>
                  <a:pt x="124" y="1272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5676480" y="3279600"/>
            <a:ext cx="81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9474120" y="278388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拡張性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3" name=""/>
          <p:cNvSpPr/>
          <p:nvPr/>
        </p:nvSpPr>
        <p:spPr>
          <a:xfrm>
            <a:off x="414360" y="3776400"/>
            <a:ext cx="3926160" cy="2201040"/>
          </a:xfrm>
          <a:custGeom>
            <a:avLst/>
            <a:gdLst/>
            <a:ahLst/>
            <a:rect l="0" t="0" r="r" b="b"/>
            <a:pathLst>
              <a:path w="10906" h="6114">
                <a:moveTo>
                  <a:pt x="436" y="675"/>
                </a:moveTo>
                <a:lnTo>
                  <a:pt x="436" y="5280"/>
                </a:lnTo>
                <a:cubicBezTo>
                  <a:pt x="436" y="5322"/>
                  <a:pt x="444" y="5362"/>
                  <a:pt x="460" y="5401"/>
                </a:cubicBezTo>
                <a:cubicBezTo>
                  <a:pt x="476" y="5440"/>
                  <a:pt x="499" y="5474"/>
                  <a:pt x="529" y="5504"/>
                </a:cubicBezTo>
                <a:cubicBezTo>
                  <a:pt x="559" y="5534"/>
                  <a:pt x="593" y="5557"/>
                  <a:pt x="632" y="5573"/>
                </a:cubicBezTo>
                <a:cubicBezTo>
                  <a:pt x="671" y="5589"/>
                  <a:pt x="711" y="5597"/>
                  <a:pt x="753" y="5597"/>
                </a:cubicBezTo>
                <a:lnTo>
                  <a:pt x="10147" y="5597"/>
                </a:lnTo>
                <a:cubicBezTo>
                  <a:pt x="10189" y="5597"/>
                  <a:pt x="10230" y="5589"/>
                  <a:pt x="10269" y="5573"/>
                </a:cubicBezTo>
                <a:cubicBezTo>
                  <a:pt x="10308" y="5557"/>
                  <a:pt x="10342" y="5534"/>
                  <a:pt x="10372" y="5504"/>
                </a:cubicBezTo>
                <a:cubicBezTo>
                  <a:pt x="10401" y="5474"/>
                  <a:pt x="10424" y="5440"/>
                  <a:pt x="10441" y="5401"/>
                </a:cubicBezTo>
                <a:cubicBezTo>
                  <a:pt x="10457" y="5362"/>
                  <a:pt x="10465" y="5322"/>
                  <a:pt x="10465" y="5280"/>
                </a:cubicBezTo>
                <a:lnTo>
                  <a:pt x="10465" y="675"/>
                </a:lnTo>
                <a:cubicBezTo>
                  <a:pt x="10465" y="633"/>
                  <a:pt x="10457" y="592"/>
                  <a:pt x="10441" y="553"/>
                </a:cubicBezTo>
                <a:cubicBezTo>
                  <a:pt x="10424" y="515"/>
                  <a:pt x="10401" y="480"/>
                  <a:pt x="10372" y="450"/>
                </a:cubicBezTo>
                <a:cubicBezTo>
                  <a:pt x="10342" y="421"/>
                  <a:pt x="10308" y="398"/>
                  <a:pt x="10269" y="382"/>
                </a:cubicBezTo>
                <a:cubicBezTo>
                  <a:pt x="10230" y="365"/>
                  <a:pt x="10189" y="357"/>
                  <a:pt x="10147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2"/>
                </a:cubicBezTo>
                <a:cubicBezTo>
                  <a:pt x="593" y="398"/>
                  <a:pt x="559" y="421"/>
                  <a:pt x="529" y="450"/>
                </a:cubicBezTo>
                <a:cubicBezTo>
                  <a:pt x="499" y="480"/>
                  <a:pt x="476" y="515"/>
                  <a:pt x="460" y="553"/>
                </a:cubicBezTo>
                <a:cubicBezTo>
                  <a:pt x="444" y="592"/>
                  <a:pt x="436" y="633"/>
                  <a:pt x="436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94" name=""/>
          <p:cNvSpPr/>
          <p:nvPr/>
        </p:nvSpPr>
        <p:spPr>
          <a:xfrm>
            <a:off x="58068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5" name=""/>
          <p:cNvSpPr/>
          <p:nvPr/>
        </p:nvSpPr>
        <p:spPr>
          <a:xfrm>
            <a:off x="58068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6" name=""/>
          <p:cNvSpPr/>
          <p:nvPr/>
        </p:nvSpPr>
        <p:spPr>
          <a:xfrm>
            <a:off x="2143080" y="4082760"/>
            <a:ext cx="457920" cy="508320"/>
          </a:xfrm>
          <a:custGeom>
            <a:avLst/>
            <a:gdLst/>
            <a:ahLst/>
            <a:rect l="0" t="0" r="r" b="b"/>
            <a:pathLst>
              <a:path w="1272" h="1412">
                <a:moveTo>
                  <a:pt x="152" y="1261"/>
                </a:moveTo>
                <a:cubicBezTo>
                  <a:pt x="104" y="1204"/>
                  <a:pt x="66" y="1141"/>
                  <a:pt x="39" y="1071"/>
                </a:cubicBezTo>
                <a:cubicBezTo>
                  <a:pt x="13" y="1001"/>
                  <a:pt x="0" y="927"/>
                  <a:pt x="0" y="848"/>
                </a:cubicBezTo>
                <a:cubicBezTo>
                  <a:pt x="0" y="672"/>
                  <a:pt x="61" y="521"/>
                  <a:pt x="186" y="398"/>
                </a:cubicBezTo>
                <a:cubicBezTo>
                  <a:pt x="309" y="275"/>
                  <a:pt x="459" y="214"/>
                  <a:pt x="636" y="214"/>
                </a:cubicBezTo>
                <a:cubicBezTo>
                  <a:pt x="647" y="214"/>
                  <a:pt x="659" y="214"/>
                  <a:pt x="672" y="215"/>
                </a:cubicBezTo>
                <a:cubicBezTo>
                  <a:pt x="684" y="215"/>
                  <a:pt x="695" y="216"/>
                  <a:pt x="704" y="217"/>
                </a:cubicBezTo>
                <a:lnTo>
                  <a:pt x="562" y="74"/>
                </a:lnTo>
                <a:lnTo>
                  <a:pt x="636" y="0"/>
                </a:lnTo>
                <a:lnTo>
                  <a:pt x="919" y="283"/>
                </a:lnTo>
                <a:lnTo>
                  <a:pt x="636" y="565"/>
                </a:lnTo>
                <a:lnTo>
                  <a:pt x="560" y="489"/>
                </a:lnTo>
                <a:lnTo>
                  <a:pt x="723" y="327"/>
                </a:lnTo>
                <a:cubicBezTo>
                  <a:pt x="709" y="324"/>
                  <a:pt x="694" y="323"/>
                  <a:pt x="676" y="321"/>
                </a:cubicBezTo>
                <a:cubicBezTo>
                  <a:pt x="659" y="320"/>
                  <a:pt x="645" y="320"/>
                  <a:pt x="636" y="320"/>
                </a:cubicBezTo>
                <a:cubicBezTo>
                  <a:pt x="489" y="320"/>
                  <a:pt x="364" y="371"/>
                  <a:pt x="261" y="473"/>
                </a:cubicBezTo>
                <a:cubicBezTo>
                  <a:pt x="158" y="575"/>
                  <a:pt x="106" y="701"/>
                  <a:pt x="106" y="848"/>
                </a:cubicBezTo>
                <a:cubicBezTo>
                  <a:pt x="106" y="908"/>
                  <a:pt x="116" y="968"/>
                  <a:pt x="136" y="1028"/>
                </a:cubicBezTo>
                <a:cubicBezTo>
                  <a:pt x="156" y="1088"/>
                  <a:pt x="187" y="1140"/>
                  <a:pt x="228" y="1185"/>
                </a:cubicBezTo>
                <a:lnTo>
                  <a:pt x="152" y="1261"/>
                </a:lnTo>
                <a:moveTo>
                  <a:pt x="569" y="1254"/>
                </a:moveTo>
                <a:cubicBezTo>
                  <a:pt x="569" y="1229"/>
                  <a:pt x="560" y="1204"/>
                  <a:pt x="542" y="1178"/>
                </a:cubicBezTo>
                <a:cubicBezTo>
                  <a:pt x="524" y="1152"/>
                  <a:pt x="505" y="1125"/>
                  <a:pt x="485" y="1098"/>
                </a:cubicBezTo>
                <a:cubicBezTo>
                  <a:pt x="464" y="1071"/>
                  <a:pt x="445" y="1043"/>
                  <a:pt x="427" y="1013"/>
                </a:cubicBezTo>
                <a:cubicBezTo>
                  <a:pt x="410" y="983"/>
                  <a:pt x="401" y="951"/>
                  <a:pt x="401" y="919"/>
                </a:cubicBezTo>
                <a:cubicBezTo>
                  <a:pt x="401" y="854"/>
                  <a:pt x="424" y="799"/>
                  <a:pt x="470" y="753"/>
                </a:cubicBezTo>
                <a:cubicBezTo>
                  <a:pt x="516" y="707"/>
                  <a:pt x="571" y="684"/>
                  <a:pt x="636" y="684"/>
                </a:cubicBezTo>
                <a:cubicBezTo>
                  <a:pt x="700" y="684"/>
                  <a:pt x="757" y="707"/>
                  <a:pt x="802" y="753"/>
                </a:cubicBezTo>
                <a:cubicBezTo>
                  <a:pt x="848" y="799"/>
                  <a:pt x="871" y="854"/>
                  <a:pt x="871" y="919"/>
                </a:cubicBezTo>
                <a:cubicBezTo>
                  <a:pt x="871" y="951"/>
                  <a:pt x="862" y="983"/>
                  <a:pt x="845" y="1013"/>
                </a:cubicBezTo>
                <a:cubicBezTo>
                  <a:pt x="827" y="1043"/>
                  <a:pt x="808" y="1071"/>
                  <a:pt x="787" y="1098"/>
                </a:cubicBezTo>
                <a:cubicBezTo>
                  <a:pt x="767" y="1125"/>
                  <a:pt x="748" y="1152"/>
                  <a:pt x="730" y="1178"/>
                </a:cubicBezTo>
                <a:cubicBezTo>
                  <a:pt x="712" y="1204"/>
                  <a:pt x="703" y="1229"/>
                  <a:pt x="703" y="1254"/>
                </a:cubicBezTo>
                <a:lnTo>
                  <a:pt x="569" y="1254"/>
                </a:lnTo>
                <a:moveTo>
                  <a:pt x="565" y="1412"/>
                </a:moveTo>
                <a:lnTo>
                  <a:pt x="565" y="1324"/>
                </a:lnTo>
                <a:lnTo>
                  <a:pt x="706" y="1324"/>
                </a:lnTo>
                <a:lnTo>
                  <a:pt x="706" y="1412"/>
                </a:lnTo>
                <a:lnTo>
                  <a:pt x="565" y="1412"/>
                </a:lnTo>
                <a:moveTo>
                  <a:pt x="1120" y="1261"/>
                </a:moveTo>
                <a:lnTo>
                  <a:pt x="1046" y="1187"/>
                </a:lnTo>
                <a:cubicBezTo>
                  <a:pt x="1081" y="1144"/>
                  <a:pt x="1110" y="1094"/>
                  <a:pt x="1132" y="1037"/>
                </a:cubicBezTo>
                <a:cubicBezTo>
                  <a:pt x="1155" y="979"/>
                  <a:pt x="1166" y="916"/>
                  <a:pt x="1166" y="848"/>
                </a:cubicBezTo>
                <a:cubicBezTo>
                  <a:pt x="1166" y="770"/>
                  <a:pt x="1150" y="697"/>
                  <a:pt x="1117" y="626"/>
                </a:cubicBezTo>
                <a:cubicBezTo>
                  <a:pt x="1085" y="556"/>
                  <a:pt x="1036" y="494"/>
                  <a:pt x="972" y="441"/>
                </a:cubicBezTo>
                <a:lnTo>
                  <a:pt x="1049" y="364"/>
                </a:lnTo>
                <a:cubicBezTo>
                  <a:pt x="1118" y="422"/>
                  <a:pt x="1172" y="493"/>
                  <a:pt x="1212" y="576"/>
                </a:cubicBezTo>
                <a:cubicBezTo>
                  <a:pt x="1252" y="660"/>
                  <a:pt x="1272" y="750"/>
                  <a:pt x="1272" y="848"/>
                </a:cubicBezTo>
                <a:cubicBezTo>
                  <a:pt x="1272" y="927"/>
                  <a:pt x="1258" y="1001"/>
                  <a:pt x="1232" y="1071"/>
                </a:cubicBezTo>
                <a:cubicBezTo>
                  <a:pt x="1205" y="1141"/>
                  <a:pt x="1168" y="1204"/>
                  <a:pt x="1120" y="1261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9544680" y="3279600"/>
            <a:ext cx="560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連携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1689120" y="483192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マルチモデル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9" name=""/>
          <p:cNvSpPr/>
          <p:nvPr/>
        </p:nvSpPr>
        <p:spPr>
          <a:xfrm>
            <a:off x="4136040" y="3776400"/>
            <a:ext cx="3920040" cy="2201040"/>
          </a:xfrm>
          <a:custGeom>
            <a:avLst/>
            <a:gdLst/>
            <a:ahLst/>
            <a:rect l="0" t="0" r="r" b="b"/>
            <a:pathLst>
              <a:path w="10889" h="6114">
                <a:moveTo>
                  <a:pt x="443" y="675"/>
                </a:moveTo>
                <a:lnTo>
                  <a:pt x="443" y="5280"/>
                </a:lnTo>
                <a:cubicBezTo>
                  <a:pt x="443" y="5322"/>
                  <a:pt x="451" y="5362"/>
                  <a:pt x="467" y="5401"/>
                </a:cubicBezTo>
                <a:cubicBezTo>
                  <a:pt x="483" y="5440"/>
                  <a:pt x="506" y="5474"/>
                  <a:pt x="536" y="5504"/>
                </a:cubicBezTo>
                <a:cubicBezTo>
                  <a:pt x="566" y="5534"/>
                  <a:pt x="600" y="5557"/>
                  <a:pt x="639" y="5573"/>
                </a:cubicBezTo>
                <a:cubicBezTo>
                  <a:pt x="678" y="5589"/>
                  <a:pt x="719" y="5597"/>
                  <a:pt x="761" y="5597"/>
                </a:cubicBezTo>
                <a:lnTo>
                  <a:pt x="10128" y="5597"/>
                </a:lnTo>
                <a:cubicBezTo>
                  <a:pt x="10170" y="5597"/>
                  <a:pt x="10211" y="5589"/>
                  <a:pt x="10249" y="5573"/>
                </a:cubicBezTo>
                <a:cubicBezTo>
                  <a:pt x="10288" y="5557"/>
                  <a:pt x="10323" y="5534"/>
                  <a:pt x="10352" y="5504"/>
                </a:cubicBezTo>
                <a:cubicBezTo>
                  <a:pt x="10382" y="5474"/>
                  <a:pt x="10405" y="5440"/>
                  <a:pt x="10421" y="5401"/>
                </a:cubicBezTo>
                <a:cubicBezTo>
                  <a:pt x="10437" y="5362"/>
                  <a:pt x="10445" y="5322"/>
                  <a:pt x="10445" y="5280"/>
                </a:cubicBezTo>
                <a:lnTo>
                  <a:pt x="10445" y="675"/>
                </a:lnTo>
                <a:cubicBezTo>
                  <a:pt x="10445" y="633"/>
                  <a:pt x="10437" y="592"/>
                  <a:pt x="10421" y="553"/>
                </a:cubicBezTo>
                <a:cubicBezTo>
                  <a:pt x="10405" y="515"/>
                  <a:pt x="10382" y="480"/>
                  <a:pt x="10352" y="450"/>
                </a:cubicBezTo>
                <a:cubicBezTo>
                  <a:pt x="10323" y="421"/>
                  <a:pt x="10288" y="398"/>
                  <a:pt x="10249" y="382"/>
                </a:cubicBezTo>
                <a:cubicBezTo>
                  <a:pt x="10211" y="365"/>
                  <a:pt x="10170" y="357"/>
                  <a:pt x="10128" y="357"/>
                </a:cubicBezTo>
                <a:lnTo>
                  <a:pt x="761" y="357"/>
                </a:lnTo>
                <a:cubicBezTo>
                  <a:pt x="719" y="357"/>
                  <a:pt x="678" y="365"/>
                  <a:pt x="639" y="382"/>
                </a:cubicBezTo>
                <a:cubicBezTo>
                  <a:pt x="600" y="398"/>
                  <a:pt x="566" y="421"/>
                  <a:pt x="536" y="450"/>
                </a:cubicBezTo>
                <a:cubicBezTo>
                  <a:pt x="506" y="480"/>
                  <a:pt x="483" y="515"/>
                  <a:pt x="467" y="553"/>
                </a:cubicBezTo>
                <a:cubicBezTo>
                  <a:pt x="451" y="592"/>
                  <a:pt x="443" y="633"/>
                  <a:pt x="443" y="675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00" name=""/>
          <p:cNvSpPr/>
          <p:nvPr/>
        </p:nvSpPr>
        <p:spPr>
          <a:xfrm>
            <a:off x="4305240" y="391464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5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1" name=""/>
          <p:cNvSpPr/>
          <p:nvPr/>
        </p:nvSpPr>
        <p:spPr>
          <a:xfrm>
            <a:off x="4305240" y="391464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5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2" name=""/>
          <p:cNvSpPr/>
          <p:nvPr/>
        </p:nvSpPr>
        <p:spPr>
          <a:xfrm>
            <a:off x="5867280" y="413352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542" y="1272"/>
                </a:moveTo>
                <a:lnTo>
                  <a:pt x="542" y="875"/>
                </a:lnTo>
                <a:lnTo>
                  <a:pt x="648" y="875"/>
                </a:lnTo>
                <a:lnTo>
                  <a:pt x="648" y="1022"/>
                </a:lnTo>
                <a:lnTo>
                  <a:pt x="1272" y="1022"/>
                </a:lnTo>
                <a:lnTo>
                  <a:pt x="1272" y="1128"/>
                </a:lnTo>
                <a:lnTo>
                  <a:pt x="648" y="1128"/>
                </a:lnTo>
                <a:lnTo>
                  <a:pt x="648" y="1272"/>
                </a:lnTo>
                <a:lnTo>
                  <a:pt x="542" y="1272"/>
                </a:lnTo>
                <a:moveTo>
                  <a:pt x="0" y="1128"/>
                </a:moveTo>
                <a:lnTo>
                  <a:pt x="0" y="1022"/>
                </a:lnTo>
                <a:lnTo>
                  <a:pt x="436" y="1022"/>
                </a:lnTo>
                <a:lnTo>
                  <a:pt x="436" y="1128"/>
                </a:lnTo>
                <a:lnTo>
                  <a:pt x="0" y="1128"/>
                </a:lnTo>
                <a:moveTo>
                  <a:pt x="330" y="834"/>
                </a:moveTo>
                <a:lnTo>
                  <a:pt x="330" y="689"/>
                </a:lnTo>
                <a:lnTo>
                  <a:pt x="0" y="689"/>
                </a:lnTo>
                <a:lnTo>
                  <a:pt x="0" y="583"/>
                </a:lnTo>
                <a:lnTo>
                  <a:pt x="330" y="583"/>
                </a:lnTo>
                <a:lnTo>
                  <a:pt x="330" y="435"/>
                </a:lnTo>
                <a:lnTo>
                  <a:pt x="436" y="435"/>
                </a:lnTo>
                <a:lnTo>
                  <a:pt x="436" y="834"/>
                </a:lnTo>
                <a:lnTo>
                  <a:pt x="330" y="834"/>
                </a:lnTo>
                <a:moveTo>
                  <a:pt x="542" y="689"/>
                </a:moveTo>
                <a:lnTo>
                  <a:pt x="542" y="583"/>
                </a:lnTo>
                <a:lnTo>
                  <a:pt x="1272" y="583"/>
                </a:lnTo>
                <a:lnTo>
                  <a:pt x="1272" y="689"/>
                </a:lnTo>
                <a:lnTo>
                  <a:pt x="542" y="689"/>
                </a:lnTo>
                <a:moveTo>
                  <a:pt x="835" y="398"/>
                </a:moveTo>
                <a:lnTo>
                  <a:pt x="835" y="0"/>
                </a:lnTo>
                <a:lnTo>
                  <a:pt x="941" y="0"/>
                </a:lnTo>
                <a:lnTo>
                  <a:pt x="941" y="145"/>
                </a:lnTo>
                <a:lnTo>
                  <a:pt x="1272" y="145"/>
                </a:lnTo>
                <a:lnTo>
                  <a:pt x="1272" y="251"/>
                </a:lnTo>
                <a:lnTo>
                  <a:pt x="941" y="251"/>
                </a:lnTo>
                <a:lnTo>
                  <a:pt x="941" y="398"/>
                </a:lnTo>
                <a:lnTo>
                  <a:pt x="835" y="398"/>
                </a:lnTo>
                <a:moveTo>
                  <a:pt x="0" y="251"/>
                </a:moveTo>
                <a:lnTo>
                  <a:pt x="0" y="145"/>
                </a:lnTo>
                <a:lnTo>
                  <a:pt x="729" y="145"/>
                </a:lnTo>
                <a:lnTo>
                  <a:pt x="729" y="251"/>
                </a:lnTo>
                <a:lnTo>
                  <a:pt x="0" y="25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2108160" y="5317920"/>
            <a:ext cx="531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適材適所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5413320" y="483192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カスタマイズ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5" name=""/>
          <p:cNvSpPr/>
          <p:nvPr/>
        </p:nvSpPr>
        <p:spPr>
          <a:xfrm>
            <a:off x="7851600" y="3776400"/>
            <a:ext cx="3926160" cy="2201040"/>
          </a:xfrm>
          <a:custGeom>
            <a:avLst/>
            <a:gdLst/>
            <a:ahLst/>
            <a:rect l="0" t="0" r="r" b="b"/>
            <a:pathLst>
              <a:path w="10906" h="6114">
                <a:moveTo>
                  <a:pt x="441" y="675"/>
                </a:moveTo>
                <a:lnTo>
                  <a:pt x="441" y="5280"/>
                </a:lnTo>
                <a:cubicBezTo>
                  <a:pt x="441" y="5322"/>
                  <a:pt x="449" y="5362"/>
                  <a:pt x="465" y="5401"/>
                </a:cubicBezTo>
                <a:cubicBezTo>
                  <a:pt x="481" y="5440"/>
                  <a:pt x="504" y="5474"/>
                  <a:pt x="534" y="5504"/>
                </a:cubicBezTo>
                <a:cubicBezTo>
                  <a:pt x="564" y="5534"/>
                  <a:pt x="598" y="5557"/>
                  <a:pt x="637" y="5573"/>
                </a:cubicBezTo>
                <a:cubicBezTo>
                  <a:pt x="676" y="5589"/>
                  <a:pt x="716" y="5597"/>
                  <a:pt x="758" y="5597"/>
                </a:cubicBezTo>
                <a:lnTo>
                  <a:pt x="10152" y="5597"/>
                </a:lnTo>
                <a:cubicBezTo>
                  <a:pt x="10194" y="5597"/>
                  <a:pt x="10235" y="5589"/>
                  <a:pt x="10274" y="5573"/>
                </a:cubicBezTo>
                <a:cubicBezTo>
                  <a:pt x="10313" y="5557"/>
                  <a:pt x="10347" y="5534"/>
                  <a:pt x="10377" y="5504"/>
                </a:cubicBezTo>
                <a:cubicBezTo>
                  <a:pt x="10406" y="5474"/>
                  <a:pt x="10429" y="5440"/>
                  <a:pt x="10445" y="5401"/>
                </a:cubicBezTo>
                <a:cubicBezTo>
                  <a:pt x="10462" y="5362"/>
                  <a:pt x="10470" y="5322"/>
                  <a:pt x="10470" y="5280"/>
                </a:cubicBezTo>
                <a:lnTo>
                  <a:pt x="10470" y="675"/>
                </a:lnTo>
                <a:cubicBezTo>
                  <a:pt x="10470" y="633"/>
                  <a:pt x="10462" y="592"/>
                  <a:pt x="10445" y="553"/>
                </a:cubicBezTo>
                <a:cubicBezTo>
                  <a:pt x="10429" y="515"/>
                  <a:pt x="10406" y="480"/>
                  <a:pt x="10377" y="450"/>
                </a:cubicBezTo>
                <a:cubicBezTo>
                  <a:pt x="10347" y="421"/>
                  <a:pt x="10313" y="398"/>
                  <a:pt x="10274" y="382"/>
                </a:cubicBezTo>
                <a:cubicBezTo>
                  <a:pt x="10235" y="365"/>
                  <a:pt x="10194" y="357"/>
                  <a:pt x="10152" y="357"/>
                </a:cubicBezTo>
                <a:lnTo>
                  <a:pt x="758" y="357"/>
                </a:lnTo>
                <a:cubicBezTo>
                  <a:pt x="716" y="357"/>
                  <a:pt x="676" y="365"/>
                  <a:pt x="637" y="382"/>
                </a:cubicBezTo>
                <a:cubicBezTo>
                  <a:pt x="598" y="398"/>
                  <a:pt x="564" y="421"/>
                  <a:pt x="534" y="450"/>
                </a:cubicBezTo>
                <a:cubicBezTo>
                  <a:pt x="504" y="480"/>
                  <a:pt x="481" y="515"/>
                  <a:pt x="465" y="553"/>
                </a:cubicBezTo>
                <a:cubicBezTo>
                  <a:pt x="449" y="592"/>
                  <a:pt x="441" y="633"/>
                  <a:pt x="441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06" name=""/>
          <p:cNvSpPr/>
          <p:nvPr/>
        </p:nvSpPr>
        <p:spPr>
          <a:xfrm>
            <a:off x="801972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7" name=""/>
          <p:cNvSpPr/>
          <p:nvPr/>
        </p:nvSpPr>
        <p:spPr>
          <a:xfrm>
            <a:off x="801972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8" name=""/>
          <p:cNvSpPr/>
          <p:nvPr/>
        </p:nvSpPr>
        <p:spPr>
          <a:xfrm>
            <a:off x="9565920" y="4108320"/>
            <a:ext cx="508680" cy="482760"/>
          </a:xfrm>
          <a:custGeom>
            <a:avLst/>
            <a:gdLst/>
            <a:ahLst/>
            <a:rect l="0" t="0" r="r" b="b"/>
            <a:pathLst>
              <a:path w="1413" h="1341">
                <a:moveTo>
                  <a:pt x="1040" y="615"/>
                </a:moveTo>
                <a:cubicBezTo>
                  <a:pt x="1053" y="601"/>
                  <a:pt x="1060" y="584"/>
                  <a:pt x="1060" y="564"/>
                </a:cubicBezTo>
                <a:cubicBezTo>
                  <a:pt x="1060" y="544"/>
                  <a:pt x="1053" y="528"/>
                  <a:pt x="1040" y="514"/>
                </a:cubicBezTo>
                <a:cubicBezTo>
                  <a:pt x="1026" y="501"/>
                  <a:pt x="1009" y="494"/>
                  <a:pt x="989" y="494"/>
                </a:cubicBezTo>
                <a:cubicBezTo>
                  <a:pt x="969" y="494"/>
                  <a:pt x="953" y="501"/>
                  <a:pt x="938" y="514"/>
                </a:cubicBezTo>
                <a:cubicBezTo>
                  <a:pt x="924" y="528"/>
                  <a:pt x="918" y="544"/>
                  <a:pt x="918" y="564"/>
                </a:cubicBezTo>
                <a:cubicBezTo>
                  <a:pt x="918" y="584"/>
                  <a:pt x="924" y="601"/>
                  <a:pt x="938" y="615"/>
                </a:cubicBezTo>
                <a:cubicBezTo>
                  <a:pt x="953" y="628"/>
                  <a:pt x="969" y="635"/>
                  <a:pt x="989" y="635"/>
                </a:cubicBezTo>
                <a:cubicBezTo>
                  <a:pt x="1009" y="635"/>
                  <a:pt x="1026" y="628"/>
                  <a:pt x="1040" y="615"/>
                </a:cubicBezTo>
                <a:moveTo>
                  <a:pt x="424" y="458"/>
                </a:moveTo>
                <a:lnTo>
                  <a:pt x="777" y="458"/>
                </a:lnTo>
                <a:lnTo>
                  <a:pt x="777" y="353"/>
                </a:lnTo>
                <a:lnTo>
                  <a:pt x="424" y="353"/>
                </a:lnTo>
                <a:lnTo>
                  <a:pt x="424" y="458"/>
                </a:lnTo>
                <a:moveTo>
                  <a:pt x="177" y="1341"/>
                </a:moveTo>
                <a:cubicBezTo>
                  <a:pt x="137" y="1206"/>
                  <a:pt x="97" y="1073"/>
                  <a:pt x="59" y="939"/>
                </a:cubicBezTo>
                <a:cubicBezTo>
                  <a:pt x="20" y="806"/>
                  <a:pt x="0" y="669"/>
                  <a:pt x="0" y="529"/>
                </a:cubicBezTo>
                <a:cubicBezTo>
                  <a:pt x="0" y="421"/>
                  <a:pt x="38" y="329"/>
                  <a:pt x="113" y="254"/>
                </a:cubicBezTo>
                <a:cubicBezTo>
                  <a:pt x="189" y="179"/>
                  <a:pt x="280" y="141"/>
                  <a:pt x="389" y="141"/>
                </a:cubicBezTo>
                <a:lnTo>
                  <a:pt x="741" y="141"/>
                </a:lnTo>
                <a:cubicBezTo>
                  <a:pt x="775" y="96"/>
                  <a:pt x="817" y="62"/>
                  <a:pt x="866" y="37"/>
                </a:cubicBezTo>
                <a:cubicBezTo>
                  <a:pt x="914" y="12"/>
                  <a:pt x="968" y="0"/>
                  <a:pt x="1025" y="0"/>
                </a:cubicBezTo>
                <a:cubicBezTo>
                  <a:pt x="1054" y="0"/>
                  <a:pt x="1079" y="10"/>
                  <a:pt x="1100" y="31"/>
                </a:cubicBezTo>
                <a:cubicBezTo>
                  <a:pt x="1120" y="51"/>
                  <a:pt x="1130" y="76"/>
                  <a:pt x="1130" y="106"/>
                </a:cubicBezTo>
                <a:cubicBezTo>
                  <a:pt x="1130" y="113"/>
                  <a:pt x="1129" y="120"/>
                  <a:pt x="1128" y="127"/>
                </a:cubicBezTo>
                <a:cubicBezTo>
                  <a:pt x="1126" y="134"/>
                  <a:pt x="1124" y="140"/>
                  <a:pt x="1122" y="146"/>
                </a:cubicBezTo>
                <a:cubicBezTo>
                  <a:pt x="1117" y="159"/>
                  <a:pt x="1112" y="172"/>
                  <a:pt x="1108" y="186"/>
                </a:cubicBezTo>
                <a:cubicBezTo>
                  <a:pt x="1104" y="199"/>
                  <a:pt x="1101" y="213"/>
                  <a:pt x="1099" y="227"/>
                </a:cubicBezTo>
                <a:lnTo>
                  <a:pt x="1259" y="388"/>
                </a:lnTo>
                <a:lnTo>
                  <a:pt x="1413" y="388"/>
                </a:lnTo>
                <a:lnTo>
                  <a:pt x="1413" y="880"/>
                </a:lnTo>
                <a:lnTo>
                  <a:pt x="1213" y="945"/>
                </a:lnTo>
                <a:lnTo>
                  <a:pt x="1095" y="1341"/>
                </a:lnTo>
                <a:lnTo>
                  <a:pt x="706" y="1341"/>
                </a:lnTo>
                <a:lnTo>
                  <a:pt x="706" y="1199"/>
                </a:lnTo>
                <a:lnTo>
                  <a:pt x="565" y="1199"/>
                </a:lnTo>
                <a:lnTo>
                  <a:pt x="565" y="1341"/>
                </a:lnTo>
                <a:lnTo>
                  <a:pt x="177" y="1341"/>
                </a:lnTo>
                <a:moveTo>
                  <a:pt x="256" y="1235"/>
                </a:moveTo>
                <a:lnTo>
                  <a:pt x="459" y="1235"/>
                </a:lnTo>
                <a:lnTo>
                  <a:pt x="459" y="1093"/>
                </a:lnTo>
                <a:lnTo>
                  <a:pt x="812" y="1093"/>
                </a:lnTo>
                <a:lnTo>
                  <a:pt x="812" y="1235"/>
                </a:lnTo>
                <a:lnTo>
                  <a:pt x="1016" y="1235"/>
                </a:lnTo>
                <a:lnTo>
                  <a:pt x="1127" y="864"/>
                </a:lnTo>
                <a:lnTo>
                  <a:pt x="1307" y="802"/>
                </a:lnTo>
                <a:lnTo>
                  <a:pt x="1307" y="494"/>
                </a:lnTo>
                <a:lnTo>
                  <a:pt x="1215" y="494"/>
                </a:lnTo>
                <a:lnTo>
                  <a:pt x="989" y="268"/>
                </a:lnTo>
                <a:cubicBezTo>
                  <a:pt x="990" y="239"/>
                  <a:pt x="994" y="210"/>
                  <a:pt x="1001" y="182"/>
                </a:cubicBezTo>
                <a:cubicBezTo>
                  <a:pt x="1007" y="155"/>
                  <a:pt x="1014" y="127"/>
                  <a:pt x="1021" y="99"/>
                </a:cubicBezTo>
                <a:cubicBezTo>
                  <a:pt x="976" y="110"/>
                  <a:pt x="933" y="128"/>
                  <a:pt x="893" y="151"/>
                </a:cubicBezTo>
                <a:cubicBezTo>
                  <a:pt x="853" y="174"/>
                  <a:pt x="822" y="206"/>
                  <a:pt x="801" y="247"/>
                </a:cubicBezTo>
                <a:lnTo>
                  <a:pt x="389" y="247"/>
                </a:lnTo>
                <a:cubicBezTo>
                  <a:pt x="311" y="247"/>
                  <a:pt x="244" y="274"/>
                  <a:pt x="189" y="329"/>
                </a:cubicBezTo>
                <a:cubicBezTo>
                  <a:pt x="134" y="385"/>
                  <a:pt x="106" y="451"/>
                  <a:pt x="106" y="529"/>
                </a:cubicBezTo>
                <a:cubicBezTo>
                  <a:pt x="106" y="650"/>
                  <a:pt x="123" y="769"/>
                  <a:pt x="157" y="885"/>
                </a:cubicBezTo>
                <a:cubicBezTo>
                  <a:pt x="192" y="1000"/>
                  <a:pt x="224" y="1117"/>
                  <a:pt x="256" y="1235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5527800" y="5317920"/>
            <a:ext cx="1113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GEMINI.md / Skills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8902440" y="483192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無料で始められる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9349560" y="5317920"/>
            <a:ext cx="936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プラン対応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6" name=""/>
          <p:cNvSpPr/>
          <p:nvPr/>
        </p:nvSpPr>
        <p:spPr>
          <a:xfrm>
            <a:off x="571320" y="255240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7" name=""/>
          <p:cNvSpPr/>
          <p:nvPr/>
        </p:nvSpPr>
        <p:spPr>
          <a:xfrm>
            <a:off x="591120" y="1983240"/>
            <a:ext cx="437040" cy="357840"/>
          </a:xfrm>
          <a:custGeom>
            <a:avLst/>
            <a:gdLst/>
            <a:ahLst/>
            <a:rect l="0" t="0" r="r" b="b"/>
            <a:pathLst>
              <a:path w="1214" h="994">
                <a:moveTo>
                  <a:pt x="606" y="994"/>
                </a:moveTo>
                <a:lnTo>
                  <a:pt x="206" y="774"/>
                </a:lnTo>
                <a:lnTo>
                  <a:pt x="206" y="443"/>
                </a:lnTo>
                <a:lnTo>
                  <a:pt x="0" y="331"/>
                </a:lnTo>
                <a:lnTo>
                  <a:pt x="606" y="0"/>
                </a:lnTo>
                <a:lnTo>
                  <a:pt x="1214" y="331"/>
                </a:lnTo>
                <a:lnTo>
                  <a:pt x="1214" y="768"/>
                </a:lnTo>
                <a:lnTo>
                  <a:pt x="1131" y="768"/>
                </a:lnTo>
                <a:lnTo>
                  <a:pt x="1131" y="379"/>
                </a:lnTo>
                <a:lnTo>
                  <a:pt x="1006" y="443"/>
                </a:lnTo>
                <a:lnTo>
                  <a:pt x="1006" y="774"/>
                </a:lnTo>
                <a:lnTo>
                  <a:pt x="606" y="994"/>
                </a:lnTo>
                <a:moveTo>
                  <a:pt x="606" y="568"/>
                </a:moveTo>
                <a:lnTo>
                  <a:pt x="1040" y="331"/>
                </a:lnTo>
                <a:lnTo>
                  <a:pt x="606" y="98"/>
                </a:lnTo>
                <a:lnTo>
                  <a:pt x="174" y="331"/>
                </a:lnTo>
                <a:lnTo>
                  <a:pt x="606" y="568"/>
                </a:lnTo>
                <a:moveTo>
                  <a:pt x="606" y="899"/>
                </a:moveTo>
                <a:lnTo>
                  <a:pt x="923" y="724"/>
                </a:lnTo>
                <a:lnTo>
                  <a:pt x="923" y="492"/>
                </a:lnTo>
                <a:lnTo>
                  <a:pt x="606" y="662"/>
                </a:lnTo>
                <a:lnTo>
                  <a:pt x="289" y="490"/>
                </a:lnTo>
                <a:lnTo>
                  <a:pt x="289" y="724"/>
                </a:lnTo>
                <a:lnTo>
                  <a:pt x="606" y="899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8" name=""/>
          <p:cNvSpPr/>
          <p:nvPr/>
        </p:nvSpPr>
        <p:spPr>
          <a:xfrm>
            <a:off x="414360" y="2642400"/>
            <a:ext cx="3926160" cy="2441880"/>
          </a:xfrm>
          <a:custGeom>
            <a:avLst/>
            <a:gdLst/>
            <a:ahLst/>
            <a:rect l="0" t="0" r="r" b="b"/>
            <a:pathLst>
              <a:path w="10906" h="6783">
                <a:moveTo>
                  <a:pt x="436" y="676"/>
                </a:moveTo>
                <a:lnTo>
                  <a:pt x="436" y="5943"/>
                </a:lnTo>
                <a:cubicBezTo>
                  <a:pt x="436" y="5985"/>
                  <a:pt x="444" y="6025"/>
                  <a:pt x="460" y="6064"/>
                </a:cubicBezTo>
                <a:cubicBezTo>
                  <a:pt x="476" y="6103"/>
                  <a:pt x="499" y="6137"/>
                  <a:pt x="529" y="6167"/>
                </a:cubicBezTo>
                <a:cubicBezTo>
                  <a:pt x="559" y="6197"/>
                  <a:pt x="593" y="6220"/>
                  <a:pt x="632" y="6236"/>
                </a:cubicBezTo>
                <a:cubicBezTo>
                  <a:pt x="671" y="6252"/>
                  <a:pt x="711" y="6260"/>
                  <a:pt x="753" y="6260"/>
                </a:cubicBezTo>
                <a:lnTo>
                  <a:pt x="10147" y="6260"/>
                </a:lnTo>
                <a:cubicBezTo>
                  <a:pt x="10189" y="6260"/>
                  <a:pt x="10230" y="6252"/>
                  <a:pt x="10269" y="6236"/>
                </a:cubicBezTo>
                <a:cubicBezTo>
                  <a:pt x="10308" y="6220"/>
                  <a:pt x="10342" y="6197"/>
                  <a:pt x="10372" y="6167"/>
                </a:cubicBezTo>
                <a:cubicBezTo>
                  <a:pt x="10401" y="6137"/>
                  <a:pt x="10424" y="6103"/>
                  <a:pt x="10441" y="6064"/>
                </a:cubicBezTo>
                <a:cubicBezTo>
                  <a:pt x="10457" y="6025"/>
                  <a:pt x="10465" y="5985"/>
                  <a:pt x="10465" y="5943"/>
                </a:cubicBezTo>
                <a:lnTo>
                  <a:pt x="10465" y="676"/>
                </a:lnTo>
                <a:cubicBezTo>
                  <a:pt x="10465" y="634"/>
                  <a:pt x="10457" y="594"/>
                  <a:pt x="10441" y="555"/>
                </a:cubicBezTo>
                <a:cubicBezTo>
                  <a:pt x="10424" y="516"/>
                  <a:pt x="10401" y="482"/>
                  <a:pt x="10372" y="452"/>
                </a:cubicBezTo>
                <a:cubicBezTo>
                  <a:pt x="10342" y="422"/>
                  <a:pt x="10308" y="399"/>
                  <a:pt x="10269" y="383"/>
                </a:cubicBezTo>
                <a:cubicBezTo>
                  <a:pt x="10230" y="367"/>
                  <a:pt x="10189" y="359"/>
                  <a:pt x="10147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2"/>
                  <a:pt x="476" y="516"/>
                  <a:pt x="460" y="555"/>
                </a:cubicBezTo>
                <a:cubicBezTo>
                  <a:pt x="444" y="594"/>
                  <a:pt x="436" y="634"/>
                  <a:pt x="436" y="676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19" name=""/>
          <p:cNvSpPr/>
          <p:nvPr/>
        </p:nvSpPr>
        <p:spPr>
          <a:xfrm>
            <a:off x="58068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5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5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50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0" name=""/>
          <p:cNvSpPr/>
          <p:nvPr/>
        </p:nvSpPr>
        <p:spPr>
          <a:xfrm>
            <a:off x="58068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5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5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50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1" name=""/>
          <p:cNvSpPr/>
          <p:nvPr/>
        </p:nvSpPr>
        <p:spPr>
          <a:xfrm>
            <a:off x="2143080" y="300024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278" y="991"/>
                </a:moveTo>
                <a:lnTo>
                  <a:pt x="764" y="991"/>
                </a:lnTo>
                <a:lnTo>
                  <a:pt x="764" y="886"/>
                </a:lnTo>
                <a:lnTo>
                  <a:pt x="278" y="886"/>
                </a:lnTo>
                <a:lnTo>
                  <a:pt x="278" y="991"/>
                </a:lnTo>
                <a:moveTo>
                  <a:pt x="278" y="689"/>
                </a:moveTo>
                <a:lnTo>
                  <a:pt x="995" y="689"/>
                </a:lnTo>
                <a:lnTo>
                  <a:pt x="995" y="583"/>
                </a:lnTo>
                <a:lnTo>
                  <a:pt x="278" y="583"/>
                </a:lnTo>
                <a:lnTo>
                  <a:pt x="278" y="689"/>
                </a:lnTo>
                <a:moveTo>
                  <a:pt x="278" y="387"/>
                </a:moveTo>
                <a:lnTo>
                  <a:pt x="995" y="387"/>
                </a:lnTo>
                <a:lnTo>
                  <a:pt x="995" y="281"/>
                </a:lnTo>
                <a:lnTo>
                  <a:pt x="278" y="281"/>
                </a:lnTo>
                <a:lnTo>
                  <a:pt x="278" y="387"/>
                </a:lnTo>
                <a:moveTo>
                  <a:pt x="106" y="1272"/>
                </a:moveTo>
                <a:cubicBezTo>
                  <a:pt x="78" y="1272"/>
                  <a:pt x="53" y="1261"/>
                  <a:pt x="31" y="1240"/>
                </a:cubicBezTo>
                <a:cubicBezTo>
                  <a:pt x="10" y="1219"/>
                  <a:pt x="0" y="1194"/>
                  <a:pt x="0" y="1166"/>
                </a:cubicBezTo>
                <a:lnTo>
                  <a:pt x="0" y="106"/>
                </a:lnTo>
                <a:cubicBezTo>
                  <a:pt x="0" y="77"/>
                  <a:pt x="10" y="53"/>
                  <a:pt x="31" y="32"/>
                </a:cubicBezTo>
                <a:cubicBezTo>
                  <a:pt x="53" y="10"/>
                  <a:pt x="78" y="0"/>
                  <a:pt x="106" y="0"/>
                </a:cubicBezTo>
                <a:lnTo>
                  <a:pt x="1166" y="0"/>
                </a:lnTo>
                <a:cubicBezTo>
                  <a:pt x="1194" y="0"/>
                  <a:pt x="1219" y="10"/>
                  <a:pt x="1240" y="32"/>
                </a:cubicBezTo>
                <a:cubicBezTo>
                  <a:pt x="1261" y="53"/>
                  <a:pt x="1272" y="77"/>
                  <a:pt x="1272" y="106"/>
                </a:cubicBezTo>
                <a:lnTo>
                  <a:pt x="1272" y="1166"/>
                </a:lnTo>
                <a:cubicBezTo>
                  <a:pt x="1272" y="1194"/>
                  <a:pt x="1261" y="1219"/>
                  <a:pt x="1240" y="1240"/>
                </a:cubicBezTo>
                <a:cubicBezTo>
                  <a:pt x="1219" y="1261"/>
                  <a:pt x="1194" y="1272"/>
                  <a:pt x="1166" y="1272"/>
                </a:cubicBezTo>
                <a:lnTo>
                  <a:pt x="106" y="1272"/>
                </a:lnTo>
                <a:moveTo>
                  <a:pt x="106" y="1166"/>
                </a:moveTo>
                <a:lnTo>
                  <a:pt x="1166" y="1166"/>
                </a:lnTo>
                <a:lnTo>
                  <a:pt x="1166" y="106"/>
                </a:lnTo>
                <a:lnTo>
                  <a:pt x="106" y="106"/>
                </a:lnTo>
                <a:lnTo>
                  <a:pt x="106" y="1166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1047600" y="2072880"/>
            <a:ext cx="22881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学習リソース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3" name=""/>
          <p:cNvSpPr/>
          <p:nvPr/>
        </p:nvSpPr>
        <p:spPr>
          <a:xfrm>
            <a:off x="1304640" y="4362120"/>
            <a:ext cx="2143440" cy="19440"/>
          </a:xfrm>
          <a:custGeom>
            <a:avLst/>
            <a:gdLst/>
            <a:ahLst/>
            <a:rect l="0" t="0" r="r" b="b"/>
            <a:pathLst>
              <a:path w="5954" h="54">
                <a:moveTo>
                  <a:pt x="0" y="0"/>
                </a:moveTo>
                <a:lnTo>
                  <a:pt x="5954" y="0"/>
                </a:lnTo>
                <a:lnTo>
                  <a:pt x="595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1612800" y="387576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公式ドキュメント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5" name=""/>
          <p:cNvSpPr/>
          <p:nvPr/>
        </p:nvSpPr>
        <p:spPr>
          <a:xfrm>
            <a:off x="4136040" y="2642400"/>
            <a:ext cx="3920040" cy="2441880"/>
          </a:xfrm>
          <a:custGeom>
            <a:avLst/>
            <a:gdLst/>
            <a:ahLst/>
            <a:rect l="0" t="0" r="r" b="b"/>
            <a:pathLst>
              <a:path w="10889" h="6783">
                <a:moveTo>
                  <a:pt x="443" y="676"/>
                </a:moveTo>
                <a:lnTo>
                  <a:pt x="443" y="5943"/>
                </a:lnTo>
                <a:cubicBezTo>
                  <a:pt x="443" y="5985"/>
                  <a:pt x="451" y="6025"/>
                  <a:pt x="467" y="6064"/>
                </a:cubicBezTo>
                <a:cubicBezTo>
                  <a:pt x="483" y="6103"/>
                  <a:pt x="506" y="6137"/>
                  <a:pt x="536" y="6167"/>
                </a:cubicBezTo>
                <a:cubicBezTo>
                  <a:pt x="566" y="6197"/>
                  <a:pt x="600" y="6220"/>
                  <a:pt x="639" y="6236"/>
                </a:cubicBezTo>
                <a:cubicBezTo>
                  <a:pt x="678" y="6252"/>
                  <a:pt x="719" y="6260"/>
                  <a:pt x="761" y="6260"/>
                </a:cubicBezTo>
                <a:lnTo>
                  <a:pt x="10128" y="6260"/>
                </a:lnTo>
                <a:cubicBezTo>
                  <a:pt x="10170" y="6260"/>
                  <a:pt x="10211" y="6252"/>
                  <a:pt x="10249" y="6236"/>
                </a:cubicBezTo>
                <a:cubicBezTo>
                  <a:pt x="10288" y="6220"/>
                  <a:pt x="10323" y="6197"/>
                  <a:pt x="10352" y="6167"/>
                </a:cubicBezTo>
                <a:cubicBezTo>
                  <a:pt x="10382" y="6137"/>
                  <a:pt x="10405" y="6103"/>
                  <a:pt x="10421" y="6064"/>
                </a:cubicBezTo>
                <a:cubicBezTo>
                  <a:pt x="10437" y="6025"/>
                  <a:pt x="10445" y="5985"/>
                  <a:pt x="10445" y="5943"/>
                </a:cubicBezTo>
                <a:lnTo>
                  <a:pt x="10445" y="676"/>
                </a:lnTo>
                <a:cubicBezTo>
                  <a:pt x="10445" y="634"/>
                  <a:pt x="10437" y="594"/>
                  <a:pt x="10421" y="555"/>
                </a:cubicBezTo>
                <a:cubicBezTo>
                  <a:pt x="10405" y="516"/>
                  <a:pt x="10382" y="482"/>
                  <a:pt x="10352" y="452"/>
                </a:cubicBezTo>
                <a:cubicBezTo>
                  <a:pt x="10323" y="422"/>
                  <a:pt x="10288" y="399"/>
                  <a:pt x="10249" y="383"/>
                </a:cubicBezTo>
                <a:cubicBezTo>
                  <a:pt x="10211" y="367"/>
                  <a:pt x="10170" y="359"/>
                  <a:pt x="10128" y="359"/>
                </a:cubicBezTo>
                <a:lnTo>
                  <a:pt x="761" y="359"/>
                </a:lnTo>
                <a:cubicBezTo>
                  <a:pt x="719" y="359"/>
                  <a:pt x="678" y="367"/>
                  <a:pt x="639" y="383"/>
                </a:cubicBezTo>
                <a:cubicBezTo>
                  <a:pt x="600" y="399"/>
                  <a:pt x="566" y="422"/>
                  <a:pt x="536" y="452"/>
                </a:cubicBezTo>
                <a:cubicBezTo>
                  <a:pt x="506" y="482"/>
                  <a:pt x="483" y="516"/>
                  <a:pt x="467" y="555"/>
                </a:cubicBezTo>
                <a:cubicBezTo>
                  <a:pt x="451" y="594"/>
                  <a:pt x="443" y="634"/>
                  <a:pt x="443" y="676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26" name=""/>
          <p:cNvSpPr/>
          <p:nvPr/>
        </p:nvSpPr>
        <p:spPr>
          <a:xfrm>
            <a:off x="4305240" y="2781000"/>
            <a:ext cx="3581640" cy="2105640"/>
          </a:xfrm>
          <a:custGeom>
            <a:avLst/>
            <a:gdLst/>
            <a:ahLst/>
            <a:rect l="0" t="0" r="r" b="b"/>
            <a:pathLst>
              <a:path w="9949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6"/>
                </a:cubicBezTo>
                <a:cubicBezTo>
                  <a:pt x="9733" y="10"/>
                  <a:pt x="9752" y="15"/>
                  <a:pt x="9769" y="22"/>
                </a:cubicBezTo>
                <a:cubicBezTo>
                  <a:pt x="9787" y="30"/>
                  <a:pt x="9804" y="39"/>
                  <a:pt x="9820" y="49"/>
                </a:cubicBezTo>
                <a:cubicBezTo>
                  <a:pt x="9836" y="60"/>
                  <a:pt x="9850" y="72"/>
                  <a:pt x="9864" y="86"/>
                </a:cubicBezTo>
                <a:cubicBezTo>
                  <a:pt x="9877" y="99"/>
                  <a:pt x="9889" y="114"/>
                  <a:pt x="9900" y="130"/>
                </a:cubicBezTo>
                <a:cubicBezTo>
                  <a:pt x="9911" y="146"/>
                  <a:pt x="9920" y="162"/>
                  <a:pt x="9927" y="180"/>
                </a:cubicBezTo>
                <a:cubicBezTo>
                  <a:pt x="9934" y="198"/>
                  <a:pt x="9940" y="216"/>
                  <a:pt x="9943" y="235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558"/>
                </a:lnTo>
                <a:cubicBezTo>
                  <a:pt x="9949" y="5577"/>
                  <a:pt x="9947" y="5596"/>
                  <a:pt x="9943" y="5614"/>
                </a:cubicBezTo>
                <a:cubicBezTo>
                  <a:pt x="9940" y="5633"/>
                  <a:pt x="9934" y="5651"/>
                  <a:pt x="9927" y="5669"/>
                </a:cubicBezTo>
                <a:cubicBezTo>
                  <a:pt x="9920" y="5687"/>
                  <a:pt x="9911" y="5703"/>
                  <a:pt x="9900" y="5719"/>
                </a:cubicBezTo>
                <a:cubicBezTo>
                  <a:pt x="9889" y="5735"/>
                  <a:pt x="9877" y="5750"/>
                  <a:pt x="9864" y="5763"/>
                </a:cubicBezTo>
                <a:cubicBezTo>
                  <a:pt x="9850" y="5777"/>
                  <a:pt x="9836" y="5789"/>
                  <a:pt x="9820" y="5800"/>
                </a:cubicBezTo>
                <a:cubicBezTo>
                  <a:pt x="9804" y="5810"/>
                  <a:pt x="9787" y="5819"/>
                  <a:pt x="9769" y="5826"/>
                </a:cubicBezTo>
                <a:cubicBezTo>
                  <a:pt x="9752" y="5834"/>
                  <a:pt x="9733" y="5839"/>
                  <a:pt x="9715" y="5843"/>
                </a:cubicBezTo>
                <a:cubicBezTo>
                  <a:pt x="9696" y="5847"/>
                  <a:pt x="9677" y="5849"/>
                  <a:pt x="9658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4" y="5843"/>
                </a:cubicBezTo>
                <a:cubicBezTo>
                  <a:pt x="215" y="5839"/>
                  <a:pt x="197" y="5834"/>
                  <a:pt x="179" y="5826"/>
                </a:cubicBezTo>
                <a:cubicBezTo>
                  <a:pt x="162" y="5819"/>
                  <a:pt x="145" y="5810"/>
                  <a:pt x="129" y="5800"/>
                </a:cubicBezTo>
                <a:cubicBezTo>
                  <a:pt x="113" y="5789"/>
                  <a:pt x="98" y="5777"/>
                  <a:pt x="85" y="5763"/>
                </a:cubicBezTo>
                <a:cubicBezTo>
                  <a:pt x="71" y="5750"/>
                  <a:pt x="59" y="5735"/>
                  <a:pt x="49" y="5719"/>
                </a:cubicBezTo>
                <a:cubicBezTo>
                  <a:pt x="38" y="5703"/>
                  <a:pt x="29" y="5687"/>
                  <a:pt x="22" y="5669"/>
                </a:cubicBezTo>
                <a:cubicBezTo>
                  <a:pt x="15" y="5651"/>
                  <a:pt x="9" y="5633"/>
                  <a:pt x="5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7" name=""/>
          <p:cNvSpPr/>
          <p:nvPr/>
        </p:nvSpPr>
        <p:spPr>
          <a:xfrm>
            <a:off x="4305240" y="2781000"/>
            <a:ext cx="3581640" cy="2105640"/>
          </a:xfrm>
          <a:custGeom>
            <a:avLst/>
            <a:gdLst/>
            <a:ahLst/>
            <a:rect l="0" t="0" r="r" b="b"/>
            <a:pathLst>
              <a:path w="9949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6"/>
                </a:cubicBezTo>
                <a:cubicBezTo>
                  <a:pt x="9733" y="10"/>
                  <a:pt x="9752" y="15"/>
                  <a:pt x="9769" y="22"/>
                </a:cubicBezTo>
                <a:cubicBezTo>
                  <a:pt x="9787" y="30"/>
                  <a:pt x="9804" y="39"/>
                  <a:pt x="9820" y="49"/>
                </a:cubicBezTo>
                <a:cubicBezTo>
                  <a:pt x="9836" y="60"/>
                  <a:pt x="9850" y="72"/>
                  <a:pt x="9864" y="86"/>
                </a:cubicBezTo>
                <a:cubicBezTo>
                  <a:pt x="9877" y="99"/>
                  <a:pt x="9889" y="114"/>
                  <a:pt x="9900" y="130"/>
                </a:cubicBezTo>
                <a:cubicBezTo>
                  <a:pt x="9911" y="146"/>
                  <a:pt x="9920" y="162"/>
                  <a:pt x="9927" y="180"/>
                </a:cubicBezTo>
                <a:cubicBezTo>
                  <a:pt x="9934" y="198"/>
                  <a:pt x="9940" y="216"/>
                  <a:pt x="9943" y="235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558"/>
                </a:lnTo>
                <a:cubicBezTo>
                  <a:pt x="9949" y="5577"/>
                  <a:pt x="9947" y="5596"/>
                  <a:pt x="9943" y="5614"/>
                </a:cubicBezTo>
                <a:cubicBezTo>
                  <a:pt x="9940" y="5633"/>
                  <a:pt x="9934" y="5651"/>
                  <a:pt x="9927" y="5669"/>
                </a:cubicBezTo>
                <a:cubicBezTo>
                  <a:pt x="9920" y="5687"/>
                  <a:pt x="9911" y="5703"/>
                  <a:pt x="9900" y="5719"/>
                </a:cubicBezTo>
                <a:cubicBezTo>
                  <a:pt x="9889" y="5735"/>
                  <a:pt x="9877" y="5750"/>
                  <a:pt x="9864" y="5763"/>
                </a:cubicBezTo>
                <a:cubicBezTo>
                  <a:pt x="9850" y="5777"/>
                  <a:pt x="9836" y="5789"/>
                  <a:pt x="9820" y="5800"/>
                </a:cubicBezTo>
                <a:cubicBezTo>
                  <a:pt x="9804" y="5810"/>
                  <a:pt x="9787" y="5819"/>
                  <a:pt x="9769" y="5826"/>
                </a:cubicBezTo>
                <a:cubicBezTo>
                  <a:pt x="9752" y="5834"/>
                  <a:pt x="9733" y="5839"/>
                  <a:pt x="9715" y="5843"/>
                </a:cubicBezTo>
                <a:cubicBezTo>
                  <a:pt x="9696" y="5847"/>
                  <a:pt x="9677" y="5849"/>
                  <a:pt x="9658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4" y="5843"/>
                </a:cubicBezTo>
                <a:cubicBezTo>
                  <a:pt x="215" y="5839"/>
                  <a:pt x="197" y="5834"/>
                  <a:pt x="179" y="5826"/>
                </a:cubicBezTo>
                <a:cubicBezTo>
                  <a:pt x="162" y="5819"/>
                  <a:pt x="145" y="5810"/>
                  <a:pt x="129" y="5800"/>
                </a:cubicBezTo>
                <a:cubicBezTo>
                  <a:pt x="113" y="5789"/>
                  <a:pt x="98" y="5777"/>
                  <a:pt x="85" y="5763"/>
                </a:cubicBezTo>
                <a:cubicBezTo>
                  <a:pt x="71" y="5750"/>
                  <a:pt x="59" y="5735"/>
                  <a:pt x="49" y="5719"/>
                </a:cubicBezTo>
                <a:cubicBezTo>
                  <a:pt x="38" y="5703"/>
                  <a:pt x="29" y="5687"/>
                  <a:pt x="22" y="5669"/>
                </a:cubicBezTo>
                <a:cubicBezTo>
                  <a:pt x="15" y="5651"/>
                  <a:pt x="9" y="5633"/>
                  <a:pt x="5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8" name=""/>
          <p:cNvSpPr/>
          <p:nvPr/>
        </p:nvSpPr>
        <p:spPr>
          <a:xfrm>
            <a:off x="5790960" y="3076560"/>
            <a:ext cx="609840" cy="304920"/>
          </a:xfrm>
          <a:custGeom>
            <a:avLst/>
            <a:gdLst/>
            <a:ahLst/>
            <a:rect l="0" t="0" r="r" b="b"/>
            <a:pathLst>
              <a:path w="1694" h="847">
                <a:moveTo>
                  <a:pt x="0" y="847"/>
                </a:moveTo>
                <a:lnTo>
                  <a:pt x="0" y="754"/>
                </a:lnTo>
                <a:cubicBezTo>
                  <a:pt x="0" y="708"/>
                  <a:pt x="25" y="671"/>
                  <a:pt x="73" y="643"/>
                </a:cubicBezTo>
                <a:cubicBezTo>
                  <a:pt x="122" y="615"/>
                  <a:pt x="186" y="600"/>
                  <a:pt x="265" y="600"/>
                </a:cubicBezTo>
                <a:cubicBezTo>
                  <a:pt x="280" y="600"/>
                  <a:pt x="293" y="601"/>
                  <a:pt x="307" y="601"/>
                </a:cubicBezTo>
                <a:cubicBezTo>
                  <a:pt x="320" y="602"/>
                  <a:pt x="333" y="603"/>
                  <a:pt x="346" y="605"/>
                </a:cubicBezTo>
                <a:cubicBezTo>
                  <a:pt x="336" y="625"/>
                  <a:pt x="329" y="646"/>
                  <a:pt x="325" y="667"/>
                </a:cubicBezTo>
                <a:cubicBezTo>
                  <a:pt x="320" y="688"/>
                  <a:pt x="318" y="710"/>
                  <a:pt x="318" y="733"/>
                </a:cubicBezTo>
                <a:lnTo>
                  <a:pt x="318" y="847"/>
                </a:lnTo>
                <a:lnTo>
                  <a:pt x="0" y="847"/>
                </a:lnTo>
                <a:moveTo>
                  <a:pt x="423" y="847"/>
                </a:moveTo>
                <a:lnTo>
                  <a:pt x="423" y="733"/>
                </a:lnTo>
                <a:cubicBezTo>
                  <a:pt x="423" y="695"/>
                  <a:pt x="434" y="661"/>
                  <a:pt x="454" y="629"/>
                </a:cubicBezTo>
                <a:cubicBezTo>
                  <a:pt x="475" y="598"/>
                  <a:pt x="504" y="571"/>
                  <a:pt x="542" y="547"/>
                </a:cubicBezTo>
                <a:cubicBezTo>
                  <a:pt x="579" y="524"/>
                  <a:pt x="624" y="506"/>
                  <a:pt x="677" y="494"/>
                </a:cubicBezTo>
                <a:cubicBezTo>
                  <a:pt x="729" y="483"/>
                  <a:pt x="786" y="477"/>
                  <a:pt x="847" y="477"/>
                </a:cubicBezTo>
                <a:cubicBezTo>
                  <a:pt x="909" y="477"/>
                  <a:pt x="966" y="483"/>
                  <a:pt x="1019" y="494"/>
                </a:cubicBezTo>
                <a:cubicBezTo>
                  <a:pt x="1071" y="506"/>
                  <a:pt x="1116" y="524"/>
                  <a:pt x="1154" y="547"/>
                </a:cubicBezTo>
                <a:cubicBezTo>
                  <a:pt x="1191" y="571"/>
                  <a:pt x="1220" y="598"/>
                  <a:pt x="1240" y="629"/>
                </a:cubicBezTo>
                <a:cubicBezTo>
                  <a:pt x="1260" y="661"/>
                  <a:pt x="1270" y="695"/>
                  <a:pt x="1270" y="733"/>
                </a:cubicBezTo>
                <a:lnTo>
                  <a:pt x="1270" y="847"/>
                </a:lnTo>
                <a:lnTo>
                  <a:pt x="423" y="847"/>
                </a:lnTo>
                <a:moveTo>
                  <a:pt x="1376" y="847"/>
                </a:moveTo>
                <a:lnTo>
                  <a:pt x="1376" y="733"/>
                </a:lnTo>
                <a:cubicBezTo>
                  <a:pt x="1376" y="709"/>
                  <a:pt x="1374" y="687"/>
                  <a:pt x="1370" y="667"/>
                </a:cubicBezTo>
                <a:cubicBezTo>
                  <a:pt x="1366" y="646"/>
                  <a:pt x="1359" y="625"/>
                  <a:pt x="1350" y="605"/>
                </a:cubicBezTo>
                <a:cubicBezTo>
                  <a:pt x="1362" y="603"/>
                  <a:pt x="1376" y="602"/>
                  <a:pt x="1389" y="601"/>
                </a:cubicBezTo>
                <a:cubicBezTo>
                  <a:pt x="1402" y="601"/>
                  <a:pt x="1415" y="600"/>
                  <a:pt x="1429" y="600"/>
                </a:cubicBezTo>
                <a:cubicBezTo>
                  <a:pt x="1508" y="600"/>
                  <a:pt x="1572" y="614"/>
                  <a:pt x="1621" y="642"/>
                </a:cubicBezTo>
                <a:cubicBezTo>
                  <a:pt x="1669" y="670"/>
                  <a:pt x="1694" y="707"/>
                  <a:pt x="1694" y="754"/>
                </a:cubicBezTo>
                <a:lnTo>
                  <a:pt x="1694" y="847"/>
                </a:lnTo>
                <a:lnTo>
                  <a:pt x="1376" y="847"/>
                </a:lnTo>
                <a:moveTo>
                  <a:pt x="529" y="741"/>
                </a:moveTo>
                <a:lnTo>
                  <a:pt x="1164" y="741"/>
                </a:lnTo>
                <a:lnTo>
                  <a:pt x="1164" y="731"/>
                </a:lnTo>
                <a:cubicBezTo>
                  <a:pt x="1164" y="687"/>
                  <a:pt x="1135" y="652"/>
                  <a:pt x="1075" y="624"/>
                </a:cubicBezTo>
                <a:cubicBezTo>
                  <a:pt x="1016" y="596"/>
                  <a:pt x="940" y="583"/>
                  <a:pt x="847" y="583"/>
                </a:cubicBezTo>
                <a:cubicBezTo>
                  <a:pt x="754" y="583"/>
                  <a:pt x="678" y="596"/>
                  <a:pt x="618" y="624"/>
                </a:cubicBezTo>
                <a:cubicBezTo>
                  <a:pt x="559" y="652"/>
                  <a:pt x="529" y="688"/>
                  <a:pt x="529" y="733"/>
                </a:cubicBezTo>
                <a:lnTo>
                  <a:pt x="529" y="741"/>
                </a:lnTo>
                <a:moveTo>
                  <a:pt x="264" y="547"/>
                </a:moveTo>
                <a:cubicBezTo>
                  <a:pt x="230" y="547"/>
                  <a:pt x="202" y="535"/>
                  <a:pt x="177" y="511"/>
                </a:cubicBezTo>
                <a:cubicBezTo>
                  <a:pt x="153" y="487"/>
                  <a:pt x="141" y="458"/>
                  <a:pt x="141" y="424"/>
                </a:cubicBezTo>
                <a:cubicBezTo>
                  <a:pt x="141" y="390"/>
                  <a:pt x="153" y="361"/>
                  <a:pt x="178" y="336"/>
                </a:cubicBezTo>
                <a:cubicBezTo>
                  <a:pt x="202" y="311"/>
                  <a:pt x="231" y="299"/>
                  <a:pt x="265" y="299"/>
                </a:cubicBezTo>
                <a:cubicBezTo>
                  <a:pt x="299" y="299"/>
                  <a:pt x="328" y="311"/>
                  <a:pt x="352" y="336"/>
                </a:cubicBezTo>
                <a:cubicBezTo>
                  <a:pt x="376" y="361"/>
                  <a:pt x="388" y="390"/>
                  <a:pt x="388" y="425"/>
                </a:cubicBezTo>
                <a:cubicBezTo>
                  <a:pt x="388" y="458"/>
                  <a:pt x="376" y="487"/>
                  <a:pt x="352" y="511"/>
                </a:cubicBezTo>
                <a:cubicBezTo>
                  <a:pt x="328" y="535"/>
                  <a:pt x="299" y="547"/>
                  <a:pt x="264" y="547"/>
                </a:cubicBezTo>
                <a:moveTo>
                  <a:pt x="1428" y="547"/>
                </a:moveTo>
                <a:cubicBezTo>
                  <a:pt x="1395" y="547"/>
                  <a:pt x="1366" y="535"/>
                  <a:pt x="1342" y="511"/>
                </a:cubicBezTo>
                <a:cubicBezTo>
                  <a:pt x="1317" y="487"/>
                  <a:pt x="1305" y="458"/>
                  <a:pt x="1305" y="424"/>
                </a:cubicBezTo>
                <a:cubicBezTo>
                  <a:pt x="1305" y="390"/>
                  <a:pt x="1318" y="361"/>
                  <a:pt x="1342" y="336"/>
                </a:cubicBezTo>
                <a:cubicBezTo>
                  <a:pt x="1366" y="311"/>
                  <a:pt x="1395" y="299"/>
                  <a:pt x="1429" y="299"/>
                </a:cubicBezTo>
                <a:cubicBezTo>
                  <a:pt x="1463" y="299"/>
                  <a:pt x="1492" y="311"/>
                  <a:pt x="1516" y="336"/>
                </a:cubicBezTo>
                <a:cubicBezTo>
                  <a:pt x="1540" y="361"/>
                  <a:pt x="1552" y="390"/>
                  <a:pt x="1552" y="425"/>
                </a:cubicBezTo>
                <a:cubicBezTo>
                  <a:pt x="1552" y="458"/>
                  <a:pt x="1540" y="487"/>
                  <a:pt x="1516" y="511"/>
                </a:cubicBezTo>
                <a:cubicBezTo>
                  <a:pt x="1492" y="535"/>
                  <a:pt x="1463" y="547"/>
                  <a:pt x="1428" y="547"/>
                </a:cubicBezTo>
                <a:moveTo>
                  <a:pt x="847" y="424"/>
                </a:moveTo>
                <a:cubicBezTo>
                  <a:pt x="788" y="424"/>
                  <a:pt x="738" y="403"/>
                  <a:pt x="697" y="362"/>
                </a:cubicBezTo>
                <a:cubicBezTo>
                  <a:pt x="656" y="320"/>
                  <a:pt x="635" y="270"/>
                  <a:pt x="635" y="211"/>
                </a:cubicBezTo>
                <a:cubicBezTo>
                  <a:pt x="635" y="151"/>
                  <a:pt x="656" y="101"/>
                  <a:pt x="697" y="60"/>
                </a:cubicBezTo>
                <a:cubicBezTo>
                  <a:pt x="738" y="20"/>
                  <a:pt x="788" y="0"/>
                  <a:pt x="847" y="0"/>
                </a:cubicBezTo>
                <a:cubicBezTo>
                  <a:pt x="907" y="0"/>
                  <a:pt x="957" y="20"/>
                  <a:pt x="998" y="60"/>
                </a:cubicBezTo>
                <a:cubicBezTo>
                  <a:pt x="1038" y="101"/>
                  <a:pt x="1058" y="151"/>
                  <a:pt x="1058" y="211"/>
                </a:cubicBezTo>
                <a:cubicBezTo>
                  <a:pt x="1058" y="270"/>
                  <a:pt x="1038" y="320"/>
                  <a:pt x="998" y="362"/>
                </a:cubicBezTo>
                <a:cubicBezTo>
                  <a:pt x="957" y="403"/>
                  <a:pt x="907" y="424"/>
                  <a:pt x="847" y="424"/>
                </a:cubicBezTo>
                <a:moveTo>
                  <a:pt x="847" y="317"/>
                </a:moveTo>
                <a:cubicBezTo>
                  <a:pt x="878" y="317"/>
                  <a:pt x="903" y="307"/>
                  <a:pt x="923" y="286"/>
                </a:cubicBezTo>
                <a:cubicBezTo>
                  <a:pt x="943" y="266"/>
                  <a:pt x="953" y="241"/>
                  <a:pt x="953" y="211"/>
                </a:cubicBezTo>
                <a:cubicBezTo>
                  <a:pt x="953" y="180"/>
                  <a:pt x="943" y="155"/>
                  <a:pt x="922" y="135"/>
                </a:cubicBezTo>
                <a:cubicBezTo>
                  <a:pt x="902" y="115"/>
                  <a:pt x="877" y="105"/>
                  <a:pt x="847" y="105"/>
                </a:cubicBezTo>
                <a:cubicBezTo>
                  <a:pt x="818" y="105"/>
                  <a:pt x="792" y="115"/>
                  <a:pt x="772" y="136"/>
                </a:cubicBezTo>
                <a:cubicBezTo>
                  <a:pt x="751" y="156"/>
                  <a:pt x="741" y="181"/>
                  <a:pt x="741" y="211"/>
                </a:cubicBezTo>
                <a:cubicBezTo>
                  <a:pt x="741" y="240"/>
                  <a:pt x="751" y="266"/>
                  <a:pt x="772" y="286"/>
                </a:cubicBezTo>
                <a:cubicBezTo>
                  <a:pt x="792" y="307"/>
                  <a:pt x="817" y="317"/>
                  <a:pt x="847" y="317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1306440" y="4203720"/>
            <a:ext cx="1961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build.google.com/antigravity/docs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5529960" y="38757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コミュニティ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5128200" y="4203720"/>
            <a:ext cx="1850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Discord: Antigravity Developers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2" name=""/>
          <p:cNvSpPr/>
          <p:nvPr/>
        </p:nvSpPr>
        <p:spPr>
          <a:xfrm>
            <a:off x="7851600" y="2642400"/>
            <a:ext cx="3926160" cy="2441880"/>
          </a:xfrm>
          <a:custGeom>
            <a:avLst/>
            <a:gdLst/>
            <a:ahLst/>
            <a:rect l="0" t="0" r="r" b="b"/>
            <a:pathLst>
              <a:path w="10906" h="6783">
                <a:moveTo>
                  <a:pt x="441" y="676"/>
                </a:moveTo>
                <a:lnTo>
                  <a:pt x="441" y="5943"/>
                </a:lnTo>
                <a:cubicBezTo>
                  <a:pt x="441" y="5985"/>
                  <a:pt x="449" y="6025"/>
                  <a:pt x="465" y="6064"/>
                </a:cubicBezTo>
                <a:cubicBezTo>
                  <a:pt x="481" y="6103"/>
                  <a:pt x="504" y="6137"/>
                  <a:pt x="534" y="6167"/>
                </a:cubicBezTo>
                <a:cubicBezTo>
                  <a:pt x="564" y="6197"/>
                  <a:pt x="598" y="6220"/>
                  <a:pt x="637" y="6236"/>
                </a:cubicBezTo>
                <a:cubicBezTo>
                  <a:pt x="676" y="6252"/>
                  <a:pt x="716" y="6260"/>
                  <a:pt x="758" y="6260"/>
                </a:cubicBezTo>
                <a:lnTo>
                  <a:pt x="10152" y="6260"/>
                </a:lnTo>
                <a:cubicBezTo>
                  <a:pt x="10194" y="6260"/>
                  <a:pt x="10235" y="6252"/>
                  <a:pt x="10274" y="6236"/>
                </a:cubicBezTo>
                <a:cubicBezTo>
                  <a:pt x="10313" y="6220"/>
                  <a:pt x="10347" y="6197"/>
                  <a:pt x="10377" y="6167"/>
                </a:cubicBezTo>
                <a:cubicBezTo>
                  <a:pt x="10406" y="6137"/>
                  <a:pt x="10429" y="6103"/>
                  <a:pt x="10445" y="6064"/>
                </a:cubicBezTo>
                <a:cubicBezTo>
                  <a:pt x="10462" y="6025"/>
                  <a:pt x="10470" y="5985"/>
                  <a:pt x="10470" y="5943"/>
                </a:cubicBezTo>
                <a:lnTo>
                  <a:pt x="10470" y="676"/>
                </a:lnTo>
                <a:cubicBezTo>
                  <a:pt x="10470" y="634"/>
                  <a:pt x="10462" y="594"/>
                  <a:pt x="10445" y="555"/>
                </a:cubicBezTo>
                <a:cubicBezTo>
                  <a:pt x="10429" y="516"/>
                  <a:pt x="10406" y="482"/>
                  <a:pt x="10377" y="452"/>
                </a:cubicBezTo>
                <a:cubicBezTo>
                  <a:pt x="10347" y="422"/>
                  <a:pt x="10313" y="399"/>
                  <a:pt x="10274" y="383"/>
                </a:cubicBezTo>
                <a:cubicBezTo>
                  <a:pt x="10235" y="367"/>
                  <a:pt x="10194" y="359"/>
                  <a:pt x="10152" y="359"/>
                </a:cubicBezTo>
                <a:lnTo>
                  <a:pt x="758" y="359"/>
                </a:lnTo>
                <a:cubicBezTo>
                  <a:pt x="716" y="359"/>
                  <a:pt x="676" y="367"/>
                  <a:pt x="637" y="383"/>
                </a:cubicBezTo>
                <a:cubicBezTo>
                  <a:pt x="598" y="399"/>
                  <a:pt x="564" y="422"/>
                  <a:pt x="534" y="452"/>
                </a:cubicBezTo>
                <a:cubicBezTo>
                  <a:pt x="504" y="482"/>
                  <a:pt x="481" y="516"/>
                  <a:pt x="465" y="555"/>
                </a:cubicBezTo>
                <a:cubicBezTo>
                  <a:pt x="449" y="594"/>
                  <a:pt x="441" y="634"/>
                  <a:pt x="441" y="676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33" name=""/>
          <p:cNvSpPr/>
          <p:nvPr/>
        </p:nvSpPr>
        <p:spPr>
          <a:xfrm>
            <a:off x="801972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4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4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49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4" name=""/>
          <p:cNvSpPr/>
          <p:nvPr/>
        </p:nvSpPr>
        <p:spPr>
          <a:xfrm>
            <a:off x="801972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4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4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49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5" name=""/>
          <p:cNvSpPr/>
          <p:nvPr/>
        </p:nvSpPr>
        <p:spPr>
          <a:xfrm>
            <a:off x="9565920" y="2974680"/>
            <a:ext cx="508680" cy="508320"/>
          </a:xfrm>
          <a:custGeom>
            <a:avLst/>
            <a:gdLst/>
            <a:ahLst/>
            <a:rect l="0" t="0" r="r" b="b"/>
            <a:pathLst>
              <a:path w="1413" h="1412">
                <a:moveTo>
                  <a:pt x="535" y="1007"/>
                </a:moveTo>
                <a:lnTo>
                  <a:pt x="1007" y="706"/>
                </a:lnTo>
                <a:lnTo>
                  <a:pt x="535" y="406"/>
                </a:lnTo>
                <a:lnTo>
                  <a:pt x="535" y="1007"/>
                </a:lnTo>
                <a:moveTo>
                  <a:pt x="706" y="1412"/>
                </a:moveTo>
                <a:cubicBezTo>
                  <a:pt x="610" y="1412"/>
                  <a:pt x="518" y="1394"/>
                  <a:pt x="433" y="1357"/>
                </a:cubicBezTo>
                <a:cubicBezTo>
                  <a:pt x="347" y="1320"/>
                  <a:pt x="272" y="1269"/>
                  <a:pt x="208" y="1205"/>
                </a:cubicBezTo>
                <a:cubicBezTo>
                  <a:pt x="144" y="1141"/>
                  <a:pt x="93" y="1066"/>
                  <a:pt x="56" y="980"/>
                </a:cubicBezTo>
                <a:cubicBezTo>
                  <a:pt x="19" y="893"/>
                  <a:pt x="0" y="802"/>
                  <a:pt x="0" y="706"/>
                </a:cubicBezTo>
                <a:cubicBezTo>
                  <a:pt x="0" y="608"/>
                  <a:pt x="19" y="517"/>
                  <a:pt x="56" y="431"/>
                </a:cubicBezTo>
                <a:cubicBezTo>
                  <a:pt x="93" y="345"/>
                  <a:pt x="144" y="270"/>
                  <a:pt x="208" y="207"/>
                </a:cubicBezTo>
                <a:cubicBezTo>
                  <a:pt x="272" y="143"/>
                  <a:pt x="347" y="93"/>
                  <a:pt x="433" y="56"/>
                </a:cubicBezTo>
                <a:cubicBezTo>
                  <a:pt x="518" y="19"/>
                  <a:pt x="610" y="0"/>
                  <a:pt x="706" y="0"/>
                </a:cubicBezTo>
                <a:cubicBezTo>
                  <a:pt x="804" y="0"/>
                  <a:pt x="895" y="19"/>
                  <a:pt x="982" y="56"/>
                </a:cubicBezTo>
                <a:cubicBezTo>
                  <a:pt x="1068" y="93"/>
                  <a:pt x="1143" y="143"/>
                  <a:pt x="1206" y="207"/>
                </a:cubicBezTo>
                <a:cubicBezTo>
                  <a:pt x="1270" y="270"/>
                  <a:pt x="1320" y="345"/>
                  <a:pt x="1357" y="431"/>
                </a:cubicBezTo>
                <a:cubicBezTo>
                  <a:pt x="1394" y="517"/>
                  <a:pt x="1413" y="608"/>
                  <a:pt x="1413" y="706"/>
                </a:cubicBezTo>
                <a:cubicBezTo>
                  <a:pt x="1413" y="802"/>
                  <a:pt x="1394" y="893"/>
                  <a:pt x="1357" y="980"/>
                </a:cubicBezTo>
                <a:cubicBezTo>
                  <a:pt x="1320" y="1066"/>
                  <a:pt x="1270" y="1141"/>
                  <a:pt x="1206" y="1205"/>
                </a:cubicBezTo>
                <a:cubicBezTo>
                  <a:pt x="1143" y="1269"/>
                  <a:pt x="1068" y="1320"/>
                  <a:pt x="982" y="1357"/>
                </a:cubicBezTo>
                <a:cubicBezTo>
                  <a:pt x="895" y="1394"/>
                  <a:pt x="804" y="1412"/>
                  <a:pt x="706" y="1412"/>
                </a:cubicBezTo>
                <a:moveTo>
                  <a:pt x="706" y="1307"/>
                </a:moveTo>
                <a:cubicBezTo>
                  <a:pt x="873" y="1307"/>
                  <a:pt x="1016" y="1248"/>
                  <a:pt x="1132" y="1131"/>
                </a:cubicBezTo>
                <a:cubicBezTo>
                  <a:pt x="1249" y="1014"/>
                  <a:pt x="1307" y="872"/>
                  <a:pt x="1307" y="706"/>
                </a:cubicBezTo>
                <a:cubicBezTo>
                  <a:pt x="1307" y="539"/>
                  <a:pt x="1249" y="397"/>
                  <a:pt x="1132" y="281"/>
                </a:cubicBezTo>
                <a:cubicBezTo>
                  <a:pt x="1016" y="164"/>
                  <a:pt x="873" y="106"/>
                  <a:pt x="706" y="106"/>
                </a:cubicBezTo>
                <a:cubicBezTo>
                  <a:pt x="540" y="106"/>
                  <a:pt x="399" y="164"/>
                  <a:pt x="282" y="281"/>
                </a:cubicBezTo>
                <a:cubicBezTo>
                  <a:pt x="165" y="397"/>
                  <a:pt x="106" y="539"/>
                  <a:pt x="106" y="706"/>
                </a:cubicBezTo>
                <a:cubicBezTo>
                  <a:pt x="106" y="872"/>
                  <a:pt x="165" y="1014"/>
                  <a:pt x="282" y="1131"/>
                </a:cubicBezTo>
                <a:cubicBezTo>
                  <a:pt x="399" y="1248"/>
                  <a:pt x="540" y="1307"/>
                  <a:pt x="706" y="1307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5189760" y="4413240"/>
            <a:ext cx="170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GitHub: antigravity-examples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9151200" y="38757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チュートリアル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9086040" y="4203720"/>
            <a:ext cx="1467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YouTube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公式チャンネル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9281160" y="4413240"/>
            <a:ext cx="10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Qiita #Antigravity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4" name=""/>
          <p:cNvSpPr/>
          <p:nvPr/>
        </p:nvSpPr>
        <p:spPr>
          <a:xfrm>
            <a:off x="571320" y="2476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5" name=""/>
          <p:cNvSpPr/>
          <p:nvPr/>
        </p:nvSpPr>
        <p:spPr>
          <a:xfrm>
            <a:off x="580680" y="2666880"/>
            <a:ext cx="11030400" cy="1886400"/>
          </a:xfrm>
          <a:custGeom>
            <a:avLst/>
            <a:gdLst/>
            <a:ahLst/>
            <a:rect l="0" t="0" r="r" b="b"/>
            <a:pathLst>
              <a:path w="30640" h="5240">
                <a:moveTo>
                  <a:pt x="0" y="494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949"/>
                </a:lnTo>
                <a:cubicBezTo>
                  <a:pt x="30640" y="4968"/>
                  <a:pt x="30638" y="4987"/>
                  <a:pt x="30635" y="5005"/>
                </a:cubicBezTo>
                <a:cubicBezTo>
                  <a:pt x="30631" y="5024"/>
                  <a:pt x="30625" y="5042"/>
                  <a:pt x="30618" y="5060"/>
                </a:cubicBezTo>
                <a:cubicBezTo>
                  <a:pt x="30611" y="5078"/>
                  <a:pt x="30602" y="5094"/>
                  <a:pt x="30591" y="5110"/>
                </a:cubicBezTo>
                <a:cubicBezTo>
                  <a:pt x="30581" y="5126"/>
                  <a:pt x="30568" y="5141"/>
                  <a:pt x="30555" y="5154"/>
                </a:cubicBezTo>
                <a:cubicBezTo>
                  <a:pt x="30541" y="5168"/>
                  <a:pt x="30527" y="5180"/>
                  <a:pt x="30511" y="5191"/>
                </a:cubicBezTo>
                <a:cubicBezTo>
                  <a:pt x="30495" y="5201"/>
                  <a:pt x="30478" y="5210"/>
                  <a:pt x="30461" y="5217"/>
                </a:cubicBezTo>
                <a:cubicBezTo>
                  <a:pt x="30443" y="5225"/>
                  <a:pt x="30425" y="5230"/>
                  <a:pt x="30406" y="5234"/>
                </a:cubicBezTo>
                <a:cubicBezTo>
                  <a:pt x="30387" y="5238"/>
                  <a:pt x="30368" y="5240"/>
                  <a:pt x="30349" y="5240"/>
                </a:cubicBezTo>
                <a:lnTo>
                  <a:pt x="291" y="5240"/>
                </a:lnTo>
                <a:cubicBezTo>
                  <a:pt x="272" y="5240"/>
                  <a:pt x="253" y="5238"/>
                  <a:pt x="235" y="5234"/>
                </a:cubicBezTo>
                <a:cubicBezTo>
                  <a:pt x="216" y="5230"/>
                  <a:pt x="198" y="5225"/>
                  <a:pt x="180" y="5217"/>
                </a:cubicBezTo>
                <a:cubicBezTo>
                  <a:pt x="162" y="5210"/>
                  <a:pt x="146" y="5201"/>
                  <a:pt x="130" y="5191"/>
                </a:cubicBezTo>
                <a:cubicBezTo>
                  <a:pt x="114" y="5180"/>
                  <a:pt x="99" y="5168"/>
                  <a:pt x="86" y="5154"/>
                </a:cubicBezTo>
                <a:cubicBezTo>
                  <a:pt x="72" y="5141"/>
                  <a:pt x="60" y="5126"/>
                  <a:pt x="50" y="5110"/>
                </a:cubicBezTo>
                <a:cubicBezTo>
                  <a:pt x="39" y="5094"/>
                  <a:pt x="30" y="5078"/>
                  <a:pt x="23" y="5060"/>
                </a:cubicBezTo>
                <a:cubicBezTo>
                  <a:pt x="15" y="5042"/>
                  <a:pt x="10" y="5024"/>
                  <a:pt x="6" y="5005"/>
                </a:cubicBezTo>
                <a:cubicBezTo>
                  <a:pt x="2" y="4987"/>
                  <a:pt x="0" y="4968"/>
                  <a:pt x="0" y="4949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6" name=""/>
          <p:cNvSpPr/>
          <p:nvPr/>
        </p:nvSpPr>
        <p:spPr>
          <a:xfrm>
            <a:off x="580680" y="2666880"/>
            <a:ext cx="11030400" cy="1886400"/>
          </a:xfrm>
          <a:custGeom>
            <a:avLst/>
            <a:gdLst/>
            <a:ahLst/>
            <a:rect l="0" t="0" r="r" b="b"/>
            <a:pathLst>
              <a:path w="30640" h="5240">
                <a:moveTo>
                  <a:pt x="0" y="494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949"/>
                </a:lnTo>
                <a:cubicBezTo>
                  <a:pt x="30640" y="4968"/>
                  <a:pt x="30638" y="4987"/>
                  <a:pt x="30635" y="5005"/>
                </a:cubicBezTo>
                <a:cubicBezTo>
                  <a:pt x="30631" y="5024"/>
                  <a:pt x="30625" y="5042"/>
                  <a:pt x="30618" y="5060"/>
                </a:cubicBezTo>
                <a:cubicBezTo>
                  <a:pt x="30611" y="5078"/>
                  <a:pt x="30602" y="5094"/>
                  <a:pt x="30591" y="5110"/>
                </a:cubicBezTo>
                <a:cubicBezTo>
                  <a:pt x="30581" y="5126"/>
                  <a:pt x="30568" y="5141"/>
                  <a:pt x="30555" y="5154"/>
                </a:cubicBezTo>
                <a:cubicBezTo>
                  <a:pt x="30541" y="5168"/>
                  <a:pt x="30527" y="5180"/>
                  <a:pt x="30511" y="5191"/>
                </a:cubicBezTo>
                <a:cubicBezTo>
                  <a:pt x="30495" y="5201"/>
                  <a:pt x="30478" y="5210"/>
                  <a:pt x="30461" y="5217"/>
                </a:cubicBezTo>
                <a:cubicBezTo>
                  <a:pt x="30443" y="5225"/>
                  <a:pt x="30425" y="5230"/>
                  <a:pt x="30406" y="5234"/>
                </a:cubicBezTo>
                <a:cubicBezTo>
                  <a:pt x="30387" y="5238"/>
                  <a:pt x="30368" y="5240"/>
                  <a:pt x="30349" y="5240"/>
                </a:cubicBezTo>
                <a:lnTo>
                  <a:pt x="291" y="5240"/>
                </a:lnTo>
                <a:cubicBezTo>
                  <a:pt x="272" y="5240"/>
                  <a:pt x="253" y="5238"/>
                  <a:pt x="235" y="5234"/>
                </a:cubicBezTo>
                <a:cubicBezTo>
                  <a:pt x="216" y="5230"/>
                  <a:pt x="198" y="5225"/>
                  <a:pt x="180" y="5217"/>
                </a:cubicBezTo>
                <a:cubicBezTo>
                  <a:pt x="162" y="5210"/>
                  <a:pt x="146" y="5201"/>
                  <a:pt x="130" y="5191"/>
                </a:cubicBezTo>
                <a:cubicBezTo>
                  <a:pt x="114" y="5180"/>
                  <a:pt x="99" y="5168"/>
                  <a:pt x="86" y="5154"/>
                </a:cubicBezTo>
                <a:cubicBezTo>
                  <a:pt x="72" y="5141"/>
                  <a:pt x="60" y="5126"/>
                  <a:pt x="50" y="5110"/>
                </a:cubicBezTo>
                <a:cubicBezTo>
                  <a:pt x="39" y="5094"/>
                  <a:pt x="30" y="5078"/>
                  <a:pt x="23" y="5060"/>
                </a:cubicBezTo>
                <a:cubicBezTo>
                  <a:pt x="15" y="5042"/>
                  <a:pt x="10" y="5024"/>
                  <a:pt x="6" y="5005"/>
                </a:cubicBezTo>
                <a:cubicBezTo>
                  <a:pt x="2" y="4987"/>
                  <a:pt x="0" y="4968"/>
                  <a:pt x="0" y="4949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7" name=""/>
          <p:cNvSpPr/>
          <p:nvPr/>
        </p:nvSpPr>
        <p:spPr>
          <a:xfrm>
            <a:off x="608400" y="1897560"/>
            <a:ext cx="401040" cy="397440"/>
          </a:xfrm>
          <a:custGeom>
            <a:avLst/>
            <a:gdLst/>
            <a:ahLst/>
            <a:rect l="0" t="0" r="r" b="b"/>
            <a:pathLst>
              <a:path w="1114" h="1104">
                <a:moveTo>
                  <a:pt x="155" y="451"/>
                </a:moveTo>
                <a:lnTo>
                  <a:pt x="301" y="514"/>
                </a:lnTo>
                <a:cubicBezTo>
                  <a:pt x="317" y="480"/>
                  <a:pt x="335" y="448"/>
                  <a:pt x="354" y="416"/>
                </a:cubicBezTo>
                <a:cubicBezTo>
                  <a:pt x="373" y="384"/>
                  <a:pt x="393" y="353"/>
                  <a:pt x="414" y="323"/>
                </a:cubicBezTo>
                <a:lnTo>
                  <a:pt x="305" y="301"/>
                </a:lnTo>
                <a:lnTo>
                  <a:pt x="155" y="451"/>
                </a:lnTo>
                <a:moveTo>
                  <a:pt x="367" y="563"/>
                </a:moveTo>
                <a:lnTo>
                  <a:pt x="550" y="746"/>
                </a:lnTo>
                <a:cubicBezTo>
                  <a:pt x="603" y="723"/>
                  <a:pt x="652" y="695"/>
                  <a:pt x="698" y="665"/>
                </a:cubicBezTo>
                <a:cubicBezTo>
                  <a:pt x="744" y="635"/>
                  <a:pt x="781" y="605"/>
                  <a:pt x="809" y="577"/>
                </a:cubicBezTo>
                <a:cubicBezTo>
                  <a:pt x="884" y="502"/>
                  <a:pt x="938" y="426"/>
                  <a:pt x="973" y="348"/>
                </a:cubicBezTo>
                <a:cubicBezTo>
                  <a:pt x="1008" y="270"/>
                  <a:pt x="1027" y="182"/>
                  <a:pt x="1030" y="84"/>
                </a:cubicBezTo>
                <a:cubicBezTo>
                  <a:pt x="931" y="86"/>
                  <a:pt x="843" y="105"/>
                  <a:pt x="765" y="140"/>
                </a:cubicBezTo>
                <a:cubicBezTo>
                  <a:pt x="687" y="175"/>
                  <a:pt x="611" y="230"/>
                  <a:pt x="536" y="304"/>
                </a:cubicBezTo>
                <a:cubicBezTo>
                  <a:pt x="508" y="333"/>
                  <a:pt x="479" y="370"/>
                  <a:pt x="448" y="416"/>
                </a:cubicBezTo>
                <a:cubicBezTo>
                  <a:pt x="418" y="462"/>
                  <a:pt x="391" y="511"/>
                  <a:pt x="367" y="563"/>
                </a:cubicBezTo>
                <a:moveTo>
                  <a:pt x="655" y="363"/>
                </a:moveTo>
                <a:cubicBezTo>
                  <a:pt x="655" y="336"/>
                  <a:pt x="664" y="313"/>
                  <a:pt x="682" y="294"/>
                </a:cubicBezTo>
                <a:cubicBezTo>
                  <a:pt x="701" y="276"/>
                  <a:pt x="724" y="267"/>
                  <a:pt x="751" y="267"/>
                </a:cubicBezTo>
                <a:cubicBezTo>
                  <a:pt x="778" y="267"/>
                  <a:pt x="801" y="276"/>
                  <a:pt x="819" y="294"/>
                </a:cubicBezTo>
                <a:cubicBezTo>
                  <a:pt x="837" y="313"/>
                  <a:pt x="846" y="336"/>
                  <a:pt x="846" y="363"/>
                </a:cubicBezTo>
                <a:cubicBezTo>
                  <a:pt x="846" y="390"/>
                  <a:pt x="837" y="412"/>
                  <a:pt x="819" y="431"/>
                </a:cubicBezTo>
                <a:cubicBezTo>
                  <a:pt x="801" y="449"/>
                  <a:pt x="778" y="458"/>
                  <a:pt x="751" y="458"/>
                </a:cubicBezTo>
                <a:cubicBezTo>
                  <a:pt x="724" y="458"/>
                  <a:pt x="701" y="449"/>
                  <a:pt x="682" y="431"/>
                </a:cubicBezTo>
                <a:cubicBezTo>
                  <a:pt x="664" y="412"/>
                  <a:pt x="655" y="390"/>
                  <a:pt x="655" y="363"/>
                </a:cubicBezTo>
                <a:moveTo>
                  <a:pt x="662" y="960"/>
                </a:moveTo>
                <a:lnTo>
                  <a:pt x="812" y="809"/>
                </a:lnTo>
                <a:lnTo>
                  <a:pt x="790" y="700"/>
                </a:lnTo>
                <a:cubicBezTo>
                  <a:pt x="761" y="721"/>
                  <a:pt x="730" y="741"/>
                  <a:pt x="698" y="759"/>
                </a:cubicBezTo>
                <a:cubicBezTo>
                  <a:pt x="665" y="778"/>
                  <a:pt x="633" y="797"/>
                  <a:pt x="600" y="814"/>
                </a:cubicBezTo>
                <a:lnTo>
                  <a:pt x="662" y="960"/>
                </a:lnTo>
                <a:moveTo>
                  <a:pt x="1112" y="2"/>
                </a:moveTo>
                <a:cubicBezTo>
                  <a:pt x="1120" y="127"/>
                  <a:pt x="1105" y="241"/>
                  <a:pt x="1064" y="344"/>
                </a:cubicBezTo>
                <a:cubicBezTo>
                  <a:pt x="1025" y="447"/>
                  <a:pt x="959" y="544"/>
                  <a:pt x="869" y="635"/>
                </a:cubicBezTo>
                <a:lnTo>
                  <a:pt x="866" y="638"/>
                </a:lnTo>
                <a:lnTo>
                  <a:pt x="863" y="640"/>
                </a:lnTo>
                <a:lnTo>
                  <a:pt x="893" y="792"/>
                </a:lnTo>
                <a:cubicBezTo>
                  <a:pt x="896" y="807"/>
                  <a:pt x="895" y="820"/>
                  <a:pt x="891" y="833"/>
                </a:cubicBezTo>
                <a:cubicBezTo>
                  <a:pt x="887" y="846"/>
                  <a:pt x="880" y="857"/>
                  <a:pt x="870" y="867"/>
                </a:cubicBezTo>
                <a:lnTo>
                  <a:pt x="634" y="1104"/>
                </a:lnTo>
                <a:lnTo>
                  <a:pt x="517" y="831"/>
                </a:lnTo>
                <a:lnTo>
                  <a:pt x="283" y="596"/>
                </a:lnTo>
                <a:lnTo>
                  <a:pt x="10" y="479"/>
                </a:lnTo>
                <a:lnTo>
                  <a:pt x="247" y="243"/>
                </a:lnTo>
                <a:cubicBezTo>
                  <a:pt x="257" y="233"/>
                  <a:pt x="269" y="226"/>
                  <a:pt x="281" y="222"/>
                </a:cubicBezTo>
                <a:cubicBezTo>
                  <a:pt x="294" y="218"/>
                  <a:pt x="308" y="217"/>
                  <a:pt x="321" y="220"/>
                </a:cubicBezTo>
                <a:lnTo>
                  <a:pt x="473" y="250"/>
                </a:lnTo>
                <a:cubicBezTo>
                  <a:pt x="474" y="249"/>
                  <a:pt x="475" y="249"/>
                  <a:pt x="476" y="248"/>
                </a:cubicBezTo>
                <a:cubicBezTo>
                  <a:pt x="477" y="248"/>
                  <a:pt x="478" y="247"/>
                  <a:pt x="479" y="246"/>
                </a:cubicBezTo>
                <a:cubicBezTo>
                  <a:pt x="569" y="155"/>
                  <a:pt x="666" y="90"/>
                  <a:pt x="769" y="50"/>
                </a:cubicBezTo>
                <a:cubicBezTo>
                  <a:pt x="872" y="10"/>
                  <a:pt x="986" y="-6"/>
                  <a:pt x="1112" y="2"/>
                </a:cubicBezTo>
                <a:moveTo>
                  <a:pt x="102" y="763"/>
                </a:moveTo>
                <a:cubicBezTo>
                  <a:pt x="134" y="731"/>
                  <a:pt x="174" y="714"/>
                  <a:pt x="220" y="714"/>
                </a:cubicBezTo>
                <a:cubicBezTo>
                  <a:pt x="267" y="714"/>
                  <a:pt x="306" y="729"/>
                  <a:pt x="338" y="762"/>
                </a:cubicBezTo>
                <a:cubicBezTo>
                  <a:pt x="370" y="794"/>
                  <a:pt x="386" y="834"/>
                  <a:pt x="386" y="880"/>
                </a:cubicBezTo>
                <a:cubicBezTo>
                  <a:pt x="385" y="927"/>
                  <a:pt x="369" y="966"/>
                  <a:pt x="337" y="998"/>
                </a:cubicBezTo>
                <a:cubicBezTo>
                  <a:pt x="313" y="1022"/>
                  <a:pt x="276" y="1042"/>
                  <a:pt x="226" y="1057"/>
                </a:cubicBezTo>
                <a:cubicBezTo>
                  <a:pt x="176" y="1073"/>
                  <a:pt x="100" y="1088"/>
                  <a:pt x="0" y="1102"/>
                </a:cubicBezTo>
                <a:cubicBezTo>
                  <a:pt x="14" y="1001"/>
                  <a:pt x="29" y="926"/>
                  <a:pt x="44" y="876"/>
                </a:cubicBezTo>
                <a:cubicBezTo>
                  <a:pt x="59" y="825"/>
                  <a:pt x="78" y="787"/>
                  <a:pt x="102" y="763"/>
                </a:cubicBezTo>
                <a:moveTo>
                  <a:pt x="160" y="823"/>
                </a:moveTo>
                <a:cubicBezTo>
                  <a:pt x="147" y="837"/>
                  <a:pt x="136" y="859"/>
                  <a:pt x="126" y="888"/>
                </a:cubicBezTo>
                <a:cubicBezTo>
                  <a:pt x="116" y="917"/>
                  <a:pt x="107" y="955"/>
                  <a:pt x="100" y="1001"/>
                </a:cubicBezTo>
                <a:cubicBezTo>
                  <a:pt x="146" y="994"/>
                  <a:pt x="183" y="985"/>
                  <a:pt x="213" y="975"/>
                </a:cubicBezTo>
                <a:cubicBezTo>
                  <a:pt x="242" y="965"/>
                  <a:pt x="264" y="953"/>
                  <a:pt x="277" y="940"/>
                </a:cubicBezTo>
                <a:cubicBezTo>
                  <a:pt x="295" y="925"/>
                  <a:pt x="304" y="905"/>
                  <a:pt x="304" y="882"/>
                </a:cubicBezTo>
                <a:cubicBezTo>
                  <a:pt x="305" y="858"/>
                  <a:pt x="297" y="838"/>
                  <a:pt x="280" y="820"/>
                </a:cubicBezTo>
                <a:cubicBezTo>
                  <a:pt x="263" y="804"/>
                  <a:pt x="242" y="795"/>
                  <a:pt x="219" y="795"/>
                </a:cubicBezTo>
                <a:cubicBezTo>
                  <a:pt x="195" y="797"/>
                  <a:pt x="176" y="806"/>
                  <a:pt x="160" y="823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8" name=""/>
          <p:cNvSpPr/>
          <p:nvPr/>
        </p:nvSpPr>
        <p:spPr>
          <a:xfrm>
            <a:off x="780840" y="287640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7"/>
                  <a:pt x="878" y="596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6"/>
                  <a:pt x="14" y="567"/>
                  <a:pt x="9" y="537"/>
                </a:cubicBezTo>
                <a:cubicBezTo>
                  <a:pt x="3" y="508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0"/>
                  <a:pt x="59" y="224"/>
                  <a:pt x="76" y="200"/>
                </a:cubicBezTo>
                <a:cubicBezTo>
                  <a:pt x="93" y="175"/>
                  <a:pt x="112" y="153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8" y="175"/>
                  <a:pt x="825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1047600" y="2005920"/>
            <a:ext cx="33717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今日から始めよう！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890640" y="29498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1" name=""/>
          <p:cNvSpPr/>
          <p:nvPr/>
        </p:nvSpPr>
        <p:spPr>
          <a:xfrm>
            <a:off x="2933640" y="3171600"/>
            <a:ext cx="3076920" cy="19440"/>
          </a:xfrm>
          <a:custGeom>
            <a:avLst/>
            <a:gdLst/>
            <a:ahLst/>
            <a:rect l="0" t="0" r="r" b="b"/>
            <a:pathLst>
              <a:path w="8547" h="54">
                <a:moveTo>
                  <a:pt x="0" y="0"/>
                </a:moveTo>
                <a:lnTo>
                  <a:pt x="8547" y="0"/>
                </a:lnTo>
                <a:lnTo>
                  <a:pt x="854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2" name=""/>
          <p:cNvSpPr/>
          <p:nvPr/>
        </p:nvSpPr>
        <p:spPr>
          <a:xfrm>
            <a:off x="780840" y="33908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6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1" y="855"/>
                  <a:pt x="226" y="841"/>
                  <a:pt x="201" y="824"/>
                </a:cubicBezTo>
                <a:cubicBezTo>
                  <a:pt x="176" y="808"/>
                  <a:pt x="154" y="789"/>
                  <a:pt x="133" y="769"/>
                </a:cubicBezTo>
                <a:cubicBezTo>
                  <a:pt x="112" y="748"/>
                  <a:pt x="93" y="725"/>
                  <a:pt x="76" y="700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5"/>
                  <a:pt x="14" y="567"/>
                  <a:pt x="9" y="538"/>
                </a:cubicBezTo>
                <a:cubicBezTo>
                  <a:pt x="3" y="509"/>
                  <a:pt x="0" y="480"/>
                  <a:pt x="0" y="450"/>
                </a:cubicBezTo>
                <a:cubicBezTo>
                  <a:pt x="0" y="421"/>
                  <a:pt x="3" y="392"/>
                  <a:pt x="9" y="363"/>
                </a:cubicBezTo>
                <a:cubicBezTo>
                  <a:pt x="14" y="334"/>
                  <a:pt x="23" y="306"/>
                  <a:pt x="34" y="278"/>
                </a:cubicBezTo>
                <a:cubicBezTo>
                  <a:pt x="46" y="251"/>
                  <a:pt x="59" y="225"/>
                  <a:pt x="76" y="201"/>
                </a:cubicBezTo>
                <a:cubicBezTo>
                  <a:pt x="93" y="176"/>
                  <a:pt x="112" y="153"/>
                  <a:pt x="133" y="132"/>
                </a:cubicBezTo>
                <a:cubicBezTo>
                  <a:pt x="154" y="112"/>
                  <a:pt x="176" y="93"/>
                  <a:pt x="201" y="76"/>
                </a:cubicBezTo>
                <a:cubicBezTo>
                  <a:pt x="226" y="60"/>
                  <a:pt x="251" y="46"/>
                  <a:pt x="279" y="35"/>
                </a:cubicBezTo>
                <a:cubicBezTo>
                  <a:pt x="306" y="24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4"/>
                  <a:pt x="623" y="35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3"/>
                  <a:pt x="748" y="112"/>
                  <a:pt x="769" y="132"/>
                </a:cubicBezTo>
                <a:cubicBezTo>
                  <a:pt x="790" y="153"/>
                  <a:pt x="808" y="176"/>
                  <a:pt x="825" y="201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1232280" y="2898360"/>
            <a:ext cx="4586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インストール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build.google.com/antigravity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890640" y="34740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5" name=""/>
          <p:cNvSpPr/>
          <p:nvPr/>
        </p:nvSpPr>
        <p:spPr>
          <a:xfrm>
            <a:off x="780840" y="39146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6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6"/>
                  <a:pt x="14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0"/>
                  <a:pt x="59" y="224"/>
                  <a:pt x="76" y="200"/>
                </a:cubicBezTo>
                <a:cubicBezTo>
                  <a:pt x="93" y="175"/>
                  <a:pt x="112" y="152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2"/>
                  <a:pt x="808" y="175"/>
                  <a:pt x="825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1232280" y="3422160"/>
            <a:ext cx="6223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ハンズオン実践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本日の資料を参考に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つのステップを体験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890640" y="39880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1232280" y="3936600"/>
            <a:ext cx="8103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自分のプロジェクトで活用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GEMINI.md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Skills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を駆使して開発を加速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3924360" y="4708080"/>
            <a:ext cx="4344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重力から解放された開発体験を、今すぐ！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4" name=""/>
          <p:cNvSpPr/>
          <p:nvPr/>
        </p:nvSpPr>
        <p:spPr>
          <a:xfrm>
            <a:off x="647640" y="1891440"/>
            <a:ext cx="762120" cy="698760"/>
          </a:xfrm>
          <a:custGeom>
            <a:avLst/>
            <a:gdLst/>
            <a:ahLst/>
            <a:rect l="0" t="0" r="r" b="b"/>
            <a:pathLst>
              <a:path w="2117" h="1941">
                <a:moveTo>
                  <a:pt x="1058" y="1941"/>
                </a:moveTo>
                <a:lnTo>
                  <a:pt x="950" y="1843"/>
                </a:lnTo>
                <a:cubicBezTo>
                  <a:pt x="763" y="1671"/>
                  <a:pt x="609" y="1523"/>
                  <a:pt x="487" y="1398"/>
                </a:cubicBezTo>
                <a:cubicBezTo>
                  <a:pt x="365" y="1274"/>
                  <a:pt x="268" y="1163"/>
                  <a:pt x="195" y="1065"/>
                </a:cubicBezTo>
                <a:cubicBezTo>
                  <a:pt x="123" y="967"/>
                  <a:pt x="72" y="879"/>
                  <a:pt x="43" y="799"/>
                </a:cubicBezTo>
                <a:cubicBezTo>
                  <a:pt x="14" y="720"/>
                  <a:pt x="0" y="640"/>
                  <a:pt x="0" y="558"/>
                </a:cubicBezTo>
                <a:cubicBezTo>
                  <a:pt x="0" y="399"/>
                  <a:pt x="53" y="267"/>
                  <a:pt x="160" y="160"/>
                </a:cubicBezTo>
                <a:cubicBezTo>
                  <a:pt x="266" y="53"/>
                  <a:pt x="398" y="0"/>
                  <a:pt x="555" y="0"/>
                </a:cubicBezTo>
                <a:cubicBezTo>
                  <a:pt x="656" y="0"/>
                  <a:pt x="749" y="24"/>
                  <a:pt x="834" y="72"/>
                </a:cubicBezTo>
                <a:cubicBezTo>
                  <a:pt x="920" y="119"/>
                  <a:pt x="994" y="188"/>
                  <a:pt x="1058" y="278"/>
                </a:cubicBezTo>
                <a:cubicBezTo>
                  <a:pt x="1132" y="183"/>
                  <a:pt x="1211" y="113"/>
                  <a:pt x="1293" y="68"/>
                </a:cubicBezTo>
                <a:cubicBezTo>
                  <a:pt x="1377" y="23"/>
                  <a:pt x="1466" y="0"/>
                  <a:pt x="1562" y="0"/>
                </a:cubicBezTo>
                <a:cubicBezTo>
                  <a:pt x="1719" y="0"/>
                  <a:pt x="1851" y="53"/>
                  <a:pt x="1957" y="160"/>
                </a:cubicBezTo>
                <a:cubicBezTo>
                  <a:pt x="2064" y="267"/>
                  <a:pt x="2117" y="399"/>
                  <a:pt x="2117" y="558"/>
                </a:cubicBezTo>
                <a:cubicBezTo>
                  <a:pt x="2117" y="640"/>
                  <a:pt x="2103" y="720"/>
                  <a:pt x="2074" y="799"/>
                </a:cubicBezTo>
                <a:cubicBezTo>
                  <a:pt x="2045" y="879"/>
                  <a:pt x="1994" y="967"/>
                  <a:pt x="1922" y="1065"/>
                </a:cubicBezTo>
                <a:cubicBezTo>
                  <a:pt x="1849" y="1163"/>
                  <a:pt x="1752" y="1274"/>
                  <a:pt x="1630" y="1398"/>
                </a:cubicBezTo>
                <a:cubicBezTo>
                  <a:pt x="1508" y="1523"/>
                  <a:pt x="1353" y="1671"/>
                  <a:pt x="1166" y="1843"/>
                </a:cubicBezTo>
                <a:lnTo>
                  <a:pt x="1058" y="1941"/>
                </a:lnTo>
                <a:moveTo>
                  <a:pt x="1058" y="1731"/>
                </a:moveTo>
                <a:cubicBezTo>
                  <a:pt x="1237" y="1567"/>
                  <a:pt x="1385" y="1426"/>
                  <a:pt x="1500" y="1308"/>
                </a:cubicBezTo>
                <a:cubicBezTo>
                  <a:pt x="1615" y="1191"/>
                  <a:pt x="1707" y="1088"/>
                  <a:pt x="1775" y="1000"/>
                </a:cubicBezTo>
                <a:cubicBezTo>
                  <a:pt x="1843" y="912"/>
                  <a:pt x="1890" y="833"/>
                  <a:pt x="1918" y="764"/>
                </a:cubicBezTo>
                <a:cubicBezTo>
                  <a:pt x="1945" y="695"/>
                  <a:pt x="1959" y="627"/>
                  <a:pt x="1959" y="559"/>
                </a:cubicBezTo>
                <a:cubicBezTo>
                  <a:pt x="1959" y="442"/>
                  <a:pt x="1922" y="346"/>
                  <a:pt x="1847" y="271"/>
                </a:cubicBezTo>
                <a:cubicBezTo>
                  <a:pt x="1773" y="196"/>
                  <a:pt x="1678" y="159"/>
                  <a:pt x="1562" y="159"/>
                </a:cubicBezTo>
                <a:cubicBezTo>
                  <a:pt x="1471" y="159"/>
                  <a:pt x="1387" y="187"/>
                  <a:pt x="1309" y="242"/>
                </a:cubicBezTo>
                <a:cubicBezTo>
                  <a:pt x="1232" y="298"/>
                  <a:pt x="1169" y="376"/>
                  <a:pt x="1121" y="476"/>
                </a:cubicBezTo>
                <a:lnTo>
                  <a:pt x="992" y="476"/>
                </a:lnTo>
                <a:cubicBezTo>
                  <a:pt x="946" y="378"/>
                  <a:pt x="884" y="300"/>
                  <a:pt x="807" y="244"/>
                </a:cubicBezTo>
                <a:cubicBezTo>
                  <a:pt x="730" y="187"/>
                  <a:pt x="646" y="159"/>
                  <a:pt x="555" y="159"/>
                </a:cubicBezTo>
                <a:cubicBezTo>
                  <a:pt x="439" y="159"/>
                  <a:pt x="344" y="196"/>
                  <a:pt x="270" y="271"/>
                </a:cubicBezTo>
                <a:cubicBezTo>
                  <a:pt x="195" y="346"/>
                  <a:pt x="158" y="442"/>
                  <a:pt x="158" y="559"/>
                </a:cubicBezTo>
                <a:cubicBezTo>
                  <a:pt x="158" y="627"/>
                  <a:pt x="172" y="696"/>
                  <a:pt x="199" y="766"/>
                </a:cubicBezTo>
                <a:cubicBezTo>
                  <a:pt x="227" y="836"/>
                  <a:pt x="274" y="915"/>
                  <a:pt x="342" y="1004"/>
                </a:cubicBezTo>
                <a:cubicBezTo>
                  <a:pt x="410" y="1093"/>
                  <a:pt x="502" y="1196"/>
                  <a:pt x="619" y="1312"/>
                </a:cubicBezTo>
                <a:cubicBezTo>
                  <a:pt x="735" y="1429"/>
                  <a:pt x="882" y="1569"/>
                  <a:pt x="1058" y="1731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2781360" y="3014640"/>
            <a:ext cx="663912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ありがとうございました！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4108680" y="4084920"/>
            <a:ext cx="38199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質問‧ディスカッションタイム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3464280" y="4791960"/>
            <a:ext cx="5208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Google Antigravity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で、開発の未来を体験しましょう！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2" name=""/>
          <p:cNvSpPr/>
          <p:nvPr/>
        </p:nvSpPr>
        <p:spPr>
          <a:xfrm>
            <a:off x="571320" y="21430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3" name=""/>
          <p:cNvSpPr/>
          <p:nvPr/>
        </p:nvSpPr>
        <p:spPr>
          <a:xfrm>
            <a:off x="686880" y="1563480"/>
            <a:ext cx="245880" cy="397440"/>
          </a:xfrm>
          <a:custGeom>
            <a:avLst/>
            <a:gdLst/>
            <a:ahLst/>
            <a:rect l="0" t="0" r="r" b="b"/>
            <a:pathLst>
              <a:path w="683" h="1104">
                <a:moveTo>
                  <a:pt x="683" y="765"/>
                </a:moveTo>
                <a:cubicBezTo>
                  <a:pt x="683" y="859"/>
                  <a:pt x="650" y="939"/>
                  <a:pt x="584" y="1005"/>
                </a:cubicBezTo>
                <a:cubicBezTo>
                  <a:pt x="517" y="1071"/>
                  <a:pt x="436" y="1104"/>
                  <a:pt x="342" y="1104"/>
                </a:cubicBezTo>
                <a:cubicBezTo>
                  <a:pt x="247" y="1104"/>
                  <a:pt x="167" y="1071"/>
                  <a:pt x="100" y="1005"/>
                </a:cubicBezTo>
                <a:cubicBezTo>
                  <a:pt x="33" y="939"/>
                  <a:pt x="0" y="859"/>
                  <a:pt x="0" y="765"/>
                </a:cubicBezTo>
                <a:lnTo>
                  <a:pt x="0" y="240"/>
                </a:lnTo>
                <a:cubicBezTo>
                  <a:pt x="0" y="173"/>
                  <a:pt x="24" y="117"/>
                  <a:pt x="71" y="70"/>
                </a:cubicBezTo>
                <a:cubicBezTo>
                  <a:pt x="118" y="23"/>
                  <a:pt x="175" y="0"/>
                  <a:pt x="241" y="0"/>
                </a:cubicBezTo>
                <a:cubicBezTo>
                  <a:pt x="307" y="0"/>
                  <a:pt x="364" y="23"/>
                  <a:pt x="411" y="70"/>
                </a:cubicBezTo>
                <a:cubicBezTo>
                  <a:pt x="459" y="117"/>
                  <a:pt x="483" y="173"/>
                  <a:pt x="483" y="240"/>
                </a:cubicBezTo>
                <a:lnTo>
                  <a:pt x="483" y="737"/>
                </a:lnTo>
                <a:cubicBezTo>
                  <a:pt x="483" y="776"/>
                  <a:pt x="469" y="809"/>
                  <a:pt x="441" y="836"/>
                </a:cubicBezTo>
                <a:cubicBezTo>
                  <a:pt x="413" y="864"/>
                  <a:pt x="380" y="878"/>
                  <a:pt x="341" y="878"/>
                </a:cubicBezTo>
                <a:cubicBezTo>
                  <a:pt x="302" y="878"/>
                  <a:pt x="269" y="864"/>
                  <a:pt x="241" y="837"/>
                </a:cubicBezTo>
                <a:cubicBezTo>
                  <a:pt x="214" y="809"/>
                  <a:pt x="200" y="776"/>
                  <a:pt x="200" y="737"/>
                </a:cubicBezTo>
                <a:lnTo>
                  <a:pt x="200" y="226"/>
                </a:lnTo>
                <a:lnTo>
                  <a:pt x="283" y="226"/>
                </a:lnTo>
                <a:lnTo>
                  <a:pt x="283" y="737"/>
                </a:lnTo>
                <a:cubicBezTo>
                  <a:pt x="283" y="753"/>
                  <a:pt x="288" y="766"/>
                  <a:pt x="300" y="778"/>
                </a:cubicBezTo>
                <a:cubicBezTo>
                  <a:pt x="311" y="789"/>
                  <a:pt x="325" y="795"/>
                  <a:pt x="342" y="795"/>
                </a:cubicBezTo>
                <a:cubicBezTo>
                  <a:pt x="359" y="795"/>
                  <a:pt x="372" y="789"/>
                  <a:pt x="383" y="778"/>
                </a:cubicBezTo>
                <a:cubicBezTo>
                  <a:pt x="394" y="766"/>
                  <a:pt x="400" y="753"/>
                  <a:pt x="400" y="737"/>
                </a:cubicBezTo>
                <a:lnTo>
                  <a:pt x="400" y="240"/>
                </a:lnTo>
                <a:cubicBezTo>
                  <a:pt x="400" y="196"/>
                  <a:pt x="384" y="159"/>
                  <a:pt x="354" y="128"/>
                </a:cubicBezTo>
                <a:cubicBezTo>
                  <a:pt x="323" y="98"/>
                  <a:pt x="285" y="83"/>
                  <a:pt x="241" y="83"/>
                </a:cubicBezTo>
                <a:cubicBezTo>
                  <a:pt x="197" y="83"/>
                  <a:pt x="159" y="98"/>
                  <a:pt x="129" y="128"/>
                </a:cubicBezTo>
                <a:cubicBezTo>
                  <a:pt x="98" y="159"/>
                  <a:pt x="83" y="196"/>
                  <a:pt x="83" y="240"/>
                </a:cubicBezTo>
                <a:lnTo>
                  <a:pt x="83" y="765"/>
                </a:lnTo>
                <a:cubicBezTo>
                  <a:pt x="83" y="836"/>
                  <a:pt x="108" y="897"/>
                  <a:pt x="159" y="946"/>
                </a:cubicBezTo>
                <a:cubicBezTo>
                  <a:pt x="209" y="996"/>
                  <a:pt x="270" y="1021"/>
                  <a:pt x="342" y="1021"/>
                </a:cubicBezTo>
                <a:cubicBezTo>
                  <a:pt x="413" y="1021"/>
                  <a:pt x="474" y="996"/>
                  <a:pt x="525" y="946"/>
                </a:cubicBezTo>
                <a:cubicBezTo>
                  <a:pt x="575" y="897"/>
                  <a:pt x="601" y="836"/>
                  <a:pt x="601" y="765"/>
                </a:cubicBezTo>
                <a:lnTo>
                  <a:pt x="601" y="226"/>
                </a:lnTo>
                <a:lnTo>
                  <a:pt x="683" y="226"/>
                </a:lnTo>
                <a:lnTo>
                  <a:pt x="683" y="76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4" name=""/>
          <p:cNvSpPr/>
          <p:nvPr/>
        </p:nvSpPr>
        <p:spPr>
          <a:xfrm>
            <a:off x="414360" y="2230920"/>
            <a:ext cx="5763960" cy="3252600"/>
          </a:xfrm>
          <a:custGeom>
            <a:avLst/>
            <a:gdLst/>
            <a:ahLst/>
            <a:rect l="0" t="0" r="r" b="b"/>
            <a:pathLst>
              <a:path w="16011" h="9035">
                <a:moveTo>
                  <a:pt x="436" y="682"/>
                </a:moveTo>
                <a:lnTo>
                  <a:pt x="436" y="8197"/>
                </a:lnTo>
                <a:cubicBezTo>
                  <a:pt x="436" y="8239"/>
                  <a:pt x="444" y="8279"/>
                  <a:pt x="460" y="8318"/>
                </a:cubicBezTo>
                <a:cubicBezTo>
                  <a:pt x="476" y="8357"/>
                  <a:pt x="499" y="8392"/>
                  <a:pt x="529" y="8421"/>
                </a:cubicBezTo>
                <a:cubicBezTo>
                  <a:pt x="559" y="8451"/>
                  <a:pt x="593" y="8474"/>
                  <a:pt x="632" y="8490"/>
                </a:cubicBezTo>
                <a:cubicBezTo>
                  <a:pt x="671" y="8506"/>
                  <a:pt x="711" y="8514"/>
                  <a:pt x="753" y="8514"/>
                </a:cubicBezTo>
                <a:lnTo>
                  <a:pt x="15254" y="8514"/>
                </a:lnTo>
                <a:cubicBezTo>
                  <a:pt x="15296" y="8514"/>
                  <a:pt x="15336" y="8506"/>
                  <a:pt x="15375" y="8490"/>
                </a:cubicBezTo>
                <a:cubicBezTo>
                  <a:pt x="15414" y="8474"/>
                  <a:pt x="15448" y="8451"/>
                  <a:pt x="15478" y="8421"/>
                </a:cubicBezTo>
                <a:cubicBezTo>
                  <a:pt x="15508" y="8392"/>
                  <a:pt x="15531" y="8357"/>
                  <a:pt x="15547" y="8318"/>
                </a:cubicBezTo>
                <a:cubicBezTo>
                  <a:pt x="15563" y="8279"/>
                  <a:pt x="15571" y="8239"/>
                  <a:pt x="15571" y="8197"/>
                </a:cubicBezTo>
                <a:lnTo>
                  <a:pt x="15571" y="682"/>
                </a:lnTo>
                <a:cubicBezTo>
                  <a:pt x="15571" y="640"/>
                  <a:pt x="15563" y="599"/>
                  <a:pt x="15547" y="560"/>
                </a:cubicBezTo>
                <a:cubicBezTo>
                  <a:pt x="15531" y="521"/>
                  <a:pt x="15508" y="487"/>
                  <a:pt x="15478" y="457"/>
                </a:cubicBezTo>
                <a:cubicBezTo>
                  <a:pt x="15448" y="427"/>
                  <a:pt x="15414" y="404"/>
                  <a:pt x="15375" y="388"/>
                </a:cubicBezTo>
                <a:cubicBezTo>
                  <a:pt x="15336" y="372"/>
                  <a:pt x="15296" y="364"/>
                  <a:pt x="15254" y="364"/>
                </a:cubicBezTo>
                <a:lnTo>
                  <a:pt x="753" y="364"/>
                </a:lnTo>
                <a:cubicBezTo>
                  <a:pt x="711" y="364"/>
                  <a:pt x="671" y="372"/>
                  <a:pt x="632" y="388"/>
                </a:cubicBezTo>
                <a:cubicBezTo>
                  <a:pt x="593" y="404"/>
                  <a:pt x="559" y="427"/>
                  <a:pt x="529" y="457"/>
                </a:cubicBezTo>
                <a:cubicBezTo>
                  <a:pt x="499" y="487"/>
                  <a:pt x="476" y="521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9035"/>
                </a:lnTo>
                <a:lnTo>
                  <a:pt x="0" y="903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75" name=""/>
          <p:cNvSpPr/>
          <p:nvPr/>
        </p:nvSpPr>
        <p:spPr>
          <a:xfrm>
            <a:off x="580680" y="2371680"/>
            <a:ext cx="5429880" cy="2914920"/>
          </a:xfrm>
          <a:custGeom>
            <a:avLst/>
            <a:gdLst/>
            <a:ahLst/>
            <a:rect l="0" t="0" r="r" b="b"/>
            <a:pathLst>
              <a:path w="15083" h="8097">
                <a:moveTo>
                  <a:pt x="0" y="780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7806"/>
                </a:lnTo>
                <a:cubicBezTo>
                  <a:pt x="15083" y="7825"/>
                  <a:pt x="15081" y="7844"/>
                  <a:pt x="15077" y="7863"/>
                </a:cubicBezTo>
                <a:cubicBezTo>
                  <a:pt x="15073" y="7881"/>
                  <a:pt x="15068" y="7900"/>
                  <a:pt x="15061" y="7917"/>
                </a:cubicBezTo>
                <a:cubicBezTo>
                  <a:pt x="15053" y="7935"/>
                  <a:pt x="15044" y="7952"/>
                  <a:pt x="15034" y="7968"/>
                </a:cubicBezTo>
                <a:cubicBezTo>
                  <a:pt x="15023" y="7983"/>
                  <a:pt x="15011" y="7998"/>
                  <a:pt x="14997" y="8012"/>
                </a:cubicBezTo>
                <a:cubicBezTo>
                  <a:pt x="14984" y="8025"/>
                  <a:pt x="14969" y="8037"/>
                  <a:pt x="14953" y="8048"/>
                </a:cubicBezTo>
                <a:cubicBezTo>
                  <a:pt x="14937" y="8058"/>
                  <a:pt x="14921" y="8067"/>
                  <a:pt x="14903" y="8075"/>
                </a:cubicBezTo>
                <a:cubicBezTo>
                  <a:pt x="14885" y="8082"/>
                  <a:pt x="14867" y="8088"/>
                  <a:pt x="14848" y="8091"/>
                </a:cubicBezTo>
                <a:cubicBezTo>
                  <a:pt x="14830" y="8095"/>
                  <a:pt x="14811" y="8097"/>
                  <a:pt x="14792" y="8097"/>
                </a:cubicBezTo>
                <a:lnTo>
                  <a:pt x="291" y="8097"/>
                </a:lnTo>
                <a:cubicBezTo>
                  <a:pt x="272" y="8097"/>
                  <a:pt x="253" y="8095"/>
                  <a:pt x="235" y="8091"/>
                </a:cubicBezTo>
                <a:cubicBezTo>
                  <a:pt x="216" y="8088"/>
                  <a:pt x="198" y="8082"/>
                  <a:pt x="180" y="8075"/>
                </a:cubicBezTo>
                <a:cubicBezTo>
                  <a:pt x="162" y="8067"/>
                  <a:pt x="146" y="8058"/>
                  <a:pt x="130" y="8048"/>
                </a:cubicBezTo>
                <a:cubicBezTo>
                  <a:pt x="114" y="8037"/>
                  <a:pt x="99" y="8025"/>
                  <a:pt x="86" y="8012"/>
                </a:cubicBezTo>
                <a:cubicBezTo>
                  <a:pt x="72" y="7998"/>
                  <a:pt x="60" y="7983"/>
                  <a:pt x="50" y="7968"/>
                </a:cubicBezTo>
                <a:cubicBezTo>
                  <a:pt x="39" y="7952"/>
                  <a:pt x="30" y="7935"/>
                  <a:pt x="23" y="7917"/>
                </a:cubicBezTo>
                <a:cubicBezTo>
                  <a:pt x="15" y="7900"/>
                  <a:pt x="10" y="7881"/>
                  <a:pt x="6" y="7863"/>
                </a:cubicBezTo>
                <a:cubicBezTo>
                  <a:pt x="2" y="7844"/>
                  <a:pt x="0" y="7825"/>
                  <a:pt x="0" y="780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6" name=""/>
          <p:cNvSpPr/>
          <p:nvPr/>
        </p:nvSpPr>
        <p:spPr>
          <a:xfrm>
            <a:off x="580680" y="2371680"/>
            <a:ext cx="5429880" cy="2914920"/>
          </a:xfrm>
          <a:custGeom>
            <a:avLst/>
            <a:gdLst/>
            <a:ahLst/>
            <a:rect l="0" t="0" r="r" b="b"/>
            <a:pathLst>
              <a:path w="15083" h="8097">
                <a:moveTo>
                  <a:pt x="0" y="780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7806"/>
                </a:lnTo>
                <a:cubicBezTo>
                  <a:pt x="15083" y="7825"/>
                  <a:pt x="15081" y="7844"/>
                  <a:pt x="15077" y="7863"/>
                </a:cubicBezTo>
                <a:cubicBezTo>
                  <a:pt x="15073" y="7881"/>
                  <a:pt x="15068" y="7900"/>
                  <a:pt x="15061" y="7917"/>
                </a:cubicBezTo>
                <a:cubicBezTo>
                  <a:pt x="15053" y="7935"/>
                  <a:pt x="15044" y="7952"/>
                  <a:pt x="15034" y="7968"/>
                </a:cubicBezTo>
                <a:cubicBezTo>
                  <a:pt x="15023" y="7983"/>
                  <a:pt x="15011" y="7998"/>
                  <a:pt x="14997" y="8012"/>
                </a:cubicBezTo>
                <a:cubicBezTo>
                  <a:pt x="14984" y="8025"/>
                  <a:pt x="14969" y="8037"/>
                  <a:pt x="14953" y="8048"/>
                </a:cubicBezTo>
                <a:cubicBezTo>
                  <a:pt x="14937" y="8058"/>
                  <a:pt x="14921" y="8067"/>
                  <a:pt x="14903" y="8075"/>
                </a:cubicBezTo>
                <a:cubicBezTo>
                  <a:pt x="14885" y="8082"/>
                  <a:pt x="14867" y="8088"/>
                  <a:pt x="14848" y="8091"/>
                </a:cubicBezTo>
                <a:cubicBezTo>
                  <a:pt x="14830" y="8095"/>
                  <a:pt x="14811" y="8097"/>
                  <a:pt x="14792" y="8097"/>
                </a:cubicBezTo>
                <a:lnTo>
                  <a:pt x="291" y="8097"/>
                </a:lnTo>
                <a:cubicBezTo>
                  <a:pt x="272" y="8097"/>
                  <a:pt x="253" y="8095"/>
                  <a:pt x="235" y="8091"/>
                </a:cubicBezTo>
                <a:cubicBezTo>
                  <a:pt x="216" y="8088"/>
                  <a:pt x="198" y="8082"/>
                  <a:pt x="180" y="8075"/>
                </a:cubicBezTo>
                <a:cubicBezTo>
                  <a:pt x="162" y="8067"/>
                  <a:pt x="146" y="8058"/>
                  <a:pt x="130" y="8048"/>
                </a:cubicBezTo>
                <a:cubicBezTo>
                  <a:pt x="114" y="8037"/>
                  <a:pt x="99" y="8025"/>
                  <a:pt x="86" y="8012"/>
                </a:cubicBezTo>
                <a:cubicBezTo>
                  <a:pt x="72" y="7998"/>
                  <a:pt x="60" y="7983"/>
                  <a:pt x="50" y="7968"/>
                </a:cubicBezTo>
                <a:cubicBezTo>
                  <a:pt x="39" y="7952"/>
                  <a:pt x="30" y="7935"/>
                  <a:pt x="23" y="7917"/>
                </a:cubicBezTo>
                <a:cubicBezTo>
                  <a:pt x="15" y="7900"/>
                  <a:pt x="10" y="7881"/>
                  <a:pt x="6" y="7863"/>
                </a:cubicBezTo>
                <a:cubicBezTo>
                  <a:pt x="2" y="7844"/>
                  <a:pt x="0" y="7825"/>
                  <a:pt x="0" y="780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7" name=""/>
          <p:cNvSpPr/>
          <p:nvPr/>
        </p:nvSpPr>
        <p:spPr>
          <a:xfrm>
            <a:off x="792000" y="2848680"/>
            <a:ext cx="302040" cy="151200"/>
          </a:xfrm>
          <a:custGeom>
            <a:avLst/>
            <a:gdLst/>
            <a:ahLst/>
            <a:rect l="0" t="0" r="r" b="b"/>
            <a:pathLst>
              <a:path w="839" h="420">
                <a:moveTo>
                  <a:pt x="387" y="420"/>
                </a:moveTo>
                <a:lnTo>
                  <a:pt x="209" y="420"/>
                </a:lnTo>
                <a:cubicBezTo>
                  <a:pt x="151" y="420"/>
                  <a:pt x="102" y="399"/>
                  <a:pt x="61" y="358"/>
                </a:cubicBezTo>
                <a:cubicBezTo>
                  <a:pt x="20" y="318"/>
                  <a:pt x="0" y="268"/>
                  <a:pt x="0" y="209"/>
                </a:cubicBezTo>
                <a:cubicBezTo>
                  <a:pt x="0" y="151"/>
                  <a:pt x="20" y="102"/>
                  <a:pt x="61" y="61"/>
                </a:cubicBezTo>
                <a:cubicBezTo>
                  <a:pt x="102" y="20"/>
                  <a:pt x="151" y="0"/>
                  <a:pt x="209" y="0"/>
                </a:cubicBezTo>
                <a:lnTo>
                  <a:pt x="387" y="0"/>
                </a:lnTo>
                <a:lnTo>
                  <a:pt x="387" y="63"/>
                </a:lnTo>
                <a:lnTo>
                  <a:pt x="209" y="63"/>
                </a:lnTo>
                <a:cubicBezTo>
                  <a:pt x="169" y="63"/>
                  <a:pt x="134" y="77"/>
                  <a:pt x="106" y="105"/>
                </a:cubicBezTo>
                <a:cubicBezTo>
                  <a:pt x="77" y="134"/>
                  <a:pt x="63" y="168"/>
                  <a:pt x="63" y="209"/>
                </a:cubicBezTo>
                <a:cubicBezTo>
                  <a:pt x="63" y="251"/>
                  <a:pt x="77" y="285"/>
                  <a:pt x="106" y="314"/>
                </a:cubicBezTo>
                <a:cubicBezTo>
                  <a:pt x="134" y="343"/>
                  <a:pt x="169" y="357"/>
                  <a:pt x="209" y="357"/>
                </a:cubicBezTo>
                <a:lnTo>
                  <a:pt x="387" y="357"/>
                </a:lnTo>
                <a:lnTo>
                  <a:pt x="387" y="420"/>
                </a:lnTo>
                <a:moveTo>
                  <a:pt x="257" y="242"/>
                </a:moveTo>
                <a:lnTo>
                  <a:pt x="257" y="178"/>
                </a:lnTo>
                <a:lnTo>
                  <a:pt x="581" y="178"/>
                </a:lnTo>
                <a:lnTo>
                  <a:pt x="581" y="242"/>
                </a:lnTo>
                <a:lnTo>
                  <a:pt x="257" y="242"/>
                </a:lnTo>
                <a:moveTo>
                  <a:pt x="450" y="420"/>
                </a:moveTo>
                <a:lnTo>
                  <a:pt x="450" y="357"/>
                </a:lnTo>
                <a:lnTo>
                  <a:pt x="628" y="357"/>
                </a:lnTo>
                <a:cubicBezTo>
                  <a:pt x="669" y="357"/>
                  <a:pt x="704" y="343"/>
                  <a:pt x="733" y="314"/>
                </a:cubicBezTo>
                <a:cubicBezTo>
                  <a:pt x="762" y="286"/>
                  <a:pt x="776" y="251"/>
                  <a:pt x="776" y="209"/>
                </a:cubicBezTo>
                <a:cubicBezTo>
                  <a:pt x="776" y="169"/>
                  <a:pt x="762" y="134"/>
                  <a:pt x="733" y="106"/>
                </a:cubicBezTo>
                <a:cubicBezTo>
                  <a:pt x="704" y="77"/>
                  <a:pt x="669" y="63"/>
                  <a:pt x="628" y="63"/>
                </a:cubicBezTo>
                <a:lnTo>
                  <a:pt x="450" y="63"/>
                </a:lnTo>
                <a:lnTo>
                  <a:pt x="450" y="0"/>
                </a:lnTo>
                <a:lnTo>
                  <a:pt x="628" y="0"/>
                </a:lnTo>
                <a:cubicBezTo>
                  <a:pt x="686" y="0"/>
                  <a:pt x="737" y="20"/>
                  <a:pt x="778" y="61"/>
                </a:cubicBezTo>
                <a:cubicBezTo>
                  <a:pt x="818" y="102"/>
                  <a:pt x="839" y="151"/>
                  <a:pt x="839" y="209"/>
                </a:cubicBezTo>
                <a:cubicBezTo>
                  <a:pt x="839" y="268"/>
                  <a:pt x="818" y="318"/>
                  <a:pt x="778" y="358"/>
                </a:cubicBezTo>
                <a:cubicBezTo>
                  <a:pt x="737" y="399"/>
                  <a:pt x="686" y="420"/>
                  <a:pt x="628" y="420"/>
                </a:cubicBezTo>
                <a:lnTo>
                  <a:pt x="450" y="420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1047600" y="1672560"/>
            <a:ext cx="15656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補足資料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1123920" y="2932920"/>
            <a:ext cx="1016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参考リンク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0" name=""/>
          <p:cNvSpPr/>
          <p:nvPr/>
        </p:nvSpPr>
        <p:spPr>
          <a:xfrm>
            <a:off x="2133360" y="3562200"/>
            <a:ext cx="3086640" cy="19440"/>
          </a:xfrm>
          <a:custGeom>
            <a:avLst/>
            <a:gdLst/>
            <a:ahLst/>
            <a:rect l="0" t="0" r="r" b="b"/>
            <a:pathLst>
              <a:path w="8574" h="54">
                <a:moveTo>
                  <a:pt x="0" y="0"/>
                </a:moveTo>
                <a:lnTo>
                  <a:pt x="8574" y="0"/>
                </a:lnTo>
                <a:lnTo>
                  <a:pt x="857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762120" y="3288960"/>
            <a:ext cx="4205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公式サイト：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build.google.com/antigravity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2" name=""/>
          <p:cNvSpPr/>
          <p:nvPr/>
        </p:nvSpPr>
        <p:spPr>
          <a:xfrm>
            <a:off x="761760" y="4448160"/>
            <a:ext cx="3667680" cy="19080"/>
          </a:xfrm>
          <a:custGeom>
            <a:avLst/>
            <a:gdLst/>
            <a:ahLst/>
            <a:rect l="0" t="0" r="r" b="b"/>
            <a:pathLst>
              <a:path w="10188" h="53">
                <a:moveTo>
                  <a:pt x="0" y="0"/>
                </a:moveTo>
                <a:lnTo>
                  <a:pt x="10188" y="0"/>
                </a:lnTo>
                <a:lnTo>
                  <a:pt x="10188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762120" y="3812760"/>
            <a:ext cx="160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ドキュメント：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762120" y="4174560"/>
            <a:ext cx="3380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build.google.com/antigravity/docs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5" name=""/>
          <p:cNvSpPr/>
          <p:nvPr/>
        </p:nvSpPr>
        <p:spPr>
          <a:xfrm>
            <a:off x="1742760" y="4971960"/>
            <a:ext cx="2238840" cy="19440"/>
          </a:xfrm>
          <a:custGeom>
            <a:avLst/>
            <a:gdLst/>
            <a:ahLst/>
            <a:rect l="0" t="0" r="r" b="b"/>
            <a:pathLst>
              <a:path w="6219" h="54">
                <a:moveTo>
                  <a:pt x="0" y="0"/>
                </a:moveTo>
                <a:lnTo>
                  <a:pt x="6219" y="0"/>
                </a:lnTo>
                <a:lnTo>
                  <a:pt x="621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6" name=""/>
          <p:cNvSpPr/>
          <p:nvPr/>
        </p:nvSpPr>
        <p:spPr>
          <a:xfrm>
            <a:off x="6013440" y="2230920"/>
            <a:ext cx="5764320" cy="3252600"/>
          </a:xfrm>
          <a:custGeom>
            <a:avLst/>
            <a:gdLst/>
            <a:ahLst/>
            <a:rect l="0" t="0" r="r" b="b"/>
            <a:pathLst>
              <a:path w="16012" h="9035">
                <a:moveTo>
                  <a:pt x="440" y="682"/>
                </a:moveTo>
                <a:lnTo>
                  <a:pt x="440" y="8197"/>
                </a:lnTo>
                <a:cubicBezTo>
                  <a:pt x="440" y="8239"/>
                  <a:pt x="449" y="8279"/>
                  <a:pt x="465" y="8318"/>
                </a:cubicBezTo>
                <a:cubicBezTo>
                  <a:pt x="481" y="8357"/>
                  <a:pt x="504" y="8392"/>
                  <a:pt x="533" y="8421"/>
                </a:cubicBezTo>
                <a:cubicBezTo>
                  <a:pt x="563" y="8451"/>
                  <a:pt x="598" y="8474"/>
                  <a:pt x="636" y="8490"/>
                </a:cubicBezTo>
                <a:cubicBezTo>
                  <a:pt x="675" y="8506"/>
                  <a:pt x="716" y="8514"/>
                  <a:pt x="758" y="8514"/>
                </a:cubicBezTo>
                <a:lnTo>
                  <a:pt x="15258" y="8514"/>
                </a:lnTo>
                <a:cubicBezTo>
                  <a:pt x="15300" y="8514"/>
                  <a:pt x="15341" y="8506"/>
                  <a:pt x="15380" y="8490"/>
                </a:cubicBezTo>
                <a:cubicBezTo>
                  <a:pt x="15419" y="8474"/>
                  <a:pt x="15453" y="8451"/>
                  <a:pt x="15483" y="8421"/>
                </a:cubicBezTo>
                <a:cubicBezTo>
                  <a:pt x="15512" y="8392"/>
                  <a:pt x="15535" y="8357"/>
                  <a:pt x="15551" y="8318"/>
                </a:cubicBezTo>
                <a:cubicBezTo>
                  <a:pt x="15568" y="8279"/>
                  <a:pt x="15576" y="8239"/>
                  <a:pt x="15576" y="8197"/>
                </a:cubicBezTo>
                <a:lnTo>
                  <a:pt x="15576" y="682"/>
                </a:lnTo>
                <a:cubicBezTo>
                  <a:pt x="15576" y="640"/>
                  <a:pt x="15568" y="599"/>
                  <a:pt x="15551" y="560"/>
                </a:cubicBezTo>
                <a:cubicBezTo>
                  <a:pt x="15535" y="521"/>
                  <a:pt x="15512" y="487"/>
                  <a:pt x="15483" y="457"/>
                </a:cubicBezTo>
                <a:cubicBezTo>
                  <a:pt x="15453" y="427"/>
                  <a:pt x="15419" y="404"/>
                  <a:pt x="15380" y="388"/>
                </a:cubicBezTo>
                <a:cubicBezTo>
                  <a:pt x="15341" y="372"/>
                  <a:pt x="15300" y="364"/>
                  <a:pt x="15258" y="364"/>
                </a:cubicBezTo>
                <a:lnTo>
                  <a:pt x="758" y="364"/>
                </a:lnTo>
                <a:cubicBezTo>
                  <a:pt x="716" y="364"/>
                  <a:pt x="675" y="372"/>
                  <a:pt x="636" y="388"/>
                </a:cubicBezTo>
                <a:cubicBezTo>
                  <a:pt x="598" y="404"/>
                  <a:pt x="563" y="427"/>
                  <a:pt x="533" y="457"/>
                </a:cubicBezTo>
                <a:cubicBezTo>
                  <a:pt x="504" y="487"/>
                  <a:pt x="481" y="521"/>
                  <a:pt x="465" y="560"/>
                </a:cubicBezTo>
                <a:cubicBezTo>
                  <a:pt x="449" y="599"/>
                  <a:pt x="440" y="640"/>
                  <a:pt x="440" y="682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9035"/>
                </a:lnTo>
                <a:lnTo>
                  <a:pt x="0" y="903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87" name=""/>
          <p:cNvSpPr/>
          <p:nvPr/>
        </p:nvSpPr>
        <p:spPr>
          <a:xfrm>
            <a:off x="6181560" y="2371680"/>
            <a:ext cx="5429520" cy="2914920"/>
          </a:xfrm>
          <a:custGeom>
            <a:avLst/>
            <a:gdLst/>
            <a:ahLst/>
            <a:rect l="0" t="0" r="r" b="b"/>
            <a:pathLst>
              <a:path w="15082" h="8097">
                <a:moveTo>
                  <a:pt x="0" y="780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7806"/>
                </a:lnTo>
                <a:cubicBezTo>
                  <a:pt x="15082" y="7825"/>
                  <a:pt x="15080" y="7844"/>
                  <a:pt x="15077" y="7863"/>
                </a:cubicBezTo>
                <a:cubicBezTo>
                  <a:pt x="15073" y="7881"/>
                  <a:pt x="15067" y="7900"/>
                  <a:pt x="15060" y="7917"/>
                </a:cubicBezTo>
                <a:cubicBezTo>
                  <a:pt x="15053" y="7935"/>
                  <a:pt x="15044" y="7952"/>
                  <a:pt x="15033" y="7968"/>
                </a:cubicBezTo>
                <a:cubicBezTo>
                  <a:pt x="15023" y="7983"/>
                  <a:pt x="15010" y="7998"/>
                  <a:pt x="14997" y="8012"/>
                </a:cubicBezTo>
                <a:cubicBezTo>
                  <a:pt x="14983" y="8025"/>
                  <a:pt x="14969" y="8037"/>
                  <a:pt x="14953" y="8048"/>
                </a:cubicBezTo>
                <a:cubicBezTo>
                  <a:pt x="14937" y="8058"/>
                  <a:pt x="14920" y="8067"/>
                  <a:pt x="14903" y="8075"/>
                </a:cubicBezTo>
                <a:cubicBezTo>
                  <a:pt x="14885" y="8082"/>
                  <a:pt x="14867" y="8088"/>
                  <a:pt x="14848" y="8091"/>
                </a:cubicBezTo>
                <a:cubicBezTo>
                  <a:pt x="14829" y="8095"/>
                  <a:pt x="14810" y="8097"/>
                  <a:pt x="14791" y="8097"/>
                </a:cubicBezTo>
                <a:lnTo>
                  <a:pt x="291" y="8097"/>
                </a:lnTo>
                <a:cubicBezTo>
                  <a:pt x="272" y="8097"/>
                  <a:pt x="253" y="8095"/>
                  <a:pt x="234" y="8091"/>
                </a:cubicBezTo>
                <a:cubicBezTo>
                  <a:pt x="215" y="8088"/>
                  <a:pt x="197" y="8082"/>
                  <a:pt x="180" y="8075"/>
                </a:cubicBezTo>
                <a:cubicBezTo>
                  <a:pt x="162" y="8067"/>
                  <a:pt x="145" y="8058"/>
                  <a:pt x="129" y="8048"/>
                </a:cubicBezTo>
                <a:cubicBezTo>
                  <a:pt x="113" y="8037"/>
                  <a:pt x="99" y="8025"/>
                  <a:pt x="85" y="8012"/>
                </a:cubicBezTo>
                <a:cubicBezTo>
                  <a:pt x="72" y="7998"/>
                  <a:pt x="60" y="7983"/>
                  <a:pt x="49" y="7968"/>
                </a:cubicBezTo>
                <a:cubicBezTo>
                  <a:pt x="38" y="7952"/>
                  <a:pt x="29" y="7935"/>
                  <a:pt x="22" y="7917"/>
                </a:cubicBezTo>
                <a:cubicBezTo>
                  <a:pt x="15" y="7900"/>
                  <a:pt x="9" y="7881"/>
                  <a:pt x="6" y="7863"/>
                </a:cubicBezTo>
                <a:cubicBezTo>
                  <a:pt x="2" y="7844"/>
                  <a:pt x="0" y="7825"/>
                  <a:pt x="0" y="780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8" name=""/>
          <p:cNvSpPr/>
          <p:nvPr/>
        </p:nvSpPr>
        <p:spPr>
          <a:xfrm>
            <a:off x="6181560" y="2371680"/>
            <a:ext cx="5429520" cy="2914920"/>
          </a:xfrm>
          <a:custGeom>
            <a:avLst/>
            <a:gdLst/>
            <a:ahLst/>
            <a:rect l="0" t="0" r="r" b="b"/>
            <a:pathLst>
              <a:path w="15082" h="8097">
                <a:moveTo>
                  <a:pt x="0" y="780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7806"/>
                </a:lnTo>
                <a:cubicBezTo>
                  <a:pt x="15082" y="7825"/>
                  <a:pt x="15080" y="7844"/>
                  <a:pt x="15077" y="7863"/>
                </a:cubicBezTo>
                <a:cubicBezTo>
                  <a:pt x="15073" y="7881"/>
                  <a:pt x="15067" y="7900"/>
                  <a:pt x="15060" y="7917"/>
                </a:cubicBezTo>
                <a:cubicBezTo>
                  <a:pt x="15053" y="7935"/>
                  <a:pt x="15044" y="7952"/>
                  <a:pt x="15033" y="7968"/>
                </a:cubicBezTo>
                <a:cubicBezTo>
                  <a:pt x="15023" y="7983"/>
                  <a:pt x="15010" y="7998"/>
                  <a:pt x="14997" y="8012"/>
                </a:cubicBezTo>
                <a:cubicBezTo>
                  <a:pt x="14983" y="8025"/>
                  <a:pt x="14969" y="8037"/>
                  <a:pt x="14953" y="8048"/>
                </a:cubicBezTo>
                <a:cubicBezTo>
                  <a:pt x="14937" y="8058"/>
                  <a:pt x="14920" y="8067"/>
                  <a:pt x="14903" y="8075"/>
                </a:cubicBezTo>
                <a:cubicBezTo>
                  <a:pt x="14885" y="8082"/>
                  <a:pt x="14867" y="8088"/>
                  <a:pt x="14848" y="8091"/>
                </a:cubicBezTo>
                <a:cubicBezTo>
                  <a:pt x="14829" y="8095"/>
                  <a:pt x="14810" y="8097"/>
                  <a:pt x="14791" y="8097"/>
                </a:cubicBezTo>
                <a:lnTo>
                  <a:pt x="291" y="8097"/>
                </a:lnTo>
                <a:cubicBezTo>
                  <a:pt x="272" y="8097"/>
                  <a:pt x="253" y="8095"/>
                  <a:pt x="234" y="8091"/>
                </a:cubicBezTo>
                <a:cubicBezTo>
                  <a:pt x="215" y="8088"/>
                  <a:pt x="197" y="8082"/>
                  <a:pt x="180" y="8075"/>
                </a:cubicBezTo>
                <a:cubicBezTo>
                  <a:pt x="162" y="8067"/>
                  <a:pt x="145" y="8058"/>
                  <a:pt x="129" y="8048"/>
                </a:cubicBezTo>
                <a:cubicBezTo>
                  <a:pt x="113" y="8037"/>
                  <a:pt x="99" y="8025"/>
                  <a:pt x="85" y="8012"/>
                </a:cubicBezTo>
                <a:cubicBezTo>
                  <a:pt x="72" y="7998"/>
                  <a:pt x="60" y="7983"/>
                  <a:pt x="49" y="7968"/>
                </a:cubicBezTo>
                <a:cubicBezTo>
                  <a:pt x="38" y="7952"/>
                  <a:pt x="29" y="7935"/>
                  <a:pt x="22" y="7917"/>
                </a:cubicBezTo>
                <a:cubicBezTo>
                  <a:pt x="15" y="7900"/>
                  <a:pt x="9" y="7881"/>
                  <a:pt x="6" y="7863"/>
                </a:cubicBezTo>
                <a:cubicBezTo>
                  <a:pt x="2" y="7844"/>
                  <a:pt x="0" y="7825"/>
                  <a:pt x="0" y="780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9" name=""/>
          <p:cNvSpPr/>
          <p:nvPr/>
        </p:nvSpPr>
        <p:spPr>
          <a:xfrm>
            <a:off x="6407640" y="2757960"/>
            <a:ext cx="295200" cy="302040"/>
          </a:xfrm>
          <a:custGeom>
            <a:avLst/>
            <a:gdLst/>
            <a:ahLst/>
            <a:rect l="0" t="0" r="r" b="b"/>
            <a:pathLst>
              <a:path w="820" h="839">
                <a:moveTo>
                  <a:pt x="524" y="798"/>
                </a:moveTo>
                <a:lnTo>
                  <a:pt x="356" y="631"/>
                </a:lnTo>
                <a:lnTo>
                  <a:pt x="401" y="586"/>
                </a:lnTo>
                <a:lnTo>
                  <a:pt x="524" y="708"/>
                </a:lnTo>
                <a:lnTo>
                  <a:pt x="775" y="458"/>
                </a:lnTo>
                <a:lnTo>
                  <a:pt x="820" y="503"/>
                </a:lnTo>
                <a:lnTo>
                  <a:pt x="524" y="798"/>
                </a:lnTo>
                <a:moveTo>
                  <a:pt x="755" y="365"/>
                </a:moveTo>
                <a:lnTo>
                  <a:pt x="693" y="365"/>
                </a:lnTo>
                <a:lnTo>
                  <a:pt x="693" y="147"/>
                </a:lnTo>
                <a:lnTo>
                  <a:pt x="630" y="147"/>
                </a:lnTo>
                <a:lnTo>
                  <a:pt x="630" y="241"/>
                </a:lnTo>
                <a:lnTo>
                  <a:pt x="126" y="241"/>
                </a:lnTo>
                <a:lnTo>
                  <a:pt x="126" y="147"/>
                </a:lnTo>
                <a:lnTo>
                  <a:pt x="63" y="147"/>
                </a:lnTo>
                <a:lnTo>
                  <a:pt x="63" y="776"/>
                </a:lnTo>
                <a:lnTo>
                  <a:pt x="326" y="776"/>
                </a:lnTo>
                <a:lnTo>
                  <a:pt x="326" y="839"/>
                </a:lnTo>
                <a:lnTo>
                  <a:pt x="63" y="839"/>
                </a:lnTo>
                <a:cubicBezTo>
                  <a:pt x="45" y="839"/>
                  <a:pt x="30" y="833"/>
                  <a:pt x="18" y="821"/>
                </a:cubicBezTo>
                <a:cubicBezTo>
                  <a:pt x="6" y="810"/>
                  <a:pt x="0" y="795"/>
                  <a:pt x="0" y="776"/>
                </a:cubicBezTo>
                <a:lnTo>
                  <a:pt x="0" y="147"/>
                </a:lnTo>
                <a:cubicBezTo>
                  <a:pt x="0" y="129"/>
                  <a:pt x="6" y="114"/>
                  <a:pt x="18" y="102"/>
                </a:cubicBezTo>
                <a:cubicBezTo>
                  <a:pt x="30" y="90"/>
                  <a:pt x="45" y="84"/>
                  <a:pt x="63" y="84"/>
                </a:cubicBezTo>
                <a:lnTo>
                  <a:pt x="275" y="84"/>
                </a:lnTo>
                <a:cubicBezTo>
                  <a:pt x="280" y="60"/>
                  <a:pt x="292" y="40"/>
                  <a:pt x="311" y="24"/>
                </a:cubicBezTo>
                <a:cubicBezTo>
                  <a:pt x="330" y="8"/>
                  <a:pt x="352" y="0"/>
                  <a:pt x="377" y="0"/>
                </a:cubicBezTo>
                <a:cubicBezTo>
                  <a:pt x="403" y="0"/>
                  <a:pt x="425" y="8"/>
                  <a:pt x="444" y="24"/>
                </a:cubicBezTo>
                <a:cubicBezTo>
                  <a:pt x="463" y="40"/>
                  <a:pt x="475" y="60"/>
                  <a:pt x="480" y="84"/>
                </a:cubicBezTo>
                <a:lnTo>
                  <a:pt x="693" y="84"/>
                </a:lnTo>
                <a:cubicBezTo>
                  <a:pt x="711" y="84"/>
                  <a:pt x="726" y="90"/>
                  <a:pt x="738" y="102"/>
                </a:cubicBezTo>
                <a:cubicBezTo>
                  <a:pt x="749" y="114"/>
                  <a:pt x="755" y="129"/>
                  <a:pt x="755" y="147"/>
                </a:cubicBezTo>
                <a:lnTo>
                  <a:pt x="755" y="365"/>
                </a:lnTo>
                <a:moveTo>
                  <a:pt x="407" y="135"/>
                </a:moveTo>
                <a:cubicBezTo>
                  <a:pt x="415" y="127"/>
                  <a:pt x="419" y="117"/>
                  <a:pt x="419" y="105"/>
                </a:cubicBezTo>
                <a:cubicBezTo>
                  <a:pt x="419" y="93"/>
                  <a:pt x="415" y="83"/>
                  <a:pt x="407" y="75"/>
                </a:cubicBezTo>
                <a:cubicBezTo>
                  <a:pt x="399" y="67"/>
                  <a:pt x="389" y="63"/>
                  <a:pt x="377" y="63"/>
                </a:cubicBezTo>
                <a:cubicBezTo>
                  <a:pt x="366" y="63"/>
                  <a:pt x="356" y="67"/>
                  <a:pt x="348" y="75"/>
                </a:cubicBezTo>
                <a:cubicBezTo>
                  <a:pt x="339" y="83"/>
                  <a:pt x="335" y="93"/>
                  <a:pt x="335" y="105"/>
                </a:cubicBezTo>
                <a:cubicBezTo>
                  <a:pt x="335" y="117"/>
                  <a:pt x="339" y="127"/>
                  <a:pt x="348" y="135"/>
                </a:cubicBezTo>
                <a:cubicBezTo>
                  <a:pt x="356" y="143"/>
                  <a:pt x="366" y="147"/>
                  <a:pt x="377" y="147"/>
                </a:cubicBezTo>
                <a:cubicBezTo>
                  <a:pt x="389" y="147"/>
                  <a:pt x="399" y="143"/>
                  <a:pt x="407" y="135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762120" y="4698360"/>
            <a:ext cx="303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GitHub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antigravity-examples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6724800" y="2932920"/>
            <a:ext cx="1397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ハンズオン資料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2" name=""/>
          <p:cNvSpPr/>
          <p:nvPr/>
        </p:nvSpPr>
        <p:spPr>
          <a:xfrm>
            <a:off x="8467560" y="3305160"/>
            <a:ext cx="943200" cy="257400"/>
          </a:xfrm>
          <a:custGeom>
            <a:avLst/>
            <a:gdLst/>
            <a:ahLst/>
            <a:rect l="0" t="0" r="r" b="b"/>
            <a:pathLst>
              <a:path w="2620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462" y="0"/>
                </a:lnTo>
                <a:cubicBezTo>
                  <a:pt x="2472" y="0"/>
                  <a:pt x="2482" y="1"/>
                  <a:pt x="2493" y="3"/>
                </a:cubicBezTo>
                <a:cubicBezTo>
                  <a:pt x="2503" y="5"/>
                  <a:pt x="2513" y="8"/>
                  <a:pt x="2522" y="12"/>
                </a:cubicBezTo>
                <a:cubicBezTo>
                  <a:pt x="2532" y="16"/>
                  <a:pt x="2541" y="21"/>
                  <a:pt x="2550" y="26"/>
                </a:cubicBezTo>
                <a:cubicBezTo>
                  <a:pt x="2558" y="32"/>
                  <a:pt x="2566" y="39"/>
                  <a:pt x="2574" y="46"/>
                </a:cubicBezTo>
                <a:cubicBezTo>
                  <a:pt x="2581" y="53"/>
                  <a:pt x="2588" y="61"/>
                  <a:pt x="2594" y="70"/>
                </a:cubicBezTo>
                <a:cubicBezTo>
                  <a:pt x="2599" y="79"/>
                  <a:pt x="2604" y="88"/>
                  <a:pt x="2608" y="98"/>
                </a:cubicBezTo>
                <a:cubicBezTo>
                  <a:pt x="2612" y="107"/>
                  <a:pt x="2615" y="117"/>
                  <a:pt x="2617" y="127"/>
                </a:cubicBezTo>
                <a:cubicBezTo>
                  <a:pt x="2619" y="138"/>
                  <a:pt x="2620" y="148"/>
                  <a:pt x="2620" y="158"/>
                </a:cubicBezTo>
                <a:lnTo>
                  <a:pt x="2620" y="556"/>
                </a:lnTo>
                <a:cubicBezTo>
                  <a:pt x="2620" y="567"/>
                  <a:pt x="2619" y="577"/>
                  <a:pt x="2617" y="587"/>
                </a:cubicBezTo>
                <a:cubicBezTo>
                  <a:pt x="2615" y="597"/>
                  <a:pt x="2612" y="607"/>
                  <a:pt x="2608" y="617"/>
                </a:cubicBezTo>
                <a:cubicBezTo>
                  <a:pt x="2604" y="627"/>
                  <a:pt x="2599" y="636"/>
                  <a:pt x="2594" y="644"/>
                </a:cubicBezTo>
                <a:cubicBezTo>
                  <a:pt x="2588" y="653"/>
                  <a:pt x="2581" y="661"/>
                  <a:pt x="2574" y="668"/>
                </a:cubicBezTo>
                <a:cubicBezTo>
                  <a:pt x="2566" y="676"/>
                  <a:pt x="2558" y="682"/>
                  <a:pt x="2550" y="688"/>
                </a:cubicBezTo>
                <a:cubicBezTo>
                  <a:pt x="2541" y="694"/>
                  <a:pt x="2532" y="699"/>
                  <a:pt x="2522" y="703"/>
                </a:cubicBezTo>
                <a:cubicBezTo>
                  <a:pt x="2513" y="707"/>
                  <a:pt x="2503" y="710"/>
                  <a:pt x="2493" y="712"/>
                </a:cubicBezTo>
                <a:cubicBezTo>
                  <a:pt x="2482" y="714"/>
                  <a:pt x="2472" y="715"/>
                  <a:pt x="2462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6" y="668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6362640" y="3288960"/>
            <a:ext cx="2134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各ステップの詳細は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8528400" y="3352680"/>
            <a:ext cx="82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handson/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9408600" y="328896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フォルダを参照し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6362640" y="366012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てください。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LibreOffice/26.2.0.3$MacOSX_AARCH64 LibreOffice_project/afbbd0df0edb6d40b450b0337ac646b0913a760c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