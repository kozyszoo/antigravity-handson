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3D8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2035080" y="3178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&lt;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2503080" y="661680"/>
            <a:ext cx="272268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 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075080" y="3178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8000640" y="661680"/>
            <a:ext cx="13723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MS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9829440" y="3178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-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4561560" y="1576080"/>
            <a:ext cx="19317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7304760" y="12322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604080" y="2490480"/>
            <a:ext cx="1832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FILL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261680" y="21466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5187240" y="2490480"/>
            <a:ext cx="48261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CURRCO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649880" y="3404880"/>
            <a:ext cx="18813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LOR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393080" y="30610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718880" y="3404880"/>
            <a:ext cx="121968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 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6547680" y="30610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472880" y="340488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10216080" y="30610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641760" y="431928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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556160" y="39754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481360" y="431928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8224560" y="39754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975240" y="5233680"/>
            <a:ext cx="31507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XMLNS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5547240" y="48898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6472800" y="523368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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7387200" y="48898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://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8473320" y="5233680"/>
            <a:ext cx="2588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WWW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633240" y="6148080"/>
            <a:ext cx="38610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.W3.ORG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034040" y="58042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467480" y="614808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2000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125080" y="58042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1821680" y="6453360"/>
            <a:ext cx="151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M180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3668400" y="3662640"/>
            <a:ext cx="848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80Q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0972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5293440" y="366264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1985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39476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83473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8543520" y="3662640"/>
            <a:ext cx="768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99723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016856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11207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571320" y="4177080"/>
            <a:ext cx="796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200016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196360" y="417708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620Q0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7776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4773960" y="417708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24 18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71550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351560" y="4177080"/>
            <a:ext cx="1245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42T42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97326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571320" y="4700880"/>
            <a:ext cx="1617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18H65V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342900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3625200" y="4700880"/>
            <a:ext cx="3473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60H65V60H340V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98164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71320" y="5215320"/>
            <a:ext cx="4956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60H65V60H65Q24 0 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71320" y="5729760"/>
            <a:ext cx="4319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18T18 42V620Q0 24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86677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8863920" y="572976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71320" y="6243840"/>
            <a:ext cx="768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0001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2196360" y="6243840"/>
            <a:ext cx="3180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 18H180ZM0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9113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71320" y="6758280"/>
            <a:ext cx="5831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60H600V 430H180V430ZM0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1821680" y="6453360"/>
            <a:ext cx="151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M324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3668400" y="3662640"/>
            <a:ext cx="2160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111.5Q251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79549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8151120" y="366264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143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571320" y="41770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197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200016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2196360" y="4177080"/>
            <a:ext cx="1007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197T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10148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297680" y="4177080"/>
            <a:ext cx="835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85.5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2028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399000" y="4177080"/>
            <a:ext cx="1563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127Q80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92563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9452520" y="41770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397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71320" y="47008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15238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720080" y="4700880"/>
            <a:ext cx="1842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480T31.5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53032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5726520" y="4700880"/>
            <a:ext cx="1802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156Q143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906012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9256320" y="47008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709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571320" y="52153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197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00016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196360" y="5215320"/>
            <a:ext cx="1722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763T127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53032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726520" y="5215320"/>
            <a:ext cx="192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85.5Q397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953640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9732600" y="52153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71320" y="572976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20001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196360" y="5729760"/>
            <a:ext cx="3881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880T156 31.5Q709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981648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0012680" y="572976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817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571320" y="624384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763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20001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2196360" y="6243840"/>
            <a:ext cx="3881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763T85.5 127Q880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981648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10012680" y="624384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563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571320" y="6758280"/>
            <a:ext cx="5193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8AC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880 480T 31 5 156Q817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1821680" y="6453360"/>
            <a:ext cx="151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M240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3668400" y="3662640"/>
            <a:ext cx="796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50972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293440" y="36626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172Q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1985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39476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83473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854352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94960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571320" y="4177080"/>
            <a:ext cx="835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88.5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24764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2672640" y="4177080"/>
            <a:ext cx="2080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121.5T120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69588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155000" y="417708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520Q0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95364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9732600" y="41770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150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571320" y="47008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200016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2196360" y="4700880"/>
            <a:ext cx="1722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255T255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53032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726520" y="4700880"/>
            <a:ext cx="2279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105Q125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71320" y="5215320"/>
            <a:ext cx="3153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221.5 73.5T827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72388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7435080" y="521532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615L55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71320" y="5729760"/>
            <a:ext cx="2040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218Q4 14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43815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4577760" y="5729760"/>
            <a:ext cx="2319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 25.5T853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934020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9536400" y="5729760"/>
            <a:ext cx="519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H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04889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71320" y="6243840"/>
            <a:ext cx="3432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93V140Q0 24.75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23888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7435080" y="624384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17.62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71320" y="6758280"/>
            <a:ext cx="4902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 37Q724 75 160 700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11821680" y="6453360"/>
            <a:ext cx="151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M153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3668400" y="3662640"/>
            <a:ext cx="848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73Q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0972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29344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62460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44220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73947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59096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854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71320" y="4177080"/>
            <a:ext cx="1842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81T33.25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438156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4577760" y="4177080"/>
            <a:ext cx="192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81Q33.25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83876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8583840" y="41770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71320" y="470088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80.75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95272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3148920" y="4700880"/>
            <a:ext cx="2743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33 14 0 24.5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71320" y="5215320"/>
            <a:ext cx="1603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2.5T280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39052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4101480" y="521532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258L85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95880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7155000" y="521532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106Q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906012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925632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102088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1040508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135764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571320" y="572976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152388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720080" y="5729760"/>
            <a:ext cx="1126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52.5T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10148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4297680" y="572976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47739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4970160" y="5729760"/>
            <a:ext cx="1126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61.5L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3515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547760" y="572976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121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897624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9172440" y="5729760"/>
            <a:ext cx="848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41Q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1060128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571320" y="624384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15 25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295272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3148920" y="6243840"/>
            <a:ext cx="2557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39.5 39T114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838764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8583840" y="62438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466Q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04889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71320" y="6758280"/>
            <a:ext cx="4823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47 5 0 80 75 33 25T0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11821680" y="6453360"/>
            <a:ext cx="151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M120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3668400" y="3662640"/>
            <a:ext cx="1034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260V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57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5769720" y="366264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440Q0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81511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8347320" y="366264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24.75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571320" y="417708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17.63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29527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3148920" y="4177080"/>
            <a:ext cx="2756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42.38Q155.25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88639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9060120" y="41770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571320" y="47008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200016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2196360" y="4700880"/>
            <a:ext cx="3696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760H600Q24.75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571320" y="5215320"/>
            <a:ext cx="3471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42.38 17.62Q840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771516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7911360" y="5215320"/>
            <a:ext cx="1312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724.75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71320" y="572976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840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20001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2196360" y="5729760"/>
            <a:ext cx="367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700V440Q0 24.75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934020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571320" y="6243840"/>
            <a:ext cx="406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17.62 42.37Q804.75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914400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9340200" y="624384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571320" y="6758280"/>
            <a:ext cx="5008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780 200H180Q 24 75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11821680" y="6453360"/>
            <a:ext cx="151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M206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3668400" y="36626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206Q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557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576972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41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67222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691848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78710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8067240" y="3662640"/>
            <a:ext cx="835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63.5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99723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571320" y="4177080"/>
            <a:ext cx="2080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107.5T120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48578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5054040" y="417708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440Q0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743508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7631280" y="417708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150 105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109652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571320" y="4700880"/>
            <a:ext cx="2080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254.5T480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48578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5054040" y="4700880"/>
            <a:ext cx="2040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799Q10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71320" y="5215320"/>
            <a:ext cx="2199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20.5.5T519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533412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5530320" y="5215320"/>
            <a:ext cx="1007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797L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74350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763128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81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858384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8780040" y="521532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81 42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1116144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571320" y="5729760"/>
            <a:ext cx="2385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42 160 160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53341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5530320" y="572976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160 160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88639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9060120" y="572976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1001268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10208880" y="572976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71320" y="62438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152388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1720080" y="6243840"/>
            <a:ext cx="848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92Q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314892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3345120" y="62438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11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29768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4493880" y="62438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49701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5166360" y="62438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26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611892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6315120" y="6243840"/>
            <a:ext cx="530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726768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7463880" y="62438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841644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8612640" y="6243840"/>
            <a:ext cx="609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956484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9761040" y="624384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571320" y="6758280"/>
            <a:ext cx="5670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0 212 5 87T180 440Q0 51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1821680" y="6453360"/>
            <a:ext cx="151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3D8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5400360" y="390240"/>
            <a:ext cx="1391040" cy="352800"/>
          </a:xfrm>
          <a:custGeom>
            <a:avLst/>
            <a:gdLst/>
            <a:ahLst/>
            <a:rect l="0" t="0" r="r" b="b"/>
            <a:pathLst>
              <a:path w="3864" h="980">
                <a:moveTo>
                  <a:pt x="0" y="491"/>
                </a:moveTo>
                <a:cubicBezTo>
                  <a:pt x="0" y="459"/>
                  <a:pt x="4" y="427"/>
                  <a:pt x="10" y="395"/>
                </a:cubicBezTo>
                <a:cubicBezTo>
                  <a:pt x="16" y="363"/>
                  <a:pt x="25" y="332"/>
                  <a:pt x="38" y="302"/>
                </a:cubicBezTo>
                <a:cubicBezTo>
                  <a:pt x="50" y="273"/>
                  <a:pt x="65" y="245"/>
                  <a:pt x="83" y="218"/>
                </a:cubicBezTo>
                <a:cubicBezTo>
                  <a:pt x="101" y="191"/>
                  <a:pt x="121" y="166"/>
                  <a:pt x="144" y="144"/>
                </a:cubicBezTo>
                <a:cubicBezTo>
                  <a:pt x="166" y="121"/>
                  <a:pt x="191" y="101"/>
                  <a:pt x="218" y="83"/>
                </a:cubicBezTo>
                <a:cubicBezTo>
                  <a:pt x="245" y="65"/>
                  <a:pt x="273" y="50"/>
                  <a:pt x="303" y="38"/>
                </a:cubicBezTo>
                <a:cubicBezTo>
                  <a:pt x="332" y="25"/>
                  <a:pt x="363" y="16"/>
                  <a:pt x="394" y="10"/>
                </a:cubicBezTo>
                <a:cubicBezTo>
                  <a:pt x="426" y="3"/>
                  <a:pt x="458" y="0"/>
                  <a:pt x="490" y="0"/>
                </a:cubicBezTo>
                <a:lnTo>
                  <a:pt x="3375" y="0"/>
                </a:lnTo>
                <a:cubicBezTo>
                  <a:pt x="3407" y="0"/>
                  <a:pt x="3439" y="3"/>
                  <a:pt x="3470" y="10"/>
                </a:cubicBezTo>
                <a:cubicBezTo>
                  <a:pt x="3502" y="16"/>
                  <a:pt x="3532" y="25"/>
                  <a:pt x="3562" y="38"/>
                </a:cubicBezTo>
                <a:cubicBezTo>
                  <a:pt x="3592" y="50"/>
                  <a:pt x="3620" y="65"/>
                  <a:pt x="3647" y="83"/>
                </a:cubicBezTo>
                <a:cubicBezTo>
                  <a:pt x="3673" y="101"/>
                  <a:pt x="3698" y="121"/>
                  <a:pt x="3721" y="144"/>
                </a:cubicBezTo>
                <a:cubicBezTo>
                  <a:pt x="3744" y="166"/>
                  <a:pt x="3764" y="191"/>
                  <a:pt x="3782" y="218"/>
                </a:cubicBezTo>
                <a:cubicBezTo>
                  <a:pt x="3800" y="245"/>
                  <a:pt x="3815" y="273"/>
                  <a:pt x="3827" y="302"/>
                </a:cubicBezTo>
                <a:cubicBezTo>
                  <a:pt x="3839" y="332"/>
                  <a:pt x="3849" y="363"/>
                  <a:pt x="3855" y="395"/>
                </a:cubicBezTo>
                <a:cubicBezTo>
                  <a:pt x="3861" y="427"/>
                  <a:pt x="3864" y="459"/>
                  <a:pt x="3864" y="491"/>
                </a:cubicBezTo>
                <a:cubicBezTo>
                  <a:pt x="3864" y="523"/>
                  <a:pt x="3861" y="555"/>
                  <a:pt x="3855" y="586"/>
                </a:cubicBezTo>
                <a:cubicBezTo>
                  <a:pt x="3849" y="618"/>
                  <a:pt x="3839" y="648"/>
                  <a:pt x="3827" y="678"/>
                </a:cubicBezTo>
                <a:cubicBezTo>
                  <a:pt x="3815" y="708"/>
                  <a:pt x="3800" y="736"/>
                  <a:pt x="3782" y="763"/>
                </a:cubicBezTo>
                <a:cubicBezTo>
                  <a:pt x="3764" y="789"/>
                  <a:pt x="3744" y="814"/>
                  <a:pt x="3721" y="837"/>
                </a:cubicBezTo>
                <a:cubicBezTo>
                  <a:pt x="3698" y="860"/>
                  <a:pt x="3673" y="880"/>
                  <a:pt x="3647" y="898"/>
                </a:cubicBezTo>
                <a:cubicBezTo>
                  <a:pt x="3620" y="916"/>
                  <a:pt x="3592" y="931"/>
                  <a:pt x="3562" y="943"/>
                </a:cubicBezTo>
                <a:cubicBezTo>
                  <a:pt x="3532" y="955"/>
                  <a:pt x="3502" y="965"/>
                  <a:pt x="3470" y="971"/>
                </a:cubicBezTo>
                <a:cubicBezTo>
                  <a:pt x="3439" y="977"/>
                  <a:pt x="3407" y="980"/>
                  <a:pt x="3375" y="980"/>
                </a:cubicBezTo>
                <a:lnTo>
                  <a:pt x="490" y="980"/>
                </a:lnTo>
                <a:cubicBezTo>
                  <a:pt x="458" y="980"/>
                  <a:pt x="426" y="977"/>
                  <a:pt x="394" y="971"/>
                </a:cubicBezTo>
                <a:cubicBezTo>
                  <a:pt x="363" y="965"/>
                  <a:pt x="332" y="955"/>
                  <a:pt x="303" y="943"/>
                </a:cubicBezTo>
                <a:cubicBezTo>
                  <a:pt x="273" y="931"/>
                  <a:pt x="245" y="916"/>
                  <a:pt x="218" y="898"/>
                </a:cubicBezTo>
                <a:cubicBezTo>
                  <a:pt x="191" y="880"/>
                  <a:pt x="166" y="860"/>
                  <a:pt x="144" y="837"/>
                </a:cubicBezTo>
                <a:cubicBezTo>
                  <a:pt x="121" y="814"/>
                  <a:pt x="101" y="789"/>
                  <a:pt x="83" y="763"/>
                </a:cubicBezTo>
                <a:cubicBezTo>
                  <a:pt x="65" y="736"/>
                  <a:pt x="50" y="708"/>
                  <a:pt x="38" y="678"/>
                </a:cubicBezTo>
                <a:cubicBezTo>
                  <a:pt x="25" y="648"/>
                  <a:pt x="16" y="618"/>
                  <a:pt x="10" y="586"/>
                </a:cubicBezTo>
                <a:cubicBezTo>
                  <a:pt x="4" y="555"/>
                  <a:pt x="0" y="523"/>
                  <a:pt x="0" y="491"/>
                </a:cubicBezTo>
                <a:close/>
              </a:path>
            </a:pathLst>
          </a:custGeom>
          <a:solidFill>
            <a:srgbClr val="9B82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5550120" y="483120"/>
            <a:ext cx="1044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19:30</a:t>
            </a:r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〜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20:00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203508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&lt;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2503080" y="1137960"/>
            <a:ext cx="272268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 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707508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8000640" y="1137960"/>
            <a:ext cx="13723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MS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982944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-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61560" y="2052360"/>
            <a:ext cx="19317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7304760" y="1708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604080" y="2966760"/>
            <a:ext cx="1832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FILL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261680" y="26229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5187240" y="2966760"/>
            <a:ext cx="48261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CURRCO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1649880" y="3881160"/>
            <a:ext cx="18813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LOR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43930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718880" y="3881160"/>
            <a:ext cx="121968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 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5476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7472880" y="38811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102160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3641760" y="479556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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4556160" y="44517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5481360" y="47955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8224560" y="44517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975240" y="5709960"/>
            <a:ext cx="31507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XMLNS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5547240" y="5366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472800" y="570996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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7387200" y="5366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://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8473320" y="5709960"/>
            <a:ext cx="2588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WWW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1547640" y="6624360"/>
            <a:ext cx="38610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W3 ORG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7034040" y="6280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7467480" y="66243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2000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11125080" y="6280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11821680" y="6453360"/>
            <a:ext cx="151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M480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3668400" y="366264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313 287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70023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7198560" y="366264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506L43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100558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1025208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71320" y="4177080"/>
            <a:ext cx="1988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120 120V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438156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4577760" y="4177080"/>
            <a:ext cx="3578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371H60V371L120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112453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571320" y="4700880"/>
            <a:ext cx="2147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120 43 43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8578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054040" y="4700880"/>
            <a:ext cx="30747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193 193ZM220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107690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571320" y="521532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160Q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247644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2672640" y="521532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457776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477396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572652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922720" y="5215320"/>
            <a:ext cx="768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735156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754776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849996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8696160" y="5215320"/>
            <a:ext cx="796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1012500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71320" y="5729760"/>
            <a:ext cx="3950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143H60V143H520V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77151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571320" y="6243840"/>
            <a:ext cx="389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143H60V143Q0 24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77151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7911360" y="624384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 42T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076904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571320" y="6758280"/>
            <a:ext cx="2544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 18H220Z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5334120" y="6579360"/>
            <a:ext cx="113400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"/&gt;&lt;/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6536880" y="675828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7965720" y="65793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&gt;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8305920" y="6625800"/>
            <a:ext cx="3111480" cy="40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1" u="none" strike="noStrike">
                <a:solidFill>
                  <a:srgbClr val="4A3560"/>
                </a:solidFill>
                <a:effectLst/>
                <a:uFillTx/>
                <a:latin typeface="NotoSansJP-Thin_"/>
                <a:ea typeface="NotoSansJP-Thin_"/>
              </a:rPr>
              <a:t>Step 1: </a:t>
            </a:r>
            <a:r>
              <a:rPr lang="ja-JP" sz="2850" b="1" u="none" strike="noStrike">
                <a:solidFill>
                  <a:srgbClr val="4A3560"/>
                </a:solidFill>
                <a:effectLst/>
                <a:uFillTx/>
                <a:latin typeface="NotoSansJP-Thin_"/>
                <a:ea typeface="NotoSansJP-Thin_"/>
              </a:rPr>
              <a:t>環境セット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11821680" y="6453360"/>
            <a:ext cx="15192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M140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3668400" y="36626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557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5769720" y="366264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76748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787104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88236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71320" y="4177080"/>
            <a:ext cx="1603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18.5T80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390528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4101480" y="4177080"/>
            <a:ext cx="1034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260V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60066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6202800" y="417708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440Q0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85838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8780040" y="417708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24 18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111614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571320" y="4700880"/>
            <a:ext cx="1245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42T42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295272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3148920" y="4700880"/>
            <a:ext cx="3577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18H680Q24 0 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571320" y="5215320"/>
            <a:ext cx="4319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18T18 42V440Q0 23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866772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886392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571320" y="5729760"/>
            <a:ext cx="1842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41.5T820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43815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4577760" y="5729760"/>
            <a:ext cx="2703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200H140ZM0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934020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571320" y="6243840"/>
            <a:ext cx="1856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60H680V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390528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71320" y="6758280"/>
            <a:ext cx="57672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440H140V440ZM160 65HV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M319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3668400" y="3662640"/>
            <a:ext cx="2094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250H322V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74786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571320" y="4177080"/>
            <a:ext cx="32605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60H319V60ZM0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62863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6482880" y="4177080"/>
            <a:ext cx="2094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170H322V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1029276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571320" y="4700880"/>
            <a:ext cx="37375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60H319V60ZM220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72388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7435080" y="4700880"/>
            <a:ext cx="848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80Q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886392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9060120" y="47008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109652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7132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15238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720080" y="5215320"/>
            <a:ext cx="768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14892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334512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42976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493880" y="5215320"/>
            <a:ext cx="796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592272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118920" y="521532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680Q0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849996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8696160" y="521532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24 18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1107756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571320" y="5729760"/>
            <a:ext cx="1245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42T42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29527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148920" y="5729760"/>
            <a:ext cx="2544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18H361L219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571320" y="6243840"/>
            <a:ext cx="30747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219V521Q0 24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628632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6482880" y="624384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 42T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934020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536400" y="62438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71320" y="6758280"/>
            <a:ext cx="42145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18H220ZM331 554V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3D8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/>
          <p:nvPr/>
        </p:nvSpPr>
        <p:spPr>
          <a:xfrm>
            <a:off x="5400360" y="390240"/>
            <a:ext cx="1391040" cy="352800"/>
          </a:xfrm>
          <a:custGeom>
            <a:avLst/>
            <a:gdLst/>
            <a:ahLst/>
            <a:rect l="0" t="0" r="r" b="b"/>
            <a:pathLst>
              <a:path w="3864" h="980">
                <a:moveTo>
                  <a:pt x="0" y="491"/>
                </a:moveTo>
                <a:cubicBezTo>
                  <a:pt x="0" y="459"/>
                  <a:pt x="4" y="427"/>
                  <a:pt x="10" y="395"/>
                </a:cubicBezTo>
                <a:cubicBezTo>
                  <a:pt x="16" y="363"/>
                  <a:pt x="25" y="332"/>
                  <a:pt x="38" y="302"/>
                </a:cubicBezTo>
                <a:cubicBezTo>
                  <a:pt x="50" y="273"/>
                  <a:pt x="65" y="245"/>
                  <a:pt x="83" y="218"/>
                </a:cubicBezTo>
                <a:cubicBezTo>
                  <a:pt x="101" y="191"/>
                  <a:pt x="121" y="166"/>
                  <a:pt x="144" y="144"/>
                </a:cubicBezTo>
                <a:cubicBezTo>
                  <a:pt x="166" y="121"/>
                  <a:pt x="191" y="101"/>
                  <a:pt x="218" y="83"/>
                </a:cubicBezTo>
                <a:cubicBezTo>
                  <a:pt x="245" y="65"/>
                  <a:pt x="273" y="50"/>
                  <a:pt x="303" y="38"/>
                </a:cubicBezTo>
                <a:cubicBezTo>
                  <a:pt x="332" y="25"/>
                  <a:pt x="363" y="16"/>
                  <a:pt x="394" y="10"/>
                </a:cubicBezTo>
                <a:cubicBezTo>
                  <a:pt x="426" y="3"/>
                  <a:pt x="458" y="0"/>
                  <a:pt x="490" y="0"/>
                </a:cubicBezTo>
                <a:lnTo>
                  <a:pt x="3375" y="0"/>
                </a:lnTo>
                <a:cubicBezTo>
                  <a:pt x="3407" y="0"/>
                  <a:pt x="3439" y="3"/>
                  <a:pt x="3470" y="10"/>
                </a:cubicBezTo>
                <a:cubicBezTo>
                  <a:pt x="3502" y="16"/>
                  <a:pt x="3532" y="25"/>
                  <a:pt x="3562" y="38"/>
                </a:cubicBezTo>
                <a:cubicBezTo>
                  <a:pt x="3592" y="50"/>
                  <a:pt x="3620" y="65"/>
                  <a:pt x="3647" y="83"/>
                </a:cubicBezTo>
                <a:cubicBezTo>
                  <a:pt x="3673" y="101"/>
                  <a:pt x="3698" y="121"/>
                  <a:pt x="3721" y="144"/>
                </a:cubicBezTo>
                <a:cubicBezTo>
                  <a:pt x="3744" y="166"/>
                  <a:pt x="3764" y="191"/>
                  <a:pt x="3782" y="218"/>
                </a:cubicBezTo>
                <a:cubicBezTo>
                  <a:pt x="3800" y="245"/>
                  <a:pt x="3815" y="273"/>
                  <a:pt x="3827" y="302"/>
                </a:cubicBezTo>
                <a:cubicBezTo>
                  <a:pt x="3839" y="332"/>
                  <a:pt x="3849" y="363"/>
                  <a:pt x="3855" y="395"/>
                </a:cubicBezTo>
                <a:cubicBezTo>
                  <a:pt x="3861" y="427"/>
                  <a:pt x="3864" y="459"/>
                  <a:pt x="3864" y="491"/>
                </a:cubicBezTo>
                <a:cubicBezTo>
                  <a:pt x="3864" y="523"/>
                  <a:pt x="3861" y="555"/>
                  <a:pt x="3855" y="586"/>
                </a:cubicBezTo>
                <a:cubicBezTo>
                  <a:pt x="3849" y="618"/>
                  <a:pt x="3839" y="648"/>
                  <a:pt x="3827" y="678"/>
                </a:cubicBezTo>
                <a:cubicBezTo>
                  <a:pt x="3815" y="708"/>
                  <a:pt x="3800" y="736"/>
                  <a:pt x="3782" y="763"/>
                </a:cubicBezTo>
                <a:cubicBezTo>
                  <a:pt x="3764" y="789"/>
                  <a:pt x="3744" y="814"/>
                  <a:pt x="3721" y="837"/>
                </a:cubicBezTo>
                <a:cubicBezTo>
                  <a:pt x="3698" y="860"/>
                  <a:pt x="3673" y="880"/>
                  <a:pt x="3647" y="898"/>
                </a:cubicBezTo>
                <a:cubicBezTo>
                  <a:pt x="3620" y="916"/>
                  <a:pt x="3592" y="931"/>
                  <a:pt x="3562" y="943"/>
                </a:cubicBezTo>
                <a:cubicBezTo>
                  <a:pt x="3532" y="955"/>
                  <a:pt x="3502" y="965"/>
                  <a:pt x="3470" y="971"/>
                </a:cubicBezTo>
                <a:cubicBezTo>
                  <a:pt x="3439" y="977"/>
                  <a:pt x="3407" y="980"/>
                  <a:pt x="3375" y="980"/>
                </a:cubicBezTo>
                <a:lnTo>
                  <a:pt x="490" y="980"/>
                </a:lnTo>
                <a:cubicBezTo>
                  <a:pt x="458" y="980"/>
                  <a:pt x="426" y="977"/>
                  <a:pt x="394" y="971"/>
                </a:cubicBezTo>
                <a:cubicBezTo>
                  <a:pt x="363" y="965"/>
                  <a:pt x="332" y="955"/>
                  <a:pt x="303" y="943"/>
                </a:cubicBezTo>
                <a:cubicBezTo>
                  <a:pt x="273" y="931"/>
                  <a:pt x="245" y="916"/>
                  <a:pt x="218" y="898"/>
                </a:cubicBezTo>
                <a:cubicBezTo>
                  <a:pt x="191" y="880"/>
                  <a:pt x="166" y="860"/>
                  <a:pt x="144" y="837"/>
                </a:cubicBezTo>
                <a:cubicBezTo>
                  <a:pt x="121" y="814"/>
                  <a:pt x="101" y="789"/>
                  <a:pt x="83" y="763"/>
                </a:cubicBezTo>
                <a:cubicBezTo>
                  <a:pt x="65" y="736"/>
                  <a:pt x="50" y="708"/>
                  <a:pt x="38" y="678"/>
                </a:cubicBezTo>
                <a:cubicBezTo>
                  <a:pt x="25" y="648"/>
                  <a:pt x="16" y="618"/>
                  <a:pt x="10" y="586"/>
                </a:cubicBezTo>
                <a:cubicBezTo>
                  <a:pt x="4" y="555"/>
                  <a:pt x="0" y="523"/>
                  <a:pt x="0" y="491"/>
                </a:cubicBezTo>
                <a:close/>
              </a:path>
            </a:pathLst>
          </a:custGeom>
          <a:solidFill>
            <a:srgbClr val="9B82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5550120" y="483120"/>
            <a:ext cx="1044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20:00</a:t>
            </a:r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〜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20:20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203508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&lt;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503080" y="1137960"/>
            <a:ext cx="272268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 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707508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8000640" y="1137960"/>
            <a:ext cx="13723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MS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982944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-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4561560" y="2052360"/>
            <a:ext cx="19317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7304760" y="1708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04080" y="2966760"/>
            <a:ext cx="1832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FILL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4261680" y="26229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187240" y="2966760"/>
            <a:ext cx="48261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CURRCO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1649880" y="3881160"/>
            <a:ext cx="18813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LOR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43930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4718880" y="3881160"/>
            <a:ext cx="121968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 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65476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7472880" y="38811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102160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3641760" y="479556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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4556160" y="44517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481360" y="47955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8224560" y="44517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975240" y="5709960"/>
            <a:ext cx="31507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XMLNS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547240" y="5366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6472800" y="570996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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7387200" y="5366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://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8473320" y="5709960"/>
            <a:ext cx="2588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WWW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1547640" y="6624360"/>
            <a:ext cx="38610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W3 ORG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7034040" y="6280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7467480" y="66243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2000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11125080" y="6280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DAAD8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M372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3668400" y="36626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523Q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557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576972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67222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691848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78710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806724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90198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571320" y="417708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108T42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34290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3625200" y="4177080"/>
            <a:ext cx="1563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108Q42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48288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679080" y="4177080"/>
            <a:ext cx="1431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42 108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95364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571320" y="4700880"/>
            <a:ext cx="4478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42T108 42Q42 42 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571320" y="5215320"/>
            <a:ext cx="1007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108T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247644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2672640" y="5215320"/>
            <a:ext cx="1802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42 108Q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600660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6202800" y="521532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42 42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858384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8780040" y="52153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571320" y="5729760"/>
            <a:ext cx="768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20001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2196360" y="572976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362520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3821400" y="5729760"/>
            <a:ext cx="18820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42ZM160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715500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7351560" y="5729760"/>
            <a:ext cx="1034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160V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92563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9452520" y="572976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94Q0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1135764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571320" y="624384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38 19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295272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3148920" y="6243840"/>
            <a:ext cx="1245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65T49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553032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5726520" y="624384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41Q67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81075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8303760" y="62438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571320" y="6758280"/>
            <a:ext cx="5606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128 5 45T480 420Q62 0 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M887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3668400" y="366264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567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50972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529344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62460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644220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73947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759096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854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8739720" y="366264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23 50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111207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571320" y="417708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23 23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29527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3148920" y="4177080"/>
            <a:ext cx="3339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50 23 50 50 23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981648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10012680" y="41770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571320" y="47008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5238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1720080" y="4700880"/>
            <a:ext cx="25977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23 50ZM760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64828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6679080" y="4700880"/>
            <a:ext cx="1007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742L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85838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8780040" y="47008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973260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9928800" y="47008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1088136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57132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15238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1720080" y="521532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35 74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41014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4297680" y="521532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35 35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66790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6875280" y="5215320"/>
            <a:ext cx="1908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74 35 74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571320" y="572976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74 35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29527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3148920" y="572976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74 35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55303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5726520" y="572976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571320" y="6243840"/>
            <a:ext cx="2239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74ZM302.5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485784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5054040" y="6243840"/>
            <a:ext cx="2160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103.5Q279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934020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9536400" y="624384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571320" y="6758280"/>
            <a:ext cx="5247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DAAD8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279 161H162Q0 34 23 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3D8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4" name=""/>
          <p:cNvSpPr/>
          <p:nvPr/>
        </p:nvSpPr>
        <p:spPr>
          <a:xfrm>
            <a:off x="5400360" y="390240"/>
            <a:ext cx="1391040" cy="352800"/>
          </a:xfrm>
          <a:custGeom>
            <a:avLst/>
            <a:gdLst/>
            <a:ahLst/>
            <a:rect l="0" t="0" r="r" b="b"/>
            <a:pathLst>
              <a:path w="3864" h="980">
                <a:moveTo>
                  <a:pt x="0" y="491"/>
                </a:moveTo>
                <a:cubicBezTo>
                  <a:pt x="0" y="459"/>
                  <a:pt x="4" y="427"/>
                  <a:pt x="10" y="395"/>
                </a:cubicBezTo>
                <a:cubicBezTo>
                  <a:pt x="16" y="363"/>
                  <a:pt x="25" y="332"/>
                  <a:pt x="38" y="302"/>
                </a:cubicBezTo>
                <a:cubicBezTo>
                  <a:pt x="50" y="273"/>
                  <a:pt x="65" y="245"/>
                  <a:pt x="83" y="218"/>
                </a:cubicBezTo>
                <a:cubicBezTo>
                  <a:pt x="101" y="191"/>
                  <a:pt x="121" y="166"/>
                  <a:pt x="144" y="144"/>
                </a:cubicBezTo>
                <a:cubicBezTo>
                  <a:pt x="166" y="121"/>
                  <a:pt x="191" y="101"/>
                  <a:pt x="218" y="83"/>
                </a:cubicBezTo>
                <a:cubicBezTo>
                  <a:pt x="245" y="65"/>
                  <a:pt x="273" y="50"/>
                  <a:pt x="303" y="38"/>
                </a:cubicBezTo>
                <a:cubicBezTo>
                  <a:pt x="332" y="25"/>
                  <a:pt x="363" y="16"/>
                  <a:pt x="394" y="10"/>
                </a:cubicBezTo>
                <a:cubicBezTo>
                  <a:pt x="426" y="3"/>
                  <a:pt x="458" y="0"/>
                  <a:pt x="490" y="0"/>
                </a:cubicBezTo>
                <a:lnTo>
                  <a:pt x="3375" y="0"/>
                </a:lnTo>
                <a:cubicBezTo>
                  <a:pt x="3407" y="0"/>
                  <a:pt x="3439" y="3"/>
                  <a:pt x="3470" y="10"/>
                </a:cubicBezTo>
                <a:cubicBezTo>
                  <a:pt x="3502" y="16"/>
                  <a:pt x="3532" y="25"/>
                  <a:pt x="3562" y="38"/>
                </a:cubicBezTo>
                <a:cubicBezTo>
                  <a:pt x="3592" y="50"/>
                  <a:pt x="3620" y="65"/>
                  <a:pt x="3647" y="83"/>
                </a:cubicBezTo>
                <a:cubicBezTo>
                  <a:pt x="3673" y="101"/>
                  <a:pt x="3698" y="121"/>
                  <a:pt x="3721" y="144"/>
                </a:cubicBezTo>
                <a:cubicBezTo>
                  <a:pt x="3744" y="166"/>
                  <a:pt x="3764" y="191"/>
                  <a:pt x="3782" y="218"/>
                </a:cubicBezTo>
                <a:cubicBezTo>
                  <a:pt x="3800" y="245"/>
                  <a:pt x="3815" y="273"/>
                  <a:pt x="3827" y="302"/>
                </a:cubicBezTo>
                <a:cubicBezTo>
                  <a:pt x="3839" y="332"/>
                  <a:pt x="3849" y="363"/>
                  <a:pt x="3855" y="395"/>
                </a:cubicBezTo>
                <a:cubicBezTo>
                  <a:pt x="3861" y="427"/>
                  <a:pt x="3864" y="459"/>
                  <a:pt x="3864" y="491"/>
                </a:cubicBezTo>
                <a:cubicBezTo>
                  <a:pt x="3864" y="523"/>
                  <a:pt x="3861" y="555"/>
                  <a:pt x="3855" y="586"/>
                </a:cubicBezTo>
                <a:cubicBezTo>
                  <a:pt x="3849" y="618"/>
                  <a:pt x="3839" y="648"/>
                  <a:pt x="3827" y="678"/>
                </a:cubicBezTo>
                <a:cubicBezTo>
                  <a:pt x="3815" y="708"/>
                  <a:pt x="3800" y="736"/>
                  <a:pt x="3782" y="763"/>
                </a:cubicBezTo>
                <a:cubicBezTo>
                  <a:pt x="3764" y="789"/>
                  <a:pt x="3744" y="814"/>
                  <a:pt x="3721" y="837"/>
                </a:cubicBezTo>
                <a:cubicBezTo>
                  <a:pt x="3698" y="860"/>
                  <a:pt x="3673" y="880"/>
                  <a:pt x="3647" y="898"/>
                </a:cubicBezTo>
                <a:cubicBezTo>
                  <a:pt x="3620" y="916"/>
                  <a:pt x="3592" y="931"/>
                  <a:pt x="3562" y="943"/>
                </a:cubicBezTo>
                <a:cubicBezTo>
                  <a:pt x="3532" y="955"/>
                  <a:pt x="3502" y="965"/>
                  <a:pt x="3470" y="971"/>
                </a:cubicBezTo>
                <a:cubicBezTo>
                  <a:pt x="3439" y="977"/>
                  <a:pt x="3407" y="980"/>
                  <a:pt x="3375" y="980"/>
                </a:cubicBezTo>
                <a:lnTo>
                  <a:pt x="490" y="980"/>
                </a:lnTo>
                <a:cubicBezTo>
                  <a:pt x="458" y="980"/>
                  <a:pt x="426" y="977"/>
                  <a:pt x="394" y="971"/>
                </a:cubicBezTo>
                <a:cubicBezTo>
                  <a:pt x="363" y="965"/>
                  <a:pt x="332" y="955"/>
                  <a:pt x="303" y="943"/>
                </a:cubicBezTo>
                <a:cubicBezTo>
                  <a:pt x="273" y="931"/>
                  <a:pt x="245" y="916"/>
                  <a:pt x="218" y="898"/>
                </a:cubicBezTo>
                <a:cubicBezTo>
                  <a:pt x="191" y="880"/>
                  <a:pt x="166" y="860"/>
                  <a:pt x="144" y="837"/>
                </a:cubicBezTo>
                <a:cubicBezTo>
                  <a:pt x="121" y="814"/>
                  <a:pt x="101" y="789"/>
                  <a:pt x="83" y="763"/>
                </a:cubicBezTo>
                <a:cubicBezTo>
                  <a:pt x="65" y="736"/>
                  <a:pt x="50" y="708"/>
                  <a:pt x="38" y="678"/>
                </a:cubicBezTo>
                <a:cubicBezTo>
                  <a:pt x="25" y="648"/>
                  <a:pt x="16" y="618"/>
                  <a:pt x="10" y="586"/>
                </a:cubicBezTo>
                <a:cubicBezTo>
                  <a:pt x="4" y="555"/>
                  <a:pt x="0" y="523"/>
                  <a:pt x="0" y="491"/>
                </a:cubicBezTo>
                <a:close/>
              </a:path>
            </a:pathLst>
          </a:custGeom>
          <a:solidFill>
            <a:srgbClr val="9B82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5550120" y="483120"/>
            <a:ext cx="1044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20:20</a:t>
            </a:r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〜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20:40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203508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&lt;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2503080" y="1137960"/>
            <a:ext cx="272268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 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707508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8000640" y="1137960"/>
            <a:ext cx="13723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MS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982944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-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4561560" y="2052360"/>
            <a:ext cx="19317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7304760" y="1708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604080" y="2966760"/>
            <a:ext cx="1832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FILL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4261680" y="26229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5187240" y="2966760"/>
            <a:ext cx="48261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CURRCO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1649880" y="3881160"/>
            <a:ext cx="18813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LOR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43930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4718880" y="3881160"/>
            <a:ext cx="121968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 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65476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7472880" y="38811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102160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3641760" y="479556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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4556160" y="44517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5481360" y="47955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8224560" y="44517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975240" y="5709960"/>
            <a:ext cx="31507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XMLNS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5547240" y="5366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6472800" y="570996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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387200" y="5366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://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8473320" y="5709960"/>
            <a:ext cx="2588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WWW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1547640" y="6624360"/>
            <a:ext cx="38610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W3 ORG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7034040" y="6280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67480" y="66243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2000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11125080" y="6280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E0A050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0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M442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3668400" y="3662640"/>
            <a:ext cx="1856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180H76V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70023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7198560" y="366264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82L142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100558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571320" y="4177080"/>
            <a:ext cx="1034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156V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24764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2672640" y="4177080"/>
            <a:ext cx="3816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191H300V191L142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571320" y="4700880"/>
            <a:ext cx="2916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155.7V82.3ZM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28632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6482880" y="4700880"/>
            <a:ext cx="1511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 60V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934020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571320" y="5215320"/>
            <a:ext cx="1722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118L240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39052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4101480" y="5215320"/>
            <a:ext cx="1034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394V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600660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6202800" y="521532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215Q0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858384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8780040" y="521532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24.75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571320" y="572976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17.63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29527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3148920" y="5729760"/>
            <a:ext cx="2756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42.38Q275.25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88639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9060120" y="572976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669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571320" y="624384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20001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2196360" y="6243840"/>
            <a:ext cx="18288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669H72L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553032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726520" y="6243840"/>
            <a:ext cx="1511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30 30V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858384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571320" y="6758280"/>
            <a:ext cx="3950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201H60V171H156V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2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3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5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6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8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9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M160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3668400" y="3662640"/>
            <a:ext cx="1034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740V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57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571320" y="4177080"/>
            <a:ext cx="5592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60H642V60H160ZM5 580V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105728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71320" y="4700880"/>
            <a:ext cx="1060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258H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4764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2672640" y="4700880"/>
            <a:ext cx="796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49V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1014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4297680" y="4700880"/>
            <a:ext cx="1245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60L44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66790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71320" y="5215320"/>
            <a:ext cx="4638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202H641L44 202V60H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914400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571320" y="5729760"/>
            <a:ext cx="1856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49V258H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390528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4101480" y="5729760"/>
            <a:ext cx="796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5303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571320" y="6243840"/>
            <a:ext cx="50360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258H547V258H165ZM60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962028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571320" y="6758280"/>
            <a:ext cx="5592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E0A050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60H262V 198H225V198ZM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M240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3668400" y="3662640"/>
            <a:ext cx="796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50972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5293440" y="36626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172Q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71985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739476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83473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854352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94960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571320" y="4177080"/>
            <a:ext cx="835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88.5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24764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2672640" y="4177080"/>
            <a:ext cx="2080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121.5T120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69588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7155000" y="417708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520Q0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95364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9732600" y="41770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150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571320" y="47008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200016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2196360" y="4700880"/>
            <a:ext cx="1722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255T255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553032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5726520" y="4700880"/>
            <a:ext cx="2279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105Q125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571320" y="5215320"/>
            <a:ext cx="3153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221.5 73.5T827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72388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35080" y="521532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615L55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571320" y="5729760"/>
            <a:ext cx="2040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218Q4 14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43815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4577760" y="5729760"/>
            <a:ext cx="2319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 25.5T853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934020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9536400" y="5729760"/>
            <a:ext cx="519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H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104889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571320" y="6243840"/>
            <a:ext cx="3432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93V140Q0 24.75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723888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7435080" y="624384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17.62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571320" y="6758280"/>
            <a:ext cx="4902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 37Q724 75 160 700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3D8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0" name=""/>
          <p:cNvSpPr/>
          <p:nvPr/>
        </p:nvSpPr>
        <p:spPr>
          <a:xfrm>
            <a:off x="5400360" y="390240"/>
            <a:ext cx="1391040" cy="352800"/>
          </a:xfrm>
          <a:custGeom>
            <a:avLst/>
            <a:gdLst/>
            <a:ahLst/>
            <a:rect l="0" t="0" r="r" b="b"/>
            <a:pathLst>
              <a:path w="3864" h="980">
                <a:moveTo>
                  <a:pt x="0" y="491"/>
                </a:moveTo>
                <a:cubicBezTo>
                  <a:pt x="0" y="459"/>
                  <a:pt x="4" y="427"/>
                  <a:pt x="10" y="395"/>
                </a:cubicBezTo>
                <a:cubicBezTo>
                  <a:pt x="16" y="363"/>
                  <a:pt x="25" y="332"/>
                  <a:pt x="38" y="302"/>
                </a:cubicBezTo>
                <a:cubicBezTo>
                  <a:pt x="50" y="273"/>
                  <a:pt x="65" y="245"/>
                  <a:pt x="83" y="218"/>
                </a:cubicBezTo>
                <a:cubicBezTo>
                  <a:pt x="101" y="191"/>
                  <a:pt x="121" y="166"/>
                  <a:pt x="144" y="144"/>
                </a:cubicBezTo>
                <a:cubicBezTo>
                  <a:pt x="166" y="121"/>
                  <a:pt x="191" y="101"/>
                  <a:pt x="218" y="83"/>
                </a:cubicBezTo>
                <a:cubicBezTo>
                  <a:pt x="245" y="65"/>
                  <a:pt x="273" y="50"/>
                  <a:pt x="303" y="38"/>
                </a:cubicBezTo>
                <a:cubicBezTo>
                  <a:pt x="332" y="25"/>
                  <a:pt x="363" y="16"/>
                  <a:pt x="394" y="10"/>
                </a:cubicBezTo>
                <a:cubicBezTo>
                  <a:pt x="426" y="3"/>
                  <a:pt x="458" y="0"/>
                  <a:pt x="490" y="0"/>
                </a:cubicBezTo>
                <a:lnTo>
                  <a:pt x="3375" y="0"/>
                </a:lnTo>
                <a:cubicBezTo>
                  <a:pt x="3407" y="0"/>
                  <a:pt x="3439" y="3"/>
                  <a:pt x="3470" y="10"/>
                </a:cubicBezTo>
                <a:cubicBezTo>
                  <a:pt x="3502" y="16"/>
                  <a:pt x="3532" y="25"/>
                  <a:pt x="3562" y="38"/>
                </a:cubicBezTo>
                <a:cubicBezTo>
                  <a:pt x="3592" y="50"/>
                  <a:pt x="3620" y="65"/>
                  <a:pt x="3647" y="83"/>
                </a:cubicBezTo>
                <a:cubicBezTo>
                  <a:pt x="3673" y="101"/>
                  <a:pt x="3698" y="121"/>
                  <a:pt x="3721" y="144"/>
                </a:cubicBezTo>
                <a:cubicBezTo>
                  <a:pt x="3744" y="166"/>
                  <a:pt x="3764" y="191"/>
                  <a:pt x="3782" y="218"/>
                </a:cubicBezTo>
                <a:cubicBezTo>
                  <a:pt x="3800" y="245"/>
                  <a:pt x="3815" y="273"/>
                  <a:pt x="3827" y="302"/>
                </a:cubicBezTo>
                <a:cubicBezTo>
                  <a:pt x="3839" y="332"/>
                  <a:pt x="3849" y="363"/>
                  <a:pt x="3855" y="395"/>
                </a:cubicBezTo>
                <a:cubicBezTo>
                  <a:pt x="3861" y="427"/>
                  <a:pt x="3864" y="459"/>
                  <a:pt x="3864" y="491"/>
                </a:cubicBezTo>
                <a:cubicBezTo>
                  <a:pt x="3864" y="523"/>
                  <a:pt x="3861" y="555"/>
                  <a:pt x="3855" y="586"/>
                </a:cubicBezTo>
                <a:cubicBezTo>
                  <a:pt x="3849" y="618"/>
                  <a:pt x="3839" y="648"/>
                  <a:pt x="3827" y="678"/>
                </a:cubicBezTo>
                <a:cubicBezTo>
                  <a:pt x="3815" y="708"/>
                  <a:pt x="3800" y="736"/>
                  <a:pt x="3782" y="763"/>
                </a:cubicBezTo>
                <a:cubicBezTo>
                  <a:pt x="3764" y="789"/>
                  <a:pt x="3744" y="814"/>
                  <a:pt x="3721" y="837"/>
                </a:cubicBezTo>
                <a:cubicBezTo>
                  <a:pt x="3698" y="860"/>
                  <a:pt x="3673" y="880"/>
                  <a:pt x="3647" y="898"/>
                </a:cubicBezTo>
                <a:cubicBezTo>
                  <a:pt x="3620" y="916"/>
                  <a:pt x="3592" y="931"/>
                  <a:pt x="3562" y="943"/>
                </a:cubicBezTo>
                <a:cubicBezTo>
                  <a:pt x="3532" y="955"/>
                  <a:pt x="3502" y="965"/>
                  <a:pt x="3470" y="971"/>
                </a:cubicBezTo>
                <a:cubicBezTo>
                  <a:pt x="3439" y="977"/>
                  <a:pt x="3407" y="980"/>
                  <a:pt x="3375" y="980"/>
                </a:cubicBezTo>
                <a:lnTo>
                  <a:pt x="490" y="980"/>
                </a:lnTo>
                <a:cubicBezTo>
                  <a:pt x="458" y="980"/>
                  <a:pt x="426" y="977"/>
                  <a:pt x="394" y="971"/>
                </a:cubicBezTo>
                <a:cubicBezTo>
                  <a:pt x="363" y="965"/>
                  <a:pt x="332" y="955"/>
                  <a:pt x="303" y="943"/>
                </a:cubicBezTo>
                <a:cubicBezTo>
                  <a:pt x="273" y="931"/>
                  <a:pt x="245" y="916"/>
                  <a:pt x="218" y="898"/>
                </a:cubicBezTo>
                <a:cubicBezTo>
                  <a:pt x="191" y="880"/>
                  <a:pt x="166" y="860"/>
                  <a:pt x="144" y="837"/>
                </a:cubicBezTo>
                <a:cubicBezTo>
                  <a:pt x="121" y="814"/>
                  <a:pt x="101" y="789"/>
                  <a:pt x="83" y="763"/>
                </a:cubicBezTo>
                <a:cubicBezTo>
                  <a:pt x="65" y="736"/>
                  <a:pt x="50" y="708"/>
                  <a:pt x="38" y="678"/>
                </a:cubicBezTo>
                <a:cubicBezTo>
                  <a:pt x="25" y="648"/>
                  <a:pt x="16" y="618"/>
                  <a:pt x="10" y="586"/>
                </a:cubicBezTo>
                <a:cubicBezTo>
                  <a:pt x="4" y="555"/>
                  <a:pt x="0" y="523"/>
                  <a:pt x="0" y="491"/>
                </a:cubicBezTo>
                <a:close/>
              </a:path>
            </a:pathLst>
          </a:custGeom>
          <a:solidFill>
            <a:srgbClr val="9B82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5550120" y="483120"/>
            <a:ext cx="1044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20:40</a:t>
            </a:r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〜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21:00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203508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&lt;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2503080" y="1137960"/>
            <a:ext cx="272268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 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707508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8000640" y="1137960"/>
            <a:ext cx="13723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MS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982944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-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4561560" y="2052360"/>
            <a:ext cx="19317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7304760" y="1708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604080" y="2966760"/>
            <a:ext cx="1832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FILL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4261680" y="26229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5187240" y="2966760"/>
            <a:ext cx="48261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CURRCO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1649880" y="3881160"/>
            <a:ext cx="18813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LOR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43930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4718880" y="3881160"/>
            <a:ext cx="121968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 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65476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7472880" y="38811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102160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3641760" y="479556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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556160" y="44517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5481360" y="47955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8224560" y="44517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975240" y="5709960"/>
            <a:ext cx="31507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XMLNS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5547240" y="5366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6472800" y="570996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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7387200" y="5366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://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8473320" y="5709960"/>
            <a:ext cx="2588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WWW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1547640" y="6624360"/>
            <a:ext cx="38610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W3 ORG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7034040" y="6280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7467480" y="66243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2000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11125080" y="6280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6BB86A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19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M160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3668400" y="3662640"/>
            <a:ext cx="1034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557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571320" y="4177080"/>
            <a:ext cx="47973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60H640V60H160ZM151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91440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9340200" y="417708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140Q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112453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571320" y="47008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63 0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24764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2672640" y="47008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41014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4297680" y="4700880"/>
            <a:ext cx="1842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43.5T160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810756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8303760" y="4700880"/>
            <a:ext cx="1034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410V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102088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571320" y="5215320"/>
            <a:ext cx="5008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430H660Q24.75 0 42.38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71320" y="5729760"/>
            <a:ext cx="2160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17.62Q880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485784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5054040" y="5729760"/>
            <a:ext cx="226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804.75 880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981648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571320" y="6243840"/>
            <a:ext cx="367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780V160Q0 24.75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77151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7911360" y="624384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17.62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571320" y="6758280"/>
            <a:ext cx="4902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 37Q844 75 560 820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20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8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4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M796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3668400" y="366264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121 533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70023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7198560" y="36626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384Q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91036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929988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571320" y="41770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26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6" name=""/>
          <p:cNvSpPr txBox="1"/>
          <p:nvPr/>
        </p:nvSpPr>
        <p:spPr>
          <a:xfrm>
            <a:off x="152388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1720080" y="4177080"/>
            <a:ext cx="2557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70 40.5T378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69588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7155000" y="417708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329Q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90601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9256320" y="41770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571320" y="470088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104760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4" name=""/>
          <p:cNvSpPr txBox="1"/>
          <p:nvPr/>
        </p:nvSpPr>
        <p:spPr>
          <a:xfrm>
            <a:off x="1243800" y="47008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26726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2868840" y="4700880"/>
            <a:ext cx="768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75T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42976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4493880" y="47008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9" name=""/>
          <p:cNvSpPr txBox="1"/>
          <p:nvPr/>
        </p:nvSpPr>
        <p:spPr>
          <a:xfrm>
            <a:off x="54464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5642640" y="470088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181Q0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80236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8220240" y="4700880"/>
            <a:ext cx="1431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106 75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3" name=""/>
          <p:cNvSpPr txBox="1"/>
          <p:nvPr/>
        </p:nvSpPr>
        <p:spPr>
          <a:xfrm>
            <a:off x="1107756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571320" y="5215320"/>
            <a:ext cx="1722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181T182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39052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4101480" y="5215320"/>
            <a:ext cx="3352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75Q106 0 180.5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571320" y="572976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75T632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342900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3625200" y="5729760"/>
            <a:ext cx="2040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585Q0 43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743508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7631280" y="572976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14 83T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104889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571320" y="6243840"/>
            <a:ext cx="3153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 75L264 262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676260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6958800" y="62438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571320" y="6758280"/>
            <a:ext cx="51145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44ZM377 389Q81 0 138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21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2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6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1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2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5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8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9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2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4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5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6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7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M180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3668400" y="36626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120Q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557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5769720" y="366264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3" name=""/>
          <p:cNvSpPr txBox="1"/>
          <p:nvPr/>
        </p:nvSpPr>
        <p:spPr>
          <a:xfrm>
            <a:off x="76748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787104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5" name=""/>
          <p:cNvSpPr txBox="1"/>
          <p:nvPr/>
        </p:nvSpPr>
        <p:spPr>
          <a:xfrm>
            <a:off x="88236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9019800" y="3662640"/>
            <a:ext cx="768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7" name=""/>
          <p:cNvSpPr txBox="1"/>
          <p:nvPr/>
        </p:nvSpPr>
        <p:spPr>
          <a:xfrm>
            <a:off x="104482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571320" y="41770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152388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0" name=""/>
          <p:cNvSpPr txBox="1"/>
          <p:nvPr/>
        </p:nvSpPr>
        <p:spPr>
          <a:xfrm>
            <a:off x="1720080" y="4177080"/>
            <a:ext cx="796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1" name=""/>
          <p:cNvSpPr txBox="1"/>
          <p:nvPr/>
        </p:nvSpPr>
        <p:spPr>
          <a:xfrm>
            <a:off x="31489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2" name=""/>
          <p:cNvSpPr txBox="1"/>
          <p:nvPr/>
        </p:nvSpPr>
        <p:spPr>
          <a:xfrm>
            <a:off x="3345120" y="417708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600Q0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3" name=""/>
          <p:cNvSpPr txBox="1"/>
          <p:nvPr/>
        </p:nvSpPr>
        <p:spPr>
          <a:xfrm>
            <a:off x="57265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4" name=""/>
          <p:cNvSpPr txBox="1"/>
          <p:nvPr/>
        </p:nvSpPr>
        <p:spPr>
          <a:xfrm>
            <a:off x="5922720" y="417708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24 18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5" name=""/>
          <p:cNvSpPr txBox="1"/>
          <p:nvPr/>
        </p:nvSpPr>
        <p:spPr>
          <a:xfrm>
            <a:off x="830376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6" name=""/>
          <p:cNvSpPr txBox="1"/>
          <p:nvPr/>
        </p:nvSpPr>
        <p:spPr>
          <a:xfrm>
            <a:off x="8499960" y="4177080"/>
            <a:ext cx="1245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42T42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1088136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571320" y="4700880"/>
            <a:ext cx="5061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18H600Q24 0 42 18T18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9" name=""/>
          <p:cNvSpPr txBox="1"/>
          <p:nvPr/>
        </p:nvSpPr>
        <p:spPr>
          <a:xfrm>
            <a:off x="571320" y="5215320"/>
            <a:ext cx="28360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42V600Q0 24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0" name=""/>
          <p:cNvSpPr txBox="1"/>
          <p:nvPr/>
        </p:nvSpPr>
        <p:spPr>
          <a:xfrm>
            <a:off x="581040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6006600" y="5215320"/>
            <a:ext cx="1484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 42T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886392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906012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571320" y="5729760"/>
            <a:ext cx="2464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18H180ZM0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485784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5054040" y="5729760"/>
            <a:ext cx="1856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60H600V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838764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571320" y="6243840"/>
            <a:ext cx="39762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600H180V600ZM56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9" name=""/>
          <p:cNvSpPr txBox="1"/>
          <p:nvPr/>
        </p:nvSpPr>
        <p:spPr>
          <a:xfrm>
            <a:off x="77151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571320" y="6758280"/>
            <a:ext cx="56973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97H489L578 473 446 302L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22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7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0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7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9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5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6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7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4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6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3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1567440" y="3662640"/>
            <a:ext cx="1471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M473.5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44247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4620960" y="3662640"/>
            <a:ext cx="2160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303.5Q517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89074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6" name=""/>
          <p:cNvSpPr txBox="1"/>
          <p:nvPr/>
        </p:nvSpPr>
        <p:spPr>
          <a:xfrm>
            <a:off x="9103680" y="366264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305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571320" y="41770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537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200016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2196360" y="4177080"/>
            <a:ext cx="17229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336L216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55303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5726520" y="41770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339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71550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7351560" y="4177080"/>
            <a:ext cx="2040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335 219Q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111614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571320" y="470088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30 20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295272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3148920" y="4700880"/>
            <a:ext cx="4239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32 64T21 67Q23 23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571320" y="5215320"/>
            <a:ext cx="33130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66.5 21.5ZM478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72388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7435080" y="5215320"/>
            <a:ext cx="2040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799Q57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571320" y="5729760"/>
            <a:ext cx="2796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119 18.5T716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62863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6482880" y="5729760"/>
            <a:ext cx="1007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717L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838764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8583840" y="572976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571320" y="6243840"/>
            <a:ext cx="848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37Q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20001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2196360" y="62438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314892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3345120" y="62438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429768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4493880" y="6243840"/>
            <a:ext cx="835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639900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571320" y="6758280"/>
            <a:ext cx="5670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6BB86A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44 5T477 98 739Q 140 47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23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3D8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9" name=""/>
          <p:cNvSpPr/>
          <p:nvPr/>
        </p:nvSpPr>
        <p:spPr>
          <a:xfrm>
            <a:off x="5400360" y="390240"/>
            <a:ext cx="1391040" cy="352800"/>
          </a:xfrm>
          <a:custGeom>
            <a:avLst/>
            <a:gdLst/>
            <a:ahLst/>
            <a:rect l="0" t="0" r="r" b="b"/>
            <a:pathLst>
              <a:path w="3864" h="980">
                <a:moveTo>
                  <a:pt x="0" y="491"/>
                </a:moveTo>
                <a:cubicBezTo>
                  <a:pt x="0" y="459"/>
                  <a:pt x="4" y="427"/>
                  <a:pt x="10" y="395"/>
                </a:cubicBezTo>
                <a:cubicBezTo>
                  <a:pt x="16" y="363"/>
                  <a:pt x="25" y="332"/>
                  <a:pt x="38" y="302"/>
                </a:cubicBezTo>
                <a:cubicBezTo>
                  <a:pt x="50" y="273"/>
                  <a:pt x="65" y="245"/>
                  <a:pt x="83" y="218"/>
                </a:cubicBezTo>
                <a:cubicBezTo>
                  <a:pt x="101" y="191"/>
                  <a:pt x="121" y="166"/>
                  <a:pt x="144" y="144"/>
                </a:cubicBezTo>
                <a:cubicBezTo>
                  <a:pt x="166" y="121"/>
                  <a:pt x="191" y="101"/>
                  <a:pt x="218" y="83"/>
                </a:cubicBezTo>
                <a:cubicBezTo>
                  <a:pt x="245" y="65"/>
                  <a:pt x="273" y="50"/>
                  <a:pt x="303" y="38"/>
                </a:cubicBezTo>
                <a:cubicBezTo>
                  <a:pt x="332" y="25"/>
                  <a:pt x="363" y="16"/>
                  <a:pt x="394" y="10"/>
                </a:cubicBezTo>
                <a:cubicBezTo>
                  <a:pt x="426" y="3"/>
                  <a:pt x="458" y="0"/>
                  <a:pt x="490" y="0"/>
                </a:cubicBezTo>
                <a:lnTo>
                  <a:pt x="3375" y="0"/>
                </a:lnTo>
                <a:cubicBezTo>
                  <a:pt x="3407" y="0"/>
                  <a:pt x="3439" y="3"/>
                  <a:pt x="3470" y="10"/>
                </a:cubicBezTo>
                <a:cubicBezTo>
                  <a:pt x="3502" y="16"/>
                  <a:pt x="3532" y="25"/>
                  <a:pt x="3562" y="38"/>
                </a:cubicBezTo>
                <a:cubicBezTo>
                  <a:pt x="3592" y="50"/>
                  <a:pt x="3620" y="65"/>
                  <a:pt x="3647" y="83"/>
                </a:cubicBezTo>
                <a:cubicBezTo>
                  <a:pt x="3673" y="101"/>
                  <a:pt x="3698" y="121"/>
                  <a:pt x="3721" y="144"/>
                </a:cubicBezTo>
                <a:cubicBezTo>
                  <a:pt x="3744" y="166"/>
                  <a:pt x="3764" y="191"/>
                  <a:pt x="3782" y="218"/>
                </a:cubicBezTo>
                <a:cubicBezTo>
                  <a:pt x="3800" y="245"/>
                  <a:pt x="3815" y="273"/>
                  <a:pt x="3827" y="302"/>
                </a:cubicBezTo>
                <a:cubicBezTo>
                  <a:pt x="3839" y="332"/>
                  <a:pt x="3849" y="363"/>
                  <a:pt x="3855" y="395"/>
                </a:cubicBezTo>
                <a:cubicBezTo>
                  <a:pt x="3861" y="427"/>
                  <a:pt x="3864" y="459"/>
                  <a:pt x="3864" y="491"/>
                </a:cubicBezTo>
                <a:cubicBezTo>
                  <a:pt x="3864" y="523"/>
                  <a:pt x="3861" y="555"/>
                  <a:pt x="3855" y="586"/>
                </a:cubicBezTo>
                <a:cubicBezTo>
                  <a:pt x="3849" y="618"/>
                  <a:pt x="3839" y="648"/>
                  <a:pt x="3827" y="678"/>
                </a:cubicBezTo>
                <a:cubicBezTo>
                  <a:pt x="3815" y="708"/>
                  <a:pt x="3800" y="736"/>
                  <a:pt x="3782" y="763"/>
                </a:cubicBezTo>
                <a:cubicBezTo>
                  <a:pt x="3764" y="789"/>
                  <a:pt x="3744" y="814"/>
                  <a:pt x="3721" y="837"/>
                </a:cubicBezTo>
                <a:cubicBezTo>
                  <a:pt x="3698" y="860"/>
                  <a:pt x="3673" y="880"/>
                  <a:pt x="3647" y="898"/>
                </a:cubicBezTo>
                <a:cubicBezTo>
                  <a:pt x="3620" y="916"/>
                  <a:pt x="3592" y="931"/>
                  <a:pt x="3562" y="943"/>
                </a:cubicBezTo>
                <a:cubicBezTo>
                  <a:pt x="3532" y="955"/>
                  <a:pt x="3502" y="965"/>
                  <a:pt x="3470" y="971"/>
                </a:cubicBezTo>
                <a:cubicBezTo>
                  <a:pt x="3439" y="977"/>
                  <a:pt x="3407" y="980"/>
                  <a:pt x="3375" y="980"/>
                </a:cubicBezTo>
                <a:lnTo>
                  <a:pt x="490" y="980"/>
                </a:lnTo>
                <a:cubicBezTo>
                  <a:pt x="458" y="980"/>
                  <a:pt x="426" y="977"/>
                  <a:pt x="394" y="971"/>
                </a:cubicBezTo>
                <a:cubicBezTo>
                  <a:pt x="363" y="965"/>
                  <a:pt x="332" y="955"/>
                  <a:pt x="303" y="943"/>
                </a:cubicBezTo>
                <a:cubicBezTo>
                  <a:pt x="273" y="931"/>
                  <a:pt x="245" y="916"/>
                  <a:pt x="218" y="898"/>
                </a:cubicBezTo>
                <a:cubicBezTo>
                  <a:pt x="191" y="880"/>
                  <a:pt x="166" y="860"/>
                  <a:pt x="144" y="837"/>
                </a:cubicBezTo>
                <a:cubicBezTo>
                  <a:pt x="121" y="814"/>
                  <a:pt x="101" y="789"/>
                  <a:pt x="83" y="763"/>
                </a:cubicBezTo>
                <a:cubicBezTo>
                  <a:pt x="65" y="736"/>
                  <a:pt x="50" y="708"/>
                  <a:pt x="38" y="678"/>
                </a:cubicBezTo>
                <a:cubicBezTo>
                  <a:pt x="25" y="648"/>
                  <a:pt x="16" y="618"/>
                  <a:pt x="10" y="586"/>
                </a:cubicBezTo>
                <a:cubicBezTo>
                  <a:pt x="4" y="555"/>
                  <a:pt x="0" y="523"/>
                  <a:pt x="0" y="491"/>
                </a:cubicBezTo>
                <a:close/>
              </a:path>
            </a:pathLst>
          </a:custGeom>
          <a:solidFill>
            <a:srgbClr val="9B82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0" name=""/>
          <p:cNvSpPr txBox="1"/>
          <p:nvPr/>
        </p:nvSpPr>
        <p:spPr>
          <a:xfrm>
            <a:off x="5550120" y="483120"/>
            <a:ext cx="1044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21:00</a:t>
            </a:r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〜</a:t>
            </a: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NotoSansJP-Thin_"/>
                <a:ea typeface="NotoSansJP-Thin_"/>
              </a:rPr>
              <a:t>21:10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203508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&lt;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2503080" y="1137960"/>
            <a:ext cx="272268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 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707508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4" name=""/>
          <p:cNvSpPr txBox="1"/>
          <p:nvPr/>
        </p:nvSpPr>
        <p:spPr>
          <a:xfrm>
            <a:off x="8000640" y="1137960"/>
            <a:ext cx="13723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MS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5" name=""/>
          <p:cNvSpPr txBox="1"/>
          <p:nvPr/>
        </p:nvSpPr>
        <p:spPr>
          <a:xfrm>
            <a:off x="9829440" y="794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-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6" name=""/>
          <p:cNvSpPr txBox="1"/>
          <p:nvPr/>
        </p:nvSpPr>
        <p:spPr>
          <a:xfrm>
            <a:off x="4561560" y="2052360"/>
            <a:ext cx="19317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7304760" y="1708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604080" y="2966760"/>
            <a:ext cx="1832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FILL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9" name=""/>
          <p:cNvSpPr txBox="1"/>
          <p:nvPr/>
        </p:nvSpPr>
        <p:spPr>
          <a:xfrm>
            <a:off x="4261680" y="26229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0" name=""/>
          <p:cNvSpPr txBox="1"/>
          <p:nvPr/>
        </p:nvSpPr>
        <p:spPr>
          <a:xfrm>
            <a:off x="5187240" y="2966760"/>
            <a:ext cx="48261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CURRCO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1649880" y="3881160"/>
            <a:ext cx="18813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LOR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2" name=""/>
          <p:cNvSpPr txBox="1"/>
          <p:nvPr/>
        </p:nvSpPr>
        <p:spPr>
          <a:xfrm>
            <a:off x="43930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3" name=""/>
          <p:cNvSpPr txBox="1"/>
          <p:nvPr/>
        </p:nvSpPr>
        <p:spPr>
          <a:xfrm>
            <a:off x="4718880" y="3881160"/>
            <a:ext cx="121968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 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65476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5" name=""/>
          <p:cNvSpPr txBox="1"/>
          <p:nvPr/>
        </p:nvSpPr>
        <p:spPr>
          <a:xfrm>
            <a:off x="7472880" y="38811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10216080" y="35373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3641760" y="479556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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4556160" y="44517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9" name=""/>
          <p:cNvSpPr txBox="1"/>
          <p:nvPr/>
        </p:nvSpPr>
        <p:spPr>
          <a:xfrm>
            <a:off x="5481360" y="47955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8224560" y="44517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1" name=""/>
          <p:cNvSpPr txBox="1"/>
          <p:nvPr/>
        </p:nvSpPr>
        <p:spPr>
          <a:xfrm>
            <a:off x="975240" y="5709960"/>
            <a:ext cx="31507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XMLNS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5547240" y="5366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6472800" y="570996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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7387200" y="53661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://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8473320" y="5709960"/>
            <a:ext cx="2588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WWW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1547640" y="6624360"/>
            <a:ext cx="38610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W3 ORG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7034040" y="6280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7467480" y="662436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2000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9" name=""/>
          <p:cNvSpPr txBox="1"/>
          <p:nvPr/>
        </p:nvSpPr>
        <p:spPr>
          <a:xfrm>
            <a:off x="11125080" y="628056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24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4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5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7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8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3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4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7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9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0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2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4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6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7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8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9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0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1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2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3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4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5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6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0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1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6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7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9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M196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2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3" name=""/>
          <p:cNvSpPr txBox="1"/>
          <p:nvPr/>
        </p:nvSpPr>
        <p:spPr>
          <a:xfrm>
            <a:off x="3668400" y="36626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331Q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557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576972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6" name=""/>
          <p:cNvSpPr txBox="1"/>
          <p:nvPr/>
        </p:nvSpPr>
        <p:spPr>
          <a:xfrm>
            <a:off x="67222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691848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36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787104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9" name=""/>
          <p:cNvSpPr txBox="1"/>
          <p:nvPr/>
        </p:nvSpPr>
        <p:spPr>
          <a:xfrm>
            <a:off x="806724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0" name=""/>
          <p:cNvSpPr txBox="1"/>
          <p:nvPr/>
        </p:nvSpPr>
        <p:spPr>
          <a:xfrm>
            <a:off x="90198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1" name=""/>
          <p:cNvSpPr txBox="1"/>
          <p:nvPr/>
        </p:nvSpPr>
        <p:spPr>
          <a:xfrm>
            <a:off x="571320" y="4177080"/>
            <a:ext cx="1126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72.5T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2" name=""/>
          <p:cNvSpPr txBox="1"/>
          <p:nvPr/>
        </p:nvSpPr>
        <p:spPr>
          <a:xfrm>
            <a:off x="295272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3" name=""/>
          <p:cNvSpPr txBox="1"/>
          <p:nvPr/>
        </p:nvSpPr>
        <p:spPr>
          <a:xfrm>
            <a:off x="3148920" y="417708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4" name=""/>
          <p:cNvSpPr txBox="1"/>
          <p:nvPr/>
        </p:nvSpPr>
        <p:spPr>
          <a:xfrm>
            <a:off x="36252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5" name=""/>
          <p:cNvSpPr txBox="1"/>
          <p:nvPr/>
        </p:nvSpPr>
        <p:spPr>
          <a:xfrm>
            <a:off x="3821400" y="4177080"/>
            <a:ext cx="1444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74.5Q0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667908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7" name=""/>
          <p:cNvSpPr txBox="1"/>
          <p:nvPr/>
        </p:nvSpPr>
        <p:spPr>
          <a:xfrm>
            <a:off x="6875280" y="4177080"/>
            <a:ext cx="1789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131 94.5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8" name=""/>
          <p:cNvSpPr txBox="1"/>
          <p:nvPr/>
        </p:nvSpPr>
        <p:spPr>
          <a:xfrm>
            <a:off x="1068516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9" name=""/>
          <p:cNvSpPr txBox="1"/>
          <p:nvPr/>
        </p:nvSpPr>
        <p:spPr>
          <a:xfrm>
            <a:off x="571320" y="4700880"/>
            <a:ext cx="2080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225.5T480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0" name=""/>
          <p:cNvSpPr txBox="1"/>
          <p:nvPr/>
        </p:nvSpPr>
        <p:spPr>
          <a:xfrm>
            <a:off x="48578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1" name=""/>
          <p:cNvSpPr txBox="1"/>
          <p:nvPr/>
        </p:nvSpPr>
        <p:spPr>
          <a:xfrm>
            <a:off x="5054040" y="4700880"/>
            <a:ext cx="18288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798H43L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2" name=""/>
          <p:cNvSpPr txBox="1"/>
          <p:nvPr/>
        </p:nvSpPr>
        <p:spPr>
          <a:xfrm>
            <a:off x="838764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8583840" y="47008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953640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9732600" y="47008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6" name=""/>
          <p:cNvSpPr txBox="1"/>
          <p:nvPr/>
        </p:nvSpPr>
        <p:spPr>
          <a:xfrm>
            <a:off x="57132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15238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1720080" y="5215320"/>
            <a:ext cx="2385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39 149 149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9" name=""/>
          <p:cNvSpPr txBox="1"/>
          <p:nvPr/>
        </p:nvSpPr>
        <p:spPr>
          <a:xfrm>
            <a:off x="64828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0" name=""/>
          <p:cNvSpPr txBox="1"/>
          <p:nvPr/>
        </p:nvSpPr>
        <p:spPr>
          <a:xfrm>
            <a:off x="6679080" y="521532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149 149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1" name=""/>
          <p:cNvSpPr txBox="1"/>
          <p:nvPr/>
        </p:nvSpPr>
        <p:spPr>
          <a:xfrm>
            <a:off x="100126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2" name=""/>
          <p:cNvSpPr txBox="1"/>
          <p:nvPr/>
        </p:nvSpPr>
        <p:spPr>
          <a:xfrm>
            <a:off x="1020888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1116144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571320" y="572976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40 79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29527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3148920" y="5729760"/>
            <a:ext cx="822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79H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7" name=""/>
          <p:cNvSpPr txBox="1"/>
          <p:nvPr/>
        </p:nvSpPr>
        <p:spPr>
          <a:xfrm>
            <a:off x="45777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8" name=""/>
          <p:cNvSpPr txBox="1"/>
          <p:nvPr/>
        </p:nvSpPr>
        <p:spPr>
          <a:xfrm>
            <a:off x="4773960" y="5729760"/>
            <a:ext cx="848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41Q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9" name=""/>
          <p:cNvSpPr txBox="1"/>
          <p:nvPr/>
        </p:nvSpPr>
        <p:spPr>
          <a:xfrm>
            <a:off x="620280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0" name=""/>
          <p:cNvSpPr txBox="1"/>
          <p:nvPr/>
        </p:nvSpPr>
        <p:spPr>
          <a:xfrm>
            <a:off x="6399000" y="5729760"/>
            <a:ext cx="1193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107 0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1" name=""/>
          <p:cNvSpPr txBox="1"/>
          <p:nvPr/>
        </p:nvSpPr>
        <p:spPr>
          <a:xfrm>
            <a:off x="878004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2" name=""/>
          <p:cNvSpPr txBox="1"/>
          <p:nvPr/>
        </p:nvSpPr>
        <p:spPr>
          <a:xfrm>
            <a:off x="8976240" y="572976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183.5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3" name=""/>
          <p:cNvSpPr txBox="1"/>
          <p:nvPr/>
        </p:nvSpPr>
        <p:spPr>
          <a:xfrm>
            <a:off x="571320" y="6243840"/>
            <a:ext cx="1842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76.5T220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4" name=""/>
          <p:cNvSpPr txBox="1"/>
          <p:nvPr/>
        </p:nvSpPr>
        <p:spPr>
          <a:xfrm>
            <a:off x="438156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5" name=""/>
          <p:cNvSpPr txBox="1"/>
          <p:nvPr/>
        </p:nvSpPr>
        <p:spPr>
          <a:xfrm>
            <a:off x="4577760" y="6243840"/>
            <a:ext cx="2875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478Q0 29 5.5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6" name=""/>
          <p:cNvSpPr txBox="1"/>
          <p:nvPr/>
        </p:nvSpPr>
        <p:spPr>
          <a:xfrm>
            <a:off x="571320" y="6758280"/>
            <a:ext cx="5564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55T13 5 49L 43 43ZM476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7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25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1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2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3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4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5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6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7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8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9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0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1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2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3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4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5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6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7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8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9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0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2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3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4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6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7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8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5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7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4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5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6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7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8" name=""/>
          <p:cNvSpPr txBox="1"/>
          <p:nvPr/>
        </p:nvSpPr>
        <p:spPr>
          <a:xfrm>
            <a:off x="1567440" y="3662640"/>
            <a:ext cx="636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9" name=""/>
          <p:cNvSpPr txBox="1"/>
          <p:nvPr/>
        </p:nvSpPr>
        <p:spPr>
          <a:xfrm>
            <a:off x="25200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2716200" y="3662640"/>
            <a:ext cx="1034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462096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4817160" y="36626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53Q0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672228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6918480" y="366264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38.57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571320" y="4177080"/>
            <a:ext cx="835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41.5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6" name=""/>
          <p:cNvSpPr txBox="1"/>
          <p:nvPr/>
        </p:nvSpPr>
        <p:spPr>
          <a:xfrm>
            <a:off x="24764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7" name=""/>
          <p:cNvSpPr txBox="1"/>
          <p:nvPr/>
        </p:nvSpPr>
        <p:spPr>
          <a:xfrm>
            <a:off x="2672640" y="4177080"/>
            <a:ext cx="192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62.78Q83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8" name=""/>
          <p:cNvSpPr txBox="1"/>
          <p:nvPr/>
        </p:nvSpPr>
        <p:spPr>
          <a:xfrm>
            <a:off x="648288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9" name=""/>
          <p:cNvSpPr txBox="1"/>
          <p:nvPr/>
        </p:nvSpPr>
        <p:spPr>
          <a:xfrm>
            <a:off x="6679080" y="417708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380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0" name=""/>
          <p:cNvSpPr txBox="1"/>
          <p:nvPr/>
        </p:nvSpPr>
        <p:spPr>
          <a:xfrm>
            <a:off x="571320" y="4700880"/>
            <a:ext cx="1312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150.38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1" name=""/>
          <p:cNvSpPr txBox="1"/>
          <p:nvPr/>
        </p:nvSpPr>
        <p:spPr>
          <a:xfrm>
            <a:off x="342900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2" name=""/>
          <p:cNvSpPr txBox="1"/>
          <p:nvPr/>
        </p:nvSpPr>
        <p:spPr>
          <a:xfrm>
            <a:off x="3625200" y="4700880"/>
            <a:ext cx="2637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380Q12.16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3" name=""/>
          <p:cNvSpPr txBox="1"/>
          <p:nvPr/>
        </p:nvSpPr>
        <p:spPr>
          <a:xfrm>
            <a:off x="571320" y="5215320"/>
            <a:ext cx="4239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23.39.5T22.23 2.15Q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96202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5" name=""/>
          <p:cNvSpPr txBox="1"/>
          <p:nvPr/>
        </p:nvSpPr>
        <p:spPr>
          <a:xfrm>
            <a:off x="9816480" y="521532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571320" y="5729760"/>
            <a:ext cx="1073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17.35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7" name=""/>
          <p:cNvSpPr txBox="1"/>
          <p:nvPr/>
        </p:nvSpPr>
        <p:spPr>
          <a:xfrm>
            <a:off x="295272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8" name=""/>
          <p:cNvSpPr txBox="1"/>
          <p:nvPr/>
        </p:nvSpPr>
        <p:spPr>
          <a:xfrm>
            <a:off x="3148920" y="5729760"/>
            <a:ext cx="1789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12 35.17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9" name=""/>
          <p:cNvSpPr txBox="1"/>
          <p:nvPr/>
        </p:nvSpPr>
        <p:spPr>
          <a:xfrm>
            <a:off x="695880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7155000" y="5729760"/>
            <a:ext cx="15508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4 17.81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1" name=""/>
          <p:cNvSpPr txBox="1"/>
          <p:nvPr/>
        </p:nvSpPr>
        <p:spPr>
          <a:xfrm>
            <a:off x="1048896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2" name=""/>
          <p:cNvSpPr txBox="1"/>
          <p:nvPr/>
        </p:nvSpPr>
        <p:spPr>
          <a:xfrm>
            <a:off x="10685160" y="572976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3" name=""/>
          <p:cNvSpPr txBox="1"/>
          <p:nvPr/>
        </p:nvSpPr>
        <p:spPr>
          <a:xfrm>
            <a:off x="571320" y="6243840"/>
            <a:ext cx="46522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37.18V65H0ZM240 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4" name=""/>
          <p:cNvSpPr txBox="1"/>
          <p:nvPr/>
        </p:nvSpPr>
        <p:spPr>
          <a:xfrm>
            <a:off x="914400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5" name=""/>
          <p:cNvSpPr txBox="1"/>
          <p:nvPr/>
        </p:nvSpPr>
        <p:spPr>
          <a:xfrm>
            <a:off x="9340200" y="624384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65Q0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1124532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571320" y="6758280"/>
            <a:ext cx="5670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32 17 5 58 5T307 410Q32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26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3D8F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2035080" y="3178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&lt;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2503080" y="661680"/>
            <a:ext cx="272268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 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7075080" y="3178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5" name=""/>
          <p:cNvSpPr txBox="1"/>
          <p:nvPr/>
        </p:nvSpPr>
        <p:spPr>
          <a:xfrm>
            <a:off x="8000640" y="661680"/>
            <a:ext cx="13723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MS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6" name=""/>
          <p:cNvSpPr txBox="1"/>
          <p:nvPr/>
        </p:nvSpPr>
        <p:spPr>
          <a:xfrm>
            <a:off x="9829440" y="3178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-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4561560" y="1576080"/>
            <a:ext cx="19317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SVG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8" name=""/>
          <p:cNvSpPr txBox="1"/>
          <p:nvPr/>
        </p:nvSpPr>
        <p:spPr>
          <a:xfrm>
            <a:off x="7304760" y="12322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9" name=""/>
          <p:cNvSpPr txBox="1"/>
          <p:nvPr/>
        </p:nvSpPr>
        <p:spPr>
          <a:xfrm>
            <a:off x="604080" y="2490480"/>
            <a:ext cx="1832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FILL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4261680" y="21466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1" name=""/>
          <p:cNvSpPr txBox="1"/>
          <p:nvPr/>
        </p:nvSpPr>
        <p:spPr>
          <a:xfrm>
            <a:off x="5187240" y="2490480"/>
            <a:ext cx="48261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CURRCO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2" name=""/>
          <p:cNvSpPr txBox="1"/>
          <p:nvPr/>
        </p:nvSpPr>
        <p:spPr>
          <a:xfrm>
            <a:off x="1649880" y="3404880"/>
            <a:ext cx="188136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LOR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4393080" y="30610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4718880" y="3404880"/>
            <a:ext cx="121968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 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6547680" y="30610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7472880" y="340488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10216080" y="30610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3641760" y="431928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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4556160" y="39754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0" name=""/>
          <p:cNvSpPr txBox="1"/>
          <p:nvPr/>
        </p:nvSpPr>
        <p:spPr>
          <a:xfrm>
            <a:off x="5481360" y="431928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1EM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8224560" y="39754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2" name=""/>
          <p:cNvSpPr txBox="1"/>
          <p:nvPr/>
        </p:nvSpPr>
        <p:spPr>
          <a:xfrm>
            <a:off x="975240" y="5233680"/>
            <a:ext cx="31507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XMLNS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3" name=""/>
          <p:cNvSpPr txBox="1"/>
          <p:nvPr/>
        </p:nvSpPr>
        <p:spPr>
          <a:xfrm>
            <a:off x="5547240" y="48898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="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6472800" y="5233680"/>
            <a:ext cx="9151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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5" name=""/>
          <p:cNvSpPr txBox="1"/>
          <p:nvPr/>
        </p:nvSpPr>
        <p:spPr>
          <a:xfrm>
            <a:off x="7387200" y="48898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://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6" name=""/>
          <p:cNvSpPr txBox="1"/>
          <p:nvPr/>
        </p:nvSpPr>
        <p:spPr>
          <a:xfrm>
            <a:off x="8473320" y="5233680"/>
            <a:ext cx="25884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WWW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7" name=""/>
          <p:cNvSpPr txBox="1"/>
          <p:nvPr/>
        </p:nvSpPr>
        <p:spPr>
          <a:xfrm>
            <a:off x="633240" y="6148080"/>
            <a:ext cx="386100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.W3.ORG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8" name=""/>
          <p:cNvSpPr txBox="1"/>
          <p:nvPr/>
        </p:nvSpPr>
        <p:spPr>
          <a:xfrm>
            <a:off x="7034040" y="58042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9" name=""/>
          <p:cNvSpPr txBox="1"/>
          <p:nvPr/>
        </p:nvSpPr>
        <p:spPr>
          <a:xfrm>
            <a:off x="7467480" y="6148080"/>
            <a:ext cx="1829520" cy="91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"/>
                <a:ea typeface="MaterialSymbolsOutlined-Regular_FILL_GRAD_opsz300000_wght"/>
              </a:rPr>
              <a:t>2000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0" name=""/>
          <p:cNvSpPr txBox="1"/>
          <p:nvPr/>
        </p:nvSpPr>
        <p:spPr>
          <a:xfrm>
            <a:off x="11125080" y="5804280"/>
            <a:ext cx="914040" cy="1225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200" b="0" u="none" strike="noStrike">
                <a:solidFill>
                  <a:srgbClr val="9B82B5"/>
                </a:solidFill>
                <a:effectLst/>
                <a:uFillTx/>
                <a:latin typeface="HiraKakuProN-W3"/>
                <a:ea typeface="HiraKakuProN-W3"/>
              </a:rPr>
              <a:t>/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1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27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EFE8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5" name=""/>
          <p:cNvSpPr txBox="1"/>
          <p:nvPr/>
        </p:nvSpPr>
        <p:spPr>
          <a:xfrm>
            <a:off x="57132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6" name=""/>
          <p:cNvSpPr txBox="1"/>
          <p:nvPr/>
        </p:nvSpPr>
        <p:spPr>
          <a:xfrm>
            <a:off x="828720" y="567000"/>
            <a:ext cx="1420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 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7" name=""/>
          <p:cNvSpPr txBox="1"/>
          <p:nvPr/>
        </p:nvSpPr>
        <p:spPr>
          <a:xfrm>
            <a:off x="3209760" y="3880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8" name=""/>
          <p:cNvSpPr txBox="1"/>
          <p:nvPr/>
        </p:nvSpPr>
        <p:spPr>
          <a:xfrm>
            <a:off x="3729600" y="567000"/>
            <a:ext cx="717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9" name=""/>
          <p:cNvSpPr txBox="1"/>
          <p:nvPr/>
        </p:nvSpPr>
        <p:spPr>
          <a:xfrm>
            <a:off x="468216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0" name=""/>
          <p:cNvSpPr txBox="1"/>
          <p:nvPr/>
        </p:nvSpPr>
        <p:spPr>
          <a:xfrm>
            <a:off x="4878360" y="56700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6306840" y="3880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571320" y="1081440"/>
            <a:ext cx="1006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FILL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3" name=""/>
          <p:cNvSpPr txBox="1"/>
          <p:nvPr/>
        </p:nvSpPr>
        <p:spPr>
          <a:xfrm>
            <a:off x="247644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2995920" y="1081440"/>
            <a:ext cx="35236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CURRCOLOR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5" name=""/>
          <p:cNvSpPr txBox="1"/>
          <p:nvPr/>
        </p:nvSpPr>
        <p:spPr>
          <a:xfrm>
            <a:off x="77587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7952040" y="108144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7" name=""/>
          <p:cNvSpPr txBox="1"/>
          <p:nvPr/>
        </p:nvSpPr>
        <p:spPr>
          <a:xfrm>
            <a:off x="8904600" y="9025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8" name=""/>
          <p:cNvSpPr txBox="1"/>
          <p:nvPr/>
        </p:nvSpPr>
        <p:spPr>
          <a:xfrm>
            <a:off x="9424080" y="108144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9" name=""/>
          <p:cNvSpPr txBox="1"/>
          <p:nvPr/>
        </p:nvSpPr>
        <p:spPr>
          <a:xfrm>
            <a:off x="10852920" y="9025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571320" y="15958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1" name=""/>
          <p:cNvSpPr txBox="1"/>
          <p:nvPr/>
        </p:nvSpPr>
        <p:spPr>
          <a:xfrm>
            <a:off x="1047600" y="141660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2" name=""/>
          <p:cNvSpPr txBox="1"/>
          <p:nvPr/>
        </p:nvSpPr>
        <p:spPr>
          <a:xfrm>
            <a:off x="1567440" y="1595880"/>
            <a:ext cx="955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1EM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3" name=""/>
          <p:cNvSpPr txBox="1"/>
          <p:nvPr/>
        </p:nvSpPr>
        <p:spPr>
          <a:xfrm>
            <a:off x="2995920" y="14166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571320" y="2119680"/>
            <a:ext cx="1671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XMLNS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5" name=""/>
          <p:cNvSpPr txBox="1"/>
          <p:nvPr/>
        </p:nvSpPr>
        <p:spPr>
          <a:xfrm>
            <a:off x="2952720" y="194076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6" name=""/>
          <p:cNvSpPr txBox="1"/>
          <p:nvPr/>
        </p:nvSpPr>
        <p:spPr>
          <a:xfrm>
            <a:off x="3472200" y="2119680"/>
            <a:ext cx="47772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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7" name=""/>
          <p:cNvSpPr txBox="1"/>
          <p:nvPr/>
        </p:nvSpPr>
        <p:spPr>
          <a:xfrm>
            <a:off x="394848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://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8" name=""/>
          <p:cNvSpPr txBox="1"/>
          <p:nvPr/>
        </p:nvSpPr>
        <p:spPr>
          <a:xfrm>
            <a:off x="4572360" y="2119680"/>
            <a:ext cx="33613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WWW.W3.ORG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9" name=""/>
          <p:cNvSpPr txBox="1"/>
          <p:nvPr/>
        </p:nvSpPr>
        <p:spPr>
          <a:xfrm>
            <a:off x="9334800" y="19407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0" name=""/>
          <p:cNvSpPr txBox="1"/>
          <p:nvPr/>
        </p:nvSpPr>
        <p:spPr>
          <a:xfrm>
            <a:off x="9582480" y="211968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1" name=""/>
          <p:cNvSpPr txBox="1"/>
          <p:nvPr/>
        </p:nvSpPr>
        <p:spPr>
          <a:xfrm>
            <a:off x="57132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/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2" name=""/>
          <p:cNvSpPr txBox="1"/>
          <p:nvPr/>
        </p:nvSpPr>
        <p:spPr>
          <a:xfrm>
            <a:off x="819000" y="2634120"/>
            <a:ext cx="1008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SVG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3" name=""/>
          <p:cNvSpPr txBox="1"/>
          <p:nvPr/>
        </p:nvSpPr>
        <p:spPr>
          <a:xfrm>
            <a:off x="224784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4" name=""/>
          <p:cNvSpPr txBox="1"/>
          <p:nvPr/>
        </p:nvSpPr>
        <p:spPr>
          <a:xfrm>
            <a:off x="2441160" y="263412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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5" name=""/>
          <p:cNvSpPr txBox="1"/>
          <p:nvPr/>
        </p:nvSpPr>
        <p:spPr>
          <a:xfrm>
            <a:off x="339372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6" name=""/>
          <p:cNvSpPr txBox="1"/>
          <p:nvPr/>
        </p:nvSpPr>
        <p:spPr>
          <a:xfrm>
            <a:off x="391320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7" name=""/>
          <p:cNvSpPr txBox="1"/>
          <p:nvPr/>
        </p:nvSpPr>
        <p:spPr>
          <a:xfrm>
            <a:off x="486576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8" name=""/>
          <p:cNvSpPr txBox="1"/>
          <p:nvPr/>
        </p:nvSpPr>
        <p:spPr>
          <a:xfrm>
            <a:off x="5059080" y="2634120"/>
            <a:ext cx="16326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VIEW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9" name=""/>
          <p:cNvSpPr txBox="1"/>
          <p:nvPr/>
        </p:nvSpPr>
        <p:spPr>
          <a:xfrm>
            <a:off x="7916760" y="245484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0" name=""/>
          <p:cNvSpPr txBox="1"/>
          <p:nvPr/>
        </p:nvSpPr>
        <p:spPr>
          <a:xfrm>
            <a:off x="8436240" y="26341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0 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1" name=""/>
          <p:cNvSpPr txBox="1"/>
          <p:nvPr/>
        </p:nvSpPr>
        <p:spPr>
          <a:xfrm>
            <a:off x="9388800" y="245484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2" name=""/>
          <p:cNvSpPr txBox="1"/>
          <p:nvPr/>
        </p:nvSpPr>
        <p:spPr>
          <a:xfrm>
            <a:off x="9585000" y="2634120"/>
            <a:ext cx="716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3" name=""/>
          <p:cNvSpPr txBox="1"/>
          <p:nvPr/>
        </p:nvSpPr>
        <p:spPr>
          <a:xfrm>
            <a:off x="571320" y="3148200"/>
            <a:ext cx="16704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960 960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4" name=""/>
          <p:cNvSpPr txBox="1"/>
          <p:nvPr/>
        </p:nvSpPr>
        <p:spPr>
          <a:xfrm>
            <a:off x="3905280" y="29692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5" name=""/>
          <p:cNvSpPr txBox="1"/>
          <p:nvPr/>
        </p:nvSpPr>
        <p:spPr>
          <a:xfrm>
            <a:off x="4098600" y="3148200"/>
            <a:ext cx="636480" cy="477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 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6" name=""/>
          <p:cNvSpPr txBox="1"/>
          <p:nvPr/>
        </p:nvSpPr>
        <p:spPr>
          <a:xfrm>
            <a:off x="5051160" y="296928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7" name=""/>
          <p:cNvSpPr txBox="1"/>
          <p:nvPr/>
        </p:nvSpPr>
        <p:spPr>
          <a:xfrm>
            <a:off x="5570640" y="314820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8" name=""/>
          <p:cNvSpPr txBox="1"/>
          <p:nvPr/>
        </p:nvSpPr>
        <p:spPr>
          <a:xfrm>
            <a:off x="6523200" y="2969280"/>
            <a:ext cx="869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"&gt;&lt;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9" name=""/>
          <p:cNvSpPr txBox="1"/>
          <p:nvPr/>
        </p:nvSpPr>
        <p:spPr>
          <a:xfrm>
            <a:off x="7230960" y="3148200"/>
            <a:ext cx="12992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PATH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0" name=""/>
          <p:cNvSpPr txBox="1"/>
          <p:nvPr/>
        </p:nvSpPr>
        <p:spPr>
          <a:xfrm>
            <a:off x="571320" y="366264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D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1" name=""/>
          <p:cNvSpPr txBox="1"/>
          <p:nvPr/>
        </p:nvSpPr>
        <p:spPr>
          <a:xfrm>
            <a:off x="1047600" y="3483720"/>
            <a:ext cx="55404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="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2" name=""/>
          <p:cNvSpPr txBox="1"/>
          <p:nvPr/>
        </p:nvSpPr>
        <p:spPr>
          <a:xfrm>
            <a:off x="1567440" y="3662640"/>
            <a:ext cx="11138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M560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3" name=""/>
          <p:cNvSpPr txBox="1"/>
          <p:nvPr/>
        </p:nvSpPr>
        <p:spPr>
          <a:xfrm>
            <a:off x="347220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4" name=""/>
          <p:cNvSpPr txBox="1"/>
          <p:nvPr/>
        </p:nvSpPr>
        <p:spPr>
          <a:xfrm>
            <a:off x="3668400" y="3662640"/>
            <a:ext cx="1034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574V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5" name=""/>
          <p:cNvSpPr txBox="1"/>
          <p:nvPr/>
        </p:nvSpPr>
        <p:spPr>
          <a:xfrm>
            <a:off x="55735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6" name=""/>
          <p:cNvSpPr txBox="1"/>
          <p:nvPr/>
        </p:nvSpPr>
        <p:spPr>
          <a:xfrm>
            <a:off x="5769720" y="366264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48Q33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7" name=""/>
          <p:cNvSpPr txBox="1"/>
          <p:nvPr/>
        </p:nvSpPr>
        <p:spPr>
          <a:xfrm>
            <a:off x="8151120" y="34837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8" name=""/>
          <p:cNvSpPr txBox="1"/>
          <p:nvPr/>
        </p:nvSpPr>
        <p:spPr>
          <a:xfrm>
            <a:off x="8347320" y="366264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9" name=""/>
          <p:cNvSpPr txBox="1"/>
          <p:nvPr/>
        </p:nvSpPr>
        <p:spPr>
          <a:xfrm>
            <a:off x="571320" y="4177080"/>
            <a:ext cx="835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67.5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0" name=""/>
          <p:cNvSpPr txBox="1"/>
          <p:nvPr/>
        </p:nvSpPr>
        <p:spPr>
          <a:xfrm>
            <a:off x="247644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1" name=""/>
          <p:cNvSpPr txBox="1"/>
          <p:nvPr/>
        </p:nvSpPr>
        <p:spPr>
          <a:xfrm>
            <a:off x="2672640" y="4177080"/>
            <a:ext cx="1603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21T72.5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2" name=""/>
          <p:cNvSpPr txBox="1"/>
          <p:nvPr/>
        </p:nvSpPr>
        <p:spPr>
          <a:xfrm>
            <a:off x="6006600" y="39981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3" name=""/>
          <p:cNvSpPr txBox="1"/>
          <p:nvPr/>
        </p:nvSpPr>
        <p:spPr>
          <a:xfrm>
            <a:off x="6202800" y="4177080"/>
            <a:ext cx="2279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7Q26 0 51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4" name=""/>
          <p:cNvSpPr txBox="1"/>
          <p:nvPr/>
        </p:nvSpPr>
        <p:spPr>
          <a:xfrm>
            <a:off x="571320" y="4700880"/>
            <a:ext cx="28886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4T49 10V44Q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5" name=""/>
          <p:cNvSpPr txBox="1"/>
          <p:nvPr/>
        </p:nvSpPr>
        <p:spPr>
          <a:xfrm>
            <a:off x="581040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6" name=""/>
          <p:cNvSpPr txBox="1"/>
          <p:nvPr/>
        </p:nvSpPr>
        <p:spPr>
          <a:xfrm>
            <a:off x="6006600" y="470088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24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7" name=""/>
          <p:cNvSpPr txBox="1"/>
          <p:nvPr/>
        </p:nvSpPr>
        <p:spPr>
          <a:xfrm>
            <a:off x="695880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8" name=""/>
          <p:cNvSpPr txBox="1"/>
          <p:nvPr/>
        </p:nvSpPr>
        <p:spPr>
          <a:xfrm>
            <a:off x="7155000" y="4700880"/>
            <a:ext cx="4759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9" name=""/>
          <p:cNvSpPr txBox="1"/>
          <p:nvPr/>
        </p:nvSpPr>
        <p:spPr>
          <a:xfrm>
            <a:off x="763128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0" name=""/>
          <p:cNvSpPr txBox="1"/>
          <p:nvPr/>
        </p:nvSpPr>
        <p:spPr>
          <a:xfrm>
            <a:off x="7827480" y="4700880"/>
            <a:ext cx="8355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48.5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1" name=""/>
          <p:cNvSpPr txBox="1"/>
          <p:nvPr/>
        </p:nvSpPr>
        <p:spPr>
          <a:xfrm>
            <a:off x="9732600" y="452196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2" name=""/>
          <p:cNvSpPr txBox="1"/>
          <p:nvPr/>
        </p:nvSpPr>
        <p:spPr>
          <a:xfrm>
            <a:off x="571320" y="5215320"/>
            <a:ext cx="18421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13.5T700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3" name=""/>
          <p:cNvSpPr txBox="1"/>
          <p:nvPr/>
        </p:nvSpPr>
        <p:spPr>
          <a:xfrm>
            <a:off x="438156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4" name=""/>
          <p:cNvSpPr txBox="1"/>
          <p:nvPr/>
        </p:nvSpPr>
        <p:spPr>
          <a:xfrm>
            <a:off x="4577760" y="5215320"/>
            <a:ext cx="108648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610Q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5" name=""/>
          <p:cNvSpPr txBox="1"/>
          <p:nvPr/>
        </p:nvSpPr>
        <p:spPr>
          <a:xfrm>
            <a:off x="648288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6" name=""/>
          <p:cNvSpPr txBox="1"/>
          <p:nvPr/>
        </p:nvSpPr>
        <p:spPr>
          <a:xfrm>
            <a:off x="6679080" y="5215320"/>
            <a:ext cx="954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38 0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7" name=""/>
          <p:cNvSpPr txBox="1"/>
          <p:nvPr/>
        </p:nvSpPr>
        <p:spPr>
          <a:xfrm>
            <a:off x="8583840" y="503640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8" name=""/>
          <p:cNvSpPr txBox="1"/>
          <p:nvPr/>
        </p:nvSpPr>
        <p:spPr>
          <a:xfrm>
            <a:off x="8780040" y="5215320"/>
            <a:ext cx="477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73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9" name=""/>
          <p:cNvSpPr txBox="1"/>
          <p:nvPr/>
        </p:nvSpPr>
        <p:spPr>
          <a:xfrm>
            <a:off x="571320" y="5729760"/>
            <a:ext cx="160344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9.5T560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0" name=""/>
          <p:cNvSpPr txBox="1"/>
          <p:nvPr/>
        </p:nvSpPr>
        <p:spPr>
          <a:xfrm>
            <a:off x="390528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1" name=""/>
          <p:cNvSpPr txBox="1"/>
          <p:nvPr/>
        </p:nvSpPr>
        <p:spPr>
          <a:xfrm>
            <a:off x="4101480" y="5729760"/>
            <a:ext cx="291600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574ZM0 220V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2" name=""/>
          <p:cNvSpPr txBox="1"/>
          <p:nvPr/>
        </p:nvSpPr>
        <p:spPr>
          <a:xfrm>
            <a:off x="9340200" y="555048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3" name=""/>
          <p:cNvSpPr txBox="1"/>
          <p:nvPr/>
        </p:nvSpPr>
        <p:spPr>
          <a:xfrm>
            <a:off x="571320" y="6243840"/>
            <a:ext cx="132516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49Q33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4" name=""/>
          <p:cNvSpPr txBox="1"/>
          <p:nvPr/>
        </p:nvSpPr>
        <p:spPr>
          <a:xfrm>
            <a:off x="295272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5" name=""/>
          <p:cNvSpPr txBox="1"/>
          <p:nvPr/>
        </p:nvSpPr>
        <p:spPr>
          <a:xfrm>
            <a:off x="3148920" y="6243840"/>
            <a:ext cx="1908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13.5 67.5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6" name=""/>
          <p:cNvSpPr txBox="1"/>
          <p:nvPr/>
        </p:nvSpPr>
        <p:spPr>
          <a:xfrm>
            <a:off x="7435080" y="6064920"/>
            <a:ext cx="475920" cy="672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HiraKakuProN-W6"/>
                <a:ea typeface="HiraKakuProN-W6"/>
              </a:rPr>
              <a:t>-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7" name=""/>
          <p:cNvSpPr txBox="1"/>
          <p:nvPr/>
        </p:nvSpPr>
        <p:spPr>
          <a:xfrm>
            <a:off x="571320" y="6758280"/>
            <a:ext cx="5193720" cy="475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750" b="1" u="none" strike="noStrike">
                <a:solidFill>
                  <a:srgbClr val="9B82B5"/>
                </a:solidFill>
                <a:effectLst/>
                <a:uFillTx/>
                <a:latin typeface="MaterialSymbolsOutlined-Regular_FILL_GRAD_opsz300000_wght2BC0000"/>
                <a:ea typeface="MaterialSymbolsOutlined-Regular_FILL_GRAD_opsz300000_wght2BC0000"/>
              </a:rPr>
              <a:t>20 25T700 430Q26 0 51</a:t>
            </a:r>
            <a:endParaRPr lang="en-US" sz="37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8" name=""/>
          <p:cNvSpPr txBox="1"/>
          <p:nvPr/>
        </p:nvSpPr>
        <p:spPr>
          <a:xfrm>
            <a:off x="11736720" y="6453360"/>
            <a:ext cx="17028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9B82B5"/>
                </a:solidFill>
                <a:effectLst/>
                <a:uFillTx/>
                <a:latin typeface="NotoSansJP-Thin_"/>
                <a:ea typeface="NotoSansJP-Thin_"/>
              </a:rPr>
              <a:t>28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LibreOffice/26.2.0.3$MacOSX_AARCH64 LibreOffice_project/afbbd0df0edb6d40b450b0337ac646b0913a760c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